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2349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4787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5549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3111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417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