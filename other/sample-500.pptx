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507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22554"/>
            </a:avLst>
          </a:prstGeom>
          <a:solidFill>
            <a:srgbClr val="FFFFFF">
              <a:alpha val="14902"/>
            </a:srgb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rgbClr val="FFFFFF">
              <a:alpha val="14902"/>
            </a:srgb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22554"/>
            </a:avLst>
          </a:prstGeom>
          <a:solidFill>
            <a:srgbClr val="FFFFFF">
              <a:alpha val="14902"/>
            </a:srgb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rgbClr val="FFFFFF">
              <a:alpha val="14902"/>
            </a:srgb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 err="1"/>
              <a:t>Copright</a:t>
            </a:r>
            <a:r>
              <a:rPr lang="en-US" sz="800" dirty="0" err="1"/>
              <a:t>y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3" name="sub-banner">
            <a:extLst>
              <a:ext uri="{FF2B5EF4-FFF2-40B4-BE49-F238E27FC236}">
                <a16:creationId xmlns:a16="http://schemas.microsoft.com/office/drawing/2014/main" id="{772F18C4-2B15-4082-AFD4-537A94E0EEC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5125" y="2424907"/>
            <a:ext cx="5873750" cy="986071"/>
          </a:xfrm>
          <a:prstGeom prst="roundRect">
            <a:avLst>
              <a:gd name="adj" fmla="val 31139"/>
            </a:avLst>
          </a:prstGeom>
          <a:solidFill>
            <a:srgbClr val="FFFFFF">
              <a:alpha val="85098"/>
            </a:srgbClr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6" name="banner">
            <a:extLst>
              <a:ext uri="{FF2B5EF4-FFF2-40B4-BE49-F238E27FC236}">
                <a16:creationId xmlns:a16="http://schemas.microsoft.com/office/drawing/2014/main" id="{8F3D3C8E-70E3-49A2-908A-1CE6DECCBD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1747838"/>
            <a:ext cx="9144000" cy="1165225"/>
          </a:xfrm>
          <a:prstGeom prst="rect">
            <a:avLst/>
          </a:prstGeom>
          <a:solidFill>
            <a:srgbClr val="1B255E"/>
          </a:solidFill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banner</a:t>
            </a:r>
          </a:p>
        </p:txBody>
      </p:sp>
      <p:sp>
        <p:nvSpPr>
          <p:cNvPr id="8" name="banner text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995" y="2062268"/>
            <a:ext cx="8776828" cy="590445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buNone/>
              <a:defRPr sz="5400"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Banner text</a:t>
            </a:r>
          </a:p>
        </p:txBody>
      </p:sp>
      <p:sp>
        <p:nvSpPr>
          <p:cNvPr id="10" name="accent text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157393"/>
            <a:ext cx="9144000" cy="90487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6000">
                <a:solidFill>
                  <a:schemeClr val="bg1"/>
                </a:solidFill>
                <a:latin typeface="Rockness" panose="02000500000000000000" pitchFamily="2" charset="0"/>
              </a:defRPr>
            </a:lvl1pPr>
          </a:lstStyle>
          <a:p>
            <a:pPr lvl="0"/>
            <a:r>
              <a:rPr lang="en-US" dirty="0"/>
              <a:t>Accent Text</a:t>
            </a:r>
          </a:p>
        </p:txBody>
      </p:sp>
      <p:sp>
        <p:nvSpPr>
          <p:cNvPr id="7" name="sub-banner text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5126" y="2955925"/>
            <a:ext cx="5873750" cy="393700"/>
          </a:xfrm>
          <a:prstGeom prst="rect">
            <a:avLst/>
          </a:prstGeom>
        </p:spPr>
        <p:txBody>
          <a:bodyPr/>
          <a:lstStyle>
            <a:lvl1pPr algn="ctr">
              <a:buNone/>
              <a:defRPr b="1">
                <a:solidFill>
                  <a:srgbClr val="1B255E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Sub-banner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2995" y="3706813"/>
            <a:ext cx="8747168" cy="1520825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.jp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3331280" y="2103037"/>
            <a:ext cx="2481440" cy="986071"/>
          </a:xfrm>
        </p:spPr>
        <p:txBody>
          <a:bodyPr/>
          <a:lstStyle/>
          <a:p>
            <a:r>
              <a:rPr dirty="0"/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0" y="1425968"/>
            <a:ext cx="9144000" cy="1165225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172995" y="1740398"/>
            <a:ext cx="8776828" cy="590445"/>
          </a:xfrm>
        </p:spPr>
        <p:txBody>
          <a:bodyPr wrap="square">
            <a:noAutofit/>
          </a:bodyPr>
          <a:lstStyle/>
          <a:p>
            <a:r>
              <a:rPr sz="4500" b="0" i="0"/>
              <a:t>O Thou Fount of Every Blessing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0" y="835523"/>
            <a:ext cx="9144000" cy="904875"/>
          </a:xfrm>
        </p:spPr>
        <p:txBody>
          <a:bodyPr/>
          <a:lstStyle/>
          <a:p>
            <a:r>
              <a:t>Opening Song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 wrap="square">
            <a:noAutofit/>
          </a:bodyPr>
          <a:lstStyle/>
          <a:p>
            <a:r>
              <a:rPr sz="1600" b="0" i="0"/>
              <a:t>Words: Robert Robinson</a:t>
            </a:r>
          </a:p>
          <a:p>
            <a:endParaRPr sz="1600" b="0" i="0"/>
          </a:p>
          <a:p>
            <a:r>
              <a:rPr sz="1600" b="0" i="0"/>
              <a:t>Music: Wyeth’s Repository of Sacred Music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8067" y="2631908"/>
            <a:ext cx="914400" cy="365760"/>
          </a:xfrm>
          <a:prstGeom prst="roundRect">
            <a:avLst>
              <a:gd name="adj" fmla="val 100000"/>
            </a:avLst>
          </a:prstGeom>
          <a:solidFill>
            <a:srgbClr val="6A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" rIns="0" bIns="0"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latin typeface="Avenir Next LT Pro" panose="020B0504020202020204" pitchFamily="34" charset="0"/>
              </a:rPr>
              <a:t>500</a:t>
            </a:r>
            <a:endParaRPr b="1" dirty="0">
              <a:latin typeface="Avenir Next LT Pro" panose="020B0504020202020204" pitchFamily="34" charset="0"/>
            </a:endParaRPr>
          </a:p>
        </p:txBody>
      </p:sp>
      <p:pic>
        <p:nvPicPr>
          <p:cNvPr id="10" name="Picture 9" descr="pftl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067" y="2631908"/>
            <a:ext cx="365760" cy="365760"/>
          </a:xfrm>
          <a:prstGeom prst="ellipse">
            <a:avLst/>
          </a:prstGeom>
        </p:spPr>
      </p:pic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369B4D-A2C6-484C-A6A8-3088441A50B2}"/>
              </a:ext>
            </a:extLst>
          </p:cNvPr>
          <p:cNvSpPr txBox="1">
            <a:spLocks/>
          </p:cNvSpPr>
          <p:nvPr/>
        </p:nvSpPr>
        <p:spPr>
          <a:xfrm>
            <a:off x="4418509" y="2631908"/>
            <a:ext cx="365760" cy="365760"/>
          </a:xfrm>
          <a:prstGeom prst="ellipse">
            <a:avLst/>
          </a:prstGeom>
          <a:solidFill>
            <a:srgbClr val="1C81B9"/>
          </a:solidFill>
          <a:ln w="19050">
            <a:solidFill>
              <a:srgbClr val="1C81B9"/>
            </a:solidFill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6A02924-D3C5-44D0-A780-A987A510A751}"/>
              </a:ext>
            </a:extLst>
          </p:cNvPr>
          <p:cNvSpPr txBox="1">
            <a:spLocks/>
          </p:cNvSpPr>
          <p:nvPr/>
        </p:nvSpPr>
        <p:spPr>
          <a:xfrm>
            <a:off x="4869002" y="2631908"/>
            <a:ext cx="365760" cy="365760"/>
          </a:xfrm>
          <a:prstGeom prst="ellipse">
            <a:avLst/>
          </a:prstGeom>
          <a:solidFill>
            <a:srgbClr val="1C81B9"/>
          </a:solidFill>
          <a:ln w="19050">
            <a:solidFill>
              <a:srgbClr val="1C81B9"/>
            </a:solidFill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0CEE6B2-DFC1-4DAB-8DCE-374F1032E5A0}"/>
              </a:ext>
            </a:extLst>
          </p:cNvPr>
          <p:cNvSpPr txBox="1">
            <a:spLocks/>
          </p:cNvSpPr>
          <p:nvPr/>
        </p:nvSpPr>
        <p:spPr>
          <a:xfrm>
            <a:off x="5319495" y="2631908"/>
            <a:ext cx="365760" cy="365760"/>
          </a:xfrm>
          <a:prstGeom prst="ellipse">
            <a:avLst/>
          </a:prstGeom>
          <a:solidFill>
            <a:srgbClr val="1C81B9"/>
          </a:solidFill>
          <a:ln w="19050">
            <a:solidFill>
              <a:srgbClr val="1C81B9"/>
            </a:solidFill>
          </a:ln>
        </p:spPr>
        <p:txBody>
          <a:bodyPr lIns="0" tIns="0" rIns="0" bIns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000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097280" y="4841009"/>
            <a:ext cx="914400" cy="365760"/>
          </a:xfrm>
          <a:solidFill>
            <a:srgbClr val="6A0008"/>
          </a:solidFill>
        </p:spPr>
        <p:txBody>
          <a:bodyPr/>
          <a:lstStyle/>
          <a:p>
            <a:r>
              <a:rPr dirty="0"/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1097280" y="4842422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083869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400" b="0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083869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8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9" name="Picture Placeholder 8" descr="pftl-500-01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4"/>
          </p:nvPr>
        </p:nvSpPr>
        <p:spPr>
          <a:xfrm>
            <a:off x="228600" y="729093"/>
            <a:ext cx="365760" cy="365760"/>
          </a:xfrm>
          <a:solidFill>
            <a:srgbClr val="1C81B9"/>
          </a:solidFill>
          <a:ln w="19050">
            <a:solidFill>
              <a:srgbClr val="1C81B9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1097280" y="4841009"/>
            <a:ext cx="914400" cy="365760"/>
          </a:xfrm>
          <a:solidFill>
            <a:srgbClr val="6A0008"/>
          </a:solidFill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1097280" y="4842422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400" b="0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8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9" name="Picture Placeholder 8" descr="pftl-500-02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29093"/>
            <a:ext cx="365760" cy="365760"/>
          </a:xfrm>
          <a:solidFill>
            <a:srgbClr val="1C81B9"/>
          </a:solidFill>
          <a:ln w="19050">
            <a:solidFill>
              <a:srgbClr val="1C81B9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1097280" y="4841009"/>
            <a:ext cx="914400" cy="365760"/>
          </a:xfrm>
          <a:solidFill>
            <a:srgbClr val="6A0008"/>
          </a:solidFill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1097280" y="4842422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400" b="0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8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9" name="Picture Placeholder 8" descr="pftl-500-03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29093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solidFill>
            <a:srgbClr val="1C81B9"/>
          </a:solidFill>
          <a:ln w="19050">
            <a:solidFill>
              <a:srgbClr val="1C81B9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1097280" y="4841009"/>
            <a:ext cx="914400" cy="365760"/>
          </a:xfrm>
          <a:solidFill>
            <a:srgbClr val="6A0008"/>
          </a:solidFill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1097280" y="4842422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400" b="0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8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9" name="Picture Placeholder 8" descr="pftl-500-04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29093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solidFill>
            <a:srgbClr val="1C81B9"/>
          </a:solidFill>
          <a:ln w="19050">
            <a:solidFill>
              <a:srgbClr val="1C81B9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1097280" y="4841009"/>
            <a:ext cx="914400" cy="365760"/>
          </a:xfrm>
          <a:solidFill>
            <a:srgbClr val="6A0008"/>
          </a:solidFill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1097280" y="4842422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400" b="0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8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9" name="Picture Placeholder 8" descr="pftl-500-05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29093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solidFill>
            <a:srgbClr val="1C81B9"/>
          </a:solidFill>
          <a:ln w="19050">
            <a:solidFill>
              <a:srgbClr val="1C81B9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mountains-blur.jpg"/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1033271" y="4383809"/>
            <a:ext cx="7638587" cy="9144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1097280" y="4841009"/>
            <a:ext cx="914400" cy="365760"/>
          </a:xfrm>
          <a:solidFill>
            <a:srgbClr val="6A0008"/>
          </a:solidFill>
        </p:spPr>
        <p:txBody>
          <a:bodyPr/>
          <a:lstStyle/>
          <a:p>
            <a:r>
              <a:t>500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sz="quarter" idx="25"/>
          </p:nvPr>
        </p:nvPicPr>
        <p:blipFill>
          <a:blip r:embed="rId3"/>
          <a:srcRect t="526" b="526"/>
          <a:stretch>
            <a:fillRect/>
          </a:stretch>
        </p:blipFill>
        <p:spPr>
          <a:xfrm>
            <a:off x="1097280" y="4842422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087400" y="4793694"/>
            <a:ext cx="2951596" cy="361915"/>
          </a:xfrm>
        </p:spPr>
        <p:txBody>
          <a:bodyPr wrap="square">
            <a:noAutofit/>
          </a:bodyPr>
          <a:lstStyle/>
          <a:p>
            <a:r>
              <a:rPr sz="1400" b="0" i="0"/>
              <a:t>O Thou Fount of Every Blessing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087400" y="5065121"/>
            <a:ext cx="2951596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8"/>
          </p:nvPr>
        </p:nvSpPr>
        <p:spPr>
          <a:xfrm>
            <a:off x="114300" y="655941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9" name="Picture Placeholder 8" descr="pftl-500-06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7" b="7"/>
          <a:stretch>
            <a:fillRect/>
          </a:stretch>
        </p:blipFill>
        <p:spPr>
          <a:xfrm>
            <a:off x="731520" y="418197"/>
            <a:ext cx="8229600" cy="4329965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219" b="219"/>
          <a:stretch>
            <a:fillRect/>
          </a:stretch>
        </p:blipFill>
        <p:spPr>
          <a:xfrm>
            <a:off x="8157642" y="4841009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sz="quarter" idx="26"/>
          </p:nvPr>
        </p:nvSpPr>
        <p:spPr>
          <a:xfrm>
            <a:off x="228600" y="729093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228600" y="1168005"/>
            <a:ext cx="365760" cy="365760"/>
          </a:xfrm>
          <a:noFill/>
          <a:ln w="19050">
            <a:solidFill>
              <a:srgbClr val="FFFFFF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8"/>
          </p:nvPr>
        </p:nvSpPr>
        <p:spPr>
          <a:xfrm>
            <a:off x="228600" y="1606917"/>
            <a:ext cx="365760" cy="365760"/>
          </a:xfrm>
          <a:solidFill>
            <a:srgbClr val="1C81B9"/>
          </a:solidFill>
          <a:ln w="19050">
            <a:solidFill>
              <a:srgbClr val="1C81B9"/>
            </a:solidFill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117613</TotalTime>
  <Words>133</Words>
  <Application>Microsoft Office PowerPoint</Application>
  <PresentationFormat>On-screen Show (16:10)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Alegreya Sans Medium</vt:lpstr>
      <vt:lpstr>Arial</vt:lpstr>
      <vt:lpstr>Avenir Next LT Pro</vt:lpstr>
      <vt:lpstr>Calibri</vt:lpstr>
      <vt:lpstr>Rockness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503</cp:revision>
  <dcterms:created xsi:type="dcterms:W3CDTF">2019-05-01T02:25:12Z</dcterms:created>
  <dcterms:modified xsi:type="dcterms:W3CDTF">2020-10-26T21:34:15Z</dcterms:modified>
</cp:coreProperties>
</file>