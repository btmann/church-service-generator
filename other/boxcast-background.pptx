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5" d="100"/>
          <a:sy n="95" d="100"/>
        </p:scale>
        <p:origin x="64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5C3C-0EA8-40EE-BF07-B23C9CDF3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83158-2ADF-4F21-8DEC-3AC95DB38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08CD9-BCA1-4615-9E5A-7AE298FC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6279-25C0-406E-A5C5-FDA5B7426E6B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2D919-FAD9-45C4-9A75-A560CC286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778A-1535-4AE9-8CBA-F95C9724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E5367-33B6-41AE-8C33-BC1E4F0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1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6E61-C903-49B6-8D90-6DE03A71F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35C8-F4E3-41A7-A4C2-69C049AA0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E62AC-9C0F-4889-BD55-09751AAE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6279-25C0-406E-A5C5-FDA5B7426E6B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EB191-B919-4D6B-8401-7F7AE9BC5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3CD33-9453-44A2-BA47-B26E24CE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E5367-33B6-41AE-8C33-BC1E4F0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5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7DDD-D170-4016-99B3-99957D2C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7A35C-4FB4-44D7-A266-370E35D78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536B7-7E06-4492-8FEF-4A64A70C6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6279-25C0-406E-A5C5-FDA5B7426E6B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7C845-7103-40F4-9440-8C666760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0792F-B09E-4BD1-9DB1-8D45611A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E5367-33B6-41AE-8C33-BC1E4F0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11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1D04-C7B7-4556-86AB-6C9F5483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C6AD1-DBD7-439C-8E06-9088FB9D2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8C2C3-14DA-4D09-9076-B22A5F96D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399D7-F156-4241-9C8A-834AE770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6279-25C0-406E-A5C5-FDA5B7426E6B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78E60-00FD-4485-A698-016755F0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7FE0B-16DA-4575-B508-AB703A17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E5367-33B6-41AE-8C33-BC1E4F0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62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A471D-F131-4B99-8ADE-677A0C82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D50C7-E3E0-4DA2-96FA-F5B2A0208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DC531-0764-4FA4-B003-0FA6DA17C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38B043-E5CE-4DE9-A49C-6DFC9B879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956FFD-7ADD-4337-85B5-E0FF28F09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617C4A-8F9E-401D-9EEC-22D563917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6279-25C0-406E-A5C5-FDA5B7426E6B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4F4D4-8B98-4994-B16E-884FCB4B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81194-03E5-4456-BBA2-D04AF40BF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E5367-33B6-41AE-8C33-BC1E4F0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1344-62AC-41EB-AC6B-B9A5B4D3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9D23B-4999-433E-A9FD-5719D2FF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6279-25C0-406E-A5C5-FDA5B7426E6B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0FD84-4EAD-4B17-B617-116D59591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F0AE8-B8F4-48CF-B9C4-C1CD1CC2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E5367-33B6-41AE-8C33-BC1E4F0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8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B80C3-F92D-40EB-ABA7-5523920FC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6279-25C0-406E-A5C5-FDA5B7426E6B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180B1-2338-4682-B39A-89A34E0D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DDF5B-0C3C-4759-B822-42F4EE08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E5367-33B6-41AE-8C33-BC1E4F0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4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C4E6A-8893-4A55-B50F-BCC199AF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42DAC-7FA3-4496-885C-11C89F6F1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D410C0-45DB-48D3-B434-47700A70E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13EFD-98BA-4594-8A3F-E399BF2D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6279-25C0-406E-A5C5-FDA5B7426E6B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381A2-64D1-46B2-BC74-7C06F427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0BF21-5380-40B0-BF66-B73A0C3F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E5367-33B6-41AE-8C33-BC1E4F0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37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2B49-D59A-4FE6-B40F-763E5D43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D47E80-C917-432D-AA89-379503F8B6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E8391-8791-48CF-B0CC-13D88F2F7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748C3-C7CD-43F8-AD3A-BDC124B60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6279-25C0-406E-A5C5-FDA5B7426E6B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1CC11-E39B-47C8-994B-EDBE5968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1366E-A4C5-4614-A05E-BECC7DAB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E5367-33B6-41AE-8C33-BC1E4F0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8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21DD-EBFE-4494-AE9B-65E5CBA7D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E6A52-9116-4745-AB51-0E93252EB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5F547-208E-4D89-AA9E-9B0393A4F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6279-25C0-406E-A5C5-FDA5B7426E6B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16D55-B173-4F0F-B0D1-4CC83DCCC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355C9-3F47-4328-8478-A0FDA8718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E5367-33B6-41AE-8C33-BC1E4F0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EEEF3-0C87-47F0-A5EB-581818399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3A610-3836-4C0E-A81D-DD147E09A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AEAAD-9903-40BD-AA0C-F923F2A0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6279-25C0-406E-A5C5-FDA5B7426E6B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1615B-14DA-4D90-BD97-A74387600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FB7E9-F7B1-42EA-9FFB-59D49CFD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E5367-33B6-41AE-8C33-BC1E4F0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90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D20D8E-5A27-45CC-ACE2-F464ACB1C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B9552-0D41-4B6C-8764-E9AF280FA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6DFFA-29E7-4676-BA8D-D932BDF5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36279-25C0-406E-A5C5-FDA5B7426E6B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56296-F1D1-42D8-954E-8329E9ECD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B28A8-2C4A-4600-BC20-62F2E87A0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E5367-33B6-41AE-8C33-BC1E4F0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33000">
              <a:schemeClr val="accent1">
                <a:lumMod val="75000"/>
              </a:schemeClr>
            </a:gs>
            <a:gs pos="100000">
              <a:schemeClr val="accent1">
                <a:lumMod val="5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C94D0F-AC23-471D-A26E-EDEF33408F03}"/>
              </a:ext>
            </a:extLst>
          </p:cNvPr>
          <p:cNvSpPr/>
          <p:nvPr/>
        </p:nvSpPr>
        <p:spPr>
          <a:xfrm>
            <a:off x="1637555" y="4135678"/>
            <a:ext cx="8916889" cy="20194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BF12CDA-C3C1-4DB2-9000-3B9676C0B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729" y="4359694"/>
            <a:ext cx="7682540" cy="1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21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B255E"/>
            </a:gs>
            <a:gs pos="33000">
              <a:srgbClr val="1B255E"/>
            </a:gs>
            <a:gs pos="100000">
              <a:schemeClr val="accent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C94D0F-AC23-471D-A26E-EDEF33408F03}"/>
              </a:ext>
            </a:extLst>
          </p:cNvPr>
          <p:cNvSpPr/>
          <p:nvPr/>
        </p:nvSpPr>
        <p:spPr>
          <a:xfrm>
            <a:off x="-1210733" y="4135678"/>
            <a:ext cx="13899658" cy="2019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94F6EA8-2667-4079-9034-37A30C0E2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475" y="4199586"/>
            <a:ext cx="7619047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97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B255E"/>
            </a:gs>
            <a:gs pos="33000">
              <a:srgbClr val="1B255E"/>
            </a:gs>
            <a:gs pos="100000">
              <a:schemeClr val="accent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C94D0F-AC23-471D-A26E-EDEF33408F03}"/>
              </a:ext>
            </a:extLst>
          </p:cNvPr>
          <p:cNvSpPr/>
          <p:nvPr/>
        </p:nvSpPr>
        <p:spPr>
          <a:xfrm>
            <a:off x="-1037386" y="1672884"/>
            <a:ext cx="13899658" cy="2019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94F6EA8-2667-4079-9034-37A30C0E2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484" y="1735176"/>
            <a:ext cx="7619047" cy="19555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7AFAAD-7159-40CC-9E4D-45709F4F5EEA}"/>
              </a:ext>
            </a:extLst>
          </p:cNvPr>
          <p:cNvSpPr txBox="1"/>
          <p:nvPr/>
        </p:nvSpPr>
        <p:spPr>
          <a:xfrm>
            <a:off x="0" y="484502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Avenir Next LT Pro" panose="020B0504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65210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B255E"/>
            </a:gs>
            <a:gs pos="33000">
              <a:srgbClr val="1B255E"/>
            </a:gs>
            <a:gs pos="100000">
              <a:schemeClr val="accent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C94D0F-AC23-471D-A26E-EDEF33408F03}"/>
              </a:ext>
            </a:extLst>
          </p:cNvPr>
          <p:cNvSpPr/>
          <p:nvPr/>
        </p:nvSpPr>
        <p:spPr>
          <a:xfrm>
            <a:off x="-1037386" y="1672884"/>
            <a:ext cx="13899658" cy="2019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94F6EA8-2667-4079-9034-37A30C0E2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484" y="1735176"/>
            <a:ext cx="7619047" cy="19555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7AFAAD-7159-40CC-9E4D-45709F4F5EEA}"/>
              </a:ext>
            </a:extLst>
          </p:cNvPr>
          <p:cNvSpPr txBox="1"/>
          <p:nvPr/>
        </p:nvSpPr>
        <p:spPr>
          <a:xfrm>
            <a:off x="0" y="4312414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Avenir Next LT Pro" panose="020B0504020202020204" pitchFamily="34" charset="0"/>
              </a:rPr>
              <a:t>II Corinthians: Lesson 13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Avenir Next LT Pro" panose="020B0504020202020204" pitchFamily="34" charset="0"/>
              </a:rPr>
              <a:t>Sunday, May 23, 2021</a:t>
            </a:r>
          </a:p>
        </p:txBody>
      </p:sp>
    </p:spTree>
    <p:extLst>
      <p:ext uri="{BB962C8B-B14F-4D97-AF65-F5344CB8AC3E}">
        <p14:creationId xmlns:p14="http://schemas.microsoft.com/office/powerpoint/2010/main" val="1157162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7824</TotalTime>
  <Words>14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Avenir Next LT Pro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9</cp:revision>
  <dcterms:created xsi:type="dcterms:W3CDTF">2020-03-15T18:59:41Z</dcterms:created>
  <dcterms:modified xsi:type="dcterms:W3CDTF">2021-05-23T20:49:39Z</dcterms:modified>
</cp:coreProperties>
</file>