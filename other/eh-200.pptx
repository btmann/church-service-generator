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0.png"/><Relationship Id="rId4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Relationship Id="rId4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3.png"/><Relationship Id="rId4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4.png"/><Relationship Id="rId4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5.png"/><Relationship Id="rId4" Type="http://schemas.openxmlformats.org/officeDocument/2006/relationships/image" Target="../media/image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6.png"/><Relationship Id="rId4" Type="http://schemas.openxmlformats.org/officeDocument/2006/relationships/image" Target="../media/image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7.png"/><Relationship Id="rId4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8.png"/><Relationship Id="rId4" Type="http://schemas.openxmlformats.org/officeDocument/2006/relationships/image" Target="../media/image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9.png"/><Relationship Id="rId4" Type="http://schemas.openxmlformats.org/officeDocument/2006/relationships/image" Target="../media/image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0.png"/><Relationship Id="rId4" Type="http://schemas.openxmlformats.org/officeDocument/2006/relationships/image" Target="../media/image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1.png"/><Relationship Id="rId4" Type="http://schemas.openxmlformats.org/officeDocument/2006/relationships/image" Target="../media/image8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2.png"/><Relationship Id="rId4" Type="http://schemas.openxmlformats.org/officeDocument/2006/relationships/image" Target="../media/image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3.png"/><Relationship Id="rId4" Type="http://schemas.openxmlformats.org/officeDocument/2006/relationships/image" Target="../media/image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4.png"/><Relationship Id="rId4" Type="http://schemas.openxmlformats.org/officeDocument/2006/relationships/image" Target="../media/image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5.png"/><Relationship Id="rId4" Type="http://schemas.openxmlformats.org/officeDocument/2006/relationships/image" Target="../media/image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6.png"/><Relationship Id="rId4" Type="http://schemas.openxmlformats.org/officeDocument/2006/relationships/image" Target="../media/image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7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200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5400" b="1" i="0">
                <a:latin typeface="Avenir Next LT Pro"/>
              </a:rPr>
              <a:t>LIVING HOPE</a:t>
            </a:r>
            <a:endParaRPr sz="54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900" b="0" i="0">
                <a:latin typeface="Avenir Next LT Pro"/>
              </a:rPr>
              <a:t>Â© Copyright 2018 by Phil Wickham/Simply Global Songs/Sing My Songs/Bethel Music Publishing.
All Rights Reserved. Used by Permission.
CCLI Song #7106807
Words &amp; Music: Phil Wickham &amp; Brian Johnson
Arr. Aneva Peirce</a:t>
            </a:r>
            <a:endParaRPr sz="9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879199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1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1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1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1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1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1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1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1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1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2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2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2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2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2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2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2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2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2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2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200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LIVING HOPE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R. J. Stevens Music</a:t>
            </a:r>
          </a:p>
        </p:txBody>
      </p:sp>
      <p:pic>
        <p:nvPicPr>
          <p:cNvPr id="9" name="Picture Placeholder 8" descr="eh-200-3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" b="2"/>
          <a:stretch>
            <a:fillRect/>
          </a:stretch>
        </p:blipFill>
        <p:spPr>
          <a:xfrm>
            <a:off x="1382119" y="114300"/>
            <a:ext cx="6928400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79199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79199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79199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79199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79199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