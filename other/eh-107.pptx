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05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107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800" b="1" i="0">
                <a:latin typeface="Avenir Next LT Pro"/>
              </a:rPr>
              <a:t>LET EVERY LANGUAGE</a:t>
            </a:r>
            <a:endParaRPr sz="48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Hymn: S. E. Rouse
Tune: Traditional African Melody
Arr. S. E. Rouse and Joshua McKinsey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9826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LANGUAGE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7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8" r="18"/>
          <a:stretch>
            <a:fillRect/>
          </a:stretch>
        </p:blipFill>
        <p:spPr>
          <a:xfrm>
            <a:off x="801185" y="114300"/>
            <a:ext cx="8090269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9826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9826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98265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9826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98265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98265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625</cp:revision>
  <dcterms:created xsi:type="dcterms:W3CDTF">2019-05-01T02:25:12Z</dcterms:created>
  <dcterms:modified xsi:type="dcterms:W3CDTF">2021-06-11T16:19:38Z</dcterms:modified>
</cp:coreProperties>
</file>