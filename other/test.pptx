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200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900" b="1" i="0">
                <a:latin typeface="Avenir Next LT Pro"/>
              </a:rPr>
              <a:t>HALLELUJAH, PRAISE JEHOVAH</a:t>
            </a:r>
            <a:endParaRPr sz="39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William J. Kirkpatrick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44569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1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1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1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1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HALLELUJAH, PRAISE JEHOVAH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20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948613" y="114300"/>
            <a:ext cx="7795413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569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569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569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569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569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5693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