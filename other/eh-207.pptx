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207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HIGHLY EXALTED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and Music by: Robin Mark &amp; Paul Baloche, Arr. by Aneva Peirce
© 2007 Integrity Hosanna! Music.  All rights reserved. Used by permission.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607662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1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1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HIGHLY EXALTED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7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4" r="4"/>
          <a:stretch>
            <a:fillRect/>
          </a:stretch>
        </p:blipFill>
        <p:spPr>
          <a:xfrm>
            <a:off x="1110582" y="114300"/>
            <a:ext cx="7471474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7662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7662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607662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