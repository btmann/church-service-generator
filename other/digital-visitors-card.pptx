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5715000" type="screen16x1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BCAD9"/>
    <a:srgbClr val="FF8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83" autoAdjust="0"/>
    <p:restoredTop sz="94660"/>
  </p:normalViewPr>
  <p:slideViewPr>
    <p:cSldViewPr snapToGrid="0">
      <p:cViewPr varScale="1">
        <p:scale>
          <a:sx n="136" d="100"/>
          <a:sy n="136" d="100"/>
        </p:scale>
        <p:origin x="76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935302"/>
            <a:ext cx="6858000" cy="19896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19C2E-BDED-4D24-A4C1-A329FDC4EB7D}" type="datetimeFigureOut">
              <a:rPr lang="en-US" smtClean="0"/>
              <a:t>8/1/2020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F1D01-6FA9-4AB2-A1F0-60D75FFF3B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014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19C2E-BDED-4D24-A4C1-A329FDC4EB7D}" type="datetimeFigureOut">
              <a:rPr lang="en-US" smtClean="0"/>
              <a:t>8/1/2020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F1D01-6FA9-4AB2-A1F0-60D75FFF3B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014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424782"/>
            <a:ext cx="7886700" cy="2377281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824553"/>
            <a:ext cx="7886700" cy="1250156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19C2E-BDED-4D24-A4C1-A329FDC4EB7D}" type="datetimeFigureOut">
              <a:rPr lang="en-US" smtClean="0"/>
              <a:t>8/1/2020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F1D01-6FA9-4AB2-A1F0-60D75FFF3B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908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19C2E-BDED-4D24-A4C1-A329FDC4EB7D}" type="datetimeFigureOut">
              <a:rPr lang="en-US" smtClean="0"/>
              <a:t>8/1/2020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F1D01-6FA9-4AB2-A1F0-60D75FFF3B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0056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04271"/>
            <a:ext cx="7886700" cy="11046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400969"/>
            <a:ext cx="3868340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087563"/>
            <a:ext cx="3868340" cy="3070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400969"/>
            <a:ext cx="3887391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087563"/>
            <a:ext cx="3887391" cy="3070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19C2E-BDED-4D24-A4C1-A329FDC4EB7D}" type="datetimeFigureOut">
              <a:rPr lang="en-US" smtClean="0"/>
              <a:t>8/1/2020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F1D01-6FA9-4AB2-A1F0-60D75FFF3B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5414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19C2E-BDED-4D24-A4C1-A329FDC4EB7D}" type="datetimeFigureOut">
              <a:rPr lang="en-US" smtClean="0"/>
              <a:t>8/1/2020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F1D01-6FA9-4AB2-A1F0-60D75FFF3B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6145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19C2E-BDED-4D24-A4C1-A329FDC4EB7D}" type="datetimeFigureOut">
              <a:rPr lang="en-US" smtClean="0"/>
              <a:t>8/1/2020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F1D01-6FA9-4AB2-A1F0-60D75FFF3B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5219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822855"/>
            <a:ext cx="4629150" cy="406135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19C2E-BDED-4D24-A4C1-A329FDC4EB7D}" type="datetimeFigureOut">
              <a:rPr lang="en-US" smtClean="0"/>
              <a:t>8/1/2020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F1D01-6FA9-4AB2-A1F0-60D75FFF3B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2090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822855"/>
            <a:ext cx="4629150" cy="4061354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19C2E-BDED-4D24-A4C1-A329FDC4EB7D}" type="datetimeFigureOut">
              <a:rPr lang="en-US" smtClean="0"/>
              <a:t>8/1/2020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F1D01-6FA9-4AB2-A1F0-60D75FFF3B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9207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19C2E-BDED-4D24-A4C1-A329FDC4EB7D}" type="datetimeFigureOut">
              <a:rPr lang="en-US" smtClean="0"/>
              <a:t>8/1/2020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F1D01-6FA9-4AB2-A1F0-60D75FFF3B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8730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04271"/>
            <a:ext cx="1971675" cy="48431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04271"/>
            <a:ext cx="5800725" cy="484319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19C2E-BDED-4D24-A4C1-A329FDC4EB7D}" type="datetimeFigureOut">
              <a:rPr lang="en-US" smtClean="0"/>
              <a:t>8/1/2020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F1D01-6FA9-4AB2-A1F0-60D75FFF3B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245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521354"/>
            <a:ext cx="7886700" cy="36261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119C2E-BDED-4D24-A4C1-A329FDC4EB7D}" type="datetimeFigureOut">
              <a:rPr lang="en-US" smtClean="0"/>
              <a:t>8/1/2020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5296959"/>
            <a:ext cx="30861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3F1D01-6FA9-4AB2-A1F0-60D75FFF3B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908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40000"/>
                <a:lumOff val="60000"/>
              </a:schemeClr>
            </a:gs>
            <a:gs pos="46000">
              <a:srgbClr val="5180AC"/>
            </a:gs>
            <a:gs pos="100000">
              <a:schemeClr val="accent1">
                <a:lumMod val="60000"/>
              </a:schemeClr>
            </a:gs>
          </a:gsLst>
          <a:path path="circle">
            <a:fillToRect l="50000" t="130000" r="50000" b="-3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drawing&#10;&#10;Description automatically generated">
            <a:extLst>
              <a:ext uri="{FF2B5EF4-FFF2-40B4-BE49-F238E27FC236}">
                <a16:creationId xmlns:a16="http://schemas.microsoft.com/office/drawing/2014/main" id="{117DB799-3FA0-4520-ADDA-5FD11F9CAE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0504" y="1422445"/>
            <a:ext cx="2870109" cy="287010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9FE472B-BECB-4FAF-BE9C-57BC676D9DB6}"/>
              </a:ext>
            </a:extLst>
          </p:cNvPr>
          <p:cNvSpPr txBox="1"/>
          <p:nvPr/>
        </p:nvSpPr>
        <p:spPr>
          <a:xfrm>
            <a:off x="175845" y="1422445"/>
            <a:ext cx="535618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Please scan or visit</a:t>
            </a:r>
          </a:p>
          <a:p>
            <a:pPr algn="ctr"/>
            <a:endParaRPr lang="en-US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 pitchFamily="34" charset="0"/>
            </a:endParaRPr>
          </a:p>
          <a:p>
            <a:pPr algn="ctr"/>
            <a:r>
              <a:rPr lang="en-US" sz="4000" dirty="0">
                <a:solidFill>
                  <a:srgbClr val="FF8C00"/>
                </a:solidFill>
                <a:latin typeface="Century Gothic" panose="020B0502020202020204" pitchFamily="34" charset="0"/>
              </a:rPr>
              <a:t>embryhills.com/hello</a:t>
            </a:r>
          </a:p>
          <a:p>
            <a:pPr algn="ctr"/>
            <a:endParaRPr lang="en-US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 pitchFamily="34" charset="0"/>
            </a:endParaRPr>
          </a:p>
          <a:p>
            <a:pPr algn="ctr"/>
            <a:r>
              <a:rPr lang="en-US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to fill out a</a:t>
            </a:r>
          </a:p>
          <a:p>
            <a:pPr algn="ctr"/>
            <a:r>
              <a:rPr lang="en-US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digital visitor’s card.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45F10FF-9F5F-408F-B36A-2D0964663428}"/>
              </a:ext>
            </a:extLst>
          </p:cNvPr>
          <p:cNvSpPr txBox="1"/>
          <p:nvPr/>
        </p:nvSpPr>
        <p:spPr>
          <a:xfrm>
            <a:off x="0" y="330576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Welcome, visitors!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89038B7-B46A-483B-8CF6-90AA4D592082}"/>
              </a:ext>
            </a:extLst>
          </p:cNvPr>
          <p:cNvSpPr txBox="1"/>
          <p:nvPr/>
        </p:nvSpPr>
        <p:spPr>
          <a:xfrm>
            <a:off x="0" y="4676537"/>
            <a:ext cx="9144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Thanks for visiting Embry Hills.</a:t>
            </a:r>
          </a:p>
        </p:txBody>
      </p:sp>
    </p:spTree>
    <p:extLst>
      <p:ext uri="{BB962C8B-B14F-4D97-AF65-F5344CB8AC3E}">
        <p14:creationId xmlns:p14="http://schemas.microsoft.com/office/powerpoint/2010/main" val="4498178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41</TotalTime>
  <Words>27</Words>
  <Application>Microsoft Office PowerPoint</Application>
  <PresentationFormat>On-screen Show (16:10)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Century Gothic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 Williams</dc:creator>
  <cp:lastModifiedBy>David Williams</cp:lastModifiedBy>
  <cp:revision>3</cp:revision>
  <dcterms:created xsi:type="dcterms:W3CDTF">2020-08-01T17:33:05Z</dcterms:created>
  <dcterms:modified xsi:type="dcterms:W3CDTF">2020-08-01T18:14:31Z</dcterms:modified>
</cp:coreProperties>
</file>