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7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40680"/>
          </a:xfrm>
          <a:prstGeom prst="rect">
            <a:avLst/>
          </a:prstGeom>
        </p:spPr>
      </p:pic>
      <p:sp>
        <p:nvSpPr>
          <p:cNvPr id="3" name="TextBox 10">
            <a:extLst>
              <a:ext uri="{FF2B5EF4-FFF2-40B4-BE49-F238E27FC236}">
                <a16:creationId xmlns:a16="http://schemas.microsoft.com/office/drawing/2014/main" id="{53D7A48C-31E8-4F30-8572-94C77BF3D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985" y="1417320"/>
            <a:ext cx="99456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Me hi – </a:t>
            </a:r>
            <a:r>
              <a:rPr lang="es-ES_tradnl" altLang="en-US" sz="20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rió</a:t>
            </a:r>
            <a:r>
              <a:rPr lang="es-ES_tradnl" alt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   el pe - ca  - do; fui a    Je  -   </a:t>
            </a:r>
            <a:r>
              <a:rPr lang="es-ES_tradnl" altLang="en-US" sz="20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sús</a:t>
            </a:r>
            <a:r>
              <a:rPr lang="es-ES_tradnl" alt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;    </a:t>
            </a:r>
            <a:r>
              <a:rPr lang="es-ES_tradnl" altLang="en-US" sz="20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mos</a:t>
            </a:r>
            <a:r>
              <a:rPr lang="es-ES_tradnl" alt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 - </a:t>
            </a:r>
            <a:r>
              <a:rPr lang="es-ES_tradnl" altLang="en-US" sz="20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tré</a:t>
            </a:r>
            <a:r>
              <a:rPr lang="es-ES_tradnl" alt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  -  le     mi       do  -    </a:t>
            </a:r>
            <a:r>
              <a:rPr lang="es-ES_tradnl" altLang="en-US" sz="20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lor</a:t>
            </a:r>
            <a:r>
              <a:rPr lang="es-ES_tradnl" alt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FFA56B41-E10D-4150-ABA3-601E69F7B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985" y="4076064"/>
            <a:ext cx="89019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Per  -  di  - do, </a:t>
            </a:r>
            <a:r>
              <a:rPr lang="es-ES_tradnl" altLang="en-US" sz="20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er</a:t>
            </a:r>
            <a:r>
              <a:rPr lang="es-ES_tradnl" alt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  -  </a:t>
            </a:r>
            <a:r>
              <a:rPr lang="es-ES_tradnl" altLang="en-US" sz="20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ran</a:t>
            </a:r>
            <a:r>
              <a:rPr lang="es-ES_tradnl" alt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  -  te,      vi      Su      luz;     ben  - </a:t>
            </a:r>
            <a:r>
              <a:rPr lang="es-ES_tradnl" altLang="en-US" sz="20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dí</a:t>
            </a:r>
            <a:r>
              <a:rPr lang="es-ES_tradnl" alt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  -  </a:t>
            </a:r>
            <a:r>
              <a:rPr lang="es-ES_tradnl" altLang="en-US" sz="20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jo</a:t>
            </a:r>
            <a:r>
              <a:rPr lang="es-ES_tradnl" altLang="en-US" sz="2000" b="1" dirty="0">
                <a:latin typeface="Arial Narrow" panose="020B0606020202030204" pitchFamily="34" charset="0"/>
                <a:cs typeface="Arial" panose="020B0604020202020204" pitchFamily="34" charset="0"/>
              </a:rPr>
              <a:t>   me en   Su  amor.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34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34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89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968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61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99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53</Words>
  <Application>Microsoft Office PowerPoint</Application>
  <PresentationFormat>On-screen Show (4:3)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Narrow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Williams David</cp:lastModifiedBy>
  <cp:revision>10</cp:revision>
  <dcterms:created xsi:type="dcterms:W3CDTF">2013-01-27T09:14:16Z</dcterms:created>
  <dcterms:modified xsi:type="dcterms:W3CDTF">2019-08-31T16:10:50Z</dcterms:modified>
  <cp:category/>
</cp:coreProperties>
</file>