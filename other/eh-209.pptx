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209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500" b="1" i="0">
                <a:latin typeface="Avenir Next LT Pro"/>
              </a:rPr>
              <a:t>BE UNTO YOUR NAME</a:t>
            </a:r>
            <a:endParaRPr sz="45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Gary Sadler &amp; Lynn DeShazo
© Copyright 1998 by Integrity's Hosanna! Music.
All rights reserved. Used by Permission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69063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209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BE UNTO YOUR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9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6" r="16"/>
          <a:stretch>
            <a:fillRect/>
          </a:stretch>
        </p:blipFill>
        <p:spPr>
          <a:xfrm>
            <a:off x="1193555" y="114300"/>
            <a:ext cx="730552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9063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9063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9063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9063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