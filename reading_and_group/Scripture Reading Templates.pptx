
<file path=[Content_Types].xml><?xml version="1.0" encoding="utf-8"?>
<Types xmlns="http://schemas.openxmlformats.org/package/2006/content-types"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notesMasterIdLst>
    <p:notesMasterId r:id="rId5"/>
  </p:notesMasterIdLst>
  <p:sldIdLst>
    <p:sldId id="262" r:id="rId3"/>
    <p:sldId id="261" r:id="rId4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7" autoAdjust="0"/>
    <p:restoredTop sz="69880" autoAdjust="0"/>
  </p:normalViewPr>
  <p:slideViewPr>
    <p:cSldViewPr snapToGrid="0">
      <p:cViewPr varScale="1">
        <p:scale>
          <a:sx n="87" d="100"/>
          <a:sy n="87" d="100"/>
        </p:scale>
        <p:origin x="2262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F9378-3F40-4C5B-93C9-5385BB10B36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37BB10-943C-4782-87C1-B96F8B8D3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85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Sunday 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7BB10-943C-4782-87C1-B96F8B8D323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90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Sunday PM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7BB10-943C-4782-87C1-B96F8B8D323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56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8AB9E-EA09-2E4D-55B9-A4576DB5D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odium.jpg">
            <a:extLst>
              <a:ext uri="{FF2B5EF4-FFF2-40B4-BE49-F238E27FC236}">
                <a16:creationId xmlns:a16="http://schemas.microsoft.com/office/drawing/2014/main" id="{AA719F51-5D93-CC88-AB60-01C338C1FC4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11BE0-842E-8828-689B-98E4CE26A0E1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38EBFB-BC05-0649-77A4-6814953BAC34}"/>
              </a:ext>
            </a:extLst>
          </p:cNvPr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dirty="0"/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A66FE2-97F3-A68D-4EE1-9CDD079B7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00400" y="2308860"/>
            <a:ext cx="4297680" cy="1097280"/>
          </a:xfrm>
        </p:spPr>
        <p:txBody>
          <a:bodyPr wrap="square">
            <a:noAutofit/>
          </a:bodyPr>
          <a:lstStyle/>
          <a:p>
            <a:r>
              <a:rPr sz="3600" b="0" i="0" dirty="0">
                <a:latin typeface="Avenir Next LT Pro"/>
              </a:rPr>
              <a:t>EPHESIANS 3:14-21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C7B930-E588-065C-6A71-E09EBA6E9A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63240" y="1394460"/>
            <a:ext cx="4572000" cy="914400"/>
          </a:xfrm>
        </p:spPr>
        <p:txBody>
          <a:bodyPr wrap="square">
            <a:noAutofit/>
          </a:bodyPr>
          <a:lstStyle/>
          <a:p>
            <a:r>
              <a:rPr sz="6300" b="1" i="0">
                <a:latin typeface="Avenir Next LT Pro"/>
              </a:rPr>
              <a:t>READING</a:t>
            </a:r>
          </a:p>
        </p:txBody>
      </p:sp>
      <p:pic>
        <p:nvPicPr>
          <p:cNvPr id="10" name="Picture Placeholder 9" descr="eh20-eng-432.png">
            <a:extLst>
              <a:ext uri="{FF2B5EF4-FFF2-40B4-BE49-F238E27FC236}">
                <a16:creationId xmlns:a16="http://schemas.microsoft.com/office/drawing/2014/main" id="{2755327B-11BB-26A3-B55D-5353F14BC8C5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4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5BAA4EB-CA4E-6519-ED89-059F73B83FB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21792" y="1223010"/>
            <a:ext cx="896112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49EB77-FEF9-3505-85AC-DC15A3DA87C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Collection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416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217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160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291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332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3064173-4C7C-C06B-ED65-65AB0123DA1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2921591-0FA8-8817-B167-8E472C27910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00400" y="2308860"/>
            <a:ext cx="4297680" cy="1097280"/>
          </a:xfrm>
        </p:spPr>
        <p:txBody>
          <a:bodyPr wrap="square">
            <a:noAutofit/>
          </a:bodyPr>
          <a:lstStyle/>
          <a:p>
            <a:r>
              <a:rPr sz="4800" b="0" i="0" dirty="0">
                <a:latin typeface="Alegreya Sans Medium"/>
              </a:rPr>
              <a:t>EFESIOS 3:14-21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B505B33-55E3-10E5-3891-3A5F5A9D5F5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063240" y="1225296"/>
            <a:ext cx="4572000" cy="1097280"/>
          </a:xfrm>
        </p:spPr>
        <p:txBody>
          <a:bodyPr wrap="square">
            <a:noAutofit/>
          </a:bodyPr>
          <a:lstStyle/>
          <a:p>
            <a:r>
              <a:rPr sz="7200" b="1" i="0" dirty="0">
                <a:latin typeface="Alegreya Sans ExtraBold"/>
              </a:rPr>
              <a:t>LECTURA</a:t>
            </a:r>
          </a:p>
        </p:txBody>
      </p:sp>
      <p:pic>
        <p:nvPicPr>
          <p:cNvPr id="21" name="Picture Placeholder 20" descr="eh20-esp-600.png">
            <a:extLst>
              <a:ext uri="{FF2B5EF4-FFF2-40B4-BE49-F238E27FC236}">
                <a16:creationId xmlns:a16="http://schemas.microsoft.com/office/drawing/2014/main" id="{46D6C56F-B4D0-C1C5-1251-25C3C5890D59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>
          <a:blip r:embed="rId5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2250FAE-CF55-46BD-C02E-CFE627D2704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1519" y="1204722"/>
            <a:ext cx="786384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917821C7-CDD8-D58A-55A6-CAC9449B778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416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217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Señor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160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291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332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133F22D0-DEE8-2696-E15C-1E7C071F8D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37325" y="3637212"/>
            <a:ext cx="3223177" cy="365760"/>
          </a:xfrm>
        </p:spPr>
        <p:txBody>
          <a:bodyPr wrap="square">
            <a:noAutofit/>
          </a:bodyPr>
          <a:lstStyle/>
          <a:p>
            <a:r>
              <a:rPr lang="en-US" sz="1600" dirty="0">
                <a:latin typeface="Avenir Next LT Pro"/>
              </a:rPr>
              <a:t>“</a:t>
            </a:r>
            <a:r>
              <a:rPr lang="en-US" sz="1600" cap="all" dirty="0">
                <a:latin typeface="Avenir Next LT Pro"/>
              </a:rPr>
              <a:t>remember… the command-</a:t>
            </a:r>
            <a:r>
              <a:rPr lang="en-US" sz="1600" cap="all" dirty="0" err="1">
                <a:latin typeface="Avenir Next LT Pro"/>
              </a:rPr>
              <a:t>ment</a:t>
            </a:r>
            <a:r>
              <a:rPr lang="en-US" sz="1600" cap="all" dirty="0">
                <a:latin typeface="Avenir Next LT Pro"/>
              </a:rPr>
              <a:t> of the lord and savior spoken by your apostles</a:t>
            </a:r>
            <a:r>
              <a:rPr lang="en-US" sz="1600" dirty="0">
                <a:latin typeface="Avenir Next LT Pro"/>
              </a:rPr>
              <a:t>”</a:t>
            </a:r>
          </a:p>
        </p:txBody>
      </p:sp>
      <p:sp>
        <p:nvSpPr>
          <p:cNvPr id="29" name="Text Placeholder 8">
            <a:extLst>
              <a:ext uri="{FF2B5EF4-FFF2-40B4-BE49-F238E27FC236}">
                <a16:creationId xmlns:a16="http://schemas.microsoft.com/office/drawing/2014/main" id="{C4FC7FDD-F9E8-0EBB-B761-64978DBDF930}"/>
              </a:ext>
            </a:extLst>
          </p:cNvPr>
          <p:cNvSpPr txBox="1">
            <a:spLocks/>
          </p:cNvSpPr>
          <p:nvPr/>
        </p:nvSpPr>
        <p:spPr>
          <a:xfrm>
            <a:off x="3977314" y="4434840"/>
            <a:ext cx="2743200" cy="4572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0" kern="1200" cap="none" baseline="0">
                <a:solidFill>
                  <a:srgbClr val="113245"/>
                </a:solidFill>
                <a:latin typeface="Avenir Next LT Pro" panose="020B05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latin typeface="Avenir Next LT Pro"/>
              </a:rPr>
              <a:t>2 PETER 3:2</a:t>
            </a:r>
            <a:endParaRPr lang="en-US" sz="1600" dirty="0">
              <a:latin typeface="Avenir Next LT Pro"/>
            </a:endParaRP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9574538C-B5F1-E9D5-D8F2-35698CCAF732}"/>
              </a:ext>
            </a:extLst>
          </p:cNvPr>
          <p:cNvSpPr txBox="1">
            <a:spLocks/>
          </p:cNvSpPr>
          <p:nvPr/>
        </p:nvSpPr>
        <p:spPr>
          <a:xfrm>
            <a:off x="3400191" y="3596515"/>
            <a:ext cx="3897443" cy="4572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0" kern="1200" cap="none" baseline="0">
                <a:solidFill>
                  <a:srgbClr val="113245"/>
                </a:solidFill>
                <a:latin typeface="Avenir Next LT Pro" panose="020B05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800" dirty="0">
                <a:latin typeface="Alegreya Sans Medium"/>
              </a:rPr>
              <a:t>“RECUERDEN… EL MANDAMIENTO DEL SEÑOR Y SALVADOR DECLARADO POR LOS APÓSTOLES DE USTEDES”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CCF6DCD6-4E83-1594-60D2-9B2AFF5B0457}"/>
              </a:ext>
            </a:extLst>
          </p:cNvPr>
          <p:cNvSpPr txBox="1">
            <a:spLocks/>
          </p:cNvSpPr>
          <p:nvPr/>
        </p:nvSpPr>
        <p:spPr>
          <a:xfrm>
            <a:off x="3977314" y="4418801"/>
            <a:ext cx="2743200" cy="4572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0" kern="1200" cap="none" baseline="0">
                <a:solidFill>
                  <a:srgbClr val="113245"/>
                </a:solidFill>
                <a:latin typeface="Avenir Next LT Pro" panose="020B05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latin typeface="Alegreya Sans Medium"/>
              </a:rPr>
              <a:t>2 PEDRO 3:2</a:t>
            </a:r>
            <a:endParaRPr lang="en-US" sz="1800" dirty="0">
              <a:latin typeface="Alegreya Sans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9927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 descr="podium.jp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rPr dirty="0"/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200400" y="2308860"/>
            <a:ext cx="4297680" cy="1097280"/>
          </a:xfrm>
        </p:spPr>
        <p:txBody>
          <a:bodyPr wrap="square">
            <a:noAutofit/>
          </a:bodyPr>
          <a:lstStyle/>
          <a:p>
            <a:r>
              <a:rPr sz="3600" b="0" i="0" dirty="0">
                <a:latin typeface="Avenir Next LT Pro"/>
              </a:rPr>
              <a:t>EPHESIANS 3:14-21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3063240" y="1394460"/>
            <a:ext cx="4572000" cy="914400"/>
          </a:xfrm>
        </p:spPr>
        <p:txBody>
          <a:bodyPr wrap="square">
            <a:noAutofit/>
          </a:bodyPr>
          <a:lstStyle/>
          <a:p>
            <a:r>
              <a:rPr sz="6300" b="1" i="0">
                <a:latin typeface="Avenir Next LT Pro"/>
              </a:rPr>
              <a:t>READING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3749038" y="3718840"/>
            <a:ext cx="3200401" cy="365760"/>
          </a:xfrm>
        </p:spPr>
        <p:txBody>
          <a:bodyPr wrap="square">
            <a:noAutofit/>
          </a:bodyPr>
          <a:lstStyle/>
          <a:p>
            <a:r>
              <a:rPr sz="1600" b="0" i="0" dirty="0">
                <a:latin typeface="Avenir Next LT Pro"/>
              </a:rPr>
              <a:t>“</a:t>
            </a:r>
            <a:r>
              <a:rPr lang="en-US" sz="1600" cap="all" dirty="0">
                <a:latin typeface="Avenir Next LT Pro"/>
              </a:rPr>
              <a:t>remember the words spoken beforehand by the holy prophets</a:t>
            </a:r>
            <a:r>
              <a:rPr sz="1600" b="0" i="0" dirty="0">
                <a:latin typeface="Avenir Next LT Pro"/>
              </a:rPr>
              <a:t>”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3977639" y="4528456"/>
            <a:ext cx="2743200" cy="205740"/>
          </a:xfrm>
        </p:spPr>
        <p:txBody>
          <a:bodyPr wrap="square">
            <a:noAutofit/>
          </a:bodyPr>
          <a:lstStyle/>
          <a:p>
            <a:r>
              <a:rPr lang="en-US" sz="1600" b="0" i="0" dirty="0">
                <a:latin typeface="Avenir Next LT Pro"/>
              </a:rPr>
              <a:t>2 PETER 3:2</a:t>
            </a:r>
            <a:endParaRPr sz="1600" b="0" i="0" dirty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sz="quarter" idx="19"/>
          </p:nvPr>
        </p:nvPicPr>
        <p:blipFill>
          <a:blip r:embed="rId4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Text Placeholder 10"/>
          <p:cNvSpPr>
            <a:spLocks noGrp="1"/>
          </p:cNvSpPr>
          <p:nvPr>
            <p:ph type="body" sz="quarter" idx="36"/>
          </p:nvPr>
        </p:nvSpPr>
        <p:spPr>
          <a:xfrm>
            <a:off x="621792" y="1223010"/>
            <a:ext cx="896112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Collection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416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217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160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291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332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3200400" y="2308860"/>
            <a:ext cx="4297680" cy="1097280"/>
          </a:xfrm>
        </p:spPr>
        <p:txBody>
          <a:bodyPr wrap="square">
            <a:noAutofit/>
          </a:bodyPr>
          <a:lstStyle/>
          <a:p>
            <a:r>
              <a:rPr sz="4800" b="0" i="0" dirty="0">
                <a:latin typeface="Alegreya Sans Medium"/>
              </a:rPr>
              <a:t>EFESIOS 3:14-21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27"/>
          </p:nvPr>
        </p:nvSpPr>
        <p:spPr>
          <a:xfrm>
            <a:off x="3063240" y="1225296"/>
            <a:ext cx="4572000" cy="1097280"/>
          </a:xfrm>
        </p:spPr>
        <p:txBody>
          <a:bodyPr wrap="square">
            <a:noAutofit/>
          </a:bodyPr>
          <a:lstStyle/>
          <a:p>
            <a:r>
              <a:rPr sz="7200" b="1" i="0" dirty="0">
                <a:latin typeface="Alegreya Sans ExtraBold"/>
              </a:rPr>
              <a:t>LECTURA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8"/>
          </p:nvPr>
        </p:nvSpPr>
        <p:spPr>
          <a:xfrm>
            <a:off x="3749038" y="3442145"/>
            <a:ext cx="3316115" cy="457200"/>
          </a:xfrm>
        </p:spPr>
        <p:txBody>
          <a:bodyPr wrap="square">
            <a:noAutofit/>
          </a:bodyPr>
          <a:lstStyle/>
          <a:p>
            <a:r>
              <a:rPr lang="es-ES" sz="1800" b="0" i="0" dirty="0">
                <a:latin typeface="Alegreya Sans Medium"/>
              </a:rPr>
              <a:t>“RECUERDEN LAS PALABRAS DICHAS DE ANTEMANO POR LOS SANTOS PROFETAS”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977314" y="4506966"/>
            <a:ext cx="2743200" cy="457200"/>
          </a:xfrm>
        </p:spPr>
        <p:txBody>
          <a:bodyPr wrap="square">
            <a:noAutofit/>
          </a:bodyPr>
          <a:lstStyle/>
          <a:p>
            <a:r>
              <a:rPr lang="en-US" sz="1800" b="0" i="0" dirty="0">
                <a:latin typeface="Alegreya Sans Medium"/>
              </a:rPr>
              <a:t>2</a:t>
            </a:r>
            <a:r>
              <a:rPr sz="1800" b="0" i="0" dirty="0">
                <a:latin typeface="Alegreya Sans Medium"/>
              </a:rPr>
              <a:t> </a:t>
            </a:r>
            <a:r>
              <a:rPr lang="en-US" sz="1800" b="0" i="0" dirty="0">
                <a:latin typeface="Alegreya Sans Medium"/>
              </a:rPr>
              <a:t>PEDRO</a:t>
            </a:r>
            <a:r>
              <a:rPr sz="1800" b="0" i="0" dirty="0">
                <a:latin typeface="Alegreya Sans Medium"/>
              </a:rPr>
              <a:t> </a:t>
            </a:r>
            <a:r>
              <a:rPr lang="en-US" sz="1800" b="0" i="0" dirty="0">
                <a:latin typeface="Alegreya Sans Medium"/>
              </a:rPr>
              <a:t>3:2</a:t>
            </a:r>
            <a:endParaRPr sz="1800" b="0" i="0" dirty="0">
              <a:latin typeface="Alegreya Sans Medium"/>
            </a:endParaRP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sz="quarter" idx="31"/>
          </p:nvPr>
        </p:nvPicPr>
        <p:blipFill>
          <a:blip r:embed="rId5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Text Placeholder 21"/>
          <p:cNvSpPr>
            <a:spLocks noGrp="1"/>
          </p:cNvSpPr>
          <p:nvPr>
            <p:ph type="body" sz="quarter" idx="37"/>
          </p:nvPr>
        </p:nvSpPr>
        <p:spPr>
          <a:xfrm>
            <a:off x="731519" y="1204722"/>
            <a:ext cx="786384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Ofrenda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416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217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Señor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160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291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332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164636</TotalTime>
  <Words>146</Words>
  <Application>Microsoft Office PowerPoint</Application>
  <PresentationFormat>On-screen Show (16:10)</PresentationFormat>
  <Paragraphs>76</Paragraphs>
  <Slides>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3_Custom Design</vt:lpstr>
      <vt:lpstr>6_Custom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Mason Broadwell</cp:lastModifiedBy>
  <cp:revision>634</cp:revision>
  <dcterms:created xsi:type="dcterms:W3CDTF">2019-05-01T02:25:12Z</dcterms:created>
  <dcterms:modified xsi:type="dcterms:W3CDTF">2026-09-16T01:57:56Z</dcterms:modified>
</cp:coreProperties>
</file>