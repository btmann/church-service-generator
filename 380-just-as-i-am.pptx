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380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JUST AS I AM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by: Charlotte Elliott / Music by: William Bradbury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16052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617220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76645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380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20" b="20"/>
          <a:stretch>
            <a:fillRect/>
          </a:stretch>
        </p:blipFill>
        <p:spPr>
          <a:xfrm>
            <a:off x="731520" y="455561"/>
            <a:ext cx="8229600" cy="425523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76645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20536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64428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208319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52210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96101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