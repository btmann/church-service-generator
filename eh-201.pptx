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201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NEVER ONCE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Jason Ingram, Matt Redman, and Tim Wanstall
 Arr: Randy Gill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201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NEVER ONCE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Â© 2018 The Acapella Company</a:t>
            </a:r>
            <a:endParaRPr sz="800" b="0" i="0"/>
          </a:p>
        </p:txBody>
      </p:sp>
      <p:pic>
        <p:nvPicPr>
          <p:cNvPr id="9" name="Picture Placeholder 8" descr="eh-201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35" b="35"/>
          <a:stretch>
            <a:fillRect/>
          </a:stretch>
        </p:blipFill>
        <p:spPr>
          <a:xfrm>
            <a:off x="2186069" y="114300"/>
            <a:ext cx="6829261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8314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8314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8314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8314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8314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83149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