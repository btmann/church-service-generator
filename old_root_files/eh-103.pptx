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59" y="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6.png"/><Relationship Id="rId4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103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BEHOLD OUR GOD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Words: Jonathan &amp; Meghan Baird
Music: Ryan Baird &amp; Stephen Altrogge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103</a:t>
            </a:r>
            <a:endParaRPr sz="6000" b="1" i="0">
              <a:latin typeface="Avenir Next LT Pro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5000" b="1" i="0">
                <a:latin typeface="Alegreya Sans ExtraBold"/>
              </a:rPr>
              <a:t>CONTEMPLA A DIOS</a:t>
            </a:r>
            <a:endParaRPr sz="50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 wrap="square">
            <a:noAutofit/>
          </a:bodyPr>
          <a:lstStyle/>
          <a:p>
            <a:r>
              <a:rPr sz="1300" b="0" i="0">
                <a:latin typeface="Alegreya Sans Medium"/>
              </a:rPr>
              <a:t>Palabras: Jonathan &amp; Meghan Baird
Musica: Ryan Baird &amp; Stephen Altrogge</a:t>
            </a:r>
            <a:endParaRPr sz="13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Oval 21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900" b="0">
                <a:solidFill>
                  <a:srgbClr val="FFFFFF"/>
                </a:solidFill>
                <a:latin typeface="Alegreya Sans Medium"/>
              </a:rPr>
              <a:t>Traducción Autor Desconocido</a:t>
            </a:r>
          </a:p>
        </p:txBody>
      </p:sp>
      <p:pic>
        <p:nvPicPr>
          <p:cNvPr id="9" name="Picture Placeholder 8" descr="eh-103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890500" y="114300"/>
            <a:ext cx="791163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38758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900" b="0">
                <a:solidFill>
                  <a:srgbClr val="FFFFFF"/>
                </a:solidFill>
                <a:latin typeface="Alegreya Sans Medium"/>
              </a:rPr>
              <a:t>Traducción Autor Desconocido</a:t>
            </a:r>
          </a:p>
        </p:txBody>
      </p:sp>
      <p:pic>
        <p:nvPicPr>
          <p:cNvPr id="9" name="Picture Placeholder 8" descr="eh-103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890500" y="114300"/>
            <a:ext cx="791163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900" b="0">
                <a:solidFill>
                  <a:srgbClr val="FFFFFF"/>
                </a:solidFill>
                <a:latin typeface="Alegreya Sans Medium"/>
              </a:rPr>
              <a:t>Traducción Autor Desconocido</a:t>
            </a:r>
          </a:p>
        </p:txBody>
      </p:sp>
      <p:pic>
        <p:nvPicPr>
          <p:cNvPr id="9" name="Picture Placeholder 8" descr="eh-103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890500" y="114300"/>
            <a:ext cx="791163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900" b="0">
                <a:solidFill>
                  <a:srgbClr val="FFFFFF"/>
                </a:solidFill>
                <a:latin typeface="Alegreya Sans Medium"/>
              </a:rPr>
              <a:t>Traducción Autor Desconocido</a:t>
            </a:r>
          </a:p>
        </p:txBody>
      </p:sp>
      <p:pic>
        <p:nvPicPr>
          <p:cNvPr id="9" name="Picture Placeholder 8" descr="eh-103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890500" y="114300"/>
            <a:ext cx="791163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900" b="0">
                <a:solidFill>
                  <a:srgbClr val="FFFFFF"/>
                </a:solidFill>
                <a:latin typeface="Alegreya Sans Medium"/>
              </a:rPr>
              <a:t>Traducción Autor Desconocido</a:t>
            </a:r>
          </a:p>
        </p:txBody>
      </p:sp>
      <p:pic>
        <p:nvPicPr>
          <p:cNvPr id="9" name="Picture Placeholder 8" descr="eh-103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890500" y="114300"/>
            <a:ext cx="791163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900" b="0">
                <a:solidFill>
                  <a:srgbClr val="FFFFFF"/>
                </a:solidFill>
                <a:latin typeface="Alegreya Sans Medium"/>
              </a:rPr>
              <a:t>Traducción Autor Desconocido</a:t>
            </a:r>
          </a:p>
        </p:txBody>
      </p:sp>
      <p:pic>
        <p:nvPicPr>
          <p:cNvPr id="9" name="Picture Placeholder 8" descr="eh-103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890500" y="114300"/>
            <a:ext cx="791163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900" b="0">
                <a:solidFill>
                  <a:srgbClr val="FFFFFF"/>
                </a:solidFill>
                <a:latin typeface="Alegreya Sans Medium"/>
              </a:rPr>
              <a:t>Traducción Autor Desconocido</a:t>
            </a:r>
          </a:p>
        </p:txBody>
      </p:sp>
      <p:pic>
        <p:nvPicPr>
          <p:cNvPr id="9" name="Picture Placeholder 8" descr="eh-103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890500" y="114300"/>
            <a:ext cx="791163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900" b="0">
                <a:solidFill>
                  <a:srgbClr val="FFFFFF"/>
                </a:solidFill>
                <a:latin typeface="Alegreya Sans Medium"/>
              </a:rPr>
              <a:t>Traducción Autor Desconocido</a:t>
            </a:r>
          </a:p>
        </p:txBody>
      </p:sp>
      <p:pic>
        <p:nvPicPr>
          <p:cNvPr id="9" name="Picture Placeholder 8" descr="eh-103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890500" y="114300"/>
            <a:ext cx="791163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900" b="0">
                <a:solidFill>
                  <a:srgbClr val="FFFFFF"/>
                </a:solidFill>
                <a:latin typeface="Alegreya Sans Medium"/>
              </a:rPr>
              <a:t>Traducción Autor Desconocido</a:t>
            </a:r>
          </a:p>
        </p:txBody>
      </p:sp>
      <p:pic>
        <p:nvPicPr>
          <p:cNvPr id="9" name="Picture Placeholder 8" descr="eh-103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890500" y="114300"/>
            <a:ext cx="791163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103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BEHOLD OUR GOD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CONTEMPLA A DIOS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900" b="0">
                <a:solidFill>
                  <a:srgbClr val="FFFFFF"/>
                </a:solidFill>
                <a:latin typeface="Alegreya Sans Medium"/>
              </a:rPr>
              <a:t>Traducción Autor Desconocido</a:t>
            </a:r>
          </a:p>
        </p:txBody>
      </p:sp>
      <p:pic>
        <p:nvPicPr>
          <p:cNvPr id="9" name="Picture Placeholder 8" descr="eh-103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890500" y="114300"/>
            <a:ext cx="791163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38758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38758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38758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162760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626</cp:revision>
  <dcterms:created xsi:type="dcterms:W3CDTF">2019-05-01T02:25:12Z</dcterms:created>
  <dcterms:modified xsi:type="dcterms:W3CDTF">2021-12-29T16:17:02Z</dcterms:modified>
</cp:coreProperties>
</file>