
<file path=[Content_Types].xml><?xml version="1.0" encoding="utf-8"?>
<Types xmlns="http://schemas.openxmlformats.org/package/2006/content-types"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9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3" name="esp-highlight">
            <a:extLst>
              <a:ext uri="{FF2B5EF4-FFF2-40B4-BE49-F238E27FC236}">
                <a16:creationId xmlns:a16="http://schemas.microsoft.com/office/drawing/2014/main" id="{6B931CE7-D074-4D9A-8166-B05EA319AB18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10711" y="6947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esp-callout">
            <a:extLst>
              <a:ext uri="{FF2B5EF4-FFF2-40B4-BE49-F238E27FC236}">
                <a16:creationId xmlns:a16="http://schemas.microsoft.com/office/drawing/2014/main" id="{B51569DA-7D2D-4BEE-AE35-FF2A7EDA03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89388" y="34099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after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14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 nodePh="1">
                                      <p:stCondLst>
                                        <p:cond delay="4400"/>
                                      </p:stCondLst>
                                      <p:endCondLst>
                                        <p:cond evt="begin" delay="0">
                                          <p:tn val="35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500"/>
                                            <p:tgtEl>
                                              <p:spTgt spid="5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23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 nodePh="1">
                                      <p:stCondLst>
                                        <p:cond delay="4400"/>
                                      </p:stCondLst>
                                      <p:endCondLst>
                                        <p:cond evt="begin" delay="0">
                                          <p:tn val="7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25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4900"/>
                                </p:stCondLst>
                                <p:childTnLst>
                                  <p:par>
                                    <p:cTn id="84" presetID="10" presetClass="entr" presetSubtype="0" fill="hold" grpId="1" nodeType="after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14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8" presetID="10" presetClass="entr" presetSubtype="0" fill="hold" grpId="1" nodeType="withEffect" nodePh="1">
                                      <p:stCondLst>
                                        <p:cond delay="4400"/>
                                      </p:stCondLst>
                                      <p:endCondLst>
                                        <p:cond evt="begin" delay="0">
                                          <p:tn val="10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0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1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5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7" presetID="10" presetClass="entr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1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4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6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7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3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6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8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9" dur="500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1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2" dur="500"/>
                                            <p:tgtEl>
                                              <p:spTgt spid="23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" presetID="10" presetClass="exit" presetSubtype="0" fill="hold" grpId="1" nodeType="withEffect" nodePh="1">
                                      <p:stCondLst>
                                        <p:cond delay="4400"/>
                                      </p:stCondLst>
                                      <p:endCondLst>
                                        <p:cond evt="begin" delay="0">
                                          <p:tn val="14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45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8" dur="500"/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0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1" dur="500"/>
                                            <p:tgtEl>
                                              <p:spTgt spid="25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5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3" presetID="10" presetClass="exit" presetSubtype="0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4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after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after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14" grpId="0" uiExpand="1" build="p" animBg="1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4" grpId="1" uiExpand="1" build="p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4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4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 animBg="1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uiExpand="1" build="p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3" grpId="0" uiExpand="1" build="p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uiExpand="1" build="p" animBg="1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4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4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uiExpand="1" build="p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uiExpand="1" build="p" animBg="1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4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738" y="5001768"/>
            <a:ext cx="1421719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31335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29" r:id="rId7"/>
    <p:sldLayoutId id="2147483730" r:id="rId8"/>
    <p:sldLayoutId id="2147483731" r:id="rId9"/>
    <p:sldLayoutId id="2147483733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1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494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200" b="0" i="0" dirty="0">
                <a:latin typeface="Avenir Next LT Pro"/>
              </a:rPr>
              <a:t>Music by: Carl </a:t>
            </a:r>
            <a:r>
              <a:rPr sz="1200" b="0" i="0" dirty="0" err="1">
                <a:latin typeface="Avenir Next LT Pro"/>
              </a:rPr>
              <a:t>Gläser</a:t>
            </a:r>
            <a:r>
              <a:rPr sz="1200" b="0" i="0" dirty="0">
                <a:latin typeface="Avenir Next LT Pro"/>
              </a:rPr>
              <a:t> / Arr. Lowell Mason
Hymn: Henry Alford (1844)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3" name="Oval 12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494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Sumphonia Productions, LLC</a:t>
            </a:r>
          </a:p>
        </p:txBody>
      </p:sp>
      <p:pic>
        <p:nvPicPr>
          <p:cNvPr id="9" name="Picture Placeholder 8" descr="eh-494-0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" b="15"/>
          <a:stretch>
            <a:fillRect/>
          </a:stretch>
        </p:blipFill>
        <p:spPr>
          <a:xfrm>
            <a:off x="731520" y="486197"/>
            <a:ext cx="8229600" cy="419396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228600" y="797093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236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74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11382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494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Sumphonia Productions, LLC</a:t>
            </a:r>
          </a:p>
        </p:txBody>
      </p:sp>
      <p:pic>
        <p:nvPicPr>
          <p:cNvPr id="9" name="Picture Placeholder 8" descr="eh-494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" b="15"/>
          <a:stretch>
            <a:fillRect/>
          </a:stretch>
        </p:blipFill>
        <p:spPr>
          <a:xfrm>
            <a:off x="731520" y="486197"/>
            <a:ext cx="8229600" cy="419396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97093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236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74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11382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494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Sumphonia Productions, LLC</a:t>
            </a:r>
          </a:p>
        </p:txBody>
      </p:sp>
      <p:pic>
        <p:nvPicPr>
          <p:cNvPr id="9" name="Picture Placeholder 8" descr="eh-494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" b="15"/>
          <a:stretch>
            <a:fillRect/>
          </a:stretch>
        </p:blipFill>
        <p:spPr>
          <a:xfrm>
            <a:off x="731520" y="486197"/>
            <a:ext cx="8229600" cy="419396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97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236005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74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11382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494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Sumphonia Productions, LLC</a:t>
            </a:r>
          </a:p>
        </p:txBody>
      </p:sp>
      <p:pic>
        <p:nvPicPr>
          <p:cNvPr id="9" name="Picture Placeholder 8" descr="eh-494-04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" b="15"/>
          <a:stretch>
            <a:fillRect/>
          </a:stretch>
        </p:blipFill>
        <p:spPr>
          <a:xfrm>
            <a:off x="731520" y="486197"/>
            <a:ext cx="8229600" cy="419396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97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236005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74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11382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494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Sumphonia Productions, LLC</a:t>
            </a:r>
          </a:p>
        </p:txBody>
      </p:sp>
      <p:pic>
        <p:nvPicPr>
          <p:cNvPr id="9" name="Picture Placeholder 8" descr="eh-494-05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" b="15"/>
          <a:stretch>
            <a:fillRect/>
          </a:stretch>
        </p:blipFill>
        <p:spPr>
          <a:xfrm>
            <a:off x="731520" y="486197"/>
            <a:ext cx="8229600" cy="419396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97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236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74917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11382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494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Sumphonia Productions, LLC</a:t>
            </a:r>
          </a:p>
        </p:txBody>
      </p:sp>
      <p:pic>
        <p:nvPicPr>
          <p:cNvPr id="9" name="Picture Placeholder 8" descr="eh-494-06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" b="15"/>
          <a:stretch>
            <a:fillRect/>
          </a:stretch>
        </p:blipFill>
        <p:spPr>
          <a:xfrm>
            <a:off x="731520" y="486197"/>
            <a:ext cx="8229600" cy="419396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97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236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74917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113829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494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Sumphonia Productions, LLC</a:t>
            </a:r>
          </a:p>
        </p:txBody>
      </p:sp>
      <p:pic>
        <p:nvPicPr>
          <p:cNvPr id="9" name="Picture Placeholder 8" descr="eh-494-07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" b="15"/>
          <a:stretch>
            <a:fillRect/>
          </a:stretch>
        </p:blipFill>
        <p:spPr>
          <a:xfrm>
            <a:off x="731520" y="486197"/>
            <a:ext cx="8229600" cy="419396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97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236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74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113829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494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WE WALK BY FAITH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Sumphonia Productions, LLC</a:t>
            </a:r>
          </a:p>
        </p:txBody>
      </p:sp>
      <p:pic>
        <p:nvPicPr>
          <p:cNvPr id="9" name="Picture Placeholder 8" descr="eh-494-08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" b="15"/>
          <a:stretch>
            <a:fillRect/>
          </a:stretch>
        </p:blipFill>
        <p:spPr>
          <a:xfrm>
            <a:off x="731520" y="486197"/>
            <a:ext cx="8229600" cy="419396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97093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236005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74917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9"/>
          </p:nvPr>
        </p:nvSpPr>
        <p:spPr>
          <a:xfrm>
            <a:off x="228600" y="2113829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159320</TotalTime>
  <Words>166</Words>
  <Application>Microsoft Office PowerPoint</Application>
  <PresentationFormat>On-screen Show (16:10)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594</cp:revision>
  <dcterms:created xsi:type="dcterms:W3CDTF">2019-05-01T02:25:12Z</dcterms:created>
  <dcterms:modified xsi:type="dcterms:W3CDTF">2021-03-27T23:08:15Z</dcterms:modified>
</cp:coreProperties>
</file>