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audio/mpeg"/>
  <Override PartName="/ppt/media/media2.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 id="2147483701" r:id="rId2"/>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A81"/>
    <a:srgbClr val="057A84"/>
    <a:srgbClr val="113245"/>
    <a:srgbClr val="FFFFFF"/>
    <a:srgbClr val="1B255E"/>
    <a:srgbClr val="C80000"/>
    <a:srgbClr val="000000"/>
    <a:srgbClr val="2F6B33"/>
    <a:srgbClr val="5180AC"/>
    <a:srgbClr val="5A7B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7" autoAdjust="0"/>
    <p:restoredTop sz="94660"/>
  </p:normalViewPr>
  <p:slideViewPr>
    <p:cSldViewPr snapToGrid="0">
      <p:cViewPr varScale="1">
        <p:scale>
          <a:sx n="93" d="100"/>
          <a:sy n="93" d="100"/>
        </p:scale>
        <p:origin x="1005" y="4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Song Leader: David Williams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2.mp3"/><Relationship Id="rId1" Type="http://schemas.microsoft.com/office/2007/relationships/media" Target="../media/media2.mp3"/><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414ACA6-25A9-4915-905A-FD3CBE1D4DCB}"/>
              </a:ext>
            </a:extLst>
          </p:cNvPr>
          <p:cNvSpPr>
            <a:spLocks noGrp="1"/>
          </p:cNvSpPr>
          <p:nvPr>
            <p:ph type="pic" sz="quarter" idx="23"/>
          </p:nvPr>
        </p:nvSpPr>
        <p:spPr>
          <a:xfrm>
            <a:off x="0" y="0"/>
            <a:ext cx="9144000" cy="5715000"/>
          </a:xfrm>
          <a:prstGeom prst="rect">
            <a:avLst/>
          </a:prstGeom>
        </p:spPr>
        <p:txBody>
          <a:bodyPr/>
          <a:lstStyle/>
          <a:p>
            <a:endParaRPr lang="en-US"/>
          </a:p>
        </p:txBody>
      </p:sp>
      <p:sp>
        <p:nvSpPr>
          <p:cNvPr id="31" name="Text Placeholder 10">
            <a:extLst>
              <a:ext uri="{FF2B5EF4-FFF2-40B4-BE49-F238E27FC236}">
                <a16:creationId xmlns:a16="http://schemas.microsoft.com/office/drawing/2014/main" id="{C3E1E18F-61D4-418C-8737-199CE3BC0B40}"/>
              </a:ext>
            </a:extLst>
          </p:cNvPr>
          <p:cNvSpPr>
            <a:spLocks noGrp="1"/>
          </p:cNvSpPr>
          <p:nvPr>
            <p:ph type="body" sz="quarter" idx="19"/>
          </p:nvPr>
        </p:nvSpPr>
        <p:spPr>
          <a:xfrm>
            <a:off x="1033272" y="4687707"/>
            <a:ext cx="7638587" cy="9144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13" name="song_number">
            <a:extLst>
              <a:ext uri="{FF2B5EF4-FFF2-40B4-BE49-F238E27FC236}">
                <a16:creationId xmlns:a16="http://schemas.microsoft.com/office/drawing/2014/main" id="{7C90B4E4-EFB1-4D2F-A03C-85168A647363}"/>
              </a:ext>
            </a:extLst>
          </p:cNvPr>
          <p:cNvSpPr>
            <a:spLocks noGrp="1"/>
          </p:cNvSpPr>
          <p:nvPr>
            <p:ph type="body" sz="quarter" idx="24" hasCustomPrompt="1"/>
          </p:nvPr>
        </p:nvSpPr>
        <p:spPr>
          <a:xfrm>
            <a:off x="1097280" y="5144907"/>
            <a:ext cx="914400" cy="365760"/>
          </a:xfrm>
          <a:prstGeom prst="roundRect">
            <a:avLst>
              <a:gd name="adj" fmla="val 50000"/>
            </a:avLst>
          </a:prstGeom>
          <a:solidFill>
            <a:schemeClr val="bg2">
              <a:lumMod val="50000"/>
            </a:schemeClr>
          </a:solidFill>
        </p:spPr>
        <p:txBody>
          <a:bodyPr lIns="274320" tIns="27432" rIns="0" bIns="0" anchor="ctr"/>
          <a:lstStyle>
            <a:lvl1pPr marL="0" indent="0" algn="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B974C8F6-19A6-4FED-833E-441EF3906C99}"/>
              </a:ext>
            </a:extLst>
          </p:cNvPr>
          <p:cNvSpPr>
            <a:spLocks noGrp="1"/>
          </p:cNvSpPr>
          <p:nvPr>
            <p:ph type="pic" sz="quarter" idx="25" hasCustomPrompt="1"/>
          </p:nvPr>
        </p:nvSpPr>
        <p:spPr>
          <a:xfrm>
            <a:off x="1097280" y="514632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2087400" y="5097592"/>
            <a:ext cx="2951596" cy="361915"/>
          </a:xfrm>
          <a:prstGeom prst="rect">
            <a:avLst/>
          </a:prstGeom>
        </p:spPr>
        <p:txBody>
          <a:bodyPr wrap="none" lIns="0" tIns="0" rIns="0" bIns="0" anchor="ctr"/>
          <a:lstStyle>
            <a:lvl1pPr marL="0" indent="0">
              <a:lnSpc>
                <a:spcPts val="16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2087400" y="5369019"/>
            <a:ext cx="2951596" cy="180975"/>
          </a:xfrm>
          <a:prstGeom prst="rect">
            <a:avLst/>
          </a:prstGeom>
        </p:spPr>
        <p:txBody>
          <a:bodyPr tIns="0" bIns="0" anchor="ctr"/>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7" name="Content Placeholder 6">
            <a:extLst>
              <a:ext uri="{FF2B5EF4-FFF2-40B4-BE49-F238E27FC236}">
                <a16:creationId xmlns:a16="http://schemas.microsoft.com/office/drawing/2014/main" id="{2F0ED832-0344-4740-AF3C-8E33EC7E5375}"/>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18872"/>
            <a:ext cx="8229600" cy="493776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8" name="Picture Placeholder 17">
            <a:extLst>
              <a:ext uri="{FF2B5EF4-FFF2-40B4-BE49-F238E27FC236}">
                <a16:creationId xmlns:a16="http://schemas.microsoft.com/office/drawing/2014/main" id="{DA5B166A-A382-4219-AA09-0C1C23FB1184}"/>
              </a:ext>
            </a:extLst>
          </p:cNvPr>
          <p:cNvSpPr>
            <a:spLocks noGrp="1" noChangeAspect="1"/>
          </p:cNvSpPr>
          <p:nvPr>
            <p:ph type="pic" sz="quarter" idx="20"/>
          </p:nvPr>
        </p:nvSpPr>
        <p:spPr>
          <a:xfrm>
            <a:off x="8157642" y="5144907"/>
            <a:ext cx="367371" cy="365760"/>
          </a:xfrm>
          <a:prstGeom prst="ellipse">
            <a:avLst/>
          </a:prstGeom>
        </p:spPr>
        <p:txBody>
          <a:bodyPr/>
          <a:lstStyle/>
          <a:p>
            <a:endParaRPr lang="en-US" dirty="0"/>
          </a:p>
        </p:txBody>
      </p:sp>
      <p:sp>
        <p:nvSpPr>
          <p:cNvPr id="20" name="Text Placeholder 19">
            <a:extLst>
              <a:ext uri="{FF2B5EF4-FFF2-40B4-BE49-F238E27FC236}">
                <a16:creationId xmlns:a16="http://schemas.microsoft.com/office/drawing/2014/main" id="{B8B0EA83-2871-4B3A-BFBF-045B9CAC9BD1}"/>
              </a:ext>
            </a:extLst>
          </p:cNvPr>
          <p:cNvSpPr>
            <a:spLocks noGrp="1"/>
          </p:cNvSpPr>
          <p:nvPr>
            <p:ph type="body" sz="quarter" idx="21" hasCustomPrompt="1"/>
          </p:nvPr>
        </p:nvSpPr>
        <p:spPr>
          <a:xfrm>
            <a:off x="5117393" y="5102352"/>
            <a:ext cx="2951596" cy="361950"/>
          </a:xfrm>
          <a:prstGeom prst="rect">
            <a:avLst/>
          </a:prstGeom>
        </p:spPr>
        <p:txBody>
          <a:bodyPr lIns="0" tIns="0" rIns="0" bIns="0" anchor="ctr"/>
          <a:lstStyle>
            <a:lvl1pPr marL="0" indent="0" algn="r">
              <a:lnSpc>
                <a:spcPts val="1600"/>
              </a:lnSpc>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latin typeface="Alegreya Sans Medium" panose="00000600000000000000" pitchFamily="50" charset="0"/>
              </a:rPr>
              <a:t>Song Title</a:t>
            </a:r>
            <a:endParaRPr lang="en-US" dirty="0"/>
          </a:p>
        </p:txBody>
      </p:sp>
      <p:sp>
        <p:nvSpPr>
          <p:cNvPr id="4" name="Text Placeholder 3">
            <a:extLst>
              <a:ext uri="{FF2B5EF4-FFF2-40B4-BE49-F238E27FC236}">
                <a16:creationId xmlns:a16="http://schemas.microsoft.com/office/drawing/2014/main" id="{8A54F2E3-7906-407E-A077-833997EA9730}"/>
              </a:ext>
            </a:extLst>
          </p:cNvPr>
          <p:cNvSpPr>
            <a:spLocks noGrp="1"/>
          </p:cNvSpPr>
          <p:nvPr>
            <p:ph type="body" sz="quarter" idx="22" hasCustomPrompt="1"/>
          </p:nvPr>
        </p:nvSpPr>
        <p:spPr>
          <a:xfrm>
            <a:off x="5117393" y="5369020"/>
            <a:ext cx="2893403" cy="180974"/>
          </a:xfrm>
          <a:prstGeom prst="rect">
            <a:avLst/>
          </a:prstGeom>
        </p:spPr>
        <p:txBody>
          <a:bodyPr lIns="0" tIns="0" rIns="0" bIns="0" anchor="ctr"/>
          <a:lstStyle>
            <a:lvl1pPr marL="0" indent="0" algn="r">
              <a:buFont typeface="Arial" panose="020B0604020202020204" pitchFamily="34" charse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35" name="highlight">
            <a:extLst>
              <a:ext uri="{FF2B5EF4-FFF2-40B4-BE49-F238E27FC236}">
                <a16:creationId xmlns:a16="http://schemas.microsoft.com/office/drawing/2014/main" id="{16182663-C95B-4D2F-B10C-F3173538E3CF}"/>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15" name="verse bubble 1">
            <a:extLst>
              <a:ext uri="{FF2B5EF4-FFF2-40B4-BE49-F238E27FC236}">
                <a16:creationId xmlns:a16="http://schemas.microsoft.com/office/drawing/2014/main" id="{737DC236-BB5F-4BFF-A286-45EF0F972532}"/>
              </a:ext>
            </a:extLst>
          </p:cNvPr>
          <p:cNvSpPr>
            <a:spLocks noGrp="1" noChangeAspect="1"/>
          </p:cNvSpPr>
          <p:nvPr>
            <p:ph type="body" sz="quarter" idx="26"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6" name="verse bubble 2">
            <a:extLst>
              <a:ext uri="{FF2B5EF4-FFF2-40B4-BE49-F238E27FC236}">
                <a16:creationId xmlns:a16="http://schemas.microsoft.com/office/drawing/2014/main" id="{D0AEDD85-7A0B-4D2B-B906-742725AF2F76}"/>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7" name="verse bubble 3">
            <a:extLst>
              <a:ext uri="{FF2B5EF4-FFF2-40B4-BE49-F238E27FC236}">
                <a16:creationId xmlns:a16="http://schemas.microsoft.com/office/drawing/2014/main" id="{E93B2427-07EA-4B99-B55D-7345681AAF77}"/>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9" name="verse bubble 4">
            <a:extLst>
              <a:ext uri="{FF2B5EF4-FFF2-40B4-BE49-F238E27FC236}">
                <a16:creationId xmlns:a16="http://schemas.microsoft.com/office/drawing/2014/main" id="{634350AA-9A35-485E-8F3F-30E2C1759797}"/>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1" name="verse bubble 5">
            <a:extLst>
              <a:ext uri="{FF2B5EF4-FFF2-40B4-BE49-F238E27FC236}">
                <a16:creationId xmlns:a16="http://schemas.microsoft.com/office/drawing/2014/main" id="{42B81697-728C-4898-82E6-FA3A25A8921E}"/>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2" name="verse bubble 6">
            <a:extLst>
              <a:ext uri="{FF2B5EF4-FFF2-40B4-BE49-F238E27FC236}">
                <a16:creationId xmlns:a16="http://schemas.microsoft.com/office/drawing/2014/main" id="{06DA6694-352C-4A1C-AE0E-B7716D46F1B1}"/>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3" name="verse bubble 7">
            <a:extLst>
              <a:ext uri="{FF2B5EF4-FFF2-40B4-BE49-F238E27FC236}">
                <a16:creationId xmlns:a16="http://schemas.microsoft.com/office/drawing/2014/main" id="{540D71D5-E26F-448F-B3EF-97EDF344DBC5}"/>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4" name="verse bubble 8">
            <a:extLst>
              <a:ext uri="{FF2B5EF4-FFF2-40B4-BE49-F238E27FC236}">
                <a16:creationId xmlns:a16="http://schemas.microsoft.com/office/drawing/2014/main" id="{2A6F04E9-A2BE-4165-95D8-5E9DCF2636C2}"/>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5" name="verse bubble 9">
            <a:extLst>
              <a:ext uri="{FF2B5EF4-FFF2-40B4-BE49-F238E27FC236}">
                <a16:creationId xmlns:a16="http://schemas.microsoft.com/office/drawing/2014/main" id="{F930E85B-311A-4F08-93CF-C547C5F89F49}"/>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6" name="verse bubble 10">
            <a:extLst>
              <a:ext uri="{FF2B5EF4-FFF2-40B4-BE49-F238E27FC236}">
                <a16:creationId xmlns:a16="http://schemas.microsoft.com/office/drawing/2014/main" id="{40F61BAD-E2AE-4384-959A-3E5E963B85CC}"/>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7" name="verse bubble 11">
            <a:extLst>
              <a:ext uri="{FF2B5EF4-FFF2-40B4-BE49-F238E27FC236}">
                <a16:creationId xmlns:a16="http://schemas.microsoft.com/office/drawing/2014/main" id="{E759EA89-2BB6-4D7A-9AD8-F831A5BA06CE}"/>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8" name="verse bubble 12">
            <a:extLst>
              <a:ext uri="{FF2B5EF4-FFF2-40B4-BE49-F238E27FC236}">
                <a16:creationId xmlns:a16="http://schemas.microsoft.com/office/drawing/2014/main" id="{23720F09-2E47-4AD2-8D6D-D128DC9A5EEE}"/>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 name="arrow 1">
            <a:extLst>
              <a:ext uri="{FF2B5EF4-FFF2-40B4-BE49-F238E27FC236}">
                <a16:creationId xmlns:a16="http://schemas.microsoft.com/office/drawing/2014/main" id="{67599A41-5B05-4158-9E34-723E9520C38B}"/>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2" name="arrow 2">
            <a:extLst>
              <a:ext uri="{FF2B5EF4-FFF2-40B4-BE49-F238E27FC236}">
                <a16:creationId xmlns:a16="http://schemas.microsoft.com/office/drawing/2014/main" id="{F099D2A6-DAB4-49CC-8F25-E80A8088197B}"/>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3" name="arrow 3">
            <a:extLst>
              <a:ext uri="{FF2B5EF4-FFF2-40B4-BE49-F238E27FC236}">
                <a16:creationId xmlns:a16="http://schemas.microsoft.com/office/drawing/2014/main" id="{629A8049-CA79-45B5-A3A4-B7E2D589E4B9}"/>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4" name="arrow 4">
            <a:extLst>
              <a:ext uri="{FF2B5EF4-FFF2-40B4-BE49-F238E27FC236}">
                <a16:creationId xmlns:a16="http://schemas.microsoft.com/office/drawing/2014/main" id="{7A71B740-231F-489E-B687-6E569D748FDE}"/>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rgbClr val="2F6B33"/>
          </a:solidFill>
        </p:spPr>
        <p:txBody>
          <a:bodyPr anchor="ctr"/>
          <a:lstStyle>
            <a:lvl1pPr algn="ctr">
              <a:buNone/>
              <a:defRPr/>
            </a:lvl1pPr>
          </a:lstStyle>
          <a:p>
            <a:pPr lvl="0"/>
            <a:r>
              <a:rPr lang="en-US" dirty="0"/>
              <a:t>A</a:t>
            </a:r>
          </a:p>
        </p:txBody>
      </p:sp>
      <p:sp>
        <p:nvSpPr>
          <p:cNvPr id="37" name="coda">
            <a:extLst>
              <a:ext uri="{FF2B5EF4-FFF2-40B4-BE49-F238E27FC236}">
                <a16:creationId xmlns:a16="http://schemas.microsoft.com/office/drawing/2014/main" id="{1463550C-78E1-41CF-A9A3-3A03BDFB211D}"/>
              </a:ext>
            </a:extLst>
          </p:cNvPr>
          <p:cNvSpPr>
            <a:spLocks noGrp="1"/>
          </p:cNvSpPr>
          <p:nvPr>
            <p:ph type="pic" sz="quarter" idx="43"/>
          </p:nvPr>
        </p:nvSpPr>
        <p:spPr>
          <a:xfrm>
            <a:off x="1690688" y="2887663"/>
            <a:ext cx="365760" cy="365760"/>
          </a:xfrm>
          <a:prstGeom prst="rect">
            <a:avLst/>
          </a:prstGeom>
          <a:solidFill>
            <a:srgbClr val="C80000"/>
          </a:solidFill>
        </p:spPr>
        <p:txBody>
          <a:bodyPr/>
          <a:lstStyle>
            <a:lvl1pPr>
              <a:buNone/>
              <a:defRPr/>
            </a:lvl1pPr>
          </a:lstStyle>
          <a:p>
            <a:r>
              <a:rPr lang="en-US" dirty="0"/>
              <a:t>C</a:t>
            </a:r>
          </a:p>
        </p:txBody>
      </p:sp>
    </p:spTree>
    <p:extLst>
      <p:ext uri="{BB962C8B-B14F-4D97-AF65-F5344CB8AC3E}">
        <p14:creationId xmlns:p14="http://schemas.microsoft.com/office/powerpoint/2010/main" val="2109824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CFC4D95-A1B9-4CAC-A7E4-3AFFE45B0987}"/>
              </a:ext>
            </a:extLst>
          </p:cNvPr>
          <p:cNvSpPr>
            <a:spLocks noGrp="1"/>
          </p:cNvSpPr>
          <p:nvPr>
            <p:ph type="pic" sz="quarter" idx="23"/>
          </p:nvPr>
        </p:nvSpPr>
        <p:spPr>
          <a:xfrm>
            <a:off x="0" y="0"/>
            <a:ext cx="9144000" cy="5715000"/>
          </a:xfrm>
          <a:prstGeom prst="rect">
            <a:avLst/>
          </a:prstGeom>
        </p:spPr>
        <p:txBody>
          <a:bodyPr/>
          <a:lstStyle/>
          <a:p>
            <a:endParaRPr lang="en-US" dirty="0"/>
          </a:p>
        </p:txBody>
      </p:sp>
      <p:sp>
        <p:nvSpPr>
          <p:cNvPr id="12" name="Text Placeholder 10">
            <a:extLst>
              <a:ext uri="{FF2B5EF4-FFF2-40B4-BE49-F238E27FC236}">
                <a16:creationId xmlns:a16="http://schemas.microsoft.com/office/drawing/2014/main" id="{E8801CDF-2457-49F4-8B32-2421C3275724}"/>
              </a:ext>
            </a:extLst>
          </p:cNvPr>
          <p:cNvSpPr>
            <a:spLocks noGrp="1"/>
          </p:cNvSpPr>
          <p:nvPr>
            <p:ph type="body" sz="quarter" idx="19"/>
          </p:nvPr>
        </p:nvSpPr>
        <p:spPr>
          <a:xfrm>
            <a:off x="6932024" y="457201"/>
            <a:ext cx="2093104" cy="484632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algn="ctr" defTabSz="713232">
              <a:buNone/>
            </a:pPr>
            <a:endParaRPr lang="en-US" dirty="0"/>
          </a:p>
        </p:txBody>
      </p:sp>
      <p:sp>
        <p:nvSpPr>
          <p:cNvPr id="13" name="song_number">
            <a:extLst>
              <a:ext uri="{FF2B5EF4-FFF2-40B4-BE49-F238E27FC236}">
                <a16:creationId xmlns:a16="http://schemas.microsoft.com/office/drawing/2014/main" id="{FCCFC2EA-00A5-43DD-BD0D-FA4AD2B986CC}"/>
              </a:ext>
            </a:extLst>
          </p:cNvPr>
          <p:cNvSpPr>
            <a:spLocks noGrp="1"/>
          </p:cNvSpPr>
          <p:nvPr>
            <p:ph type="body" sz="quarter" idx="15" hasCustomPrompt="1"/>
          </p:nvPr>
        </p:nvSpPr>
        <p:spPr>
          <a:xfrm>
            <a:off x="7680960" y="548640"/>
            <a:ext cx="914400" cy="365760"/>
          </a:xfrm>
          <a:prstGeom prst="roundRect">
            <a:avLst>
              <a:gd name="adj" fmla="val 50000"/>
            </a:avLst>
          </a:prstGeom>
          <a:solidFill>
            <a:schemeClr val="bg2">
              <a:lumMod val="50000"/>
            </a:schemeClr>
          </a:solidFill>
        </p:spPr>
        <p:txBody>
          <a:bodyPr lIns="274320" tIns="27432" rIns="0" bIns="0" anchor="ctr"/>
          <a:lstStyle>
            <a:lvl1pPr marL="0" indent="0" algn="ct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A8847B3E-C275-487D-A3D3-F6E68C8F4BA0}"/>
              </a:ext>
            </a:extLst>
          </p:cNvPr>
          <p:cNvSpPr>
            <a:spLocks noGrp="1"/>
          </p:cNvSpPr>
          <p:nvPr>
            <p:ph type="pic" sz="quarter" idx="14" hasCustomPrompt="1"/>
          </p:nvPr>
        </p:nvSpPr>
        <p:spPr>
          <a:xfrm>
            <a:off x="7680960" y="54864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7679775" y="1543662"/>
            <a:ext cx="1213847" cy="1164831"/>
          </a:xfrm>
          <a:prstGeom prst="rect">
            <a:avLst/>
          </a:prstGeom>
        </p:spPr>
        <p:txBody>
          <a:bodyPr lIns="0" tIns="0" rIns="0" bIns="0" anchor="t"/>
          <a:lstStyle>
            <a:lvl1pPr marL="0" indent="0" algn="r">
              <a:lnSpc>
                <a:spcPct val="900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7679775" y="4422523"/>
            <a:ext cx="1213399" cy="365760"/>
          </a:xfrm>
          <a:prstGeom prst="rect">
            <a:avLst/>
          </a:prstGeom>
        </p:spPr>
        <p:txBody>
          <a:bodyPr lIns="0" tIns="0" rIns="0" bIns="0" anchor="t"/>
          <a:lstStyle>
            <a:lvl1pPr marL="0" indent="0" algn="r">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11" name="Content Placeholder 6">
            <a:extLst>
              <a:ext uri="{FF2B5EF4-FFF2-40B4-BE49-F238E27FC236}">
                <a16:creationId xmlns:a16="http://schemas.microsoft.com/office/drawing/2014/main" id="{699063FC-9632-4D6F-B1DE-EF002F6A361D}"/>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37160"/>
            <a:ext cx="6858000" cy="548640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5" name="Picture Placeholder 17">
            <a:extLst>
              <a:ext uri="{FF2B5EF4-FFF2-40B4-BE49-F238E27FC236}">
                <a16:creationId xmlns:a16="http://schemas.microsoft.com/office/drawing/2014/main" id="{02E7528C-D042-4C00-8262-48D39802E0FD}"/>
              </a:ext>
            </a:extLst>
          </p:cNvPr>
          <p:cNvSpPr>
            <a:spLocks noGrp="1" noChangeAspect="1"/>
          </p:cNvSpPr>
          <p:nvPr>
            <p:ph type="pic" sz="quarter" idx="20"/>
          </p:nvPr>
        </p:nvSpPr>
        <p:spPr>
          <a:xfrm>
            <a:off x="7679775" y="4831811"/>
            <a:ext cx="367371" cy="365760"/>
          </a:xfrm>
          <a:prstGeom prst="ellipse">
            <a:avLst/>
          </a:prstGeom>
        </p:spPr>
        <p:txBody>
          <a:bodyPr/>
          <a:lstStyle/>
          <a:p>
            <a:endParaRPr lang="en-US" dirty="0"/>
          </a:p>
        </p:txBody>
      </p:sp>
      <p:sp>
        <p:nvSpPr>
          <p:cNvPr id="4" name="Text Placeholder 3">
            <a:extLst>
              <a:ext uri="{FF2B5EF4-FFF2-40B4-BE49-F238E27FC236}">
                <a16:creationId xmlns:a16="http://schemas.microsoft.com/office/drawing/2014/main" id="{09FF209F-6325-4F89-AF15-E9902E6E1854}"/>
              </a:ext>
            </a:extLst>
          </p:cNvPr>
          <p:cNvSpPr>
            <a:spLocks noGrp="1"/>
          </p:cNvSpPr>
          <p:nvPr>
            <p:ph type="body" sz="quarter" idx="21" hasCustomPrompt="1"/>
          </p:nvPr>
        </p:nvSpPr>
        <p:spPr>
          <a:xfrm>
            <a:off x="7679328" y="2790825"/>
            <a:ext cx="1213847" cy="1165225"/>
          </a:xfrm>
          <a:prstGeom prst="rect">
            <a:avLst/>
          </a:prstGeom>
        </p:spPr>
        <p:txBody>
          <a:bodyPr lIns="0" tIns="0" rIns="0" bIns="0"/>
          <a:lstStyle>
            <a:lvl1pPr marL="0" indent="0" algn="r">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9" name="Text Placeholder 8">
            <a:extLst>
              <a:ext uri="{FF2B5EF4-FFF2-40B4-BE49-F238E27FC236}">
                <a16:creationId xmlns:a16="http://schemas.microsoft.com/office/drawing/2014/main" id="{3BEE7DFD-75AB-4A06-A88A-D17B96DFDA49}"/>
              </a:ext>
            </a:extLst>
          </p:cNvPr>
          <p:cNvSpPr>
            <a:spLocks noGrp="1"/>
          </p:cNvSpPr>
          <p:nvPr>
            <p:ph type="body" sz="quarter" idx="22" hasCustomPrompt="1"/>
          </p:nvPr>
        </p:nvSpPr>
        <p:spPr>
          <a:xfrm>
            <a:off x="7679327" y="4009512"/>
            <a:ext cx="1213847" cy="365125"/>
          </a:xfrm>
          <a:prstGeom prst="rect">
            <a:avLst/>
          </a:prstGeom>
        </p:spPr>
        <p:txBody>
          <a:bodyPr lIns="0" tIns="0" rIns="0" bIns="0"/>
          <a:lstStyle>
            <a:lvl1pPr marL="0" indent="0" algn="r">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16" name="highlight">
            <a:extLst>
              <a:ext uri="{FF2B5EF4-FFF2-40B4-BE49-F238E27FC236}">
                <a16:creationId xmlns:a16="http://schemas.microsoft.com/office/drawing/2014/main" id="{BAA7AA87-50C5-423B-86F8-0C6A4F1B1932}"/>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lang="en-US" dirty="0"/>
            </a:lvl1pPr>
          </a:lstStyle>
          <a:p>
            <a:pPr lvl="0" algn="ctr">
              <a:buNone/>
            </a:pPr>
            <a:r>
              <a:rPr lang="en-US" dirty="0"/>
              <a:t>H</a:t>
            </a:r>
          </a:p>
        </p:txBody>
      </p:sp>
      <p:sp>
        <p:nvSpPr>
          <p:cNvPr id="17" name="verse bubble 1">
            <a:extLst>
              <a:ext uri="{FF2B5EF4-FFF2-40B4-BE49-F238E27FC236}">
                <a16:creationId xmlns:a16="http://schemas.microsoft.com/office/drawing/2014/main" id="{82F03A9D-AB25-4AB8-9AC5-8C5B9F81F191}"/>
              </a:ext>
            </a:extLst>
          </p:cNvPr>
          <p:cNvSpPr>
            <a:spLocks noGrp="1" noChangeAspect="1"/>
          </p:cNvSpPr>
          <p:nvPr>
            <p:ph type="body" sz="quarter" idx="24" hasCustomPrompt="1"/>
          </p:nvPr>
        </p:nvSpPr>
        <p:spPr>
          <a:xfrm>
            <a:off x="1730375" y="979489"/>
            <a:ext cx="365760" cy="361915"/>
          </a:xfrm>
          <a:prstGeom prst="ellipse">
            <a:avLst/>
          </a:prstGeom>
        </p:spPr>
        <p:txBody>
          <a:bodyPr anchor="ctr"/>
          <a:lstStyle>
            <a:lvl1pPr algn="ctr">
              <a:buNone/>
              <a:defRPr/>
            </a:lvl1pPr>
          </a:lstStyle>
          <a:p>
            <a:pPr lvl="0"/>
            <a:r>
              <a:rPr lang="en-US" dirty="0"/>
              <a:t>N</a:t>
            </a:r>
          </a:p>
        </p:txBody>
      </p:sp>
      <p:sp>
        <p:nvSpPr>
          <p:cNvPr id="18" name="verse bubble 2">
            <a:extLst>
              <a:ext uri="{FF2B5EF4-FFF2-40B4-BE49-F238E27FC236}">
                <a16:creationId xmlns:a16="http://schemas.microsoft.com/office/drawing/2014/main" id="{E9D49E91-1075-47D8-A4B9-69865465C665}"/>
              </a:ext>
            </a:extLst>
          </p:cNvPr>
          <p:cNvSpPr>
            <a:spLocks noGrp="1" noChangeAspect="1"/>
          </p:cNvSpPr>
          <p:nvPr>
            <p:ph type="body" sz="quarter" idx="27" hasCustomPrompt="1"/>
          </p:nvPr>
        </p:nvSpPr>
        <p:spPr>
          <a:xfrm>
            <a:off x="2170158" y="979489"/>
            <a:ext cx="365760" cy="361915"/>
          </a:xfrm>
          <a:prstGeom prst="ellipse">
            <a:avLst/>
          </a:prstGeom>
        </p:spPr>
        <p:txBody>
          <a:bodyPr anchor="ctr"/>
          <a:lstStyle>
            <a:lvl1pPr algn="ctr">
              <a:buNone/>
              <a:defRPr/>
            </a:lvl1pPr>
          </a:lstStyle>
          <a:p>
            <a:pPr lvl="0"/>
            <a:r>
              <a:rPr lang="en-US" dirty="0"/>
              <a:t>N</a:t>
            </a:r>
          </a:p>
        </p:txBody>
      </p:sp>
      <p:sp>
        <p:nvSpPr>
          <p:cNvPr id="19" name="verse bubble 3">
            <a:extLst>
              <a:ext uri="{FF2B5EF4-FFF2-40B4-BE49-F238E27FC236}">
                <a16:creationId xmlns:a16="http://schemas.microsoft.com/office/drawing/2014/main" id="{A1DED6BF-A5E8-4313-8E13-D55C5827B238}"/>
              </a:ext>
            </a:extLst>
          </p:cNvPr>
          <p:cNvSpPr>
            <a:spLocks noGrp="1" noChangeAspect="1"/>
          </p:cNvSpPr>
          <p:nvPr>
            <p:ph type="body" sz="quarter" idx="28" hasCustomPrompt="1"/>
          </p:nvPr>
        </p:nvSpPr>
        <p:spPr>
          <a:xfrm>
            <a:off x="2609941" y="979489"/>
            <a:ext cx="365760" cy="361915"/>
          </a:xfrm>
          <a:prstGeom prst="ellipse">
            <a:avLst/>
          </a:prstGeom>
        </p:spPr>
        <p:txBody>
          <a:bodyPr anchor="ctr"/>
          <a:lstStyle>
            <a:lvl1pPr algn="ctr">
              <a:buNone/>
              <a:defRPr/>
            </a:lvl1pPr>
          </a:lstStyle>
          <a:p>
            <a:pPr lvl="0"/>
            <a:r>
              <a:rPr lang="en-US" dirty="0"/>
              <a:t>N</a:t>
            </a:r>
          </a:p>
        </p:txBody>
      </p:sp>
      <p:sp>
        <p:nvSpPr>
          <p:cNvPr id="20" name="verse bubble 4">
            <a:extLst>
              <a:ext uri="{FF2B5EF4-FFF2-40B4-BE49-F238E27FC236}">
                <a16:creationId xmlns:a16="http://schemas.microsoft.com/office/drawing/2014/main" id="{6D7C50B4-FDDA-4AB4-9582-5E18FA756CEC}"/>
              </a:ext>
            </a:extLst>
          </p:cNvPr>
          <p:cNvSpPr>
            <a:spLocks noGrp="1" noChangeAspect="1"/>
          </p:cNvSpPr>
          <p:nvPr>
            <p:ph type="body" sz="quarter" idx="29" hasCustomPrompt="1"/>
          </p:nvPr>
        </p:nvSpPr>
        <p:spPr>
          <a:xfrm>
            <a:off x="3049724" y="979489"/>
            <a:ext cx="365760" cy="361915"/>
          </a:xfrm>
          <a:prstGeom prst="ellipse">
            <a:avLst/>
          </a:prstGeom>
        </p:spPr>
        <p:txBody>
          <a:bodyPr anchor="ctr"/>
          <a:lstStyle>
            <a:lvl1pPr algn="ctr">
              <a:buNone/>
              <a:defRPr/>
            </a:lvl1pPr>
          </a:lstStyle>
          <a:p>
            <a:pPr lvl="0"/>
            <a:r>
              <a:rPr lang="en-US" dirty="0"/>
              <a:t>N</a:t>
            </a:r>
          </a:p>
        </p:txBody>
      </p:sp>
      <p:sp>
        <p:nvSpPr>
          <p:cNvPr id="21" name="verse bubble 5">
            <a:extLst>
              <a:ext uri="{FF2B5EF4-FFF2-40B4-BE49-F238E27FC236}">
                <a16:creationId xmlns:a16="http://schemas.microsoft.com/office/drawing/2014/main" id="{67272D6A-5CF6-40D7-96C7-5BB7E98D3587}"/>
              </a:ext>
            </a:extLst>
          </p:cNvPr>
          <p:cNvSpPr>
            <a:spLocks noGrp="1" noChangeAspect="1"/>
          </p:cNvSpPr>
          <p:nvPr>
            <p:ph type="body" sz="quarter" idx="30" hasCustomPrompt="1"/>
          </p:nvPr>
        </p:nvSpPr>
        <p:spPr>
          <a:xfrm>
            <a:off x="3489507" y="979489"/>
            <a:ext cx="365760" cy="361915"/>
          </a:xfrm>
          <a:prstGeom prst="ellipse">
            <a:avLst/>
          </a:prstGeom>
        </p:spPr>
        <p:txBody>
          <a:bodyPr anchor="ctr"/>
          <a:lstStyle>
            <a:lvl1pPr algn="ctr">
              <a:buNone/>
              <a:defRPr/>
            </a:lvl1pPr>
          </a:lstStyle>
          <a:p>
            <a:pPr lvl="0"/>
            <a:r>
              <a:rPr lang="en-US" dirty="0"/>
              <a:t>N</a:t>
            </a:r>
          </a:p>
        </p:txBody>
      </p:sp>
      <p:sp>
        <p:nvSpPr>
          <p:cNvPr id="22" name="verse bubble 6">
            <a:extLst>
              <a:ext uri="{FF2B5EF4-FFF2-40B4-BE49-F238E27FC236}">
                <a16:creationId xmlns:a16="http://schemas.microsoft.com/office/drawing/2014/main" id="{0FE42672-6A04-438A-B322-6562B702E077}"/>
              </a:ext>
            </a:extLst>
          </p:cNvPr>
          <p:cNvSpPr>
            <a:spLocks noGrp="1" noChangeAspect="1"/>
          </p:cNvSpPr>
          <p:nvPr>
            <p:ph type="body" sz="quarter" idx="31" hasCustomPrompt="1"/>
          </p:nvPr>
        </p:nvSpPr>
        <p:spPr>
          <a:xfrm>
            <a:off x="3929290" y="979489"/>
            <a:ext cx="365760" cy="361915"/>
          </a:xfrm>
          <a:prstGeom prst="ellipse">
            <a:avLst/>
          </a:prstGeom>
        </p:spPr>
        <p:txBody>
          <a:bodyPr anchor="ctr"/>
          <a:lstStyle>
            <a:lvl1pPr algn="ctr">
              <a:buNone/>
              <a:defRPr/>
            </a:lvl1pPr>
          </a:lstStyle>
          <a:p>
            <a:pPr lvl="0"/>
            <a:r>
              <a:rPr lang="en-US" dirty="0"/>
              <a:t>N</a:t>
            </a:r>
          </a:p>
        </p:txBody>
      </p:sp>
      <p:sp>
        <p:nvSpPr>
          <p:cNvPr id="23" name="verse bubble 7">
            <a:extLst>
              <a:ext uri="{FF2B5EF4-FFF2-40B4-BE49-F238E27FC236}">
                <a16:creationId xmlns:a16="http://schemas.microsoft.com/office/drawing/2014/main" id="{ECA2AC19-4B38-4ECD-8F50-5E8611A79E96}"/>
              </a:ext>
            </a:extLst>
          </p:cNvPr>
          <p:cNvSpPr>
            <a:spLocks noGrp="1" noChangeAspect="1"/>
          </p:cNvSpPr>
          <p:nvPr>
            <p:ph type="body" sz="quarter" idx="32" hasCustomPrompt="1"/>
          </p:nvPr>
        </p:nvSpPr>
        <p:spPr>
          <a:xfrm>
            <a:off x="4369073" y="979489"/>
            <a:ext cx="365760" cy="361915"/>
          </a:xfrm>
          <a:prstGeom prst="ellipse">
            <a:avLst/>
          </a:prstGeom>
        </p:spPr>
        <p:txBody>
          <a:bodyPr anchor="ctr"/>
          <a:lstStyle>
            <a:lvl1pPr algn="ctr">
              <a:buNone/>
              <a:defRPr/>
            </a:lvl1pPr>
          </a:lstStyle>
          <a:p>
            <a:pPr lvl="0"/>
            <a:r>
              <a:rPr lang="en-US" dirty="0"/>
              <a:t>N</a:t>
            </a:r>
          </a:p>
        </p:txBody>
      </p:sp>
      <p:sp>
        <p:nvSpPr>
          <p:cNvPr id="24" name="verse bubble 8">
            <a:extLst>
              <a:ext uri="{FF2B5EF4-FFF2-40B4-BE49-F238E27FC236}">
                <a16:creationId xmlns:a16="http://schemas.microsoft.com/office/drawing/2014/main" id="{614F49A9-D838-4332-836A-37D93D4190D4}"/>
              </a:ext>
            </a:extLst>
          </p:cNvPr>
          <p:cNvSpPr>
            <a:spLocks noGrp="1" noChangeAspect="1"/>
          </p:cNvSpPr>
          <p:nvPr>
            <p:ph type="body" sz="quarter" idx="33" hasCustomPrompt="1"/>
          </p:nvPr>
        </p:nvSpPr>
        <p:spPr>
          <a:xfrm>
            <a:off x="4808856" y="979489"/>
            <a:ext cx="365760" cy="361915"/>
          </a:xfrm>
          <a:prstGeom prst="ellipse">
            <a:avLst/>
          </a:prstGeom>
        </p:spPr>
        <p:txBody>
          <a:bodyPr anchor="ctr"/>
          <a:lstStyle>
            <a:lvl1pPr algn="ctr">
              <a:buNone/>
              <a:defRPr/>
            </a:lvl1pPr>
          </a:lstStyle>
          <a:p>
            <a:pPr lvl="0"/>
            <a:r>
              <a:rPr lang="en-US" dirty="0"/>
              <a:t>N</a:t>
            </a:r>
          </a:p>
        </p:txBody>
      </p:sp>
      <p:sp>
        <p:nvSpPr>
          <p:cNvPr id="25" name="verse bubble 9">
            <a:extLst>
              <a:ext uri="{FF2B5EF4-FFF2-40B4-BE49-F238E27FC236}">
                <a16:creationId xmlns:a16="http://schemas.microsoft.com/office/drawing/2014/main" id="{749173CF-22A0-4D33-A686-64C860B1ED32}"/>
              </a:ext>
            </a:extLst>
          </p:cNvPr>
          <p:cNvSpPr>
            <a:spLocks noGrp="1" noChangeAspect="1"/>
          </p:cNvSpPr>
          <p:nvPr>
            <p:ph type="body" sz="quarter" idx="34" hasCustomPrompt="1"/>
          </p:nvPr>
        </p:nvSpPr>
        <p:spPr>
          <a:xfrm>
            <a:off x="5248639" y="979489"/>
            <a:ext cx="365760" cy="361915"/>
          </a:xfrm>
          <a:prstGeom prst="ellipse">
            <a:avLst/>
          </a:prstGeom>
        </p:spPr>
        <p:txBody>
          <a:bodyPr anchor="ctr"/>
          <a:lstStyle>
            <a:lvl1pPr algn="ctr">
              <a:buNone/>
              <a:defRPr/>
            </a:lvl1pPr>
          </a:lstStyle>
          <a:p>
            <a:pPr lvl="0"/>
            <a:r>
              <a:rPr lang="en-US" dirty="0"/>
              <a:t>N</a:t>
            </a:r>
          </a:p>
        </p:txBody>
      </p:sp>
      <p:sp>
        <p:nvSpPr>
          <p:cNvPr id="26" name="verse bubble 10">
            <a:extLst>
              <a:ext uri="{FF2B5EF4-FFF2-40B4-BE49-F238E27FC236}">
                <a16:creationId xmlns:a16="http://schemas.microsoft.com/office/drawing/2014/main" id="{E69F2AE9-A6EB-45A9-BAB4-7BAF8E35FE40}"/>
              </a:ext>
            </a:extLst>
          </p:cNvPr>
          <p:cNvSpPr>
            <a:spLocks noGrp="1" noChangeAspect="1"/>
          </p:cNvSpPr>
          <p:nvPr>
            <p:ph type="body" sz="quarter" idx="35" hasCustomPrompt="1"/>
          </p:nvPr>
        </p:nvSpPr>
        <p:spPr>
          <a:xfrm>
            <a:off x="5688422" y="979489"/>
            <a:ext cx="365760" cy="361915"/>
          </a:xfrm>
          <a:prstGeom prst="ellipse">
            <a:avLst/>
          </a:prstGeom>
        </p:spPr>
        <p:txBody>
          <a:bodyPr anchor="ctr"/>
          <a:lstStyle>
            <a:lvl1pPr algn="ctr">
              <a:buNone/>
              <a:defRPr/>
            </a:lvl1pPr>
          </a:lstStyle>
          <a:p>
            <a:pPr lvl="0"/>
            <a:r>
              <a:rPr lang="en-US" dirty="0"/>
              <a:t>N</a:t>
            </a:r>
          </a:p>
        </p:txBody>
      </p:sp>
      <p:sp>
        <p:nvSpPr>
          <p:cNvPr id="27" name="verse bubble 11">
            <a:extLst>
              <a:ext uri="{FF2B5EF4-FFF2-40B4-BE49-F238E27FC236}">
                <a16:creationId xmlns:a16="http://schemas.microsoft.com/office/drawing/2014/main" id="{7095BE66-2A43-474F-8119-625B960C8833}"/>
              </a:ext>
            </a:extLst>
          </p:cNvPr>
          <p:cNvSpPr>
            <a:spLocks noGrp="1" noChangeAspect="1"/>
          </p:cNvSpPr>
          <p:nvPr>
            <p:ph type="body" sz="quarter" idx="36" hasCustomPrompt="1"/>
          </p:nvPr>
        </p:nvSpPr>
        <p:spPr>
          <a:xfrm>
            <a:off x="6128205" y="979489"/>
            <a:ext cx="365760" cy="361915"/>
          </a:xfrm>
          <a:prstGeom prst="ellipse">
            <a:avLst/>
          </a:prstGeom>
        </p:spPr>
        <p:txBody>
          <a:bodyPr anchor="ctr"/>
          <a:lstStyle>
            <a:lvl1pPr algn="ctr">
              <a:buNone/>
              <a:defRPr/>
            </a:lvl1pPr>
          </a:lstStyle>
          <a:p>
            <a:pPr lvl="0"/>
            <a:r>
              <a:rPr lang="en-US" dirty="0"/>
              <a:t>N</a:t>
            </a:r>
          </a:p>
        </p:txBody>
      </p:sp>
      <p:sp>
        <p:nvSpPr>
          <p:cNvPr id="28" name="verse bubble 12">
            <a:extLst>
              <a:ext uri="{FF2B5EF4-FFF2-40B4-BE49-F238E27FC236}">
                <a16:creationId xmlns:a16="http://schemas.microsoft.com/office/drawing/2014/main" id="{33F6DF6F-9465-490B-A1B5-CFEEA9AA5A9A}"/>
              </a:ext>
            </a:extLst>
          </p:cNvPr>
          <p:cNvSpPr>
            <a:spLocks noGrp="1" noChangeAspect="1"/>
          </p:cNvSpPr>
          <p:nvPr>
            <p:ph type="body" sz="quarter" idx="37" hasCustomPrompt="1"/>
          </p:nvPr>
        </p:nvSpPr>
        <p:spPr>
          <a:xfrm>
            <a:off x="6567988" y="979489"/>
            <a:ext cx="365760" cy="361915"/>
          </a:xfrm>
          <a:prstGeom prst="ellipse">
            <a:avLst/>
          </a:prstGeom>
        </p:spPr>
        <p:txBody>
          <a:bodyPr anchor="ctr"/>
          <a:lstStyle>
            <a:lvl1pPr algn="ctr">
              <a:buNone/>
              <a:defRPr/>
            </a:lvl1pPr>
          </a:lstStyle>
          <a:p>
            <a:pPr lvl="0"/>
            <a:r>
              <a:rPr lang="en-US" dirty="0"/>
              <a:t>N</a:t>
            </a:r>
          </a:p>
        </p:txBody>
      </p:sp>
      <p:sp>
        <p:nvSpPr>
          <p:cNvPr id="29" name="arrow 1">
            <a:extLst>
              <a:ext uri="{FF2B5EF4-FFF2-40B4-BE49-F238E27FC236}">
                <a16:creationId xmlns:a16="http://schemas.microsoft.com/office/drawing/2014/main" id="{7E8CED3D-E261-4A9E-9550-E3A55B8A1401}"/>
              </a:ext>
            </a:extLst>
          </p:cNvPr>
          <p:cNvSpPr>
            <a:spLocks noGrp="1"/>
          </p:cNvSpPr>
          <p:nvPr>
            <p:ph sz="quarter" idx="38" hasCustomPrompt="1"/>
          </p:nvPr>
        </p:nvSpPr>
        <p:spPr>
          <a:xfrm>
            <a:off x="1725485" y="1703353"/>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1" name="arrow 2">
            <a:extLst>
              <a:ext uri="{FF2B5EF4-FFF2-40B4-BE49-F238E27FC236}">
                <a16:creationId xmlns:a16="http://schemas.microsoft.com/office/drawing/2014/main" id="{3795FAE6-69C7-460D-896E-689566A8B2E9}"/>
              </a:ext>
            </a:extLst>
          </p:cNvPr>
          <p:cNvSpPr>
            <a:spLocks noGrp="1"/>
          </p:cNvSpPr>
          <p:nvPr>
            <p:ph sz="quarter" idx="39" hasCustomPrompt="1"/>
          </p:nvPr>
        </p:nvSpPr>
        <p:spPr>
          <a:xfrm>
            <a:off x="2170158" y="1706317"/>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2" name="arrow 3">
            <a:extLst>
              <a:ext uri="{FF2B5EF4-FFF2-40B4-BE49-F238E27FC236}">
                <a16:creationId xmlns:a16="http://schemas.microsoft.com/office/drawing/2014/main" id="{09ABCEF0-0DE6-4825-96C5-C776F725AFE5}"/>
              </a:ext>
            </a:extLst>
          </p:cNvPr>
          <p:cNvSpPr>
            <a:spLocks noGrp="1"/>
          </p:cNvSpPr>
          <p:nvPr>
            <p:ph sz="quarter" idx="40" hasCustomPrompt="1"/>
          </p:nvPr>
        </p:nvSpPr>
        <p:spPr>
          <a:xfrm>
            <a:off x="2614831" y="1709281"/>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3" name="arrow 4">
            <a:extLst>
              <a:ext uri="{FF2B5EF4-FFF2-40B4-BE49-F238E27FC236}">
                <a16:creationId xmlns:a16="http://schemas.microsoft.com/office/drawing/2014/main" id="{1018D508-1B69-4AC3-9C67-41AC0F9FFF48}"/>
              </a:ext>
            </a:extLst>
          </p:cNvPr>
          <p:cNvSpPr>
            <a:spLocks noGrp="1"/>
          </p:cNvSpPr>
          <p:nvPr>
            <p:ph sz="quarter" idx="41" hasCustomPrompt="1"/>
          </p:nvPr>
        </p:nvSpPr>
        <p:spPr>
          <a:xfrm>
            <a:off x="3059504" y="1712245"/>
            <a:ext cx="361915" cy="361915"/>
          </a:xfrm>
          <a:prstGeom prst="downArrow">
            <a:avLst>
              <a:gd name="adj1" fmla="val 50000"/>
              <a:gd name="adj2" fmla="val 75733"/>
            </a:avLst>
          </a:prstGeom>
        </p:spPr>
        <p:txBody>
          <a:bodyPr anchor="ctr"/>
          <a:lstStyle>
            <a:lvl1pPr algn="ctr">
              <a:buNone/>
              <a:defRPr/>
            </a:lvl1pPr>
          </a:lstStyle>
          <a:p>
            <a:pPr lvl="0"/>
            <a:r>
              <a:rPr lang="en-US" dirty="0"/>
              <a:t>A</a:t>
            </a:r>
          </a:p>
        </p:txBody>
      </p:sp>
      <p:sp>
        <p:nvSpPr>
          <p:cNvPr id="30" name="coda">
            <a:extLst>
              <a:ext uri="{FF2B5EF4-FFF2-40B4-BE49-F238E27FC236}">
                <a16:creationId xmlns:a16="http://schemas.microsoft.com/office/drawing/2014/main" id="{9A233050-FD81-44D5-BC12-AA485D30BF2B}"/>
              </a:ext>
            </a:extLst>
          </p:cNvPr>
          <p:cNvSpPr>
            <a:spLocks noGrp="1"/>
          </p:cNvSpPr>
          <p:nvPr>
            <p:ph type="pic" sz="quarter" idx="43"/>
          </p:nvPr>
        </p:nvSpPr>
        <p:spPr>
          <a:xfrm>
            <a:off x="1690688" y="2887663"/>
            <a:ext cx="365760" cy="365760"/>
          </a:xfrm>
          <a:prstGeom prst="rect">
            <a:avLst/>
          </a:prstGeom>
        </p:spPr>
        <p:txBody>
          <a:bodyPr/>
          <a:lstStyle>
            <a:lvl1pPr>
              <a:buNone/>
              <a:defRPr/>
            </a:lvl1pPr>
          </a:lstStyle>
          <a:p>
            <a:r>
              <a:rPr lang="en-US" dirty="0"/>
              <a:t>C</a:t>
            </a:r>
          </a:p>
        </p:txBody>
      </p:sp>
    </p:spTree>
    <p:extLst>
      <p:ext uri="{BB962C8B-B14F-4D97-AF65-F5344CB8AC3E}">
        <p14:creationId xmlns:p14="http://schemas.microsoft.com/office/powerpoint/2010/main" val="3568201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B8B91267-FDE2-4D9A-8E71-A5FFC5550501}"/>
              </a:ext>
            </a:extLst>
          </p:cNvPr>
          <p:cNvSpPr>
            <a:spLocks noGrp="1"/>
          </p:cNvSpPr>
          <p:nvPr>
            <p:ph type="pic" sz="quarter" idx="23"/>
          </p:nvPr>
        </p:nvSpPr>
        <p:spPr>
          <a:xfrm>
            <a:off x="0" y="-6435"/>
            <a:ext cx="9144000" cy="5715000"/>
          </a:xfrm>
          <a:prstGeom prst="rect">
            <a:avLst/>
          </a:prstGeom>
        </p:spPr>
        <p:txBody>
          <a:bodyPr/>
          <a:lstStyle/>
          <a:p>
            <a:endParaRPr lang="en-US" dirty="0"/>
          </a:p>
        </p:txBody>
      </p:sp>
      <p:sp>
        <p:nvSpPr>
          <p:cNvPr id="11" name="Text Placeholder 10">
            <a:extLst>
              <a:ext uri="{FF2B5EF4-FFF2-40B4-BE49-F238E27FC236}">
                <a16:creationId xmlns:a16="http://schemas.microsoft.com/office/drawing/2014/main" id="{6EE5E541-0B4C-4026-A54E-B6945EDC064F}"/>
              </a:ext>
            </a:extLst>
          </p:cNvPr>
          <p:cNvSpPr>
            <a:spLocks noGrp="1"/>
          </p:cNvSpPr>
          <p:nvPr>
            <p:ph type="body" sz="quarter" idx="19"/>
          </p:nvPr>
        </p:nvSpPr>
        <p:spPr>
          <a:xfrm>
            <a:off x="1033272" y="4687707"/>
            <a:ext cx="7638587" cy="9144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3" name="song_number">
            <a:extLst>
              <a:ext uri="{FF2B5EF4-FFF2-40B4-BE49-F238E27FC236}">
                <a16:creationId xmlns:a16="http://schemas.microsoft.com/office/drawing/2014/main" id="{E1887CE4-DD4C-4587-8EC3-4DC394CD174A}"/>
              </a:ext>
            </a:extLst>
          </p:cNvPr>
          <p:cNvSpPr>
            <a:spLocks noGrp="1"/>
          </p:cNvSpPr>
          <p:nvPr>
            <p:ph type="body" sz="quarter" idx="15" hasCustomPrompt="1"/>
          </p:nvPr>
        </p:nvSpPr>
        <p:spPr>
          <a:xfrm>
            <a:off x="1097280" y="5144907"/>
            <a:ext cx="914400" cy="365760"/>
          </a:xfrm>
          <a:prstGeom prst="roundRect">
            <a:avLst>
              <a:gd name="adj" fmla="val 50000"/>
            </a:avLst>
          </a:prstGeom>
          <a:solidFill>
            <a:schemeClr val="bg2">
              <a:lumMod val="50000"/>
            </a:schemeClr>
          </a:solidFill>
        </p:spPr>
        <p:txBody>
          <a:bodyPr lIns="274320" tIns="27432" rIns="0" bIns="0" anchor="ctr"/>
          <a:lstStyle>
            <a:lvl1pPr marL="0" indent="0" algn="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6" name="songbook_logo">
            <a:extLst>
              <a:ext uri="{FF2B5EF4-FFF2-40B4-BE49-F238E27FC236}">
                <a16:creationId xmlns:a16="http://schemas.microsoft.com/office/drawing/2014/main" id="{137C8DEF-D234-4CF7-B2B7-D99941A16A38}"/>
              </a:ext>
            </a:extLst>
          </p:cNvPr>
          <p:cNvSpPr>
            <a:spLocks noGrp="1"/>
          </p:cNvSpPr>
          <p:nvPr>
            <p:ph type="pic" sz="quarter" idx="14" hasCustomPrompt="1"/>
          </p:nvPr>
        </p:nvSpPr>
        <p:spPr>
          <a:xfrm>
            <a:off x="1097280" y="514632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2083869" y="5097592"/>
            <a:ext cx="2951596" cy="361915"/>
          </a:xfrm>
          <a:prstGeom prst="rect">
            <a:avLst/>
          </a:prstGeom>
        </p:spPr>
        <p:txBody>
          <a:bodyPr wrap="none" lIns="0" tIns="0" rIns="0" bIns="0" anchor="ctr"/>
          <a:lstStyle>
            <a:lvl1pPr marL="0" indent="0">
              <a:lnSpc>
                <a:spcPts val="16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2083869" y="5369019"/>
            <a:ext cx="2951596" cy="180975"/>
          </a:xfrm>
          <a:prstGeom prst="rect">
            <a:avLst/>
          </a:prstGeom>
        </p:spPr>
        <p:txBody>
          <a:bodyPr tIns="0" bIns="0" anchor="ctr"/>
          <a:lstStyle>
            <a:lvl1pPr marL="0" indent="0">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7" name="Content Placeholder 6">
            <a:extLst>
              <a:ext uri="{FF2B5EF4-FFF2-40B4-BE49-F238E27FC236}">
                <a16:creationId xmlns:a16="http://schemas.microsoft.com/office/drawing/2014/main" id="{2F0ED832-0344-4740-AF3C-8E33EC7E5375}"/>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731520" y="118872"/>
            <a:ext cx="8229600" cy="493776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8" name="Picture Placeholder 17">
            <a:extLst>
              <a:ext uri="{FF2B5EF4-FFF2-40B4-BE49-F238E27FC236}">
                <a16:creationId xmlns:a16="http://schemas.microsoft.com/office/drawing/2014/main" id="{DA5B166A-A382-4219-AA09-0C1C23FB1184}"/>
              </a:ext>
            </a:extLst>
          </p:cNvPr>
          <p:cNvSpPr>
            <a:spLocks noGrp="1" noChangeAspect="1"/>
          </p:cNvSpPr>
          <p:nvPr>
            <p:ph type="pic" sz="quarter" idx="20"/>
          </p:nvPr>
        </p:nvSpPr>
        <p:spPr>
          <a:xfrm>
            <a:off x="8157642" y="5144907"/>
            <a:ext cx="367371" cy="365760"/>
          </a:xfrm>
          <a:prstGeom prst="ellipse">
            <a:avLst/>
          </a:prstGeom>
        </p:spPr>
        <p:txBody>
          <a:bodyPr/>
          <a:lstStyle/>
          <a:p>
            <a:endParaRPr lang="en-US" dirty="0"/>
          </a:p>
        </p:txBody>
      </p:sp>
      <p:sp>
        <p:nvSpPr>
          <p:cNvPr id="20" name="Text Placeholder 19">
            <a:extLst>
              <a:ext uri="{FF2B5EF4-FFF2-40B4-BE49-F238E27FC236}">
                <a16:creationId xmlns:a16="http://schemas.microsoft.com/office/drawing/2014/main" id="{B8B0EA83-2871-4B3A-BFBF-045B9CAC9BD1}"/>
              </a:ext>
            </a:extLst>
          </p:cNvPr>
          <p:cNvSpPr>
            <a:spLocks noGrp="1"/>
          </p:cNvSpPr>
          <p:nvPr>
            <p:ph type="body" sz="quarter" idx="21" hasCustomPrompt="1"/>
          </p:nvPr>
        </p:nvSpPr>
        <p:spPr>
          <a:xfrm>
            <a:off x="5117393" y="5102352"/>
            <a:ext cx="2951596" cy="361950"/>
          </a:xfrm>
          <a:prstGeom prst="rect">
            <a:avLst/>
          </a:prstGeom>
        </p:spPr>
        <p:txBody>
          <a:bodyPr lIns="0" tIns="0" rIns="0" bIns="0" anchor="ctr"/>
          <a:lstStyle>
            <a:lvl1pPr marL="0" indent="0" algn="r">
              <a:lnSpc>
                <a:spcPts val="1600"/>
              </a:lnSpc>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latin typeface="Alegreya Sans Medium" panose="00000600000000000000" pitchFamily="50" charset="0"/>
              </a:rPr>
              <a:t>Song Title</a:t>
            </a:r>
            <a:endParaRPr lang="en-US" dirty="0"/>
          </a:p>
        </p:txBody>
      </p:sp>
      <p:sp>
        <p:nvSpPr>
          <p:cNvPr id="4" name="Text Placeholder 3">
            <a:extLst>
              <a:ext uri="{FF2B5EF4-FFF2-40B4-BE49-F238E27FC236}">
                <a16:creationId xmlns:a16="http://schemas.microsoft.com/office/drawing/2014/main" id="{8A54F2E3-7906-407E-A077-833997EA9730}"/>
              </a:ext>
            </a:extLst>
          </p:cNvPr>
          <p:cNvSpPr>
            <a:spLocks noGrp="1"/>
          </p:cNvSpPr>
          <p:nvPr>
            <p:ph type="body" sz="quarter" idx="22" hasCustomPrompt="1"/>
          </p:nvPr>
        </p:nvSpPr>
        <p:spPr>
          <a:xfrm>
            <a:off x="5117393" y="5369020"/>
            <a:ext cx="2893403" cy="180974"/>
          </a:xfrm>
          <a:prstGeom prst="rect">
            <a:avLst/>
          </a:prstGeom>
        </p:spPr>
        <p:txBody>
          <a:bodyPr lIns="0" tIns="0" rIns="0" bIns="0" anchor="ctr"/>
          <a:lstStyle>
            <a:lvl1pPr marL="0" indent="0" algn="r">
              <a:buFont typeface="Arial" panose="020B0604020202020204" pitchFamily="34" charset="0"/>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13" name="highlight">
            <a:extLst>
              <a:ext uri="{FF2B5EF4-FFF2-40B4-BE49-F238E27FC236}">
                <a16:creationId xmlns:a16="http://schemas.microsoft.com/office/drawing/2014/main" id="{A899190C-0700-477D-A65F-234791936260}"/>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12" name="verse bubble 1">
            <a:extLst>
              <a:ext uri="{FF2B5EF4-FFF2-40B4-BE49-F238E27FC236}">
                <a16:creationId xmlns:a16="http://schemas.microsoft.com/office/drawing/2014/main" id="{10E014E7-AD5E-4627-BBCE-C729EE422E1E}"/>
              </a:ext>
            </a:extLst>
          </p:cNvPr>
          <p:cNvSpPr>
            <a:spLocks noGrp="1" noChangeAspect="1"/>
          </p:cNvSpPr>
          <p:nvPr>
            <p:ph type="body" sz="quarter" idx="24"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4" name="verse bubble 2">
            <a:extLst>
              <a:ext uri="{FF2B5EF4-FFF2-40B4-BE49-F238E27FC236}">
                <a16:creationId xmlns:a16="http://schemas.microsoft.com/office/drawing/2014/main" id="{259582AF-2007-4C65-AE5E-62E5D641A2A9}"/>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5" name="verse bubble 3">
            <a:extLst>
              <a:ext uri="{FF2B5EF4-FFF2-40B4-BE49-F238E27FC236}">
                <a16:creationId xmlns:a16="http://schemas.microsoft.com/office/drawing/2014/main" id="{0F99BFD7-E18F-48B7-85B0-2381A1A27BBC}"/>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6" name="verse bubble 4">
            <a:extLst>
              <a:ext uri="{FF2B5EF4-FFF2-40B4-BE49-F238E27FC236}">
                <a16:creationId xmlns:a16="http://schemas.microsoft.com/office/drawing/2014/main" id="{A3D2E26D-2971-45FB-B7E2-C9BC3040514C}"/>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7" name="verse bubble 5">
            <a:extLst>
              <a:ext uri="{FF2B5EF4-FFF2-40B4-BE49-F238E27FC236}">
                <a16:creationId xmlns:a16="http://schemas.microsoft.com/office/drawing/2014/main" id="{CB38EF52-0BA5-42C8-A054-AD96B4FA24E6}"/>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19" name="verse bubble 6">
            <a:extLst>
              <a:ext uri="{FF2B5EF4-FFF2-40B4-BE49-F238E27FC236}">
                <a16:creationId xmlns:a16="http://schemas.microsoft.com/office/drawing/2014/main" id="{6E195C6A-FCF9-4725-A12B-4C907FAC9CC7}"/>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1" name="verse bubble 7">
            <a:extLst>
              <a:ext uri="{FF2B5EF4-FFF2-40B4-BE49-F238E27FC236}">
                <a16:creationId xmlns:a16="http://schemas.microsoft.com/office/drawing/2014/main" id="{B3D5AC04-0626-495C-9F7B-5714DA7938E5}"/>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2" name="verse bubble 8">
            <a:extLst>
              <a:ext uri="{FF2B5EF4-FFF2-40B4-BE49-F238E27FC236}">
                <a16:creationId xmlns:a16="http://schemas.microsoft.com/office/drawing/2014/main" id="{34F67621-337B-4BBD-863F-A76519F8AF46}"/>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3" name="verse bubble 9">
            <a:extLst>
              <a:ext uri="{FF2B5EF4-FFF2-40B4-BE49-F238E27FC236}">
                <a16:creationId xmlns:a16="http://schemas.microsoft.com/office/drawing/2014/main" id="{F929F94E-4FE0-41D1-A2A6-A7DAC386EFB4}"/>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4" name="verse bubble 10">
            <a:extLst>
              <a:ext uri="{FF2B5EF4-FFF2-40B4-BE49-F238E27FC236}">
                <a16:creationId xmlns:a16="http://schemas.microsoft.com/office/drawing/2014/main" id="{389786B5-0C94-44CF-8785-7C3C68D07790}"/>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5" name="verse bubble 11">
            <a:extLst>
              <a:ext uri="{FF2B5EF4-FFF2-40B4-BE49-F238E27FC236}">
                <a16:creationId xmlns:a16="http://schemas.microsoft.com/office/drawing/2014/main" id="{BFE21B06-65DF-43AE-9B0A-D8C7D1F3C07D}"/>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26" name="verse bubble 12">
            <a:extLst>
              <a:ext uri="{FF2B5EF4-FFF2-40B4-BE49-F238E27FC236}">
                <a16:creationId xmlns:a16="http://schemas.microsoft.com/office/drawing/2014/main" id="{9825D956-414D-4DA3-86AE-A00E538964E7}"/>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1" name="arrow 1">
            <a:extLst>
              <a:ext uri="{FF2B5EF4-FFF2-40B4-BE49-F238E27FC236}">
                <a16:creationId xmlns:a16="http://schemas.microsoft.com/office/drawing/2014/main" id="{7476E0B6-96A7-41D7-90A5-49CA75BDB350}"/>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2" name="arrow 2">
            <a:extLst>
              <a:ext uri="{FF2B5EF4-FFF2-40B4-BE49-F238E27FC236}">
                <a16:creationId xmlns:a16="http://schemas.microsoft.com/office/drawing/2014/main" id="{E8AC0966-4CED-42BF-A748-5F55C6EA79F4}"/>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3" name="arrow 3">
            <a:extLst>
              <a:ext uri="{FF2B5EF4-FFF2-40B4-BE49-F238E27FC236}">
                <a16:creationId xmlns:a16="http://schemas.microsoft.com/office/drawing/2014/main" id="{FAF836BF-3BD9-4BBE-B038-CEBB384FC639}"/>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4" name="arrow 4">
            <a:extLst>
              <a:ext uri="{FF2B5EF4-FFF2-40B4-BE49-F238E27FC236}">
                <a16:creationId xmlns:a16="http://schemas.microsoft.com/office/drawing/2014/main" id="{DD61458B-021A-421D-B2CB-55FDB3D74662}"/>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35" name="coda">
            <a:extLst>
              <a:ext uri="{FF2B5EF4-FFF2-40B4-BE49-F238E27FC236}">
                <a16:creationId xmlns:a16="http://schemas.microsoft.com/office/drawing/2014/main" id="{5D05FB20-A57F-4C7D-BB57-63334EF65B9F}"/>
              </a:ext>
            </a:extLst>
          </p:cNvPr>
          <p:cNvSpPr>
            <a:spLocks noGrp="1"/>
          </p:cNvSpPr>
          <p:nvPr>
            <p:ph type="pic" sz="quarter" idx="43"/>
          </p:nvPr>
        </p:nvSpPr>
        <p:spPr>
          <a:xfrm>
            <a:off x="1690688" y="2887663"/>
            <a:ext cx="365760" cy="365760"/>
          </a:xfrm>
          <a:prstGeom prst="rect">
            <a:avLst/>
          </a:prstGeom>
          <a:solidFill>
            <a:srgbClr val="C80000"/>
          </a:solidFill>
        </p:spPr>
        <p:txBody>
          <a:bodyPr/>
          <a:lstStyle>
            <a:lvl1pPr>
              <a:buNone/>
              <a:defRPr/>
            </a:lvl1pPr>
          </a:lstStyle>
          <a:p>
            <a:r>
              <a:rPr lang="en-US" dirty="0"/>
              <a:t>C</a:t>
            </a:r>
          </a:p>
        </p:txBody>
      </p:sp>
    </p:spTree>
    <p:extLst>
      <p:ext uri="{BB962C8B-B14F-4D97-AF65-F5344CB8AC3E}">
        <p14:creationId xmlns:p14="http://schemas.microsoft.com/office/powerpoint/2010/main" val="23530612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bg/>
                                          </p:spTgt>
                                        </p:tgtEl>
                                        <p:attrNameLst>
                                          <p:attrName>style.visibility</p:attrName>
                                        </p:attrNameLst>
                                      </p:cBhvr>
                                      <p:to>
                                        <p:strVal val="visible"/>
                                      </p:to>
                                    </p:set>
                                    <p:animEffect transition="in" filter="fade">
                                      <p:cBhvr>
                                        <p:cTn id="7" dur="500"/>
                                        <p:tgtEl>
                                          <p:spTgt spid="11">
                                            <p:bg/>
                                          </p:spTgt>
                                        </p:tgtEl>
                                      </p:cBhvr>
                                    </p:animEffect>
                                  </p:childTnLst>
                                </p:cTn>
                              </p:par>
                              <p:par>
                                <p:cTn id="8" presetID="10" presetClass="entr" presetSubtype="0" fill="hold" grpId="0" nodeType="withEffect" nodePh="1">
                                  <p:stCondLst>
                                    <p:cond delay="0"/>
                                  </p:stCondLst>
                                  <p:endCondLst>
                                    <p:cond delay="0"/>
                                  </p:end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500"/>
                                        <p:tgtEl>
                                          <p:spTgt spid="11">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animEffect transition="in" filter="fade">
                                      <p:cBhvr>
                                        <p:cTn id="13" dur="500"/>
                                        <p:tgtEl>
                                          <p:spTgt spid="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bg/>
                                          </p:spTgt>
                                        </p:tgtEl>
                                        <p:attrNameLst>
                                          <p:attrName>style.visibility</p:attrName>
                                        </p:attrNameLst>
                                      </p:cBhvr>
                                      <p:to>
                                        <p:strVal val="visible"/>
                                      </p:to>
                                    </p:set>
                                    <p:animEffect transition="in" filter="fade">
                                      <p:cBhvr>
                                        <p:cTn id="28" dur="500"/>
                                        <p:tgtEl>
                                          <p:spTgt spid="7">
                                            <p:bg/>
                                          </p:spTgt>
                                        </p:tgtEl>
                                      </p:cBhvr>
                                    </p:animEffect>
                                  </p:childTnLst>
                                </p:cTn>
                              </p:par>
                              <p:par>
                                <p:cTn id="29" presetID="10" presetClass="entr" presetSubtype="0" fill="hold" grpId="0" nodeType="withEffect" nodePh="1">
                                  <p:stCondLst>
                                    <p:cond delay="0"/>
                                  </p:stCondLst>
                                  <p:endCondLst>
                                    <p:cond evt="begin" delay="0">
                                      <p:tn val="29"/>
                                    </p:cond>
                                  </p:end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fade">
                                      <p:cBhvr>
                                        <p:cTn id="31" dur="500"/>
                                        <p:tgtEl>
                                          <p:spTgt spid="7">
                                            <p:txEl>
                                              <p:pRg st="0" end="0"/>
                                            </p:txEl>
                                          </p:spTgt>
                                        </p:tgtEl>
                                      </p:cBhvr>
                                    </p:animEffect>
                                  </p:childTnLst>
                                </p:cTn>
                              </p:par>
                              <p:par>
                                <p:cTn id="32" presetID="10" presetClass="entr" presetSubtype="0" fill="hold" grpId="0" nodeType="withEffect" nodePh="1">
                                  <p:stCondLst>
                                    <p:cond delay="0"/>
                                  </p:stCondLst>
                                  <p:endCondLst>
                                    <p:cond evt="begin" delay="0">
                                      <p:tn val="32"/>
                                    </p:cond>
                                  </p:end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nodePh="1">
                                  <p:stCondLst>
                                    <p:cond delay="0"/>
                                  </p:stCondLst>
                                  <p:endCondLst>
                                    <p:cond evt="begin" delay="0">
                                      <p:tn val="35"/>
                                    </p:cond>
                                  </p:end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animEffect transition="in" filter="fade">
                                      <p:cBhvr>
                                        <p:cTn id="40" dur="500"/>
                                        <p:tgtEl>
                                          <p:spTgt spid="20">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
                                            <p:txEl>
                                              <p:pRg st="0" end="0"/>
                                            </p:txEl>
                                          </p:spTgt>
                                        </p:tgtEl>
                                        <p:attrNameLst>
                                          <p:attrName>style.visibility</p:attrName>
                                        </p:attrNameLst>
                                      </p:cBhvr>
                                      <p:to>
                                        <p:strVal val="visible"/>
                                      </p:to>
                                    </p:set>
                                    <p:animEffect transition="in" filter="fade">
                                      <p:cBhvr>
                                        <p:cTn id="43" dur="500"/>
                                        <p:tgtEl>
                                          <p:spTgt spid="4">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3">
                                            <p:bg/>
                                          </p:spTgt>
                                        </p:tgtEl>
                                        <p:attrNameLst>
                                          <p:attrName>style.visibility</p:attrName>
                                        </p:attrNameLst>
                                      </p:cBhvr>
                                      <p:to>
                                        <p:strVal val="visible"/>
                                      </p:to>
                                    </p:set>
                                    <p:animEffect transition="in" filter="fade">
                                      <p:cBhvr>
                                        <p:cTn id="46" dur="500"/>
                                        <p:tgtEl>
                                          <p:spTgt spid="13">
                                            <p:bg/>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3">
                                            <p:txEl>
                                              <p:pRg st="0" end="0"/>
                                            </p:txEl>
                                          </p:spTgt>
                                        </p:tgtEl>
                                        <p:attrNameLst>
                                          <p:attrName>style.visibility</p:attrName>
                                        </p:attrNameLst>
                                      </p:cBhvr>
                                      <p:to>
                                        <p:strVal val="visible"/>
                                      </p:to>
                                    </p:set>
                                    <p:animEffect transition="in" filter="fade">
                                      <p:cBhvr>
                                        <p:cTn id="49" dur="500"/>
                                        <p:tgtEl>
                                          <p:spTgt spid="13">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bg/>
                                          </p:spTgt>
                                        </p:tgtEl>
                                        <p:attrNameLst>
                                          <p:attrName>style.visibility</p:attrName>
                                        </p:attrNameLst>
                                      </p:cBhvr>
                                      <p:to>
                                        <p:strVal val="visible"/>
                                      </p:to>
                                    </p:set>
                                    <p:animEffect transition="in" filter="fade">
                                      <p:cBhvr>
                                        <p:cTn id="52" dur="500"/>
                                        <p:tgtEl>
                                          <p:spTgt spid="12">
                                            <p:bg/>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xEl>
                                              <p:pRg st="0" end="0"/>
                                            </p:txEl>
                                          </p:spTgt>
                                        </p:tgtEl>
                                        <p:attrNameLst>
                                          <p:attrName>style.visibility</p:attrName>
                                        </p:attrNameLst>
                                      </p:cBhvr>
                                      <p:to>
                                        <p:strVal val="visible"/>
                                      </p:to>
                                    </p:set>
                                    <p:animEffect transition="in" filter="fade">
                                      <p:cBhvr>
                                        <p:cTn id="55" dur="500"/>
                                        <p:tgtEl>
                                          <p:spTgt spid="12">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4">
                                            <p:bg/>
                                          </p:spTgt>
                                        </p:tgtEl>
                                        <p:attrNameLst>
                                          <p:attrName>style.visibility</p:attrName>
                                        </p:attrNameLst>
                                      </p:cBhvr>
                                      <p:to>
                                        <p:strVal val="visible"/>
                                      </p:to>
                                    </p:set>
                                    <p:animEffect transition="in" filter="fade">
                                      <p:cBhvr>
                                        <p:cTn id="58" dur="500"/>
                                        <p:tgtEl>
                                          <p:spTgt spid="14">
                                            <p:bg/>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4">
                                            <p:txEl>
                                              <p:pRg st="0" end="0"/>
                                            </p:txEl>
                                          </p:spTgt>
                                        </p:tgtEl>
                                        <p:attrNameLst>
                                          <p:attrName>style.visibility</p:attrName>
                                        </p:attrNameLst>
                                      </p:cBhvr>
                                      <p:to>
                                        <p:strVal val="visible"/>
                                      </p:to>
                                    </p:set>
                                    <p:animEffect transition="in" filter="fade">
                                      <p:cBhvr>
                                        <p:cTn id="61" dur="500"/>
                                        <p:tgtEl>
                                          <p:spTgt spid="14">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15">
                                            <p:bg/>
                                          </p:spTgt>
                                        </p:tgtEl>
                                        <p:attrNameLst>
                                          <p:attrName>style.visibility</p:attrName>
                                        </p:attrNameLst>
                                      </p:cBhvr>
                                      <p:to>
                                        <p:strVal val="visible"/>
                                      </p:to>
                                    </p:set>
                                    <p:animEffect transition="in" filter="fade">
                                      <p:cBhvr>
                                        <p:cTn id="64" dur="500"/>
                                        <p:tgtEl>
                                          <p:spTgt spid="15">
                                            <p:bg/>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5">
                                            <p:txEl>
                                              <p:pRg st="0" end="0"/>
                                            </p:txEl>
                                          </p:spTgt>
                                        </p:tgtEl>
                                        <p:attrNameLst>
                                          <p:attrName>style.visibility</p:attrName>
                                        </p:attrNameLst>
                                      </p:cBhvr>
                                      <p:to>
                                        <p:strVal val="visible"/>
                                      </p:to>
                                    </p:set>
                                    <p:animEffect transition="in" filter="fade">
                                      <p:cBhvr>
                                        <p:cTn id="67" dur="500"/>
                                        <p:tgtEl>
                                          <p:spTgt spid="15">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6">
                                            <p:bg/>
                                          </p:spTgt>
                                        </p:tgtEl>
                                        <p:attrNameLst>
                                          <p:attrName>style.visibility</p:attrName>
                                        </p:attrNameLst>
                                      </p:cBhvr>
                                      <p:to>
                                        <p:strVal val="visible"/>
                                      </p:to>
                                    </p:set>
                                    <p:animEffect transition="in" filter="fade">
                                      <p:cBhvr>
                                        <p:cTn id="70" dur="500"/>
                                        <p:tgtEl>
                                          <p:spTgt spid="16">
                                            <p:bg/>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6">
                                            <p:txEl>
                                              <p:pRg st="0" end="0"/>
                                            </p:txEl>
                                          </p:spTgt>
                                        </p:tgtEl>
                                        <p:attrNameLst>
                                          <p:attrName>style.visibility</p:attrName>
                                        </p:attrNameLst>
                                      </p:cBhvr>
                                      <p:to>
                                        <p:strVal val="visible"/>
                                      </p:to>
                                    </p:set>
                                    <p:animEffect transition="in" filter="fade">
                                      <p:cBhvr>
                                        <p:cTn id="73" dur="500"/>
                                        <p:tgtEl>
                                          <p:spTgt spid="16">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17">
                                            <p:bg/>
                                          </p:spTgt>
                                        </p:tgtEl>
                                        <p:attrNameLst>
                                          <p:attrName>style.visibility</p:attrName>
                                        </p:attrNameLst>
                                      </p:cBhvr>
                                      <p:to>
                                        <p:strVal val="visible"/>
                                      </p:to>
                                    </p:set>
                                    <p:animEffect transition="in" filter="fade">
                                      <p:cBhvr>
                                        <p:cTn id="76" dur="500"/>
                                        <p:tgtEl>
                                          <p:spTgt spid="17">
                                            <p:bg/>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7">
                                            <p:txEl>
                                              <p:pRg st="0" end="0"/>
                                            </p:txEl>
                                          </p:spTgt>
                                        </p:tgtEl>
                                        <p:attrNameLst>
                                          <p:attrName>style.visibility</p:attrName>
                                        </p:attrNameLst>
                                      </p:cBhvr>
                                      <p:to>
                                        <p:strVal val="visible"/>
                                      </p:to>
                                    </p:set>
                                    <p:animEffect transition="in" filter="fade">
                                      <p:cBhvr>
                                        <p:cTn id="79" dur="500"/>
                                        <p:tgtEl>
                                          <p:spTgt spid="17">
                                            <p:txEl>
                                              <p:pRg st="0" end="0"/>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9">
                                            <p:bg/>
                                          </p:spTgt>
                                        </p:tgtEl>
                                        <p:attrNameLst>
                                          <p:attrName>style.visibility</p:attrName>
                                        </p:attrNameLst>
                                      </p:cBhvr>
                                      <p:to>
                                        <p:strVal val="visible"/>
                                      </p:to>
                                    </p:set>
                                    <p:animEffect transition="in" filter="fade">
                                      <p:cBhvr>
                                        <p:cTn id="82" dur="500"/>
                                        <p:tgtEl>
                                          <p:spTgt spid="19">
                                            <p:bg/>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9">
                                            <p:txEl>
                                              <p:pRg st="0" end="0"/>
                                            </p:txEl>
                                          </p:spTgt>
                                        </p:tgtEl>
                                        <p:attrNameLst>
                                          <p:attrName>style.visibility</p:attrName>
                                        </p:attrNameLst>
                                      </p:cBhvr>
                                      <p:to>
                                        <p:strVal val="visible"/>
                                      </p:to>
                                    </p:set>
                                    <p:animEffect transition="in" filter="fade">
                                      <p:cBhvr>
                                        <p:cTn id="85" dur="500"/>
                                        <p:tgtEl>
                                          <p:spTgt spid="19">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1">
                                            <p:bg/>
                                          </p:spTgt>
                                        </p:tgtEl>
                                        <p:attrNameLst>
                                          <p:attrName>style.visibility</p:attrName>
                                        </p:attrNameLst>
                                      </p:cBhvr>
                                      <p:to>
                                        <p:strVal val="visible"/>
                                      </p:to>
                                    </p:set>
                                    <p:animEffect transition="in" filter="fade">
                                      <p:cBhvr>
                                        <p:cTn id="88" dur="500"/>
                                        <p:tgtEl>
                                          <p:spTgt spid="21">
                                            <p:bg/>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21">
                                            <p:txEl>
                                              <p:pRg st="0" end="0"/>
                                            </p:txEl>
                                          </p:spTgt>
                                        </p:tgtEl>
                                        <p:attrNameLst>
                                          <p:attrName>style.visibility</p:attrName>
                                        </p:attrNameLst>
                                      </p:cBhvr>
                                      <p:to>
                                        <p:strVal val="visible"/>
                                      </p:to>
                                    </p:set>
                                    <p:animEffect transition="in" filter="fade">
                                      <p:cBhvr>
                                        <p:cTn id="91" dur="500"/>
                                        <p:tgtEl>
                                          <p:spTgt spid="21">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2">
                                            <p:bg/>
                                          </p:spTgt>
                                        </p:tgtEl>
                                        <p:attrNameLst>
                                          <p:attrName>style.visibility</p:attrName>
                                        </p:attrNameLst>
                                      </p:cBhvr>
                                      <p:to>
                                        <p:strVal val="visible"/>
                                      </p:to>
                                    </p:set>
                                    <p:animEffect transition="in" filter="fade">
                                      <p:cBhvr>
                                        <p:cTn id="94" dur="500"/>
                                        <p:tgtEl>
                                          <p:spTgt spid="22">
                                            <p:bg/>
                                          </p:spTgt>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2">
                                            <p:txEl>
                                              <p:pRg st="0" end="0"/>
                                            </p:txEl>
                                          </p:spTgt>
                                        </p:tgtEl>
                                        <p:attrNameLst>
                                          <p:attrName>style.visibility</p:attrName>
                                        </p:attrNameLst>
                                      </p:cBhvr>
                                      <p:to>
                                        <p:strVal val="visible"/>
                                      </p:to>
                                    </p:set>
                                    <p:animEffect transition="in" filter="fade">
                                      <p:cBhvr>
                                        <p:cTn id="97" dur="500"/>
                                        <p:tgtEl>
                                          <p:spTgt spid="22">
                                            <p:txEl>
                                              <p:pRg st="0" end="0"/>
                                            </p:tx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3">
                                            <p:bg/>
                                          </p:spTgt>
                                        </p:tgtEl>
                                        <p:attrNameLst>
                                          <p:attrName>style.visibility</p:attrName>
                                        </p:attrNameLst>
                                      </p:cBhvr>
                                      <p:to>
                                        <p:strVal val="visible"/>
                                      </p:to>
                                    </p:set>
                                    <p:animEffect transition="in" filter="fade">
                                      <p:cBhvr>
                                        <p:cTn id="100" dur="500"/>
                                        <p:tgtEl>
                                          <p:spTgt spid="23">
                                            <p:bg/>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3">
                                            <p:txEl>
                                              <p:pRg st="0" end="0"/>
                                            </p:txEl>
                                          </p:spTgt>
                                        </p:tgtEl>
                                        <p:attrNameLst>
                                          <p:attrName>style.visibility</p:attrName>
                                        </p:attrNameLst>
                                      </p:cBhvr>
                                      <p:to>
                                        <p:strVal val="visible"/>
                                      </p:to>
                                    </p:set>
                                    <p:animEffect transition="in" filter="fade">
                                      <p:cBhvr>
                                        <p:cTn id="103" dur="500"/>
                                        <p:tgtEl>
                                          <p:spTgt spid="23">
                                            <p:txEl>
                                              <p:pRg st="0" end="0"/>
                                            </p:txEl>
                                          </p:spTgt>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24">
                                            <p:bg/>
                                          </p:spTgt>
                                        </p:tgtEl>
                                        <p:attrNameLst>
                                          <p:attrName>style.visibility</p:attrName>
                                        </p:attrNameLst>
                                      </p:cBhvr>
                                      <p:to>
                                        <p:strVal val="visible"/>
                                      </p:to>
                                    </p:set>
                                    <p:animEffect transition="in" filter="fade">
                                      <p:cBhvr>
                                        <p:cTn id="106" dur="500"/>
                                        <p:tgtEl>
                                          <p:spTgt spid="24">
                                            <p:bg/>
                                          </p:spTgt>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4">
                                            <p:txEl>
                                              <p:pRg st="0" end="0"/>
                                            </p:txEl>
                                          </p:spTgt>
                                        </p:tgtEl>
                                        <p:attrNameLst>
                                          <p:attrName>style.visibility</p:attrName>
                                        </p:attrNameLst>
                                      </p:cBhvr>
                                      <p:to>
                                        <p:strVal val="visible"/>
                                      </p:to>
                                    </p:set>
                                    <p:animEffect transition="in" filter="fade">
                                      <p:cBhvr>
                                        <p:cTn id="109" dur="500"/>
                                        <p:tgtEl>
                                          <p:spTgt spid="24">
                                            <p:txEl>
                                              <p:pRg st="0" end="0"/>
                                            </p:txEl>
                                          </p:spTgt>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25">
                                            <p:bg/>
                                          </p:spTgt>
                                        </p:tgtEl>
                                        <p:attrNameLst>
                                          <p:attrName>style.visibility</p:attrName>
                                        </p:attrNameLst>
                                      </p:cBhvr>
                                      <p:to>
                                        <p:strVal val="visible"/>
                                      </p:to>
                                    </p:set>
                                    <p:animEffect transition="in" filter="fade">
                                      <p:cBhvr>
                                        <p:cTn id="112" dur="500"/>
                                        <p:tgtEl>
                                          <p:spTgt spid="25">
                                            <p:bg/>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25">
                                            <p:txEl>
                                              <p:pRg st="0" end="0"/>
                                            </p:txEl>
                                          </p:spTgt>
                                        </p:tgtEl>
                                        <p:attrNameLst>
                                          <p:attrName>style.visibility</p:attrName>
                                        </p:attrNameLst>
                                      </p:cBhvr>
                                      <p:to>
                                        <p:strVal val="visible"/>
                                      </p:to>
                                    </p:set>
                                    <p:animEffect transition="in" filter="fade">
                                      <p:cBhvr>
                                        <p:cTn id="115" dur="500"/>
                                        <p:tgtEl>
                                          <p:spTgt spid="25">
                                            <p:txEl>
                                              <p:pRg st="0" end="0"/>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6">
                                            <p:bg/>
                                          </p:spTgt>
                                        </p:tgtEl>
                                        <p:attrNameLst>
                                          <p:attrName>style.visibility</p:attrName>
                                        </p:attrNameLst>
                                      </p:cBhvr>
                                      <p:to>
                                        <p:strVal val="visible"/>
                                      </p:to>
                                    </p:set>
                                    <p:animEffect transition="in" filter="fade">
                                      <p:cBhvr>
                                        <p:cTn id="118" dur="500"/>
                                        <p:tgtEl>
                                          <p:spTgt spid="26">
                                            <p:bg/>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26">
                                            <p:txEl>
                                              <p:pRg st="0" end="0"/>
                                            </p:txEl>
                                          </p:spTgt>
                                        </p:tgtEl>
                                        <p:attrNameLst>
                                          <p:attrName>style.visibility</p:attrName>
                                        </p:attrNameLst>
                                      </p:cBhvr>
                                      <p:to>
                                        <p:strVal val="visible"/>
                                      </p:to>
                                    </p:set>
                                    <p:animEffect transition="in" filter="fade">
                                      <p:cBhvr>
                                        <p:cTn id="121" dur="500"/>
                                        <p:tgtEl>
                                          <p:spTgt spid="26">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31">
                                            <p:bg/>
                                          </p:spTgt>
                                        </p:tgtEl>
                                        <p:attrNameLst>
                                          <p:attrName>style.visibility</p:attrName>
                                        </p:attrNameLst>
                                      </p:cBhvr>
                                      <p:to>
                                        <p:strVal val="visible"/>
                                      </p:to>
                                    </p:set>
                                    <p:animEffect transition="in" filter="fade">
                                      <p:cBhvr>
                                        <p:cTn id="124" dur="500"/>
                                        <p:tgtEl>
                                          <p:spTgt spid="31">
                                            <p:bg/>
                                          </p:spTgt>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31">
                                            <p:txEl>
                                              <p:pRg st="0" end="0"/>
                                            </p:txEl>
                                          </p:spTgt>
                                        </p:tgtEl>
                                        <p:attrNameLst>
                                          <p:attrName>style.visibility</p:attrName>
                                        </p:attrNameLst>
                                      </p:cBhvr>
                                      <p:to>
                                        <p:strVal val="visible"/>
                                      </p:to>
                                    </p:set>
                                    <p:animEffect transition="in" filter="fade">
                                      <p:cBhvr>
                                        <p:cTn id="127" dur="500"/>
                                        <p:tgtEl>
                                          <p:spTgt spid="31">
                                            <p:txEl>
                                              <p:pRg st="0" end="0"/>
                                            </p:txEl>
                                          </p:spTgt>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fade">
                                      <p:cBhvr>
                                        <p:cTn id="130" dur="500"/>
                                        <p:tgtEl>
                                          <p:spTgt spid="35"/>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32">
                                            <p:bg/>
                                          </p:spTgt>
                                        </p:tgtEl>
                                        <p:attrNameLst>
                                          <p:attrName>style.visibility</p:attrName>
                                        </p:attrNameLst>
                                      </p:cBhvr>
                                      <p:to>
                                        <p:strVal val="visible"/>
                                      </p:to>
                                    </p:set>
                                    <p:animEffect transition="in" filter="fade">
                                      <p:cBhvr>
                                        <p:cTn id="133" dur="500"/>
                                        <p:tgtEl>
                                          <p:spTgt spid="32">
                                            <p:bg/>
                                          </p:spTgt>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32">
                                            <p:txEl>
                                              <p:pRg st="0" end="0"/>
                                            </p:txEl>
                                          </p:spTgt>
                                        </p:tgtEl>
                                        <p:attrNameLst>
                                          <p:attrName>style.visibility</p:attrName>
                                        </p:attrNameLst>
                                      </p:cBhvr>
                                      <p:to>
                                        <p:strVal val="visible"/>
                                      </p:to>
                                    </p:set>
                                    <p:animEffect transition="in" filter="fade">
                                      <p:cBhvr>
                                        <p:cTn id="136" dur="500"/>
                                        <p:tgtEl>
                                          <p:spTgt spid="32">
                                            <p:txEl>
                                              <p:pRg st="0" end="0"/>
                                            </p:txEl>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33">
                                            <p:bg/>
                                          </p:spTgt>
                                        </p:tgtEl>
                                        <p:attrNameLst>
                                          <p:attrName>style.visibility</p:attrName>
                                        </p:attrNameLst>
                                      </p:cBhvr>
                                      <p:to>
                                        <p:strVal val="visible"/>
                                      </p:to>
                                    </p:set>
                                    <p:animEffect transition="in" filter="fade">
                                      <p:cBhvr>
                                        <p:cTn id="139" dur="500"/>
                                        <p:tgtEl>
                                          <p:spTgt spid="33">
                                            <p:bg/>
                                          </p:spTgt>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33">
                                            <p:txEl>
                                              <p:pRg st="0" end="0"/>
                                            </p:txEl>
                                          </p:spTgt>
                                        </p:tgtEl>
                                        <p:attrNameLst>
                                          <p:attrName>style.visibility</p:attrName>
                                        </p:attrNameLst>
                                      </p:cBhvr>
                                      <p:to>
                                        <p:strVal val="visible"/>
                                      </p:to>
                                    </p:set>
                                    <p:animEffect transition="in" filter="fade">
                                      <p:cBhvr>
                                        <p:cTn id="142" dur="500"/>
                                        <p:tgtEl>
                                          <p:spTgt spid="33">
                                            <p:txEl>
                                              <p:pRg st="0" end="0"/>
                                            </p:txEl>
                                          </p:spTgt>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34">
                                            <p:bg/>
                                          </p:spTgt>
                                        </p:tgtEl>
                                        <p:attrNameLst>
                                          <p:attrName>style.visibility</p:attrName>
                                        </p:attrNameLst>
                                      </p:cBhvr>
                                      <p:to>
                                        <p:strVal val="visible"/>
                                      </p:to>
                                    </p:set>
                                    <p:animEffect transition="in" filter="fade">
                                      <p:cBhvr>
                                        <p:cTn id="145" dur="500"/>
                                        <p:tgtEl>
                                          <p:spTgt spid="34">
                                            <p:bg/>
                                          </p:spTgt>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34">
                                            <p:txEl>
                                              <p:pRg st="0" end="0"/>
                                            </p:txEl>
                                          </p:spTgt>
                                        </p:tgtEl>
                                        <p:attrNameLst>
                                          <p:attrName>style.visibility</p:attrName>
                                        </p:attrNameLst>
                                      </p:cBhvr>
                                      <p:to>
                                        <p:strVal val="visible"/>
                                      </p:to>
                                    </p:set>
                                    <p:animEffect transition="in" filter="fade">
                                      <p:cBhvr>
                                        <p:cTn id="148"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nimBg="1">
        <p:tmplLst>
          <p:tmpl>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3" grpId="0" build="p" animBg="1">
        <p:tmplLst>
          <p:tmpl>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6" grpId="0"/>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7" grpId="0" build="p" animBg="1">
        <p:tmplLst>
          <p:tmpl>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0" grpId="0"/>
      <p:bldP spid="18" grpId="0"/>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13" grpId="0" build="p"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2" grpId="0" build="p" animBg="1">
        <p:tmplLst>
          <p:tmpl>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4" grpId="0" build="p" animBg="1">
        <p:tmplLst>
          <p:tmpl>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animBg="1">
        <p:tmplLst>
          <p:tmpl>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build="p" animBg="1">
        <p:tmplLst>
          <p:tmpl>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7" grpId="0" build="p" animBg="1">
        <p:tmplLst>
          <p:tmpl>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9" grpId="0" build="p" animBg="1">
        <p:tmplLst>
          <p:tmpl>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21" grpId="0" build="p" animBg="1">
        <p:tmplLst>
          <p:tmpl>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2" grpId="0" build="p" animBg="1">
        <p:tmplLst>
          <p:tmpl>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P spid="23" grpId="0" build="p" animBg="1">
        <p:tmplLst>
          <p:tmpl>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P spid="24" grpId="0" build="p" animBg="1">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5" grpId="0" build="p" animBg="1">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500"/>
                        <p:tgtEl>
                          <p:spTgt spid="25"/>
                        </p:tgtEl>
                      </p:cBhvr>
                    </p:animEffect>
                  </p:childTnLst>
                </p:cTn>
              </p:par>
            </p:tnLst>
          </p:tmpl>
        </p:tmplLst>
      </p:bldP>
      <p:bldP spid="26" grpId="0" build="p" animBg="1">
        <p:tmplLst>
          <p:tmpl>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31" grpId="0" build="p" animBg="1">
        <p:tmplLst>
          <p:tmpl>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32" grpId="0" build="p" animBg="1">
        <p:tmplLst>
          <p:tmpl>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animBg="1">
        <p:tmplLst>
          <p:tmpl>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C84ADAA-E604-4CEB-91B0-AF1B9F902348}"/>
              </a:ext>
            </a:extLst>
          </p:cNvPr>
          <p:cNvSpPr>
            <a:spLocks noGrp="1"/>
          </p:cNvSpPr>
          <p:nvPr>
            <p:ph type="pic" sz="quarter" idx="23"/>
          </p:nvPr>
        </p:nvSpPr>
        <p:spPr>
          <a:xfrm>
            <a:off x="0" y="0"/>
            <a:ext cx="9144000" cy="5715000"/>
          </a:xfrm>
          <a:prstGeom prst="rect">
            <a:avLst/>
          </a:prstGeom>
        </p:spPr>
        <p:txBody>
          <a:bodyPr/>
          <a:lstStyle/>
          <a:p>
            <a:endParaRPr lang="en-US" dirty="0"/>
          </a:p>
        </p:txBody>
      </p:sp>
      <p:sp>
        <p:nvSpPr>
          <p:cNvPr id="12" name="Text Placeholder 10">
            <a:extLst>
              <a:ext uri="{FF2B5EF4-FFF2-40B4-BE49-F238E27FC236}">
                <a16:creationId xmlns:a16="http://schemas.microsoft.com/office/drawing/2014/main" id="{E8801CDF-2457-49F4-8B32-2421C3275724}"/>
              </a:ext>
            </a:extLst>
          </p:cNvPr>
          <p:cNvSpPr>
            <a:spLocks noGrp="1"/>
          </p:cNvSpPr>
          <p:nvPr>
            <p:ph type="body" sz="quarter" idx="19"/>
          </p:nvPr>
        </p:nvSpPr>
        <p:spPr>
          <a:xfrm>
            <a:off x="6932024" y="457201"/>
            <a:ext cx="2093104" cy="484632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Font typeface="Arial" panose="020B0604020202020204" pitchFamily="34" charset="0"/>
              <a:buNone/>
              <a:defRPr lang="en-US" sz="1404" dirty="0">
                <a:solidFill>
                  <a:schemeClr val="lt1"/>
                </a:solidFill>
              </a:defRPr>
            </a:lvl1pPr>
          </a:lstStyle>
          <a:p>
            <a:pPr marL="0" lvl="0" indent="0" algn="ctr" defTabSz="713232">
              <a:buNone/>
            </a:pPr>
            <a:endParaRPr lang="en-US" dirty="0"/>
          </a:p>
        </p:txBody>
      </p:sp>
      <p:sp>
        <p:nvSpPr>
          <p:cNvPr id="13" name="song_number">
            <a:extLst>
              <a:ext uri="{FF2B5EF4-FFF2-40B4-BE49-F238E27FC236}">
                <a16:creationId xmlns:a16="http://schemas.microsoft.com/office/drawing/2014/main" id="{7C6BC108-63F5-494C-AD18-0ACA3C0C44AA}"/>
              </a:ext>
            </a:extLst>
          </p:cNvPr>
          <p:cNvSpPr>
            <a:spLocks noGrp="1"/>
          </p:cNvSpPr>
          <p:nvPr>
            <p:ph type="body" sz="quarter" idx="15" hasCustomPrompt="1"/>
          </p:nvPr>
        </p:nvSpPr>
        <p:spPr>
          <a:xfrm>
            <a:off x="7680960" y="548640"/>
            <a:ext cx="914400" cy="365760"/>
          </a:xfrm>
          <a:prstGeom prst="roundRect">
            <a:avLst>
              <a:gd name="adj" fmla="val 50000"/>
            </a:avLst>
          </a:prstGeom>
          <a:solidFill>
            <a:schemeClr val="bg2">
              <a:lumMod val="50000"/>
            </a:schemeClr>
          </a:solidFill>
        </p:spPr>
        <p:txBody>
          <a:bodyPr lIns="274320" tIns="27432" rIns="0" bIns="0" anchor="ctr"/>
          <a:lstStyle>
            <a:lvl1pPr marL="0" indent="0" algn="ctr">
              <a:buNone/>
              <a:defRPr sz="1800" b="1">
                <a:solidFill>
                  <a:schemeClr val="bg1"/>
                </a:solidFill>
                <a:latin typeface="Avenir Next LT Pro" panose="020B0504020202020204" pitchFamily="34" charset="0"/>
              </a:defRPr>
            </a:lvl1pPr>
            <a:lvl2pPr marL="457200" indent="0">
              <a:buNone/>
              <a:defRPr sz="1050"/>
            </a:lvl2pPr>
            <a:lvl3pPr marL="914400" indent="0">
              <a:buNone/>
              <a:defRPr sz="1000"/>
            </a:lvl3pPr>
            <a:lvl4pPr marL="1371600" indent="0">
              <a:buNone/>
              <a:defRPr sz="900"/>
            </a:lvl4pPr>
            <a:lvl5pPr marL="1828800" indent="0" algn="l">
              <a:buNone/>
              <a:defRPr sz="900"/>
            </a:lvl5pPr>
          </a:lstStyle>
          <a:p>
            <a:pPr lvl="0"/>
            <a:r>
              <a:rPr lang="en-US" dirty="0"/>
              <a:t>888</a:t>
            </a:r>
          </a:p>
        </p:txBody>
      </p:sp>
      <p:sp>
        <p:nvSpPr>
          <p:cNvPr id="14" name="songbook_logo">
            <a:extLst>
              <a:ext uri="{FF2B5EF4-FFF2-40B4-BE49-F238E27FC236}">
                <a16:creationId xmlns:a16="http://schemas.microsoft.com/office/drawing/2014/main" id="{F6B992DB-BF87-468E-9ADD-A14380E24121}"/>
              </a:ext>
            </a:extLst>
          </p:cNvPr>
          <p:cNvSpPr>
            <a:spLocks noGrp="1"/>
          </p:cNvSpPr>
          <p:nvPr>
            <p:ph type="pic" sz="quarter" idx="14" hasCustomPrompt="1"/>
          </p:nvPr>
        </p:nvSpPr>
        <p:spPr>
          <a:xfrm>
            <a:off x="7680960" y="548640"/>
            <a:ext cx="365760" cy="361915"/>
          </a:xfrm>
          <a:prstGeom prst="roundRect">
            <a:avLst>
              <a:gd name="adj" fmla="val 50000"/>
            </a:avLst>
          </a:prstGeom>
        </p:spPr>
        <p:txBody>
          <a:bodyPr/>
          <a:lstStyle>
            <a:lvl1pPr marL="0" indent="0" algn="ctr">
              <a:buNone/>
              <a:defRPr sz="1400"/>
            </a:lvl1pPr>
          </a:lstStyle>
          <a:p>
            <a:r>
              <a:rPr lang="en-US" dirty="0"/>
              <a:t>Songbook</a:t>
            </a:r>
          </a:p>
        </p:txBody>
      </p:sp>
      <p:sp>
        <p:nvSpPr>
          <p:cNvPr id="5" name="Text Placeholder 4">
            <a:extLst>
              <a:ext uri="{FF2B5EF4-FFF2-40B4-BE49-F238E27FC236}">
                <a16:creationId xmlns:a16="http://schemas.microsoft.com/office/drawing/2014/main" id="{A604A485-3738-4C04-81B8-D532D3482A4B}"/>
              </a:ext>
            </a:extLst>
          </p:cNvPr>
          <p:cNvSpPr>
            <a:spLocks noGrp="1"/>
          </p:cNvSpPr>
          <p:nvPr>
            <p:ph type="body" sz="quarter" idx="16" hasCustomPrompt="1"/>
          </p:nvPr>
        </p:nvSpPr>
        <p:spPr>
          <a:xfrm>
            <a:off x="7679775" y="1543662"/>
            <a:ext cx="1213847" cy="1164831"/>
          </a:xfrm>
          <a:prstGeom prst="rect">
            <a:avLst/>
          </a:prstGeom>
        </p:spPr>
        <p:txBody>
          <a:bodyPr lIns="0" tIns="0" rIns="0" bIns="0" anchor="t"/>
          <a:lstStyle>
            <a:lvl1pPr marL="0" indent="0" algn="r">
              <a:lnSpc>
                <a:spcPct val="90000"/>
              </a:lnSpc>
              <a:spcBef>
                <a:spcPts val="0"/>
              </a:spcBef>
              <a:buNone/>
              <a:defRPr sz="2000" cap="small" baseline="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1600" dirty="0"/>
              <a:t>Song Title</a:t>
            </a:r>
            <a:endParaRPr lang="en-US" dirty="0"/>
          </a:p>
        </p:txBody>
      </p:sp>
      <p:sp>
        <p:nvSpPr>
          <p:cNvPr id="8" name="Text Placeholder 7">
            <a:extLst>
              <a:ext uri="{FF2B5EF4-FFF2-40B4-BE49-F238E27FC236}">
                <a16:creationId xmlns:a16="http://schemas.microsoft.com/office/drawing/2014/main" id="{E50B753F-E541-4C9F-B669-A910A156CE6D}"/>
              </a:ext>
            </a:extLst>
          </p:cNvPr>
          <p:cNvSpPr>
            <a:spLocks noGrp="1"/>
          </p:cNvSpPr>
          <p:nvPr>
            <p:ph type="body" sz="quarter" idx="17" hasCustomPrompt="1"/>
          </p:nvPr>
        </p:nvSpPr>
        <p:spPr>
          <a:xfrm>
            <a:off x="7679775" y="4422523"/>
            <a:ext cx="1213399" cy="365760"/>
          </a:xfrm>
          <a:prstGeom prst="rect">
            <a:avLst/>
          </a:prstGeom>
        </p:spPr>
        <p:txBody>
          <a:bodyPr lIns="0" tIns="0" rIns="0" bIns="0" anchor="t"/>
          <a:lstStyle>
            <a:lvl1pPr marL="0" indent="0" algn="r">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sz="700" dirty="0"/>
              <a:t>Copyright</a:t>
            </a:r>
            <a:endParaRPr lang="en-US" dirty="0"/>
          </a:p>
        </p:txBody>
      </p:sp>
      <p:sp>
        <p:nvSpPr>
          <p:cNvPr id="11" name="Content Placeholder 6">
            <a:extLst>
              <a:ext uri="{FF2B5EF4-FFF2-40B4-BE49-F238E27FC236}">
                <a16:creationId xmlns:a16="http://schemas.microsoft.com/office/drawing/2014/main" id="{699063FC-9632-4D6F-B1DE-EF002F6A361D}"/>
              </a:ext>
            </a:extLst>
          </p:cNvPr>
          <p:cNvSpPr>
            <a:spLocks noGrp="1"/>
          </p:cNvSpPr>
          <p:nvPr>
            <p:ph sz="quarter" idx="18"/>
          </p:nvPr>
        </p:nvSpPr>
        <p:spPr>
          <a:xfrm>
            <a:off x="118872" y="457200"/>
            <a:ext cx="914400" cy="4297680"/>
          </a:xfrm>
          <a:prstGeom prst="roundRect">
            <a:avLst>
              <a:gd name="adj" fmla="val 28004"/>
            </a:avLst>
          </a:prstGeom>
          <a:solidFill>
            <a:srgbClr val="FFFFFF">
              <a:alpha val="14902"/>
            </a:srgbClr>
          </a:solidFill>
          <a:ln w="6350" cap="flat" cmpd="sng" algn="ctr">
            <a:noFill/>
            <a:prstDash val="solid"/>
            <a:miter lim="800000"/>
          </a:ln>
          <a:effectLst/>
        </p:spPr>
        <p:txBody>
          <a:bodyPr vert="horz" lIns="91440" tIns="45720" rIns="91440" bIns="45720" rtlCol="0" anchor="ctr">
            <a:noAutofit/>
          </a:bodyPr>
          <a:lstStyle>
            <a:lvl1pPr marL="0" indent="0">
              <a:buFontTx/>
              <a:buNone/>
              <a:defRPr lang="en-US" sz="1400" b="0" dirty="0">
                <a:solidFill>
                  <a:schemeClr val="bg1"/>
                </a:solidFill>
              </a:defRPr>
            </a:lvl1pPr>
          </a:lstStyle>
          <a:p>
            <a:pPr marL="228600" lvl="0" indent="-228600" algn="ctr" defTabSz="685800">
              <a:spcBef>
                <a:spcPts val="750"/>
              </a:spcBef>
            </a:pPr>
            <a:endParaRPr lang="en-US" dirty="0"/>
          </a:p>
        </p:txBody>
      </p:sp>
      <p:sp>
        <p:nvSpPr>
          <p:cNvPr id="10" name="Picture Placeholder 9">
            <a:extLst>
              <a:ext uri="{FF2B5EF4-FFF2-40B4-BE49-F238E27FC236}">
                <a16:creationId xmlns:a16="http://schemas.microsoft.com/office/drawing/2014/main" id="{D0E80279-BD62-43D8-9181-D59FD7657BAC}"/>
              </a:ext>
            </a:extLst>
          </p:cNvPr>
          <p:cNvSpPr>
            <a:spLocks noGrp="1"/>
          </p:cNvSpPr>
          <p:nvPr>
            <p:ph type="pic" sz="quarter" idx="10"/>
          </p:nvPr>
        </p:nvSpPr>
        <p:spPr>
          <a:xfrm>
            <a:off x="500290" y="228600"/>
            <a:ext cx="6858000" cy="5486400"/>
          </a:xfrm>
          <a:prstGeom prst="roundRect">
            <a:avLst>
              <a:gd name="adj" fmla="val 4465"/>
            </a:avLst>
          </a:prstGeom>
          <a:effectLst>
            <a:outerShdw blurRad="127000" sx="101000" sy="101000" algn="ctr" rotWithShape="0">
              <a:prstClr val="black">
                <a:alpha val="40000"/>
              </a:prstClr>
            </a:outerShdw>
          </a:effectLst>
        </p:spPr>
        <p:txBody>
          <a:bodyPr/>
          <a:lstStyle/>
          <a:p>
            <a:endParaRPr lang="en-US" dirty="0"/>
          </a:p>
        </p:txBody>
      </p:sp>
      <p:sp>
        <p:nvSpPr>
          <p:cNvPr id="15" name="Picture Placeholder 17">
            <a:extLst>
              <a:ext uri="{FF2B5EF4-FFF2-40B4-BE49-F238E27FC236}">
                <a16:creationId xmlns:a16="http://schemas.microsoft.com/office/drawing/2014/main" id="{02E7528C-D042-4C00-8262-48D39802E0FD}"/>
              </a:ext>
            </a:extLst>
          </p:cNvPr>
          <p:cNvSpPr>
            <a:spLocks noGrp="1" noChangeAspect="1"/>
          </p:cNvSpPr>
          <p:nvPr>
            <p:ph type="pic" sz="quarter" idx="20"/>
          </p:nvPr>
        </p:nvSpPr>
        <p:spPr>
          <a:xfrm>
            <a:off x="7679775" y="4831811"/>
            <a:ext cx="367371" cy="365760"/>
          </a:xfrm>
          <a:prstGeom prst="ellipse">
            <a:avLst/>
          </a:prstGeom>
        </p:spPr>
        <p:txBody>
          <a:bodyPr/>
          <a:lstStyle/>
          <a:p>
            <a:endParaRPr lang="en-US" dirty="0"/>
          </a:p>
        </p:txBody>
      </p:sp>
      <p:sp>
        <p:nvSpPr>
          <p:cNvPr id="4" name="Text Placeholder 3">
            <a:extLst>
              <a:ext uri="{FF2B5EF4-FFF2-40B4-BE49-F238E27FC236}">
                <a16:creationId xmlns:a16="http://schemas.microsoft.com/office/drawing/2014/main" id="{09FF209F-6325-4F89-AF15-E9902E6E1854}"/>
              </a:ext>
            </a:extLst>
          </p:cNvPr>
          <p:cNvSpPr>
            <a:spLocks noGrp="1"/>
          </p:cNvSpPr>
          <p:nvPr>
            <p:ph type="body" sz="quarter" idx="21" hasCustomPrompt="1"/>
          </p:nvPr>
        </p:nvSpPr>
        <p:spPr>
          <a:xfrm>
            <a:off x="7679328" y="2790825"/>
            <a:ext cx="1213847" cy="1165225"/>
          </a:xfrm>
          <a:prstGeom prst="rect">
            <a:avLst/>
          </a:prstGeom>
        </p:spPr>
        <p:txBody>
          <a:bodyPr lIns="0" tIns="0" rIns="0" bIns="0"/>
          <a:lstStyle>
            <a:lvl1pPr marL="0" indent="0" algn="r">
              <a:spcBef>
                <a:spcPts val="0"/>
              </a:spcBef>
              <a:buNone/>
              <a:defRPr sz="16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9" name="Text Placeholder 8">
            <a:extLst>
              <a:ext uri="{FF2B5EF4-FFF2-40B4-BE49-F238E27FC236}">
                <a16:creationId xmlns:a16="http://schemas.microsoft.com/office/drawing/2014/main" id="{3BEE7DFD-75AB-4A06-A88A-D17B96DFDA49}"/>
              </a:ext>
            </a:extLst>
          </p:cNvPr>
          <p:cNvSpPr>
            <a:spLocks noGrp="1"/>
          </p:cNvSpPr>
          <p:nvPr>
            <p:ph type="body" sz="quarter" idx="22" hasCustomPrompt="1"/>
          </p:nvPr>
        </p:nvSpPr>
        <p:spPr>
          <a:xfrm>
            <a:off x="7679327" y="4009512"/>
            <a:ext cx="1213847" cy="365125"/>
          </a:xfrm>
          <a:prstGeom prst="rect">
            <a:avLst/>
          </a:prstGeom>
        </p:spPr>
        <p:txBody>
          <a:bodyPr lIns="0" tIns="0" rIns="0" bIns="0"/>
          <a:lstStyle>
            <a:lvl1pPr marL="0" indent="0" algn="r">
              <a:buNone/>
              <a:defRPr sz="90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Translation</a:t>
            </a:r>
          </a:p>
        </p:txBody>
      </p:sp>
      <p:sp>
        <p:nvSpPr>
          <p:cNvPr id="34" name="highlight">
            <a:extLst>
              <a:ext uri="{FF2B5EF4-FFF2-40B4-BE49-F238E27FC236}">
                <a16:creationId xmlns:a16="http://schemas.microsoft.com/office/drawing/2014/main" id="{61CB7EFD-BD44-4B06-A1E0-C5B8F0FE6B00}"/>
              </a:ext>
            </a:extLst>
          </p:cNvPr>
          <p:cNvSpPr>
            <a:spLocks noGrp="1"/>
          </p:cNvSpPr>
          <p:nvPr>
            <p:ph sz="quarter" idx="42" hasCustomPrompt="1"/>
          </p:nvPr>
        </p:nvSpPr>
        <p:spPr>
          <a:xfrm flipH="1" flipV="1">
            <a:off x="1725613" y="2344738"/>
            <a:ext cx="365760" cy="365760"/>
          </a:xfrm>
          <a:prstGeom prst="roundRect">
            <a:avLst>
              <a:gd name="adj" fmla="val 50000"/>
            </a:avLst>
          </a:prstGeom>
          <a:solidFill>
            <a:srgbClr val="FFFFFF">
              <a:alpha val="50196"/>
            </a:srgbClr>
          </a:solidFill>
        </p:spPr>
        <p:txBody>
          <a:bodyPr/>
          <a:lstStyle>
            <a:lvl1pPr algn="ctr">
              <a:buNone/>
              <a:defRPr/>
            </a:lvl1pPr>
          </a:lstStyle>
          <a:p>
            <a:pPr lvl="0"/>
            <a:r>
              <a:rPr lang="en-US" dirty="0"/>
              <a:t>H</a:t>
            </a:r>
          </a:p>
        </p:txBody>
      </p:sp>
      <p:sp>
        <p:nvSpPr>
          <p:cNvPr id="35" name="verse bubble 1">
            <a:extLst>
              <a:ext uri="{FF2B5EF4-FFF2-40B4-BE49-F238E27FC236}">
                <a16:creationId xmlns:a16="http://schemas.microsoft.com/office/drawing/2014/main" id="{A6FD5BBB-6C0D-4198-B190-49BEC9170B88}"/>
              </a:ext>
            </a:extLst>
          </p:cNvPr>
          <p:cNvSpPr>
            <a:spLocks noGrp="1" noChangeAspect="1"/>
          </p:cNvSpPr>
          <p:nvPr>
            <p:ph type="body" sz="quarter" idx="24" hasCustomPrompt="1"/>
          </p:nvPr>
        </p:nvSpPr>
        <p:spPr>
          <a:xfrm>
            <a:off x="173037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6" name="verse bubble 2">
            <a:extLst>
              <a:ext uri="{FF2B5EF4-FFF2-40B4-BE49-F238E27FC236}">
                <a16:creationId xmlns:a16="http://schemas.microsoft.com/office/drawing/2014/main" id="{FEC94C96-EC65-4289-8B61-E15D0C2D1FE3}"/>
              </a:ext>
            </a:extLst>
          </p:cNvPr>
          <p:cNvSpPr>
            <a:spLocks noGrp="1" noChangeAspect="1"/>
          </p:cNvSpPr>
          <p:nvPr>
            <p:ph type="body" sz="quarter" idx="27" hasCustomPrompt="1"/>
          </p:nvPr>
        </p:nvSpPr>
        <p:spPr>
          <a:xfrm>
            <a:off x="217015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7" name="verse bubble 3">
            <a:extLst>
              <a:ext uri="{FF2B5EF4-FFF2-40B4-BE49-F238E27FC236}">
                <a16:creationId xmlns:a16="http://schemas.microsoft.com/office/drawing/2014/main" id="{FBFA4583-ECA1-45BF-87FE-1C5F48145EB4}"/>
              </a:ext>
            </a:extLst>
          </p:cNvPr>
          <p:cNvSpPr>
            <a:spLocks noGrp="1" noChangeAspect="1"/>
          </p:cNvSpPr>
          <p:nvPr>
            <p:ph type="body" sz="quarter" idx="28" hasCustomPrompt="1"/>
          </p:nvPr>
        </p:nvSpPr>
        <p:spPr>
          <a:xfrm>
            <a:off x="2609941"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8" name="verse bubble 4">
            <a:extLst>
              <a:ext uri="{FF2B5EF4-FFF2-40B4-BE49-F238E27FC236}">
                <a16:creationId xmlns:a16="http://schemas.microsoft.com/office/drawing/2014/main" id="{64F21FFD-0332-4460-8120-5DFDA2049C1B}"/>
              </a:ext>
            </a:extLst>
          </p:cNvPr>
          <p:cNvSpPr>
            <a:spLocks noGrp="1" noChangeAspect="1"/>
          </p:cNvSpPr>
          <p:nvPr>
            <p:ph type="body" sz="quarter" idx="29" hasCustomPrompt="1"/>
          </p:nvPr>
        </p:nvSpPr>
        <p:spPr>
          <a:xfrm>
            <a:off x="3049724"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39" name="verse bubble 5">
            <a:extLst>
              <a:ext uri="{FF2B5EF4-FFF2-40B4-BE49-F238E27FC236}">
                <a16:creationId xmlns:a16="http://schemas.microsoft.com/office/drawing/2014/main" id="{7713CC5A-C6E7-46A4-837E-035390E9A066}"/>
              </a:ext>
            </a:extLst>
          </p:cNvPr>
          <p:cNvSpPr>
            <a:spLocks noGrp="1" noChangeAspect="1"/>
          </p:cNvSpPr>
          <p:nvPr>
            <p:ph type="body" sz="quarter" idx="30" hasCustomPrompt="1"/>
          </p:nvPr>
        </p:nvSpPr>
        <p:spPr>
          <a:xfrm>
            <a:off x="3489507"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0" name="verse bubble 6">
            <a:extLst>
              <a:ext uri="{FF2B5EF4-FFF2-40B4-BE49-F238E27FC236}">
                <a16:creationId xmlns:a16="http://schemas.microsoft.com/office/drawing/2014/main" id="{762E0081-B402-4920-BF13-AC2BDF3686C8}"/>
              </a:ext>
            </a:extLst>
          </p:cNvPr>
          <p:cNvSpPr>
            <a:spLocks noGrp="1" noChangeAspect="1"/>
          </p:cNvSpPr>
          <p:nvPr>
            <p:ph type="body" sz="quarter" idx="31" hasCustomPrompt="1"/>
          </p:nvPr>
        </p:nvSpPr>
        <p:spPr>
          <a:xfrm>
            <a:off x="3929290"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1" name="verse bubble 7">
            <a:extLst>
              <a:ext uri="{FF2B5EF4-FFF2-40B4-BE49-F238E27FC236}">
                <a16:creationId xmlns:a16="http://schemas.microsoft.com/office/drawing/2014/main" id="{14596804-1D5C-4F38-8556-68E92AD69A0B}"/>
              </a:ext>
            </a:extLst>
          </p:cNvPr>
          <p:cNvSpPr>
            <a:spLocks noGrp="1" noChangeAspect="1"/>
          </p:cNvSpPr>
          <p:nvPr>
            <p:ph type="body" sz="quarter" idx="32" hasCustomPrompt="1"/>
          </p:nvPr>
        </p:nvSpPr>
        <p:spPr>
          <a:xfrm>
            <a:off x="4369073"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2" name="verse bubble 8">
            <a:extLst>
              <a:ext uri="{FF2B5EF4-FFF2-40B4-BE49-F238E27FC236}">
                <a16:creationId xmlns:a16="http://schemas.microsoft.com/office/drawing/2014/main" id="{4440295B-EF48-44E9-B8DC-D86435338896}"/>
              </a:ext>
            </a:extLst>
          </p:cNvPr>
          <p:cNvSpPr>
            <a:spLocks noGrp="1" noChangeAspect="1"/>
          </p:cNvSpPr>
          <p:nvPr>
            <p:ph type="body" sz="quarter" idx="33" hasCustomPrompt="1"/>
          </p:nvPr>
        </p:nvSpPr>
        <p:spPr>
          <a:xfrm>
            <a:off x="4808856"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3" name="verse bubble 9">
            <a:extLst>
              <a:ext uri="{FF2B5EF4-FFF2-40B4-BE49-F238E27FC236}">
                <a16:creationId xmlns:a16="http://schemas.microsoft.com/office/drawing/2014/main" id="{25E142A8-CC09-4113-93E3-B780EA7D9DB8}"/>
              </a:ext>
            </a:extLst>
          </p:cNvPr>
          <p:cNvSpPr>
            <a:spLocks noGrp="1" noChangeAspect="1"/>
          </p:cNvSpPr>
          <p:nvPr>
            <p:ph type="body" sz="quarter" idx="34" hasCustomPrompt="1"/>
          </p:nvPr>
        </p:nvSpPr>
        <p:spPr>
          <a:xfrm>
            <a:off x="5248639"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4" name="verse bubble 10">
            <a:extLst>
              <a:ext uri="{FF2B5EF4-FFF2-40B4-BE49-F238E27FC236}">
                <a16:creationId xmlns:a16="http://schemas.microsoft.com/office/drawing/2014/main" id="{0F0F089A-584F-4FF8-B1E2-4F2326728124}"/>
              </a:ext>
            </a:extLst>
          </p:cNvPr>
          <p:cNvSpPr>
            <a:spLocks noGrp="1" noChangeAspect="1"/>
          </p:cNvSpPr>
          <p:nvPr>
            <p:ph type="body" sz="quarter" idx="35" hasCustomPrompt="1"/>
          </p:nvPr>
        </p:nvSpPr>
        <p:spPr>
          <a:xfrm>
            <a:off x="5688422"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5" name="verse bubble 11">
            <a:extLst>
              <a:ext uri="{FF2B5EF4-FFF2-40B4-BE49-F238E27FC236}">
                <a16:creationId xmlns:a16="http://schemas.microsoft.com/office/drawing/2014/main" id="{03A39CC9-B6F7-48C3-A8CC-EA7C85076092}"/>
              </a:ext>
            </a:extLst>
          </p:cNvPr>
          <p:cNvSpPr>
            <a:spLocks noGrp="1" noChangeAspect="1"/>
          </p:cNvSpPr>
          <p:nvPr>
            <p:ph type="body" sz="quarter" idx="36" hasCustomPrompt="1"/>
          </p:nvPr>
        </p:nvSpPr>
        <p:spPr>
          <a:xfrm>
            <a:off x="6128205"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6" name="verse bubble 12">
            <a:extLst>
              <a:ext uri="{FF2B5EF4-FFF2-40B4-BE49-F238E27FC236}">
                <a16:creationId xmlns:a16="http://schemas.microsoft.com/office/drawing/2014/main" id="{E5FECA32-30E4-48BA-AC33-B4E8123E2CC2}"/>
              </a:ext>
            </a:extLst>
          </p:cNvPr>
          <p:cNvSpPr>
            <a:spLocks noGrp="1" noChangeAspect="1"/>
          </p:cNvSpPr>
          <p:nvPr>
            <p:ph type="body" sz="quarter" idx="37" hasCustomPrompt="1"/>
          </p:nvPr>
        </p:nvSpPr>
        <p:spPr>
          <a:xfrm>
            <a:off x="6567988" y="979489"/>
            <a:ext cx="365760" cy="361915"/>
          </a:xfrm>
          <a:prstGeom prst="ellipse">
            <a:avLst/>
          </a:prstGeom>
          <a:solidFill>
            <a:srgbClr val="C80000"/>
          </a:solidFill>
        </p:spPr>
        <p:txBody>
          <a:bodyPr anchor="ctr"/>
          <a:lstStyle>
            <a:lvl1pPr algn="ctr">
              <a:buNone/>
              <a:defRPr/>
            </a:lvl1pPr>
          </a:lstStyle>
          <a:p>
            <a:pPr lvl="0"/>
            <a:r>
              <a:rPr lang="en-US" dirty="0"/>
              <a:t>N</a:t>
            </a:r>
          </a:p>
        </p:txBody>
      </p:sp>
      <p:sp>
        <p:nvSpPr>
          <p:cNvPr id="47" name="arrow 1">
            <a:extLst>
              <a:ext uri="{FF2B5EF4-FFF2-40B4-BE49-F238E27FC236}">
                <a16:creationId xmlns:a16="http://schemas.microsoft.com/office/drawing/2014/main" id="{162298F0-271B-46D4-8C1E-7CBB2993BCC6}"/>
              </a:ext>
            </a:extLst>
          </p:cNvPr>
          <p:cNvSpPr>
            <a:spLocks noGrp="1"/>
          </p:cNvSpPr>
          <p:nvPr>
            <p:ph sz="quarter" idx="38" hasCustomPrompt="1"/>
          </p:nvPr>
        </p:nvSpPr>
        <p:spPr>
          <a:xfrm>
            <a:off x="1725485" y="1703353"/>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49" name="arrow 2">
            <a:extLst>
              <a:ext uri="{FF2B5EF4-FFF2-40B4-BE49-F238E27FC236}">
                <a16:creationId xmlns:a16="http://schemas.microsoft.com/office/drawing/2014/main" id="{7E3D4712-3E2F-4CA7-AF0F-2B278ADBA62C}"/>
              </a:ext>
            </a:extLst>
          </p:cNvPr>
          <p:cNvSpPr>
            <a:spLocks noGrp="1"/>
          </p:cNvSpPr>
          <p:nvPr>
            <p:ph sz="quarter" idx="39" hasCustomPrompt="1"/>
          </p:nvPr>
        </p:nvSpPr>
        <p:spPr>
          <a:xfrm>
            <a:off x="2170158" y="1706317"/>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50" name="arrow 3">
            <a:extLst>
              <a:ext uri="{FF2B5EF4-FFF2-40B4-BE49-F238E27FC236}">
                <a16:creationId xmlns:a16="http://schemas.microsoft.com/office/drawing/2014/main" id="{73B10C46-99DD-480F-962C-DDC24DD4F563}"/>
              </a:ext>
            </a:extLst>
          </p:cNvPr>
          <p:cNvSpPr>
            <a:spLocks noGrp="1"/>
          </p:cNvSpPr>
          <p:nvPr>
            <p:ph sz="quarter" idx="40" hasCustomPrompt="1"/>
          </p:nvPr>
        </p:nvSpPr>
        <p:spPr>
          <a:xfrm>
            <a:off x="2614831" y="1709281"/>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51" name="arrow 4">
            <a:extLst>
              <a:ext uri="{FF2B5EF4-FFF2-40B4-BE49-F238E27FC236}">
                <a16:creationId xmlns:a16="http://schemas.microsoft.com/office/drawing/2014/main" id="{2AB38A91-5394-4C24-93C3-CAD174155CB4}"/>
              </a:ext>
            </a:extLst>
          </p:cNvPr>
          <p:cNvSpPr>
            <a:spLocks noGrp="1"/>
          </p:cNvSpPr>
          <p:nvPr>
            <p:ph sz="quarter" idx="41" hasCustomPrompt="1"/>
          </p:nvPr>
        </p:nvSpPr>
        <p:spPr>
          <a:xfrm>
            <a:off x="3059504" y="1712245"/>
            <a:ext cx="361915" cy="361915"/>
          </a:xfrm>
          <a:prstGeom prst="downArrow">
            <a:avLst>
              <a:gd name="adj1" fmla="val 50000"/>
              <a:gd name="adj2" fmla="val 75733"/>
            </a:avLst>
          </a:prstGeom>
          <a:solidFill>
            <a:schemeClr val="tx1"/>
          </a:solidFill>
        </p:spPr>
        <p:txBody>
          <a:bodyPr anchor="ctr"/>
          <a:lstStyle>
            <a:lvl1pPr algn="ctr">
              <a:buNone/>
              <a:defRPr>
                <a:solidFill>
                  <a:srgbClr val="2F6B33"/>
                </a:solidFill>
              </a:defRPr>
            </a:lvl1pPr>
          </a:lstStyle>
          <a:p>
            <a:pPr lvl="0"/>
            <a:r>
              <a:rPr lang="en-US" dirty="0"/>
              <a:t>A</a:t>
            </a:r>
          </a:p>
        </p:txBody>
      </p:sp>
      <p:sp>
        <p:nvSpPr>
          <p:cNvPr id="48" name="coda">
            <a:extLst>
              <a:ext uri="{FF2B5EF4-FFF2-40B4-BE49-F238E27FC236}">
                <a16:creationId xmlns:a16="http://schemas.microsoft.com/office/drawing/2014/main" id="{CF9DED1F-1FA5-4D28-BAD4-A03C7E01CEE9}"/>
              </a:ext>
            </a:extLst>
          </p:cNvPr>
          <p:cNvSpPr>
            <a:spLocks noGrp="1"/>
          </p:cNvSpPr>
          <p:nvPr>
            <p:ph type="pic" sz="quarter" idx="43"/>
          </p:nvPr>
        </p:nvSpPr>
        <p:spPr>
          <a:xfrm>
            <a:off x="1690688" y="2887663"/>
            <a:ext cx="365760" cy="365760"/>
          </a:xfrm>
          <a:prstGeom prst="rect">
            <a:avLst/>
          </a:prstGeom>
          <a:solidFill>
            <a:srgbClr val="C80000"/>
          </a:solidFill>
        </p:spPr>
        <p:txBody>
          <a:bodyPr/>
          <a:lstStyle>
            <a:lvl1pPr>
              <a:buNone/>
              <a:defRPr/>
            </a:lvl1pPr>
          </a:lstStyle>
          <a:p>
            <a:r>
              <a:rPr lang="en-US" dirty="0"/>
              <a:t>C</a:t>
            </a:r>
          </a:p>
        </p:txBody>
      </p:sp>
    </p:spTree>
    <p:extLst>
      <p:ext uri="{BB962C8B-B14F-4D97-AF65-F5344CB8AC3E}">
        <p14:creationId xmlns:p14="http://schemas.microsoft.com/office/powerpoint/2010/main" val="3404966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bg/>
                                          </p:spTgt>
                                        </p:tgtEl>
                                        <p:attrNameLst>
                                          <p:attrName>style.visibility</p:attrName>
                                        </p:attrNameLst>
                                      </p:cBhvr>
                                      <p:to>
                                        <p:strVal val="visible"/>
                                      </p:to>
                                    </p:set>
                                    <p:animEffect transition="in" filter="fade">
                                      <p:cBhvr>
                                        <p:cTn id="7" dur="500"/>
                                        <p:tgtEl>
                                          <p:spTgt spid="12">
                                            <p:bg/>
                                          </p:spTgt>
                                        </p:tgtEl>
                                      </p:cBhvr>
                                    </p:animEffect>
                                  </p:childTnLst>
                                </p:cTn>
                              </p:par>
                              <p:par>
                                <p:cTn id="8" presetID="10" presetClass="entr" presetSubtype="0" fill="hold" grpId="0" nodeType="withEffect" nodePh="1">
                                  <p:stCondLst>
                                    <p:cond delay="0"/>
                                  </p:stCondLst>
                                  <p:endCondLst>
                                    <p:cond delay="0"/>
                                  </p:end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500"/>
                                        <p:tgtEl>
                                          <p:spTgt spid="12">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bg/>
                                          </p:spTgt>
                                        </p:tgtEl>
                                        <p:attrNameLst>
                                          <p:attrName>style.visibility</p:attrName>
                                        </p:attrNameLst>
                                      </p:cBhvr>
                                      <p:to>
                                        <p:strVal val="visible"/>
                                      </p:to>
                                    </p:set>
                                    <p:animEffect transition="in" filter="fade">
                                      <p:cBhvr>
                                        <p:cTn id="13" dur="500"/>
                                        <p:tgtEl>
                                          <p:spTgt spid="1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fade">
                                      <p:cBhvr>
                                        <p:cTn id="16" dur="500"/>
                                        <p:tgtEl>
                                          <p:spTgt spid="13">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animEffect transition="in" filter="fade">
                                      <p:cBhvr>
                                        <p:cTn id="25" dur="500"/>
                                        <p:tgtEl>
                                          <p:spTgt spid="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bg/>
                                          </p:spTgt>
                                        </p:tgtEl>
                                        <p:attrNameLst>
                                          <p:attrName>style.visibility</p:attrName>
                                        </p:attrNameLst>
                                      </p:cBhvr>
                                      <p:to>
                                        <p:strVal val="visible"/>
                                      </p:to>
                                    </p:set>
                                    <p:animEffect transition="in" filter="fade">
                                      <p:cBhvr>
                                        <p:cTn id="28" dur="500"/>
                                        <p:tgtEl>
                                          <p:spTgt spid="11">
                                            <p:bg/>
                                          </p:spTgt>
                                        </p:tgtEl>
                                      </p:cBhvr>
                                    </p:animEffect>
                                  </p:childTnLst>
                                </p:cTn>
                              </p:par>
                              <p:par>
                                <p:cTn id="29" presetID="10" presetClass="entr" presetSubtype="0" fill="hold" grpId="0" nodeType="withEffect" nodePh="1">
                                  <p:stCondLst>
                                    <p:cond delay="0"/>
                                  </p:stCondLst>
                                  <p:endCondLst>
                                    <p:cond evt="begin" delay="0">
                                      <p:tn val="29"/>
                                    </p:cond>
                                  </p:endCondLst>
                                  <p:childTnLst>
                                    <p:set>
                                      <p:cBhvr>
                                        <p:cTn id="30" dur="1" fill="hold">
                                          <p:stCondLst>
                                            <p:cond delay="0"/>
                                          </p:stCondLst>
                                        </p:cTn>
                                        <p:tgtEl>
                                          <p:spTgt spid="11">
                                            <p:txEl>
                                              <p:pRg st="0" end="0"/>
                                            </p:txEl>
                                          </p:spTgt>
                                        </p:tgtEl>
                                        <p:attrNameLst>
                                          <p:attrName>style.visibility</p:attrName>
                                        </p:attrNameLst>
                                      </p:cBhvr>
                                      <p:to>
                                        <p:strVal val="visible"/>
                                      </p:to>
                                    </p:set>
                                    <p:animEffect transition="in" filter="fade">
                                      <p:cBhvr>
                                        <p:cTn id="31" dur="500"/>
                                        <p:tgtEl>
                                          <p:spTgt spid="11">
                                            <p:txEl>
                                              <p:pRg st="0" end="0"/>
                                            </p:txEl>
                                          </p:spTgt>
                                        </p:tgtEl>
                                      </p:cBhvr>
                                    </p:animEffect>
                                  </p:childTnLst>
                                </p:cTn>
                              </p:par>
                              <p:par>
                                <p:cTn id="32" presetID="10" presetClass="entr" presetSubtype="0" fill="hold" grpId="0" nodeType="withEffect" nodePh="1">
                                  <p:stCondLst>
                                    <p:cond delay="0"/>
                                  </p:stCondLst>
                                  <p:endCondLst>
                                    <p:cond evt="begin" delay="0">
                                      <p:tn val="32"/>
                                    </p:cond>
                                  </p:end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nodePh="1">
                                  <p:stCondLst>
                                    <p:cond delay="0"/>
                                  </p:stCondLst>
                                  <p:endCondLst>
                                    <p:cond evt="begin" delay="0">
                                      <p:tn val="35"/>
                                    </p:cond>
                                  </p:end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
                                            <p:txEl>
                                              <p:pRg st="0" end="0"/>
                                            </p:txEl>
                                          </p:spTgt>
                                        </p:tgtEl>
                                        <p:attrNameLst>
                                          <p:attrName>style.visibility</p:attrName>
                                        </p:attrNameLst>
                                      </p:cBhvr>
                                      <p:to>
                                        <p:strVal val="visible"/>
                                      </p:to>
                                    </p:set>
                                    <p:animEffect transition="in" filter="fade">
                                      <p:cBhvr>
                                        <p:cTn id="40" dur="500"/>
                                        <p:tgtEl>
                                          <p:spTgt spid="4">
                                            <p:txEl>
                                              <p:pRg st="0" end="0"/>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Effect transition="in" filter="fade">
                                      <p:cBhvr>
                                        <p:cTn id="43" dur="500"/>
                                        <p:tgtEl>
                                          <p:spTgt spid="9">
                                            <p:txEl>
                                              <p:pRg st="0" end="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4">
                                            <p:bg/>
                                          </p:spTgt>
                                        </p:tgtEl>
                                        <p:attrNameLst>
                                          <p:attrName>style.visibility</p:attrName>
                                        </p:attrNameLst>
                                      </p:cBhvr>
                                      <p:to>
                                        <p:strVal val="visible"/>
                                      </p:to>
                                    </p:set>
                                    <p:animEffect transition="in" filter="fade">
                                      <p:cBhvr>
                                        <p:cTn id="46" dur="500"/>
                                        <p:tgtEl>
                                          <p:spTgt spid="34">
                                            <p:bg/>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4">
                                            <p:txEl>
                                              <p:pRg st="0" end="0"/>
                                            </p:txEl>
                                          </p:spTgt>
                                        </p:tgtEl>
                                        <p:attrNameLst>
                                          <p:attrName>style.visibility</p:attrName>
                                        </p:attrNameLst>
                                      </p:cBhvr>
                                      <p:to>
                                        <p:strVal val="visible"/>
                                      </p:to>
                                    </p:set>
                                    <p:animEffect transition="in" filter="fade">
                                      <p:cBhvr>
                                        <p:cTn id="49" dur="500"/>
                                        <p:tgtEl>
                                          <p:spTgt spid="34">
                                            <p:txEl>
                                              <p:pRg st="0" end="0"/>
                                            </p:txEl>
                                          </p:spTgt>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5">
                                            <p:bg/>
                                          </p:spTgt>
                                        </p:tgtEl>
                                        <p:attrNameLst>
                                          <p:attrName>style.visibility</p:attrName>
                                        </p:attrNameLst>
                                      </p:cBhvr>
                                      <p:to>
                                        <p:strVal val="visible"/>
                                      </p:to>
                                    </p:set>
                                    <p:animEffect transition="in" filter="fade">
                                      <p:cBhvr>
                                        <p:cTn id="52" dur="500"/>
                                        <p:tgtEl>
                                          <p:spTgt spid="35">
                                            <p:bg/>
                                          </p:spTgt>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5">
                                            <p:txEl>
                                              <p:pRg st="0" end="0"/>
                                            </p:txEl>
                                          </p:spTgt>
                                        </p:tgtEl>
                                        <p:attrNameLst>
                                          <p:attrName>style.visibility</p:attrName>
                                        </p:attrNameLst>
                                      </p:cBhvr>
                                      <p:to>
                                        <p:strVal val="visible"/>
                                      </p:to>
                                    </p:set>
                                    <p:animEffect transition="in" filter="fade">
                                      <p:cBhvr>
                                        <p:cTn id="55" dur="500"/>
                                        <p:tgtEl>
                                          <p:spTgt spid="35">
                                            <p:txEl>
                                              <p:pRg st="0" end="0"/>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6">
                                            <p:bg/>
                                          </p:spTgt>
                                        </p:tgtEl>
                                        <p:attrNameLst>
                                          <p:attrName>style.visibility</p:attrName>
                                        </p:attrNameLst>
                                      </p:cBhvr>
                                      <p:to>
                                        <p:strVal val="visible"/>
                                      </p:to>
                                    </p:set>
                                    <p:animEffect transition="in" filter="fade">
                                      <p:cBhvr>
                                        <p:cTn id="58" dur="500"/>
                                        <p:tgtEl>
                                          <p:spTgt spid="36">
                                            <p:bg/>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6">
                                            <p:txEl>
                                              <p:pRg st="0" end="0"/>
                                            </p:txEl>
                                          </p:spTgt>
                                        </p:tgtEl>
                                        <p:attrNameLst>
                                          <p:attrName>style.visibility</p:attrName>
                                        </p:attrNameLst>
                                      </p:cBhvr>
                                      <p:to>
                                        <p:strVal val="visible"/>
                                      </p:to>
                                    </p:set>
                                    <p:animEffect transition="in" filter="fade">
                                      <p:cBhvr>
                                        <p:cTn id="61" dur="500"/>
                                        <p:tgtEl>
                                          <p:spTgt spid="36">
                                            <p:txEl>
                                              <p:pRg st="0" end="0"/>
                                            </p:txEl>
                                          </p:spTgt>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7">
                                            <p:bg/>
                                          </p:spTgt>
                                        </p:tgtEl>
                                        <p:attrNameLst>
                                          <p:attrName>style.visibility</p:attrName>
                                        </p:attrNameLst>
                                      </p:cBhvr>
                                      <p:to>
                                        <p:strVal val="visible"/>
                                      </p:to>
                                    </p:set>
                                    <p:animEffect transition="in" filter="fade">
                                      <p:cBhvr>
                                        <p:cTn id="64" dur="500"/>
                                        <p:tgtEl>
                                          <p:spTgt spid="37">
                                            <p:bg/>
                                          </p:spTgt>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7">
                                            <p:txEl>
                                              <p:pRg st="0" end="0"/>
                                            </p:txEl>
                                          </p:spTgt>
                                        </p:tgtEl>
                                        <p:attrNameLst>
                                          <p:attrName>style.visibility</p:attrName>
                                        </p:attrNameLst>
                                      </p:cBhvr>
                                      <p:to>
                                        <p:strVal val="visible"/>
                                      </p:to>
                                    </p:set>
                                    <p:animEffect transition="in" filter="fade">
                                      <p:cBhvr>
                                        <p:cTn id="67" dur="500"/>
                                        <p:tgtEl>
                                          <p:spTgt spid="37">
                                            <p:txEl>
                                              <p:pRg st="0" end="0"/>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8">
                                            <p:bg/>
                                          </p:spTgt>
                                        </p:tgtEl>
                                        <p:attrNameLst>
                                          <p:attrName>style.visibility</p:attrName>
                                        </p:attrNameLst>
                                      </p:cBhvr>
                                      <p:to>
                                        <p:strVal val="visible"/>
                                      </p:to>
                                    </p:set>
                                    <p:animEffect transition="in" filter="fade">
                                      <p:cBhvr>
                                        <p:cTn id="70" dur="500"/>
                                        <p:tgtEl>
                                          <p:spTgt spid="38">
                                            <p:bg/>
                                          </p:spTgt>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8">
                                            <p:txEl>
                                              <p:pRg st="0" end="0"/>
                                            </p:txEl>
                                          </p:spTgt>
                                        </p:tgtEl>
                                        <p:attrNameLst>
                                          <p:attrName>style.visibility</p:attrName>
                                        </p:attrNameLst>
                                      </p:cBhvr>
                                      <p:to>
                                        <p:strVal val="visible"/>
                                      </p:to>
                                    </p:set>
                                    <p:animEffect transition="in" filter="fade">
                                      <p:cBhvr>
                                        <p:cTn id="73" dur="500"/>
                                        <p:tgtEl>
                                          <p:spTgt spid="38">
                                            <p:txEl>
                                              <p:pRg st="0" end="0"/>
                                            </p:txEl>
                                          </p:spTgt>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9">
                                            <p:bg/>
                                          </p:spTgt>
                                        </p:tgtEl>
                                        <p:attrNameLst>
                                          <p:attrName>style.visibility</p:attrName>
                                        </p:attrNameLst>
                                      </p:cBhvr>
                                      <p:to>
                                        <p:strVal val="visible"/>
                                      </p:to>
                                    </p:set>
                                    <p:animEffect transition="in" filter="fade">
                                      <p:cBhvr>
                                        <p:cTn id="76" dur="500"/>
                                        <p:tgtEl>
                                          <p:spTgt spid="39">
                                            <p:bg/>
                                          </p:spTgt>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9">
                                            <p:txEl>
                                              <p:pRg st="0" end="0"/>
                                            </p:txEl>
                                          </p:spTgt>
                                        </p:tgtEl>
                                        <p:attrNameLst>
                                          <p:attrName>style.visibility</p:attrName>
                                        </p:attrNameLst>
                                      </p:cBhvr>
                                      <p:to>
                                        <p:strVal val="visible"/>
                                      </p:to>
                                    </p:set>
                                    <p:animEffect transition="in" filter="fade">
                                      <p:cBhvr>
                                        <p:cTn id="79" dur="500"/>
                                        <p:tgtEl>
                                          <p:spTgt spid="39">
                                            <p:txEl>
                                              <p:pRg st="0" end="0"/>
                                            </p:txEl>
                                          </p:spTgt>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0">
                                            <p:bg/>
                                          </p:spTgt>
                                        </p:tgtEl>
                                        <p:attrNameLst>
                                          <p:attrName>style.visibility</p:attrName>
                                        </p:attrNameLst>
                                      </p:cBhvr>
                                      <p:to>
                                        <p:strVal val="visible"/>
                                      </p:to>
                                    </p:set>
                                    <p:animEffect transition="in" filter="fade">
                                      <p:cBhvr>
                                        <p:cTn id="82" dur="500"/>
                                        <p:tgtEl>
                                          <p:spTgt spid="40">
                                            <p:bg/>
                                          </p:spTgt>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0">
                                            <p:txEl>
                                              <p:pRg st="0" end="0"/>
                                            </p:txEl>
                                          </p:spTgt>
                                        </p:tgtEl>
                                        <p:attrNameLst>
                                          <p:attrName>style.visibility</p:attrName>
                                        </p:attrNameLst>
                                      </p:cBhvr>
                                      <p:to>
                                        <p:strVal val="visible"/>
                                      </p:to>
                                    </p:set>
                                    <p:animEffect transition="in" filter="fade">
                                      <p:cBhvr>
                                        <p:cTn id="85" dur="500"/>
                                        <p:tgtEl>
                                          <p:spTgt spid="40">
                                            <p:txEl>
                                              <p:pRg st="0" end="0"/>
                                            </p:txEl>
                                          </p:spTgt>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1">
                                            <p:bg/>
                                          </p:spTgt>
                                        </p:tgtEl>
                                        <p:attrNameLst>
                                          <p:attrName>style.visibility</p:attrName>
                                        </p:attrNameLst>
                                      </p:cBhvr>
                                      <p:to>
                                        <p:strVal val="visible"/>
                                      </p:to>
                                    </p:set>
                                    <p:animEffect transition="in" filter="fade">
                                      <p:cBhvr>
                                        <p:cTn id="88" dur="500"/>
                                        <p:tgtEl>
                                          <p:spTgt spid="41">
                                            <p:bg/>
                                          </p:spTgt>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1">
                                            <p:txEl>
                                              <p:pRg st="0" end="0"/>
                                            </p:txEl>
                                          </p:spTgt>
                                        </p:tgtEl>
                                        <p:attrNameLst>
                                          <p:attrName>style.visibility</p:attrName>
                                        </p:attrNameLst>
                                      </p:cBhvr>
                                      <p:to>
                                        <p:strVal val="visible"/>
                                      </p:to>
                                    </p:set>
                                    <p:animEffect transition="in" filter="fade">
                                      <p:cBhvr>
                                        <p:cTn id="91" dur="500"/>
                                        <p:tgtEl>
                                          <p:spTgt spid="41">
                                            <p:txEl>
                                              <p:pRg st="0" end="0"/>
                                            </p:txEl>
                                          </p:spTgt>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2">
                                            <p:bg/>
                                          </p:spTgt>
                                        </p:tgtEl>
                                        <p:attrNameLst>
                                          <p:attrName>style.visibility</p:attrName>
                                        </p:attrNameLst>
                                      </p:cBhvr>
                                      <p:to>
                                        <p:strVal val="visible"/>
                                      </p:to>
                                    </p:set>
                                    <p:animEffect transition="in" filter="fade">
                                      <p:cBhvr>
                                        <p:cTn id="94" dur="500"/>
                                        <p:tgtEl>
                                          <p:spTgt spid="42">
                                            <p:bg/>
                                          </p:spTgt>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2">
                                            <p:txEl>
                                              <p:pRg st="0" end="0"/>
                                            </p:txEl>
                                          </p:spTgt>
                                        </p:tgtEl>
                                        <p:attrNameLst>
                                          <p:attrName>style.visibility</p:attrName>
                                        </p:attrNameLst>
                                      </p:cBhvr>
                                      <p:to>
                                        <p:strVal val="visible"/>
                                      </p:to>
                                    </p:set>
                                    <p:animEffect transition="in" filter="fade">
                                      <p:cBhvr>
                                        <p:cTn id="97" dur="500"/>
                                        <p:tgtEl>
                                          <p:spTgt spid="42">
                                            <p:txEl>
                                              <p:pRg st="0" end="0"/>
                                            </p:txEl>
                                          </p:spTgt>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3">
                                            <p:bg/>
                                          </p:spTgt>
                                        </p:tgtEl>
                                        <p:attrNameLst>
                                          <p:attrName>style.visibility</p:attrName>
                                        </p:attrNameLst>
                                      </p:cBhvr>
                                      <p:to>
                                        <p:strVal val="visible"/>
                                      </p:to>
                                    </p:set>
                                    <p:animEffect transition="in" filter="fade">
                                      <p:cBhvr>
                                        <p:cTn id="100" dur="500"/>
                                        <p:tgtEl>
                                          <p:spTgt spid="43">
                                            <p:bg/>
                                          </p:spTgt>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3">
                                            <p:txEl>
                                              <p:pRg st="0" end="0"/>
                                            </p:txEl>
                                          </p:spTgt>
                                        </p:tgtEl>
                                        <p:attrNameLst>
                                          <p:attrName>style.visibility</p:attrName>
                                        </p:attrNameLst>
                                      </p:cBhvr>
                                      <p:to>
                                        <p:strVal val="visible"/>
                                      </p:to>
                                    </p:set>
                                    <p:animEffect transition="in" filter="fade">
                                      <p:cBhvr>
                                        <p:cTn id="103" dur="500"/>
                                        <p:tgtEl>
                                          <p:spTgt spid="43">
                                            <p:txEl>
                                              <p:pRg st="0" end="0"/>
                                            </p:txEl>
                                          </p:spTgt>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bg/>
                                          </p:spTgt>
                                        </p:tgtEl>
                                        <p:attrNameLst>
                                          <p:attrName>style.visibility</p:attrName>
                                        </p:attrNameLst>
                                      </p:cBhvr>
                                      <p:to>
                                        <p:strVal val="visible"/>
                                      </p:to>
                                    </p:set>
                                    <p:animEffect transition="in" filter="fade">
                                      <p:cBhvr>
                                        <p:cTn id="106" dur="500"/>
                                        <p:tgtEl>
                                          <p:spTgt spid="44">
                                            <p:bg/>
                                          </p:spTgt>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4">
                                            <p:txEl>
                                              <p:pRg st="0" end="0"/>
                                            </p:txEl>
                                          </p:spTgt>
                                        </p:tgtEl>
                                        <p:attrNameLst>
                                          <p:attrName>style.visibility</p:attrName>
                                        </p:attrNameLst>
                                      </p:cBhvr>
                                      <p:to>
                                        <p:strVal val="visible"/>
                                      </p:to>
                                    </p:set>
                                    <p:animEffect transition="in" filter="fade">
                                      <p:cBhvr>
                                        <p:cTn id="109" dur="500"/>
                                        <p:tgtEl>
                                          <p:spTgt spid="44">
                                            <p:txEl>
                                              <p:pRg st="0" end="0"/>
                                            </p:txEl>
                                          </p:spTgt>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5">
                                            <p:bg/>
                                          </p:spTgt>
                                        </p:tgtEl>
                                        <p:attrNameLst>
                                          <p:attrName>style.visibility</p:attrName>
                                        </p:attrNameLst>
                                      </p:cBhvr>
                                      <p:to>
                                        <p:strVal val="visible"/>
                                      </p:to>
                                    </p:set>
                                    <p:animEffect transition="in" filter="fade">
                                      <p:cBhvr>
                                        <p:cTn id="112" dur="500"/>
                                        <p:tgtEl>
                                          <p:spTgt spid="45">
                                            <p:bg/>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5">
                                            <p:txEl>
                                              <p:pRg st="0" end="0"/>
                                            </p:txEl>
                                          </p:spTgt>
                                        </p:tgtEl>
                                        <p:attrNameLst>
                                          <p:attrName>style.visibility</p:attrName>
                                        </p:attrNameLst>
                                      </p:cBhvr>
                                      <p:to>
                                        <p:strVal val="visible"/>
                                      </p:to>
                                    </p:set>
                                    <p:animEffect transition="in" filter="fade">
                                      <p:cBhvr>
                                        <p:cTn id="115" dur="500"/>
                                        <p:tgtEl>
                                          <p:spTgt spid="45">
                                            <p:txEl>
                                              <p:pRg st="0" end="0"/>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6">
                                            <p:bg/>
                                          </p:spTgt>
                                        </p:tgtEl>
                                        <p:attrNameLst>
                                          <p:attrName>style.visibility</p:attrName>
                                        </p:attrNameLst>
                                      </p:cBhvr>
                                      <p:to>
                                        <p:strVal val="visible"/>
                                      </p:to>
                                    </p:set>
                                    <p:animEffect transition="in" filter="fade">
                                      <p:cBhvr>
                                        <p:cTn id="118" dur="500"/>
                                        <p:tgtEl>
                                          <p:spTgt spid="46">
                                            <p:bg/>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6">
                                            <p:txEl>
                                              <p:pRg st="0" end="0"/>
                                            </p:txEl>
                                          </p:spTgt>
                                        </p:tgtEl>
                                        <p:attrNameLst>
                                          <p:attrName>style.visibility</p:attrName>
                                        </p:attrNameLst>
                                      </p:cBhvr>
                                      <p:to>
                                        <p:strVal val="visible"/>
                                      </p:to>
                                    </p:set>
                                    <p:animEffect transition="in" filter="fade">
                                      <p:cBhvr>
                                        <p:cTn id="121" dur="500"/>
                                        <p:tgtEl>
                                          <p:spTgt spid="46">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7">
                                            <p:bg/>
                                          </p:spTgt>
                                        </p:tgtEl>
                                        <p:attrNameLst>
                                          <p:attrName>style.visibility</p:attrName>
                                        </p:attrNameLst>
                                      </p:cBhvr>
                                      <p:to>
                                        <p:strVal val="visible"/>
                                      </p:to>
                                    </p:set>
                                    <p:animEffect transition="in" filter="fade">
                                      <p:cBhvr>
                                        <p:cTn id="124" dur="500"/>
                                        <p:tgtEl>
                                          <p:spTgt spid="47">
                                            <p:bg/>
                                          </p:spTgt>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7">
                                            <p:txEl>
                                              <p:pRg st="0" end="0"/>
                                            </p:txEl>
                                          </p:spTgt>
                                        </p:tgtEl>
                                        <p:attrNameLst>
                                          <p:attrName>style.visibility</p:attrName>
                                        </p:attrNameLst>
                                      </p:cBhvr>
                                      <p:to>
                                        <p:strVal val="visible"/>
                                      </p:to>
                                    </p:set>
                                    <p:animEffect transition="in" filter="fade">
                                      <p:cBhvr>
                                        <p:cTn id="127" dur="500"/>
                                        <p:tgtEl>
                                          <p:spTgt spid="47">
                                            <p:txEl>
                                              <p:pRg st="0" end="0"/>
                                            </p:txEl>
                                          </p:spTgt>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Effect transition="in" filter="fade">
                                      <p:cBhvr>
                                        <p:cTn id="130" dur="500"/>
                                        <p:tgtEl>
                                          <p:spTgt spid="4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49">
                                            <p:bg/>
                                          </p:spTgt>
                                        </p:tgtEl>
                                        <p:attrNameLst>
                                          <p:attrName>style.visibility</p:attrName>
                                        </p:attrNameLst>
                                      </p:cBhvr>
                                      <p:to>
                                        <p:strVal val="visible"/>
                                      </p:to>
                                    </p:set>
                                    <p:animEffect transition="in" filter="fade">
                                      <p:cBhvr>
                                        <p:cTn id="133" dur="500"/>
                                        <p:tgtEl>
                                          <p:spTgt spid="49">
                                            <p:bg/>
                                          </p:spTgt>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9">
                                            <p:txEl>
                                              <p:pRg st="0" end="0"/>
                                            </p:txEl>
                                          </p:spTgt>
                                        </p:tgtEl>
                                        <p:attrNameLst>
                                          <p:attrName>style.visibility</p:attrName>
                                        </p:attrNameLst>
                                      </p:cBhvr>
                                      <p:to>
                                        <p:strVal val="visible"/>
                                      </p:to>
                                    </p:set>
                                    <p:animEffect transition="in" filter="fade">
                                      <p:cBhvr>
                                        <p:cTn id="136" dur="500"/>
                                        <p:tgtEl>
                                          <p:spTgt spid="49">
                                            <p:txEl>
                                              <p:pRg st="0" end="0"/>
                                            </p:txEl>
                                          </p:spTgt>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50">
                                            <p:bg/>
                                          </p:spTgt>
                                        </p:tgtEl>
                                        <p:attrNameLst>
                                          <p:attrName>style.visibility</p:attrName>
                                        </p:attrNameLst>
                                      </p:cBhvr>
                                      <p:to>
                                        <p:strVal val="visible"/>
                                      </p:to>
                                    </p:set>
                                    <p:animEffect transition="in" filter="fade">
                                      <p:cBhvr>
                                        <p:cTn id="139" dur="500"/>
                                        <p:tgtEl>
                                          <p:spTgt spid="50">
                                            <p:bg/>
                                          </p:spTgt>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50">
                                            <p:txEl>
                                              <p:pRg st="0" end="0"/>
                                            </p:txEl>
                                          </p:spTgt>
                                        </p:tgtEl>
                                        <p:attrNameLst>
                                          <p:attrName>style.visibility</p:attrName>
                                        </p:attrNameLst>
                                      </p:cBhvr>
                                      <p:to>
                                        <p:strVal val="visible"/>
                                      </p:to>
                                    </p:set>
                                    <p:animEffect transition="in" filter="fade">
                                      <p:cBhvr>
                                        <p:cTn id="142" dur="500"/>
                                        <p:tgtEl>
                                          <p:spTgt spid="50">
                                            <p:txEl>
                                              <p:pRg st="0" end="0"/>
                                            </p:txEl>
                                          </p:spTgt>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51">
                                            <p:bg/>
                                          </p:spTgt>
                                        </p:tgtEl>
                                        <p:attrNameLst>
                                          <p:attrName>style.visibility</p:attrName>
                                        </p:attrNameLst>
                                      </p:cBhvr>
                                      <p:to>
                                        <p:strVal val="visible"/>
                                      </p:to>
                                    </p:set>
                                    <p:animEffect transition="in" filter="fade">
                                      <p:cBhvr>
                                        <p:cTn id="145" dur="500"/>
                                        <p:tgtEl>
                                          <p:spTgt spid="51">
                                            <p:bg/>
                                          </p:spTgt>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1">
                                            <p:txEl>
                                              <p:pRg st="0" end="0"/>
                                            </p:txEl>
                                          </p:spTgt>
                                        </p:tgtEl>
                                        <p:attrNameLst>
                                          <p:attrName>style.visibility</p:attrName>
                                        </p:attrNameLst>
                                      </p:cBhvr>
                                      <p:to>
                                        <p:strVal val="visible"/>
                                      </p:to>
                                    </p:set>
                                    <p:animEffect transition="in" filter="fade">
                                      <p:cBhvr>
                                        <p:cTn id="148" dur="500"/>
                                        <p:tgtEl>
                                          <p:spTgt spid="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tmplLst>
          <p:tmpl>
            <p:tnLst>
              <p:par>
                <p:cTn presetID="10"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2"/>
                        </p:tgtEl>
                        <p:attrNameLst>
                          <p:attrName>style.visibility</p:attrName>
                        </p:attrNameLst>
                      </p:cBhvr>
                      <p:to>
                        <p:strVal val="visible"/>
                      </p:to>
                    </p:set>
                    <p:animEffect transition="in" filter="fade">
                      <p:cBhvr>
                        <p:cTn dur="500"/>
                        <p:tgtEl>
                          <p:spTgt spid="12"/>
                        </p:tgtEl>
                      </p:cBhvr>
                    </p:animEffect>
                  </p:childTnLst>
                </p:cTn>
              </p:par>
            </p:tnLst>
          </p:tmpl>
        </p:tmplLst>
      </p:bldP>
      <p:bldP spid="13" grpId="0" build="p" animBg="1">
        <p:tmplLst>
          <p:tmpl>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4" grpId="0"/>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1" grpId="0" build="p" animBg="1">
        <p:tmplLst>
          <p:tmpl>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 lvl="1">
            <p:tnLst>
              <p:par>
                <p:cTn presetID="10" presetClass="entr" presetSubtype="0" fill="hold" nodeType="withEffect" nodePh="1">
                  <p:stCondLst>
                    <p:cond delay="0"/>
                  </p:stCondLst>
                  <p:endCondLst>
                    <p:cond delay="0"/>
                  </p:end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0" grpId="0"/>
      <p:bldP spid="15" grpId="0"/>
      <p:bldP spid="4" grpId="0" build="p">
        <p:tmplLst>
          <p:tmpl lvl="1">
            <p:tnLst>
              <p:par>
                <p:cTn presetID="10" presetClass="entr" presetSubtype="0" fill="hold" nodeType="with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34" grpId="0" build="p"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35" grpId="0" build="p" animBg="1">
        <p:tmplLst>
          <p:tmpl>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500"/>
                        <p:tgtEl>
                          <p:spTgt spid="35"/>
                        </p:tgtEl>
                      </p:cBhvr>
                    </p:animEffect>
                  </p:childTnLst>
                </p:cTn>
              </p:par>
            </p:tnLst>
          </p:tmpl>
        </p:tmplLst>
      </p:bldP>
      <p:bldP spid="36" grpId="0" build="p" animBg="1">
        <p:tmplLst>
          <p:tmpl>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500"/>
                        <p:tgtEl>
                          <p:spTgt spid="36"/>
                        </p:tgtEl>
                      </p:cBhvr>
                    </p:animEffect>
                  </p:childTnLst>
                </p:cTn>
              </p:par>
            </p:tnLst>
          </p:tmpl>
        </p:tmplLst>
      </p:bldP>
      <p:bldP spid="37" grpId="0" build="p" animBg="1">
        <p:tmplLst>
          <p:tmpl>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500"/>
                        <p:tgtEl>
                          <p:spTgt spid="37"/>
                        </p:tgtEl>
                      </p:cBhvr>
                    </p:animEffect>
                  </p:childTnLst>
                </p:cTn>
              </p:par>
            </p:tnLst>
          </p:tmpl>
        </p:tmplLst>
      </p:bldP>
      <p:bldP spid="38" grpId="0" build="p" animBg="1">
        <p:tmplLst>
          <p:tmpl>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500"/>
                        <p:tgtEl>
                          <p:spTgt spid="38"/>
                        </p:tgtEl>
                      </p:cBhvr>
                    </p:animEffect>
                  </p:childTnLst>
                </p:cTn>
              </p:par>
            </p:tnLst>
          </p:tmpl>
        </p:tmplLst>
      </p:bldP>
      <p:bldP spid="39" grpId="0" build="p" animBg="1">
        <p:tmplLst>
          <p:tmpl>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500"/>
                        <p:tgtEl>
                          <p:spTgt spid="39"/>
                        </p:tgtEl>
                      </p:cBhvr>
                    </p:animEffect>
                  </p:childTnLst>
                </p:cTn>
              </p:par>
            </p:tnLst>
          </p:tmpl>
        </p:tmplLst>
      </p:bldP>
      <p:bldP spid="40" grpId="0" build="p" animBg="1">
        <p:tmplLst>
          <p:tmpl>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500"/>
                        <p:tgtEl>
                          <p:spTgt spid="40"/>
                        </p:tgtEl>
                      </p:cBhvr>
                    </p:animEffect>
                  </p:childTnLst>
                </p:cTn>
              </p:par>
            </p:tnLst>
          </p:tmpl>
        </p:tmplLst>
      </p:bldP>
      <p:bldP spid="41" grpId="0" build="p" animBg="1">
        <p:tmplLst>
          <p:tmpl>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500"/>
                        <p:tgtEl>
                          <p:spTgt spid="41"/>
                        </p:tgtEl>
                      </p:cBhvr>
                    </p:animEffect>
                  </p:childTnLst>
                </p:cTn>
              </p:par>
            </p:tnLst>
          </p:tmpl>
        </p:tmplLst>
      </p:bldP>
      <p:bldP spid="42" grpId="0" build="p" animBg="1">
        <p:tmplLst>
          <p:tmpl>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500"/>
                        <p:tgtEl>
                          <p:spTgt spid="42"/>
                        </p:tgtEl>
                      </p:cBhvr>
                    </p:animEffect>
                  </p:childTnLst>
                </p:cTn>
              </p:par>
            </p:tnLst>
          </p:tmpl>
        </p:tmplLst>
      </p:bldP>
      <p:bldP spid="43" grpId="0" build="p" animBg="1">
        <p:tmplLst>
          <p:tmpl>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animBg="1">
        <p:tmplLst>
          <p:tmpl>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5" grpId="0" build="p" animBg="1">
        <p:tmplLst>
          <p:tmpl>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Lst>
      </p:bldP>
      <p:bldP spid="46" grpId="0" build="p" animBg="1">
        <p:tmplLst>
          <p:tmpl>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500"/>
                        <p:tgtEl>
                          <p:spTgt spid="46"/>
                        </p:tgtEl>
                      </p:cBhvr>
                    </p:animEffect>
                  </p:childTnLst>
                </p:cTn>
              </p:par>
            </p:tnLst>
          </p:tmpl>
        </p:tmplLst>
      </p:bldP>
      <p:bldP spid="47" grpId="0" build="p" animBg="1">
        <p:tmplLst>
          <p:tmpl>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500"/>
                        <p:tgtEl>
                          <p:spTgt spid="47"/>
                        </p:tgtEl>
                      </p:cBhvr>
                    </p:animEffect>
                  </p:childTnLst>
                </p:cTn>
              </p:par>
            </p:tnLst>
          </p:tmpl>
        </p:tmplLst>
      </p:bldP>
      <p:bldP spid="49" grpId="0" build="p" animBg="1">
        <p:tmplLst>
          <p:tmpl>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500"/>
                        <p:tgtEl>
                          <p:spTgt spid="49"/>
                        </p:tgtEl>
                      </p:cBhvr>
                    </p:animEffect>
                  </p:childTnLst>
                </p:cTn>
              </p:par>
            </p:tnLst>
          </p:tmpl>
        </p:tmplLst>
      </p:bldP>
      <p:bldP spid="50" grpId="0" build="p" animBg="1">
        <p:tmplLst>
          <p:tmpl>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500"/>
                        <p:tgtEl>
                          <p:spTgt spid="50"/>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500"/>
                        <p:tgtEl>
                          <p:spTgt spid="50"/>
                        </p:tgtEl>
                      </p:cBhvr>
                    </p:animEffect>
                  </p:childTnLst>
                </p:cTn>
              </p:par>
            </p:tnLst>
          </p:tmpl>
        </p:tmplLst>
      </p:bldP>
      <p:bldP spid="51" grpId="0" build="p" animBg="1">
        <p:tmplLst>
          <p:tmpl>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500"/>
                        <p:tgtEl>
                          <p:spTgt spid="51"/>
                        </p:tgtEl>
                      </p:cBhvr>
                    </p:animEffect>
                  </p:childTnLst>
                </p:cTn>
              </p:par>
            </p:tnLst>
          </p:tmpl>
        </p:tmplLst>
      </p:bldP>
      <p:bldP spid="4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0" cap="none"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4" name="highlight">
            <a:extLst>
              <a:ext uri="{FF2B5EF4-FFF2-40B4-BE49-F238E27FC236}">
                <a16:creationId xmlns:a16="http://schemas.microsoft.com/office/drawing/2014/main" id="{C61CF084-E13F-49CD-A369-86E5602DA44D}"/>
              </a:ext>
            </a:extLst>
          </p:cNvPr>
          <p:cNvSpPr>
            <a:spLocks noGrp="1"/>
          </p:cNvSpPr>
          <p:nvPr>
            <p:ph sz="quarter" idx="22" hasCustomPrompt="1"/>
          </p:nvPr>
        </p:nvSpPr>
        <p:spPr>
          <a:xfrm>
            <a:off x="58311" y="542302"/>
            <a:ext cx="1450450" cy="306387"/>
          </a:xfrm>
          <a:prstGeom prst="roundRect">
            <a:avLst>
              <a:gd name="adj" fmla="val 22360"/>
            </a:avLst>
          </a:prstGeom>
          <a:solidFill>
            <a:srgbClr val="057A84"/>
          </a:solidFill>
          <a:ln>
            <a:noFill/>
          </a:ln>
        </p:spPr>
        <p:txBody>
          <a:bodyPr anchor="ctr"/>
          <a:lstStyle>
            <a:lvl1pPr algn="ctr">
              <a:buNone/>
              <a:defRPr sz="9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callout">
            <a:extLst>
              <a:ext uri="{FF2B5EF4-FFF2-40B4-BE49-F238E27FC236}">
                <a16:creationId xmlns:a16="http://schemas.microsoft.com/office/drawing/2014/main" id="{24980923-FB96-4E12-B290-EAFB8C34AF3B}"/>
              </a:ext>
            </a:extLst>
          </p:cNvPr>
          <p:cNvSpPr>
            <a:spLocks noGrp="1"/>
          </p:cNvSpPr>
          <p:nvPr>
            <p:ph type="body" sz="quarter" idx="23" hasCustomPrompt="1"/>
          </p:nvPr>
        </p:nvSpPr>
        <p:spPr>
          <a:xfrm>
            <a:off x="3836988" y="3257550"/>
            <a:ext cx="3006725" cy="444500"/>
          </a:xfrm>
          <a:prstGeom prst="roundRect">
            <a:avLst>
              <a:gd name="adj" fmla="val 26137"/>
            </a:avLst>
          </a:prstGeom>
          <a:solidFill>
            <a:srgbClr val="014A81"/>
          </a:solidFill>
        </p:spPr>
        <p:txBody>
          <a:bodyPr anchor="ctr"/>
          <a:lstStyle>
            <a:lvl1pPr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05027"/>
            <a:ext cx="7603461" cy="209973"/>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
        <p:nvSpPr>
          <p:cNvPr id="16" name="leader">
            <a:extLst>
              <a:ext uri="{FF2B5EF4-FFF2-40B4-BE49-F238E27FC236}">
                <a16:creationId xmlns:a16="http://schemas.microsoft.com/office/drawing/2014/main" id="{C02578DB-0DB7-4085-90A0-F5FFA0FA8DCA}"/>
              </a:ext>
            </a:extLst>
          </p:cNvPr>
          <p:cNvSpPr>
            <a:spLocks noGrp="1"/>
          </p:cNvSpPr>
          <p:nvPr>
            <p:ph type="body" sz="quarter" idx="25" hasCustomPrompt="1"/>
          </p:nvPr>
        </p:nvSpPr>
        <p:spPr>
          <a:xfrm>
            <a:off x="6108192" y="5093208"/>
            <a:ext cx="2837543" cy="415925"/>
          </a:xfrm>
          <a:prstGeom prst="rect">
            <a:avLst/>
          </a:prstGeom>
        </p:spPr>
        <p:txBody>
          <a:bodyPr anchor="ctr"/>
          <a:lstStyle>
            <a:lvl1pPr marL="0" indent="0" algn="r">
              <a:buNone/>
              <a:defRPr cap="small" baseline="0">
                <a:solidFill>
                  <a:schemeClr val="bg1"/>
                </a:solidFill>
                <a:latin typeface="Avenir Next LT Pro" panose="020B0504020202020204" pitchFamily="34" charset="0"/>
              </a:defRPr>
            </a:lvl1pPr>
          </a:lstStyle>
          <a:p>
            <a:pPr lvl="0"/>
            <a:r>
              <a:rPr lang="en-US" dirty="0"/>
              <a:t>Leader</a:t>
            </a:r>
          </a:p>
        </p:txBody>
      </p:sp>
    </p:spTree>
    <p:extLst>
      <p:ext uri="{BB962C8B-B14F-4D97-AF65-F5344CB8AC3E}">
        <p14:creationId xmlns:p14="http://schemas.microsoft.com/office/powerpoint/2010/main" val="207884699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28" name="highlight">
            <a:extLst>
              <a:ext uri="{FF2B5EF4-FFF2-40B4-BE49-F238E27FC236}">
                <a16:creationId xmlns:a16="http://schemas.microsoft.com/office/drawing/2014/main" id="{A33580DC-3D3A-465D-96F6-1519354675F4}"/>
              </a:ext>
            </a:extLst>
          </p:cNvPr>
          <p:cNvSpPr>
            <a:spLocks noGrp="1"/>
          </p:cNvSpPr>
          <p:nvPr>
            <p:ph type="body" sz="quarter" idx="36" hasCustomPrompt="1"/>
          </p:nvPr>
        </p:nvSpPr>
        <p:spPr>
          <a:xfrm>
            <a:off x="53078" y="482274"/>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1" name="callout">
            <a:extLst>
              <a:ext uri="{FF2B5EF4-FFF2-40B4-BE49-F238E27FC236}">
                <a16:creationId xmlns:a16="http://schemas.microsoft.com/office/drawing/2014/main" id="{5555FF73-0CDC-424B-AD6C-6AA9A6095B25}"/>
              </a:ext>
            </a:extLst>
          </p:cNvPr>
          <p:cNvSpPr>
            <a:spLocks noGrp="1"/>
          </p:cNvSpPr>
          <p:nvPr>
            <p:ph type="body" sz="quarter" idx="38" hasCustomPrompt="1"/>
          </p:nvPr>
        </p:nvSpPr>
        <p:spPr>
          <a:xfrm>
            <a:off x="3410940" y="3270391"/>
            <a:ext cx="166211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507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
        <p:nvSpPr>
          <p:cNvPr id="16" name="leader">
            <a:extLst>
              <a:ext uri="{FF2B5EF4-FFF2-40B4-BE49-F238E27FC236}">
                <a16:creationId xmlns:a16="http://schemas.microsoft.com/office/drawing/2014/main" id="{C02578DB-0DB7-4085-90A0-F5FFA0FA8DCA}"/>
              </a:ext>
            </a:extLst>
          </p:cNvPr>
          <p:cNvSpPr>
            <a:spLocks noGrp="1"/>
          </p:cNvSpPr>
          <p:nvPr>
            <p:ph type="body" sz="quarter" idx="25" hasCustomPrompt="1"/>
          </p:nvPr>
        </p:nvSpPr>
        <p:spPr>
          <a:xfrm>
            <a:off x="6108192" y="5093208"/>
            <a:ext cx="2837543" cy="420624"/>
          </a:xfrm>
          <a:prstGeom prst="rect">
            <a:avLst/>
          </a:prstGeom>
        </p:spPr>
        <p:txBody>
          <a:bodyPr anchor="ctr"/>
          <a:lstStyle>
            <a:lvl1pPr marL="0" indent="0" algn="r">
              <a:buNone/>
              <a:defRPr cap="small" baseline="0">
                <a:solidFill>
                  <a:schemeClr val="bg1"/>
                </a:solidFill>
                <a:latin typeface="Avenir Next LT Pro" panose="020B0504020202020204" pitchFamily="34" charset="0"/>
              </a:defRPr>
            </a:lvl1pPr>
          </a:lstStyle>
          <a:p>
            <a:pPr lvl="0"/>
            <a:r>
              <a:rPr lang="en-US" dirty="0"/>
              <a:t>Leader</a:t>
            </a:r>
          </a:p>
        </p:txBody>
      </p:sp>
      <p:sp>
        <p:nvSpPr>
          <p:cNvPr id="17" name="esp-title">
            <a:extLst>
              <a:ext uri="{FF2B5EF4-FFF2-40B4-BE49-F238E27FC236}">
                <a16:creationId xmlns:a16="http://schemas.microsoft.com/office/drawing/2014/main" id="{DAF42457-8B43-4BE6-8458-681251A8F816}"/>
              </a:ext>
            </a:extLst>
          </p:cNvPr>
          <p:cNvSpPr>
            <a:spLocks noGrp="1"/>
          </p:cNvSpPr>
          <p:nvPr>
            <p:ph type="body" sz="quarter" idx="26" hasCustomPrompt="1"/>
          </p:nvPr>
        </p:nvSpPr>
        <p:spPr>
          <a:xfrm>
            <a:off x="3989109" y="24820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8" name="esp-detail">
            <a:extLst>
              <a:ext uri="{FF2B5EF4-FFF2-40B4-BE49-F238E27FC236}">
                <a16:creationId xmlns:a16="http://schemas.microsoft.com/office/drawing/2014/main" id="{33D4B0F1-EF15-48BB-8E2F-BFC5E757FD1D}"/>
              </a:ext>
            </a:extLst>
          </p:cNvPr>
          <p:cNvSpPr>
            <a:spLocks noGrp="1"/>
          </p:cNvSpPr>
          <p:nvPr>
            <p:ph type="body" sz="quarter" idx="27" hasCustomPrompt="1"/>
          </p:nvPr>
        </p:nvSpPr>
        <p:spPr>
          <a:xfrm>
            <a:off x="4078664" y="10010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19" name="esp-quote">
            <a:extLst>
              <a:ext uri="{FF2B5EF4-FFF2-40B4-BE49-F238E27FC236}">
                <a16:creationId xmlns:a16="http://schemas.microsoft.com/office/drawing/2014/main" id="{7FB4866D-503C-46C5-9CC9-32FA979E397E}"/>
              </a:ext>
            </a:extLst>
          </p:cNvPr>
          <p:cNvSpPr>
            <a:spLocks noGrp="1"/>
          </p:cNvSpPr>
          <p:nvPr>
            <p:ph type="body" sz="quarter" idx="28" hasCustomPrompt="1"/>
          </p:nvPr>
        </p:nvSpPr>
        <p:spPr>
          <a:xfrm>
            <a:off x="4137342" y="41427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20" name="esp-credits">
            <a:extLst>
              <a:ext uri="{FF2B5EF4-FFF2-40B4-BE49-F238E27FC236}">
                <a16:creationId xmlns:a16="http://schemas.microsoft.com/office/drawing/2014/main" id="{F70D7E14-764E-445B-A94F-62EDA7CA65D3}"/>
              </a:ext>
            </a:extLst>
          </p:cNvPr>
          <p:cNvSpPr>
            <a:spLocks noGrp="1"/>
          </p:cNvSpPr>
          <p:nvPr>
            <p:ph type="body" sz="quarter" idx="29" hasCustomPrompt="1"/>
          </p:nvPr>
        </p:nvSpPr>
        <p:spPr>
          <a:xfrm>
            <a:off x="6559844" y="4549012"/>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21" name="esp-reference">
            <a:extLst>
              <a:ext uri="{FF2B5EF4-FFF2-40B4-BE49-F238E27FC236}">
                <a16:creationId xmlns:a16="http://schemas.microsoft.com/office/drawing/2014/main" id="{CBD09730-1303-4D7B-920D-D59F64FC4E5F}"/>
              </a:ext>
            </a:extLst>
          </p:cNvPr>
          <p:cNvSpPr>
            <a:spLocks noGrp="1"/>
          </p:cNvSpPr>
          <p:nvPr>
            <p:ph type="body" sz="quarter" idx="30" hasCustomPrompt="1"/>
          </p:nvPr>
        </p:nvSpPr>
        <p:spPr>
          <a:xfrm>
            <a:off x="4137342" y="46230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22" name="esp-logo">
            <a:extLst>
              <a:ext uri="{FF2B5EF4-FFF2-40B4-BE49-F238E27FC236}">
                <a16:creationId xmlns:a16="http://schemas.microsoft.com/office/drawing/2014/main" id="{A449D713-59D3-43EE-BB66-B5747C9C60A2}"/>
              </a:ext>
            </a:extLst>
          </p:cNvPr>
          <p:cNvSpPr>
            <a:spLocks noGrp="1"/>
          </p:cNvSpPr>
          <p:nvPr>
            <p:ph type="pic" sz="quarter" idx="31" hasCustomPrompt="1"/>
          </p:nvPr>
        </p:nvSpPr>
        <p:spPr>
          <a:xfrm>
            <a:off x="1668537" y="5028697"/>
            <a:ext cx="1828800" cy="457200"/>
          </a:xfrm>
          <a:prstGeom prst="rect">
            <a:avLst/>
          </a:prstGeom>
        </p:spPr>
        <p:txBody>
          <a:bodyPr/>
          <a:lstStyle>
            <a:lvl1pPr>
              <a:buNone/>
              <a:defRPr/>
            </a:lvl1pPr>
          </a:lstStyle>
          <a:p>
            <a:r>
              <a:rPr lang="en-US" dirty="0"/>
              <a:t>logo</a:t>
            </a:r>
          </a:p>
        </p:txBody>
      </p:sp>
      <p:sp>
        <p:nvSpPr>
          <p:cNvPr id="29" name="esp-highlight">
            <a:extLst>
              <a:ext uri="{FF2B5EF4-FFF2-40B4-BE49-F238E27FC236}">
                <a16:creationId xmlns:a16="http://schemas.microsoft.com/office/drawing/2014/main" id="{115545AB-E91A-42DC-8068-AFF72A9D5DA1}"/>
              </a:ext>
            </a:extLst>
          </p:cNvPr>
          <p:cNvSpPr>
            <a:spLocks noGrp="1"/>
          </p:cNvSpPr>
          <p:nvPr>
            <p:ph type="body" sz="quarter" idx="37" hasCustomPrompt="1"/>
          </p:nvPr>
        </p:nvSpPr>
        <p:spPr>
          <a:xfrm>
            <a:off x="53078" y="948681"/>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err="1"/>
              <a:t>esp</a:t>
            </a:r>
            <a:r>
              <a:rPr lang="en-US" dirty="0"/>
              <a:t>-highlight</a:t>
            </a:r>
          </a:p>
        </p:txBody>
      </p:sp>
      <p:sp>
        <p:nvSpPr>
          <p:cNvPr id="24" name="esp-navbar">
            <a:extLst>
              <a:ext uri="{FF2B5EF4-FFF2-40B4-BE49-F238E27FC236}">
                <a16:creationId xmlns:a16="http://schemas.microsoft.com/office/drawing/2014/main" id="{22476951-8E99-4FE9-B8E7-773D03E74096}"/>
              </a:ext>
            </a:extLst>
          </p:cNvPr>
          <p:cNvSpPr>
            <a:spLocks noGrp="1"/>
          </p:cNvSpPr>
          <p:nvPr>
            <p:ph type="body" sz="quarter" idx="33"/>
          </p:nvPr>
        </p:nvSpPr>
        <p:spPr>
          <a:xfrm>
            <a:off x="-79522" y="-8"/>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2" name="esp-callout">
            <a:extLst>
              <a:ext uri="{FF2B5EF4-FFF2-40B4-BE49-F238E27FC236}">
                <a16:creationId xmlns:a16="http://schemas.microsoft.com/office/drawing/2014/main" id="{C89FEC88-BCA8-4440-92B1-D090C9215495}"/>
              </a:ext>
            </a:extLst>
          </p:cNvPr>
          <p:cNvSpPr>
            <a:spLocks noGrp="1"/>
          </p:cNvSpPr>
          <p:nvPr>
            <p:ph type="body" sz="quarter" idx="39" hasCustomPrompt="1"/>
          </p:nvPr>
        </p:nvSpPr>
        <p:spPr>
          <a:xfrm>
            <a:off x="5174349" y="3268712"/>
            <a:ext cx="225245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err="1"/>
              <a:t>esp</a:t>
            </a:r>
            <a:r>
              <a:rPr lang="en-US" dirty="0"/>
              <a:t>-callout</a:t>
            </a:r>
          </a:p>
        </p:txBody>
      </p:sp>
      <p:sp>
        <p:nvSpPr>
          <p:cNvPr id="26" name="esp-copyright">
            <a:extLst>
              <a:ext uri="{FF2B5EF4-FFF2-40B4-BE49-F238E27FC236}">
                <a16:creationId xmlns:a16="http://schemas.microsoft.com/office/drawing/2014/main" id="{9F0726DE-C67E-4CA6-A0DC-42EB439EF029}"/>
              </a:ext>
            </a:extLst>
          </p:cNvPr>
          <p:cNvSpPr>
            <a:spLocks noGrp="1"/>
          </p:cNvSpPr>
          <p:nvPr>
            <p:ph type="body" sz="quarter" idx="35" hasCustomPrompt="1"/>
          </p:nvPr>
        </p:nvSpPr>
        <p:spPr>
          <a:xfrm>
            <a:off x="1706564" y="57031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pic>
        <p:nvPicPr>
          <p:cNvPr id="2" name="silence-10s">
            <a:hlinkClick r:id="" action="ppaction://media"/>
            <a:extLst>
              <a:ext uri="{FF2B5EF4-FFF2-40B4-BE49-F238E27FC236}">
                <a16:creationId xmlns:a16="http://schemas.microsoft.com/office/drawing/2014/main" id="{51584255-B263-4500-A903-6DE4F9716DC7}"/>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556942" y="3926760"/>
            <a:ext cx="271463" cy="271462"/>
          </a:xfrm>
          <a:prstGeom prst="rect">
            <a:avLst/>
          </a:prstGeom>
        </p:spPr>
      </p:pic>
    </p:spTree>
    <p:extLst>
      <p:ext uri="{BB962C8B-B14F-4D97-AF65-F5344CB8AC3E}">
        <p14:creationId xmlns:p14="http://schemas.microsoft.com/office/powerpoint/2010/main" val="22687134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MediaBookmark" delay="0">
                        <p:tgtEl>
                          <p14:bmkTgt spid="2" bmkName="Bookmark 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withEffect">
                                      <p:stCondLst>
                                        <p:cond delay="4500"/>
                                      </p:stCondLst>
                                      <p:childTnLst>
                                        <p:animEffect transition="out" filter="fade">
                                          <p:cBhvr>
                                            <p:cTn id="12" dur="500"/>
                                            <p:tgtEl>
                                              <p:spTgt spid="8">
                                                <p:txEl>
                                                  <p:pRg st="0" end="0"/>
                                                </p:txEl>
                                              </p:spTgt>
                                            </p:tgtEl>
                                          </p:cBhvr>
                                        </p:animEffect>
                                        <p:set>
                                          <p:cBhvr>
                                            <p:cTn id="13" dur="1" fill="hold">
                                              <p:stCondLst>
                                                <p:cond delay="499"/>
                                              </p:stCondLst>
                                            </p:cTn>
                                            <p:tgtEl>
                                              <p:spTgt spid="8">
                                                <p:txEl>
                                                  <p:pRg st="0" end="0"/>
                                                </p:txEl>
                                              </p:spTgt>
                                            </p:tgtEl>
                                            <p:attrNameLst>
                                              <p:attrName>style.visibility</p:attrName>
                                            </p:attrNameLst>
                                          </p:cBhvr>
                                          <p:to>
                                            <p:strVal val="hidden"/>
                                          </p:to>
                                        </p:set>
                                      </p:childTnLst>
                                    </p:cTn>
                                  </p:par>
                                  <p:par>
                                    <p:cTn id="14" presetID="10" presetClass="exit" presetSubtype="0" fill="hold" grpId="0" nodeType="withEffect">
                                      <p:stCondLst>
                                        <p:cond delay="4500"/>
                                      </p:stCondLst>
                                      <p:childTnLst>
                                        <p:animEffect transition="out" filter="fade">
                                          <p:cBhvr>
                                            <p:cTn id="15" dur="500"/>
                                            <p:tgtEl>
                                              <p:spTgt spid="9">
                                                <p:txEl>
                                                  <p:pRg st="0" end="0"/>
                                                </p:txEl>
                                              </p:spTgt>
                                            </p:tgtEl>
                                          </p:cBhvr>
                                        </p:animEffect>
                                        <p:set>
                                          <p:cBhvr>
                                            <p:cTn id="16" dur="1" fill="hold">
                                              <p:stCondLst>
                                                <p:cond delay="499"/>
                                              </p:stCondLst>
                                            </p:cTn>
                                            <p:tgtEl>
                                              <p:spTgt spid="9">
                                                <p:txEl>
                                                  <p:pRg st="0" end="0"/>
                                                </p:txEl>
                                              </p:spTgt>
                                            </p:tgtEl>
                                            <p:attrNameLst>
                                              <p:attrName>style.visibility</p:attrName>
                                            </p:attrNameLst>
                                          </p:cBhvr>
                                          <p:to>
                                            <p:strVal val="hidden"/>
                                          </p:to>
                                        </p:set>
                                      </p:childTnLst>
                                    </p:cTn>
                                  </p:par>
                                  <p:par>
                                    <p:cTn id="17" presetID="10" presetClass="exit" presetSubtype="0" fill="hold" grpId="0" nodeType="withEffect" nodePh="1">
                                      <p:stCondLst>
                                        <p:cond delay="4500"/>
                                      </p:stCondLst>
                                      <p:endCondLst>
                                        <p:cond evt="begin" delay="0">
                                          <p:tn val="17"/>
                                        </p:cond>
                                      </p:endCondLst>
                                      <p:childTnLst>
                                        <p:animEffect transition="out" filter="fade">
                                          <p:cBhvr>
                                            <p:cTn id="18" dur="500"/>
                                            <p:tgtEl>
                                              <p:spTgt spid="6">
                                                <p:txEl>
                                                  <p:pRg st="0" end="0"/>
                                                </p:txEl>
                                              </p:spTgt>
                                            </p:tgtEl>
                                          </p:cBhvr>
                                        </p:animEffect>
                                        <p:set>
                                          <p:cBhvr>
                                            <p:cTn id="19" dur="1" fill="hold">
                                              <p:stCondLst>
                                                <p:cond delay="499"/>
                                              </p:stCondLst>
                                            </p:cTn>
                                            <p:tgtEl>
                                              <p:spTgt spid="6">
                                                <p:txEl>
                                                  <p:pRg st="0" end="0"/>
                                                </p:txEl>
                                              </p:spTgt>
                                            </p:tgtEl>
                                            <p:attrNameLst>
                                              <p:attrName>style.visibility</p:attrName>
                                            </p:attrNameLst>
                                          </p:cBhvr>
                                          <p:to>
                                            <p:strVal val="hidden"/>
                                          </p:to>
                                        </p:set>
                                      </p:childTnLst>
                                    </p:cTn>
                                  </p:par>
                                  <p:par>
                                    <p:cTn id="20" presetID="10" presetClass="exit" presetSubtype="0" fill="hold" grpId="0" nodeType="withEffect">
                                      <p:stCondLst>
                                        <p:cond delay="4500"/>
                                      </p:stCondLst>
                                      <p:childTnLst>
                                        <p:animEffect transition="out" filter="fad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par>
                                    <p:cTn id="23" presetID="10" presetClass="exit" presetSubtype="0" fill="hold" grpId="0" nodeType="withEffect">
                                      <p:stCondLst>
                                        <p:cond delay="4500"/>
                                      </p:stCondLst>
                                      <p:childTnLst>
                                        <p:animEffect transition="out" filter="fade">
                                          <p:cBhvr>
                                            <p:cTn id="24" dur="500"/>
                                            <p:tgtEl>
                                              <p:spTgt spid="13">
                                                <p:txEl>
                                                  <p:pRg st="0" end="0"/>
                                                </p:txEl>
                                              </p:spTgt>
                                            </p:tgtEl>
                                          </p:cBhvr>
                                        </p:animEffect>
                                        <p:set>
                                          <p:cBhvr>
                                            <p:cTn id="25" dur="1" fill="hold">
                                              <p:stCondLst>
                                                <p:cond delay="499"/>
                                              </p:stCondLst>
                                            </p:cTn>
                                            <p:tgtEl>
                                              <p:spTgt spid="13">
                                                <p:txEl>
                                                  <p:pRg st="0" end="0"/>
                                                </p:txEl>
                                              </p:spTgt>
                                            </p:tgtEl>
                                            <p:attrNameLst>
                                              <p:attrName>style.visibility</p:attrName>
                                            </p:attrNameLst>
                                          </p:cBhvr>
                                          <p:to>
                                            <p:strVal val="hidden"/>
                                          </p:to>
                                        </p:set>
                                      </p:childTnLst>
                                    </p:cTn>
                                  </p:par>
                                  <p:par>
                                    <p:cTn id="26" presetID="10" presetClass="exit" presetSubtype="0" fill="hold" grpId="0" nodeType="withEffect">
                                      <p:stCondLst>
                                        <p:cond delay="4500"/>
                                      </p:stCondLst>
                                      <p:childTnLst>
                                        <p:animEffect transition="out" filter="fade">
                                          <p:cBhvr>
                                            <p:cTn id="27" dur="500"/>
                                            <p:tgtEl>
                                              <p:spTgt spid="11">
                                                <p:txEl>
                                                  <p:pRg st="0" end="0"/>
                                                </p:txEl>
                                              </p:spTgt>
                                            </p:tgtEl>
                                          </p:cBhvr>
                                        </p:animEffect>
                                        <p:set>
                                          <p:cBhvr>
                                            <p:cTn id="28" dur="1" fill="hold">
                                              <p:stCondLst>
                                                <p:cond delay="499"/>
                                              </p:stCondLst>
                                            </p:cTn>
                                            <p:tgtEl>
                                              <p:spTgt spid="11">
                                                <p:txEl>
                                                  <p:pRg st="0" end="0"/>
                                                </p:txEl>
                                              </p:spTgt>
                                            </p:tgtEl>
                                            <p:attrNameLst>
                                              <p:attrName>style.visibility</p:attrName>
                                            </p:attrNameLst>
                                          </p:cBhvr>
                                          <p:to>
                                            <p:strVal val="hidden"/>
                                          </p:to>
                                        </p:set>
                                      </p:childTnLst>
                                    </p:cTn>
                                  </p:par>
                                  <p:par>
                                    <p:cTn id="29" presetID="10" presetClass="exit" presetSubtype="0" fill="hold" grpId="0" nodeType="withEffect">
                                      <p:stCondLst>
                                        <p:cond delay="4500"/>
                                      </p:stCondLst>
                                      <p:childTnLst>
                                        <p:animEffect transition="out" filter="fade">
                                          <p:cBhvr>
                                            <p:cTn id="30" dur="500"/>
                                            <p:tgtEl>
                                              <p:spTgt spid="7">
                                                <p:txEl>
                                                  <p:pRg st="0" end="0"/>
                                                </p:txEl>
                                              </p:spTgt>
                                            </p:tgtEl>
                                          </p:cBhvr>
                                        </p:animEffect>
                                        <p:set>
                                          <p:cBhvr>
                                            <p:cTn id="31" dur="1" fill="hold">
                                              <p:stCondLst>
                                                <p:cond delay="499"/>
                                              </p:stCondLst>
                                            </p:cTn>
                                            <p:tgtEl>
                                              <p:spTgt spid="7">
                                                <p:txEl>
                                                  <p:pRg st="0" end="0"/>
                                                </p:txEl>
                                              </p:spTgt>
                                            </p:tgtEl>
                                            <p:attrNameLst>
                                              <p:attrName>style.visibility</p:attrName>
                                            </p:attrNameLst>
                                          </p:cBhvr>
                                          <p:to>
                                            <p:strVal val="hidden"/>
                                          </p:to>
                                        </p:set>
                                      </p:childTnLst>
                                    </p:cTn>
                                  </p:par>
                                  <p:par>
                                    <p:cTn id="32" presetID="10" presetClass="exit" presetSubtype="0" fill="hold" grpId="0" nodeType="withEffect">
                                      <p:stCondLst>
                                        <p:cond delay="450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par>
                                    <p:cTn id="35" presetID="10" presetClass="exit" presetSubtype="0" fill="hold" grpId="0" nodeType="withEffect">
                                      <p:stCondLst>
                                        <p:cond delay="4500"/>
                                      </p:stCondLst>
                                      <p:childTnLst>
                                        <p:animEffect transition="out" filter="fade">
                                          <p:cBhvr>
                                            <p:cTn id="36" dur="500"/>
                                            <p:tgtEl>
                                              <p:spTgt spid="31"/>
                                            </p:tgtEl>
                                          </p:cBhvr>
                                        </p:animEffect>
                                        <p:set>
                                          <p:cBhvr>
                                            <p:cTn id="37" dur="1" fill="hold">
                                              <p:stCondLst>
                                                <p:cond delay="499"/>
                                              </p:stCondLst>
                                            </p:cTn>
                                            <p:tgtEl>
                                              <p:spTgt spid="31"/>
                                            </p:tgtEl>
                                            <p:attrNameLst>
                                              <p:attrName>style.visibility</p:attrName>
                                            </p:attrNameLst>
                                          </p:cBhvr>
                                          <p:to>
                                            <p:strVal val="hidden"/>
                                          </p:to>
                                        </p:set>
                                      </p:childTnLst>
                                    </p:cTn>
                                  </p:par>
                                  <p:par>
                                    <p:cTn id="38" presetID="10" presetClass="exit" presetSubtype="0" fill="hold" grpId="0" nodeType="withEffect">
                                      <p:stCondLst>
                                        <p:cond delay="4500"/>
                                      </p:stCondLst>
                                      <p:childTnLst>
                                        <p:animEffect transition="out" filter="fade">
                                          <p:cBhvr>
                                            <p:cTn id="39" dur="500"/>
                                            <p:tgtEl>
                                              <p:spTgt spid="10">
                                                <p:txEl>
                                                  <p:pRg st="0" end="0"/>
                                                </p:txEl>
                                              </p:spTgt>
                                            </p:tgtEl>
                                          </p:cBhvr>
                                        </p:animEffect>
                                        <p:set>
                                          <p:cBhvr>
                                            <p:cTn id="40" dur="1" fill="hold">
                                              <p:stCondLst>
                                                <p:cond delay="499"/>
                                              </p:stCondLst>
                                            </p:cTn>
                                            <p:tgtEl>
                                              <p:spTgt spid="10">
                                                <p:txEl>
                                                  <p:pRg st="0" end="0"/>
                                                </p:txEl>
                                              </p:spTgt>
                                            </p:tgtEl>
                                            <p:attrNameLst>
                                              <p:attrName>style.visibility</p:attrName>
                                            </p:attrNameLst>
                                          </p:cBhvr>
                                          <p:to>
                                            <p:strVal val="hidden"/>
                                          </p:to>
                                        </p:set>
                                      </p:childTnLst>
                                    </p:cTn>
                                  </p:par>
                                  <p:par>
                                    <p:cTn id="41" presetID="10" presetClass="entr" presetSubtype="0" fill="hold" grpId="0" nodeType="withEffect">
                                      <p:stCondLst>
                                        <p:cond delay="4500"/>
                                      </p:stCondLst>
                                      <p:childTnLst>
                                        <p:set>
                                          <p:cBhvr>
                                            <p:cTn id="42" dur="1" fill="hold">
                                              <p:stCondLst>
                                                <p:cond delay="0"/>
                                              </p:stCondLst>
                                            </p:cTn>
                                            <p:tgtEl>
                                              <p:spTgt spid="17">
                                                <p:txEl>
                                                  <p:pRg st="0" end="0"/>
                                                </p:txEl>
                                              </p:spTgt>
                                            </p:tgtEl>
                                            <p:attrNameLst>
                                              <p:attrName>style.visibility</p:attrName>
                                            </p:attrNameLst>
                                          </p:cBhvr>
                                          <p:to>
                                            <p:strVal val="visible"/>
                                          </p:to>
                                        </p:set>
                                        <p:animEffect transition="in" filter="fade">
                                          <p:cBhvr>
                                            <p:cTn id="43" dur="500"/>
                                            <p:tgtEl>
                                              <p:spTgt spid="17">
                                                <p:txEl>
                                                  <p:pRg st="0" end="0"/>
                                                </p:txEl>
                                              </p:spTgt>
                                            </p:tgtEl>
                                          </p:cBhvr>
                                        </p:animEffect>
                                      </p:childTnLst>
                                    </p:cTn>
                                  </p:par>
                                  <p:par>
                                    <p:cTn id="44" presetID="10" presetClass="entr" presetSubtype="0" fill="hold" grpId="0" nodeType="withEffect">
                                      <p:stCondLst>
                                        <p:cond delay="4500"/>
                                      </p:stCondLst>
                                      <p:childTnLst>
                                        <p:set>
                                          <p:cBhvr>
                                            <p:cTn id="45" dur="1" fill="hold">
                                              <p:stCondLst>
                                                <p:cond delay="0"/>
                                              </p:stCondLst>
                                            </p:cTn>
                                            <p:tgtEl>
                                              <p:spTgt spid="26">
                                                <p:txEl>
                                                  <p:pRg st="0" end="0"/>
                                                </p:txEl>
                                              </p:spTgt>
                                            </p:tgtEl>
                                            <p:attrNameLst>
                                              <p:attrName>style.visibility</p:attrName>
                                            </p:attrNameLst>
                                          </p:cBhvr>
                                          <p:to>
                                            <p:strVal val="visible"/>
                                          </p:to>
                                        </p:set>
                                        <p:animEffect transition="in" filter="fade">
                                          <p:cBhvr>
                                            <p:cTn id="46" dur="500"/>
                                            <p:tgtEl>
                                              <p:spTgt spid="26">
                                                <p:txEl>
                                                  <p:pRg st="0" end="0"/>
                                                </p:txEl>
                                              </p:spTgt>
                                            </p:tgtEl>
                                          </p:cBhvr>
                                        </p:animEffect>
                                      </p:childTnLst>
                                    </p:cTn>
                                  </p:par>
                                  <p:par>
                                    <p:cTn id="47" presetID="10" presetClass="entr" presetSubtype="0" fill="hold" grpId="0" nodeType="withEffect" nodePh="1">
                                      <p:stCondLst>
                                        <p:cond delay="4500"/>
                                      </p:stCondLst>
                                      <p:endCondLst>
                                        <p:cond evt="begin" delay="0">
                                          <p:tn val="47"/>
                                        </p:cond>
                                      </p:endCondLst>
                                      <p:childTnLst>
                                        <p:set>
                                          <p:cBhvr>
                                            <p:cTn id="48" dur="1" fill="hold">
                                              <p:stCondLst>
                                                <p:cond delay="0"/>
                                              </p:stCondLst>
                                            </p:cTn>
                                            <p:tgtEl>
                                              <p:spTgt spid="24">
                                                <p:txEl>
                                                  <p:pRg st="0" end="0"/>
                                                </p:txEl>
                                              </p:spTgt>
                                            </p:tgtEl>
                                            <p:attrNameLst>
                                              <p:attrName>style.visibility</p:attrName>
                                            </p:attrNameLst>
                                          </p:cBhvr>
                                          <p:to>
                                            <p:strVal val="visible"/>
                                          </p:to>
                                        </p:set>
                                        <p:animEffect transition="in" filter="fade">
                                          <p:cBhvr>
                                            <p:cTn id="49" dur="500"/>
                                            <p:tgtEl>
                                              <p:spTgt spid="24">
                                                <p:txEl>
                                                  <p:pRg st="0" end="0"/>
                                                </p:txEl>
                                              </p:spTgt>
                                            </p:tgtEl>
                                          </p:cBhvr>
                                        </p:animEffect>
                                      </p:childTnLst>
                                    </p:cTn>
                                  </p:par>
                                  <p:par>
                                    <p:cTn id="50" presetID="10" presetClass="entr" presetSubtype="0" fill="hold" grpId="0" nodeType="withEffect">
                                      <p:stCondLst>
                                        <p:cond delay="45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4500"/>
                                      </p:stCondLst>
                                      <p:childTnLst>
                                        <p:set>
                                          <p:cBhvr>
                                            <p:cTn id="54" dur="1" fill="hold">
                                              <p:stCondLst>
                                                <p:cond delay="0"/>
                                              </p:stCondLst>
                                            </p:cTn>
                                            <p:tgtEl>
                                              <p:spTgt spid="21">
                                                <p:txEl>
                                                  <p:pRg st="0" end="0"/>
                                                </p:txEl>
                                              </p:spTgt>
                                            </p:tgtEl>
                                            <p:attrNameLst>
                                              <p:attrName>style.visibility</p:attrName>
                                            </p:attrNameLst>
                                          </p:cBhvr>
                                          <p:to>
                                            <p:strVal val="visible"/>
                                          </p:to>
                                        </p:set>
                                        <p:animEffect transition="in" filter="fade">
                                          <p:cBhvr>
                                            <p:cTn id="55" dur="500"/>
                                            <p:tgtEl>
                                              <p:spTgt spid="21">
                                                <p:txEl>
                                                  <p:pRg st="0" end="0"/>
                                                </p:txEl>
                                              </p:spTgt>
                                            </p:tgtEl>
                                          </p:cBhvr>
                                        </p:animEffect>
                                      </p:childTnLst>
                                    </p:cTn>
                                  </p:par>
                                  <p:par>
                                    <p:cTn id="56" presetID="10" presetClass="entr" presetSubtype="0" fill="hold" grpId="0" nodeType="withEffect">
                                      <p:stCondLst>
                                        <p:cond delay="4500"/>
                                      </p:stCondLst>
                                      <p:childTnLst>
                                        <p:set>
                                          <p:cBhvr>
                                            <p:cTn id="57" dur="1" fill="hold">
                                              <p:stCondLst>
                                                <p:cond delay="0"/>
                                              </p:stCondLst>
                                            </p:cTn>
                                            <p:tgtEl>
                                              <p:spTgt spid="20">
                                                <p:txEl>
                                                  <p:pRg st="0" end="0"/>
                                                </p:txEl>
                                              </p:spTgt>
                                            </p:tgtEl>
                                            <p:attrNameLst>
                                              <p:attrName>style.visibility</p:attrName>
                                            </p:attrNameLst>
                                          </p:cBhvr>
                                          <p:to>
                                            <p:strVal val="visible"/>
                                          </p:to>
                                        </p:set>
                                        <p:animEffect transition="in" filter="fade">
                                          <p:cBhvr>
                                            <p:cTn id="58" dur="500"/>
                                            <p:tgtEl>
                                              <p:spTgt spid="20">
                                                <p:txEl>
                                                  <p:pRg st="0" end="0"/>
                                                </p:txEl>
                                              </p:spTgt>
                                            </p:tgtEl>
                                          </p:cBhvr>
                                        </p:animEffect>
                                      </p:childTnLst>
                                    </p:cTn>
                                  </p:par>
                                  <p:par>
                                    <p:cTn id="59" presetID="10" presetClass="entr" presetSubtype="0" fill="hold" grpId="0" nodeType="withEffect">
                                      <p:stCondLst>
                                        <p:cond delay="4500"/>
                                      </p:stCondLst>
                                      <p:childTnLst>
                                        <p:set>
                                          <p:cBhvr>
                                            <p:cTn id="60" dur="1" fill="hold">
                                              <p:stCondLst>
                                                <p:cond delay="0"/>
                                              </p:stCondLst>
                                            </p:cTn>
                                            <p:tgtEl>
                                              <p:spTgt spid="19">
                                                <p:txEl>
                                                  <p:pRg st="0" end="0"/>
                                                </p:txEl>
                                              </p:spTgt>
                                            </p:tgtEl>
                                            <p:attrNameLst>
                                              <p:attrName>style.visibility</p:attrName>
                                            </p:attrNameLst>
                                          </p:cBhvr>
                                          <p:to>
                                            <p:strVal val="visible"/>
                                          </p:to>
                                        </p:set>
                                        <p:animEffect transition="in" filter="fade">
                                          <p:cBhvr>
                                            <p:cTn id="61" dur="500"/>
                                            <p:tgtEl>
                                              <p:spTgt spid="19">
                                                <p:txEl>
                                                  <p:pRg st="0" end="0"/>
                                                </p:txEl>
                                              </p:spTgt>
                                            </p:tgtEl>
                                          </p:cBhvr>
                                        </p:animEffect>
                                      </p:childTnLst>
                                    </p:cTn>
                                  </p:par>
                                  <p:par>
                                    <p:cTn id="62" presetID="10" presetClass="entr" presetSubtype="0" fill="hold" grpId="0" nodeType="withEffect">
                                      <p:stCondLst>
                                        <p:cond delay="45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grpId="0" nodeType="withEffect">
                                      <p:stCondLst>
                                        <p:cond delay="450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fill="hold" grpId="0" nodeType="withEffect">
                                      <p:stCondLst>
                                        <p:cond delay="4500"/>
                                      </p:stCondLst>
                                      <p:childTnLst>
                                        <p:set>
                                          <p:cBhvr>
                                            <p:cTn id="69" dur="1" fill="hold">
                                              <p:stCondLst>
                                                <p:cond delay="0"/>
                                              </p:stCondLst>
                                            </p:cTn>
                                            <p:tgtEl>
                                              <p:spTgt spid="18">
                                                <p:txEl>
                                                  <p:pRg st="0" end="0"/>
                                                </p:txEl>
                                              </p:spTgt>
                                            </p:tgtEl>
                                            <p:attrNameLst>
                                              <p:attrName>style.visibility</p:attrName>
                                            </p:attrNameLst>
                                          </p:cBhvr>
                                          <p:to>
                                            <p:strVal val="visible"/>
                                          </p:to>
                                        </p:set>
                                        <p:animEffect transition="in" filter="fade">
                                          <p:cBhvr>
                                            <p:cTn id="70" dur="500"/>
                                            <p:tgtEl>
                                              <p:spTgt spid="18">
                                                <p:txEl>
                                                  <p:pRg st="0" end="0"/>
                                                </p:txEl>
                                              </p:spTgt>
                                            </p:tgtEl>
                                          </p:cBhvr>
                                        </p:animEffect>
                                      </p:childTnLst>
                                    </p:cTn>
                                  </p:par>
                                  <p:par>
                                    <p:cTn id="71" presetID="10" presetClass="exit" presetSubtype="0" fill="hold" grpId="1" nodeType="withEffect">
                                      <p:stCondLst>
                                        <p:cond delay="9500"/>
                                      </p:stCondLst>
                                      <p:childTnLst>
                                        <p:animEffect transition="out" filter="fade">
                                          <p:cBhvr>
                                            <p:cTn id="72" dur="500"/>
                                            <p:tgtEl>
                                              <p:spTgt spid="17">
                                                <p:txEl>
                                                  <p:pRg st="0" end="0"/>
                                                </p:txEl>
                                              </p:spTgt>
                                            </p:tgtEl>
                                          </p:cBhvr>
                                        </p:animEffect>
                                        <p:set>
                                          <p:cBhvr>
                                            <p:cTn id="73" dur="1" fill="hold">
                                              <p:stCondLst>
                                                <p:cond delay="499"/>
                                              </p:stCondLst>
                                            </p:cTn>
                                            <p:tgtEl>
                                              <p:spTgt spid="17">
                                                <p:txEl>
                                                  <p:pRg st="0" end="0"/>
                                                </p:txEl>
                                              </p:spTgt>
                                            </p:tgtEl>
                                            <p:attrNameLst>
                                              <p:attrName>style.visibility</p:attrName>
                                            </p:attrNameLst>
                                          </p:cBhvr>
                                          <p:to>
                                            <p:strVal val="hidden"/>
                                          </p:to>
                                        </p:set>
                                      </p:childTnLst>
                                    </p:cTn>
                                  </p:par>
                                  <p:par>
                                    <p:cTn id="74" presetID="10" presetClass="exit" presetSubtype="0" fill="hold" grpId="1" nodeType="withEffect">
                                      <p:stCondLst>
                                        <p:cond delay="9500"/>
                                      </p:stCondLst>
                                      <p:childTnLst>
                                        <p:animEffect transition="out" filter="fade">
                                          <p:cBhvr>
                                            <p:cTn id="75" dur="500"/>
                                            <p:tgtEl>
                                              <p:spTgt spid="18">
                                                <p:txEl>
                                                  <p:pRg st="0" end="0"/>
                                                </p:txEl>
                                              </p:spTgt>
                                            </p:tgtEl>
                                          </p:cBhvr>
                                        </p:animEffect>
                                        <p:set>
                                          <p:cBhvr>
                                            <p:cTn id="76" dur="1" fill="hold">
                                              <p:stCondLst>
                                                <p:cond delay="499"/>
                                              </p:stCondLst>
                                            </p:cTn>
                                            <p:tgtEl>
                                              <p:spTgt spid="18">
                                                <p:txEl>
                                                  <p:pRg st="0" end="0"/>
                                                </p:txEl>
                                              </p:spTgt>
                                            </p:tgtEl>
                                            <p:attrNameLst>
                                              <p:attrName>style.visibility</p:attrName>
                                            </p:attrNameLst>
                                          </p:cBhvr>
                                          <p:to>
                                            <p:strVal val="hidden"/>
                                          </p:to>
                                        </p:set>
                                      </p:childTnLst>
                                    </p:cTn>
                                  </p:par>
                                  <p:par>
                                    <p:cTn id="77" presetID="10" presetClass="exit" presetSubtype="0" fill="hold" grpId="1" nodeType="withEffect">
                                      <p:stCondLst>
                                        <p:cond delay="9500"/>
                                      </p:stCondLst>
                                      <p:childTnLst>
                                        <p:animEffect transition="out" filter="fade">
                                          <p:cBhvr>
                                            <p:cTn id="78" dur="500"/>
                                            <p:tgtEl>
                                              <p:spTgt spid="26">
                                                <p:txEl>
                                                  <p:pRg st="0" end="0"/>
                                                </p:txEl>
                                              </p:spTgt>
                                            </p:tgtEl>
                                          </p:cBhvr>
                                        </p:animEffect>
                                        <p:set>
                                          <p:cBhvr>
                                            <p:cTn id="79" dur="1" fill="hold">
                                              <p:stCondLst>
                                                <p:cond delay="499"/>
                                              </p:stCondLst>
                                            </p:cTn>
                                            <p:tgtEl>
                                              <p:spTgt spid="26">
                                                <p:txEl>
                                                  <p:pRg st="0" end="0"/>
                                                </p:txEl>
                                              </p:spTgt>
                                            </p:tgtEl>
                                            <p:attrNameLst>
                                              <p:attrName>style.visibility</p:attrName>
                                            </p:attrNameLst>
                                          </p:cBhvr>
                                          <p:to>
                                            <p:strVal val="hidden"/>
                                          </p:to>
                                        </p:set>
                                      </p:childTnLst>
                                    </p:cTn>
                                  </p:par>
                                  <p:par>
                                    <p:cTn id="80" presetID="10" presetClass="exit" presetSubtype="0" fill="hold" grpId="1" nodeType="withEffect" nodePh="1">
                                      <p:stCondLst>
                                        <p:cond delay="9500"/>
                                      </p:stCondLst>
                                      <p:endCondLst>
                                        <p:cond evt="begin" delay="0">
                                          <p:tn val="80"/>
                                        </p:cond>
                                      </p:endCondLst>
                                      <p:childTnLst>
                                        <p:animEffect transition="out" filter="fade">
                                          <p:cBhvr>
                                            <p:cTn id="81" dur="500"/>
                                            <p:tgtEl>
                                              <p:spTgt spid="24">
                                                <p:txEl>
                                                  <p:pRg st="0" end="0"/>
                                                </p:txEl>
                                              </p:spTgt>
                                            </p:tgtEl>
                                          </p:cBhvr>
                                        </p:animEffect>
                                        <p:set>
                                          <p:cBhvr>
                                            <p:cTn id="82" dur="1" fill="hold">
                                              <p:stCondLst>
                                                <p:cond delay="499"/>
                                              </p:stCondLst>
                                            </p:cTn>
                                            <p:tgtEl>
                                              <p:spTgt spid="24">
                                                <p:txEl>
                                                  <p:pRg st="0" end="0"/>
                                                </p:txEl>
                                              </p:spTgt>
                                            </p:tgtEl>
                                            <p:attrNameLst>
                                              <p:attrName>style.visibility</p:attrName>
                                            </p:attrNameLst>
                                          </p:cBhvr>
                                          <p:to>
                                            <p:strVal val="hidden"/>
                                          </p:to>
                                        </p:set>
                                      </p:childTnLst>
                                    </p:cTn>
                                  </p:par>
                                  <p:par>
                                    <p:cTn id="83" presetID="10" presetClass="exit" presetSubtype="0" fill="hold" grpId="1" nodeType="withEffect">
                                      <p:stCondLst>
                                        <p:cond delay="9500"/>
                                      </p:stCondLst>
                                      <p:childTnLst>
                                        <p:animEffect transition="out" filter="fade">
                                          <p:cBhvr>
                                            <p:cTn id="84" dur="500"/>
                                            <p:tgtEl>
                                              <p:spTgt spid="22"/>
                                            </p:tgtEl>
                                          </p:cBhvr>
                                        </p:animEffect>
                                        <p:set>
                                          <p:cBhvr>
                                            <p:cTn id="85" dur="1" fill="hold">
                                              <p:stCondLst>
                                                <p:cond delay="499"/>
                                              </p:stCondLst>
                                            </p:cTn>
                                            <p:tgtEl>
                                              <p:spTgt spid="22"/>
                                            </p:tgtEl>
                                            <p:attrNameLst>
                                              <p:attrName>style.visibility</p:attrName>
                                            </p:attrNameLst>
                                          </p:cBhvr>
                                          <p:to>
                                            <p:strVal val="hidden"/>
                                          </p:to>
                                        </p:set>
                                      </p:childTnLst>
                                    </p:cTn>
                                  </p:par>
                                  <p:par>
                                    <p:cTn id="86" presetID="10" presetClass="exit" presetSubtype="0" fill="hold" grpId="1" nodeType="withEffect">
                                      <p:stCondLst>
                                        <p:cond delay="9500"/>
                                      </p:stCondLst>
                                      <p:childTnLst>
                                        <p:animEffect transition="out" filter="fade">
                                          <p:cBhvr>
                                            <p:cTn id="87" dur="500"/>
                                            <p:tgtEl>
                                              <p:spTgt spid="21">
                                                <p:txEl>
                                                  <p:pRg st="0" end="0"/>
                                                </p:txEl>
                                              </p:spTgt>
                                            </p:tgtEl>
                                          </p:cBhvr>
                                        </p:animEffect>
                                        <p:set>
                                          <p:cBhvr>
                                            <p:cTn id="88" dur="1" fill="hold">
                                              <p:stCondLst>
                                                <p:cond delay="499"/>
                                              </p:stCondLst>
                                            </p:cTn>
                                            <p:tgtEl>
                                              <p:spTgt spid="21">
                                                <p:txEl>
                                                  <p:pRg st="0" end="0"/>
                                                </p:txEl>
                                              </p:spTgt>
                                            </p:tgtEl>
                                            <p:attrNameLst>
                                              <p:attrName>style.visibility</p:attrName>
                                            </p:attrNameLst>
                                          </p:cBhvr>
                                          <p:to>
                                            <p:strVal val="hidden"/>
                                          </p:to>
                                        </p:set>
                                      </p:childTnLst>
                                    </p:cTn>
                                  </p:par>
                                  <p:par>
                                    <p:cTn id="89" presetID="10" presetClass="exit" presetSubtype="0" fill="hold" grpId="1" nodeType="withEffect">
                                      <p:stCondLst>
                                        <p:cond delay="9500"/>
                                      </p:stCondLst>
                                      <p:childTnLst>
                                        <p:animEffect transition="out" filter="fade">
                                          <p:cBhvr>
                                            <p:cTn id="90" dur="500"/>
                                            <p:tgtEl>
                                              <p:spTgt spid="20">
                                                <p:txEl>
                                                  <p:pRg st="0" end="0"/>
                                                </p:txEl>
                                              </p:spTgt>
                                            </p:tgtEl>
                                          </p:cBhvr>
                                        </p:animEffect>
                                        <p:set>
                                          <p:cBhvr>
                                            <p:cTn id="91" dur="1" fill="hold">
                                              <p:stCondLst>
                                                <p:cond delay="499"/>
                                              </p:stCondLst>
                                            </p:cTn>
                                            <p:tgtEl>
                                              <p:spTgt spid="20">
                                                <p:txEl>
                                                  <p:pRg st="0" end="0"/>
                                                </p:txEl>
                                              </p:spTgt>
                                            </p:tgtEl>
                                            <p:attrNameLst>
                                              <p:attrName>style.visibility</p:attrName>
                                            </p:attrNameLst>
                                          </p:cBhvr>
                                          <p:to>
                                            <p:strVal val="hidden"/>
                                          </p:to>
                                        </p:set>
                                      </p:childTnLst>
                                    </p:cTn>
                                  </p:par>
                                  <p:par>
                                    <p:cTn id="92" presetID="10" presetClass="exit" presetSubtype="0" fill="hold" grpId="1" nodeType="withEffect">
                                      <p:stCondLst>
                                        <p:cond delay="9500"/>
                                      </p:stCondLst>
                                      <p:childTnLst>
                                        <p:animEffect transition="out" filter="fade">
                                          <p:cBhvr>
                                            <p:cTn id="93" dur="500"/>
                                            <p:tgtEl>
                                              <p:spTgt spid="29"/>
                                            </p:tgtEl>
                                          </p:cBhvr>
                                        </p:animEffect>
                                        <p:set>
                                          <p:cBhvr>
                                            <p:cTn id="94" dur="1" fill="hold">
                                              <p:stCondLst>
                                                <p:cond delay="499"/>
                                              </p:stCondLst>
                                            </p:cTn>
                                            <p:tgtEl>
                                              <p:spTgt spid="29"/>
                                            </p:tgtEl>
                                            <p:attrNameLst>
                                              <p:attrName>style.visibility</p:attrName>
                                            </p:attrNameLst>
                                          </p:cBhvr>
                                          <p:to>
                                            <p:strVal val="hidden"/>
                                          </p:to>
                                        </p:set>
                                      </p:childTnLst>
                                    </p:cTn>
                                  </p:par>
                                  <p:par>
                                    <p:cTn id="95" presetID="10" presetClass="exit" presetSubtype="0" fill="hold" grpId="1" nodeType="withEffect">
                                      <p:stCondLst>
                                        <p:cond delay="9500"/>
                                      </p:stCondLst>
                                      <p:childTnLst>
                                        <p:animEffect transition="out" filter="fade">
                                          <p:cBhvr>
                                            <p:cTn id="96" dur="500"/>
                                            <p:tgtEl>
                                              <p:spTgt spid="32"/>
                                            </p:tgtEl>
                                          </p:cBhvr>
                                        </p:animEffect>
                                        <p:set>
                                          <p:cBhvr>
                                            <p:cTn id="97" dur="1" fill="hold">
                                              <p:stCondLst>
                                                <p:cond delay="499"/>
                                              </p:stCondLst>
                                            </p:cTn>
                                            <p:tgtEl>
                                              <p:spTgt spid="32"/>
                                            </p:tgtEl>
                                            <p:attrNameLst>
                                              <p:attrName>style.visibility</p:attrName>
                                            </p:attrNameLst>
                                          </p:cBhvr>
                                          <p:to>
                                            <p:strVal val="hidden"/>
                                          </p:to>
                                        </p:set>
                                      </p:childTnLst>
                                    </p:cTn>
                                  </p:par>
                                  <p:par>
                                    <p:cTn id="98" presetID="10" presetClass="exit" presetSubtype="0" fill="hold" grpId="1" nodeType="withEffect">
                                      <p:stCondLst>
                                        <p:cond delay="9500"/>
                                      </p:stCondLst>
                                      <p:childTnLst>
                                        <p:animEffect transition="out" filter="fade">
                                          <p:cBhvr>
                                            <p:cTn id="99" dur="500"/>
                                            <p:tgtEl>
                                              <p:spTgt spid="19">
                                                <p:txEl>
                                                  <p:pRg st="0" end="0"/>
                                                </p:txEl>
                                              </p:spTgt>
                                            </p:tgtEl>
                                          </p:cBhvr>
                                        </p:animEffect>
                                        <p:set>
                                          <p:cBhvr>
                                            <p:cTn id="100" dur="1" fill="hold">
                                              <p:stCondLst>
                                                <p:cond delay="499"/>
                                              </p:stCondLst>
                                            </p:cTn>
                                            <p:tgtEl>
                                              <p:spTgt spid="19">
                                                <p:txEl>
                                                  <p:pRg st="0" end="0"/>
                                                </p:txEl>
                                              </p:spTgt>
                                            </p:tgtEl>
                                            <p:attrNameLst>
                                              <p:attrName>style.visibility</p:attrName>
                                            </p:attrNameLst>
                                          </p:cBhvr>
                                          <p:to>
                                            <p:strVal val="hidden"/>
                                          </p:to>
                                        </p:set>
                                      </p:childTnLst>
                                    </p:cTn>
                                  </p:par>
                                  <p:par>
                                    <p:cTn id="101" presetID="10" presetClass="entr" presetSubtype="0" fill="hold" grpId="1" nodeType="withEffect">
                                      <p:stCondLst>
                                        <p:cond delay="9500"/>
                                      </p:stCondLst>
                                      <p:childTnLst>
                                        <p:set>
                                          <p:cBhvr>
                                            <p:cTn id="102" dur="1" fill="hold">
                                              <p:stCondLst>
                                                <p:cond delay="0"/>
                                              </p:stCondLst>
                                            </p:cTn>
                                            <p:tgtEl>
                                              <p:spTgt spid="8">
                                                <p:txEl>
                                                  <p:pRg st="0" end="0"/>
                                                </p:txEl>
                                              </p:spTgt>
                                            </p:tgtEl>
                                            <p:attrNameLst>
                                              <p:attrName>style.visibility</p:attrName>
                                            </p:attrNameLst>
                                          </p:cBhvr>
                                          <p:to>
                                            <p:strVal val="visible"/>
                                          </p:to>
                                        </p:set>
                                        <p:animEffect transition="in" filter="fade">
                                          <p:cBhvr>
                                            <p:cTn id="103" dur="500"/>
                                            <p:tgtEl>
                                              <p:spTgt spid="8">
                                                <p:txEl>
                                                  <p:pRg st="0" end="0"/>
                                                </p:txEl>
                                              </p:spTgt>
                                            </p:tgtEl>
                                          </p:cBhvr>
                                        </p:animEffect>
                                      </p:childTnLst>
                                    </p:cTn>
                                  </p:par>
                                  <p:par>
                                    <p:cTn id="104" presetID="10" presetClass="entr" presetSubtype="0" fill="hold" grpId="1" nodeType="withEffect">
                                      <p:stCondLst>
                                        <p:cond delay="9500"/>
                                      </p:stCondLst>
                                      <p:childTnLst>
                                        <p:set>
                                          <p:cBhvr>
                                            <p:cTn id="105" dur="1" fill="hold">
                                              <p:stCondLst>
                                                <p:cond delay="0"/>
                                              </p:stCondLst>
                                            </p:cTn>
                                            <p:tgtEl>
                                              <p:spTgt spid="10">
                                                <p:txEl>
                                                  <p:pRg st="0" end="0"/>
                                                </p:txEl>
                                              </p:spTgt>
                                            </p:tgtEl>
                                            <p:attrNameLst>
                                              <p:attrName>style.visibility</p:attrName>
                                            </p:attrNameLst>
                                          </p:cBhvr>
                                          <p:to>
                                            <p:strVal val="visible"/>
                                          </p:to>
                                        </p:set>
                                        <p:animEffect transition="in" filter="fade">
                                          <p:cBhvr>
                                            <p:cTn id="106" dur="500"/>
                                            <p:tgtEl>
                                              <p:spTgt spid="10">
                                                <p:txEl>
                                                  <p:pRg st="0" end="0"/>
                                                </p:txEl>
                                              </p:spTgt>
                                            </p:tgtEl>
                                          </p:cBhvr>
                                        </p:animEffect>
                                      </p:childTnLst>
                                    </p:cTn>
                                  </p:par>
                                  <p:par>
                                    <p:cTn id="107" presetID="10" presetClass="entr" presetSubtype="0" fill="hold" grpId="1" nodeType="withEffect">
                                      <p:stCondLst>
                                        <p:cond delay="9500"/>
                                      </p:stCondLst>
                                      <p:childTnLst>
                                        <p:set>
                                          <p:cBhvr>
                                            <p:cTn id="108" dur="1" fill="hold">
                                              <p:stCondLst>
                                                <p:cond delay="0"/>
                                              </p:stCondLst>
                                            </p:cTn>
                                            <p:tgtEl>
                                              <p:spTgt spid="9">
                                                <p:txEl>
                                                  <p:pRg st="0" end="0"/>
                                                </p:txEl>
                                              </p:spTgt>
                                            </p:tgtEl>
                                            <p:attrNameLst>
                                              <p:attrName>style.visibility</p:attrName>
                                            </p:attrNameLst>
                                          </p:cBhvr>
                                          <p:to>
                                            <p:strVal val="visible"/>
                                          </p:to>
                                        </p:set>
                                        <p:animEffect transition="in" filter="fade">
                                          <p:cBhvr>
                                            <p:cTn id="109" dur="500"/>
                                            <p:tgtEl>
                                              <p:spTgt spid="9">
                                                <p:txEl>
                                                  <p:pRg st="0" end="0"/>
                                                </p:txEl>
                                              </p:spTgt>
                                            </p:tgtEl>
                                          </p:cBhvr>
                                        </p:animEffect>
                                      </p:childTnLst>
                                    </p:cTn>
                                  </p:par>
                                  <p:par>
                                    <p:cTn id="110" presetID="10" presetClass="entr" presetSubtype="0" fill="hold" grpId="1" nodeType="withEffect" nodePh="1">
                                      <p:stCondLst>
                                        <p:cond delay="9500"/>
                                      </p:stCondLst>
                                      <p:endCondLst>
                                        <p:cond evt="begin" delay="0">
                                          <p:tn val="110"/>
                                        </p:cond>
                                      </p:endCondLst>
                                      <p:childTnLst>
                                        <p:set>
                                          <p:cBhvr>
                                            <p:cTn id="111" dur="1" fill="hold">
                                              <p:stCondLst>
                                                <p:cond delay="0"/>
                                              </p:stCondLst>
                                            </p:cTn>
                                            <p:tgtEl>
                                              <p:spTgt spid="6">
                                                <p:txEl>
                                                  <p:pRg st="0" end="0"/>
                                                </p:txEl>
                                              </p:spTgt>
                                            </p:tgtEl>
                                            <p:attrNameLst>
                                              <p:attrName>style.visibility</p:attrName>
                                            </p:attrNameLst>
                                          </p:cBhvr>
                                          <p:to>
                                            <p:strVal val="visible"/>
                                          </p:to>
                                        </p:set>
                                        <p:animEffect transition="in" filter="fade">
                                          <p:cBhvr>
                                            <p:cTn id="112" dur="500"/>
                                            <p:tgtEl>
                                              <p:spTgt spid="6">
                                                <p:txEl>
                                                  <p:pRg st="0" end="0"/>
                                                </p:txEl>
                                              </p:spTgt>
                                            </p:tgtEl>
                                          </p:cBhvr>
                                        </p:animEffect>
                                      </p:childTnLst>
                                    </p:cTn>
                                  </p:par>
                                  <p:par>
                                    <p:cTn id="113" presetID="10" presetClass="entr" presetSubtype="0" fill="hold" grpId="1" nodeType="withEffect">
                                      <p:stCondLst>
                                        <p:cond delay="9500"/>
                                      </p:stCondLst>
                                      <p:childTnLst>
                                        <p:set>
                                          <p:cBhvr>
                                            <p:cTn id="114" dur="1" fill="hold">
                                              <p:stCondLst>
                                                <p:cond delay="0"/>
                                              </p:stCondLst>
                                            </p:cTn>
                                            <p:tgtEl>
                                              <p:spTgt spid="3"/>
                                            </p:tgtEl>
                                            <p:attrNameLst>
                                              <p:attrName>style.visibility</p:attrName>
                                            </p:attrNameLst>
                                          </p:cBhvr>
                                          <p:to>
                                            <p:strVal val="visible"/>
                                          </p:to>
                                        </p:set>
                                        <p:animEffect transition="in" filter="fade">
                                          <p:cBhvr>
                                            <p:cTn id="115" dur="500"/>
                                            <p:tgtEl>
                                              <p:spTgt spid="3"/>
                                            </p:tgtEl>
                                          </p:cBhvr>
                                        </p:animEffect>
                                      </p:childTnLst>
                                    </p:cTn>
                                  </p:par>
                                  <p:par>
                                    <p:cTn id="116" presetID="10" presetClass="entr" presetSubtype="0" fill="hold" grpId="1" nodeType="withEffect">
                                      <p:stCondLst>
                                        <p:cond delay="9500"/>
                                      </p:stCondLst>
                                      <p:childTnLst>
                                        <p:set>
                                          <p:cBhvr>
                                            <p:cTn id="117" dur="1" fill="hold">
                                              <p:stCondLst>
                                                <p:cond delay="0"/>
                                              </p:stCondLst>
                                            </p:cTn>
                                            <p:tgtEl>
                                              <p:spTgt spid="13">
                                                <p:txEl>
                                                  <p:pRg st="0" end="0"/>
                                                </p:txEl>
                                              </p:spTgt>
                                            </p:tgtEl>
                                            <p:attrNameLst>
                                              <p:attrName>style.visibility</p:attrName>
                                            </p:attrNameLst>
                                          </p:cBhvr>
                                          <p:to>
                                            <p:strVal val="visible"/>
                                          </p:to>
                                        </p:set>
                                        <p:animEffect transition="in" filter="fade">
                                          <p:cBhvr>
                                            <p:cTn id="118" dur="500"/>
                                            <p:tgtEl>
                                              <p:spTgt spid="13">
                                                <p:txEl>
                                                  <p:pRg st="0" end="0"/>
                                                </p:txEl>
                                              </p:spTgt>
                                            </p:tgtEl>
                                          </p:cBhvr>
                                        </p:animEffect>
                                      </p:childTnLst>
                                    </p:cTn>
                                  </p:par>
                                  <p:par>
                                    <p:cTn id="119" presetID="10" presetClass="entr" presetSubtype="0" fill="hold" grpId="1" nodeType="withEffect">
                                      <p:stCondLst>
                                        <p:cond delay="9500"/>
                                      </p:stCondLst>
                                      <p:childTnLst>
                                        <p:set>
                                          <p:cBhvr>
                                            <p:cTn id="120" dur="1" fill="hold">
                                              <p:stCondLst>
                                                <p:cond delay="0"/>
                                              </p:stCondLst>
                                            </p:cTn>
                                            <p:tgtEl>
                                              <p:spTgt spid="11">
                                                <p:txEl>
                                                  <p:pRg st="0" end="0"/>
                                                </p:txEl>
                                              </p:spTgt>
                                            </p:tgtEl>
                                            <p:attrNameLst>
                                              <p:attrName>style.visibility</p:attrName>
                                            </p:attrNameLst>
                                          </p:cBhvr>
                                          <p:to>
                                            <p:strVal val="visible"/>
                                          </p:to>
                                        </p:set>
                                        <p:animEffect transition="in" filter="fade">
                                          <p:cBhvr>
                                            <p:cTn id="121" dur="500"/>
                                            <p:tgtEl>
                                              <p:spTgt spid="11">
                                                <p:txEl>
                                                  <p:pRg st="0" end="0"/>
                                                </p:txEl>
                                              </p:spTgt>
                                            </p:tgtEl>
                                          </p:cBhvr>
                                        </p:animEffect>
                                      </p:childTnLst>
                                    </p:cTn>
                                  </p:par>
                                  <p:par>
                                    <p:cTn id="122" presetID="10" presetClass="entr" presetSubtype="0" fill="hold" grpId="1" nodeType="withEffect">
                                      <p:stCondLst>
                                        <p:cond delay="950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00"/>
                                            <p:tgtEl>
                                              <p:spTgt spid="28"/>
                                            </p:tgtEl>
                                          </p:cBhvr>
                                        </p:animEffect>
                                      </p:childTnLst>
                                    </p:cTn>
                                  </p:par>
                                  <p:par>
                                    <p:cTn id="125" presetID="10" presetClass="entr" presetSubtype="0" fill="hold" grpId="1" nodeType="withEffect">
                                      <p:stCondLst>
                                        <p:cond delay="950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500"/>
                                            <p:tgtEl>
                                              <p:spTgt spid="31"/>
                                            </p:tgtEl>
                                          </p:cBhvr>
                                        </p:animEffect>
                                      </p:childTnLst>
                                    </p:cTn>
                                  </p:par>
                                  <p:par>
                                    <p:cTn id="128" presetID="10" presetClass="entr" presetSubtype="0" fill="hold" grpId="1" nodeType="withEffect">
                                      <p:stCondLst>
                                        <p:cond delay="9500"/>
                                      </p:stCondLst>
                                      <p:childTnLst>
                                        <p:set>
                                          <p:cBhvr>
                                            <p:cTn id="129" dur="1" fill="hold">
                                              <p:stCondLst>
                                                <p:cond delay="0"/>
                                              </p:stCondLst>
                                            </p:cTn>
                                            <p:tgtEl>
                                              <p:spTgt spid="7">
                                                <p:txEl>
                                                  <p:pRg st="0" end="0"/>
                                                </p:txEl>
                                              </p:spTgt>
                                            </p:tgtEl>
                                            <p:attrNameLst>
                                              <p:attrName>style.visibility</p:attrName>
                                            </p:attrNameLst>
                                          </p:cBhvr>
                                          <p:to>
                                            <p:strVal val="visible"/>
                                          </p:to>
                                        </p:set>
                                        <p:animEffect transition="in" filter="fade">
                                          <p:cBhvr>
                                            <p:cTn id="130" dur="500"/>
                                            <p:tgtEl>
                                              <p:spTgt spid="7">
                                                <p:txEl>
                                                  <p:pRg st="0" end="0"/>
                                                </p:txEl>
                                              </p:spTgt>
                                            </p:tgtEl>
                                          </p:cBhvr>
                                        </p:animEffect>
                                      </p:childTnLst>
                                    </p:cTn>
                                  </p:par>
                                </p:childTnLst>
                              </p:cTn>
                            </p:par>
                          </p:childTnLst>
                        </p:cTn>
                      </p:par>
                    </p:childTnLst>
                  </p:cTn>
                  <p:nextCondLst>
                    <p:cond evt="onMediaBookmark" delay="0">
                      <p:tgtEl>
                        <p14:bmkTgt spid="2" bmkName="Bookmark 1"/>
                      </p:tgtEl>
                    </p:cond>
                  </p:nextCondLst>
                </p:seq>
              </p:childTnLst>
            </p:cTn>
          </p:par>
        </p:tnLst>
        <p:bldLst>
          <p:bldP spid="8" grpId="0" build="p">
            <p:tmplLst>
              <p:tmpl lvl="1">
                <p:tnLst>
                  <p:par>
                    <p:cTn presetID="10" presetClass="exit" presetSubtype="0" fill="hold" nodeType="withEffect">
                      <p:stCondLst>
                        <p:cond delay="4500"/>
                      </p:stCondLst>
                      <p:childTnLst>
                        <p:animEffect transition="out" filter="fade">
                          <p:cBhvr>
                            <p:cTn dur="500"/>
                            <p:tgtEl>
                              <p:spTgt spid="8"/>
                            </p:tgtEl>
                          </p:cBhvr>
                        </p:animEffect>
                        <p:set>
                          <p:cBhvr>
                            <p:cTn dur="1" fill="hold">
                              <p:stCondLst>
                                <p:cond delay="499"/>
                              </p:stCondLst>
                            </p:cTn>
                            <p:tgtEl>
                              <p:spTgt spid="8"/>
                            </p:tgtEl>
                            <p:attrNameLst>
                              <p:attrName>style.visibility</p:attrName>
                            </p:attrNameLst>
                          </p:cBhvr>
                          <p:to>
                            <p:strVal val="hidden"/>
                          </p:to>
                        </p:set>
                      </p:childTnLst>
                    </p:cTn>
                  </p:par>
                </p:tnLst>
              </p:tmpl>
            </p:tmplLst>
          </p:bldP>
          <p:bldP spid="8" grpId="1" build="p">
            <p:tmplLst>
              <p:tmpl lvl="1">
                <p:tnLst>
                  <p:par>
                    <p:cTn presetID="10" presetClass="entr" presetSubtype="0" fill="hold" nodeType="withEffect">
                      <p:stCondLst>
                        <p:cond delay="9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0" grpId="0" build="p">
            <p:tmplLst>
              <p:tmpl lvl="1">
                <p:tnLst>
                  <p:par>
                    <p:cTn presetID="10" presetClass="exit" presetSubtype="0" fill="hold" nodeType="withEffect">
                      <p:stCondLst>
                        <p:cond delay="4500"/>
                      </p:stCondLst>
                      <p:childTnLst>
                        <p:animEffect transition="out" filter="fade">
                          <p:cBhvr>
                            <p:cTn dur="500"/>
                            <p:tgtEl>
                              <p:spTgt spid="10"/>
                            </p:tgtEl>
                          </p:cBhvr>
                        </p:animEffect>
                        <p:set>
                          <p:cBhvr>
                            <p:cTn dur="1" fill="hold">
                              <p:stCondLst>
                                <p:cond delay="499"/>
                              </p:stCondLst>
                            </p:cTn>
                            <p:tgtEl>
                              <p:spTgt spid="10"/>
                            </p:tgtEl>
                            <p:attrNameLst>
                              <p:attrName>style.visibility</p:attrName>
                            </p:attrNameLst>
                          </p:cBhvr>
                          <p:to>
                            <p:strVal val="hidden"/>
                          </p:to>
                        </p:set>
                      </p:childTnLst>
                    </p:cTn>
                  </p:par>
                </p:tnLst>
              </p:tmpl>
            </p:tmplLst>
          </p:bldP>
          <p:bldP spid="10" grpId="1" build="p">
            <p:tmplLst>
              <p:tmpl lvl="1">
                <p:tnLst>
                  <p:par>
                    <p:cTn presetID="10" presetClass="entr" presetSubtype="0" fill="hold" nodeType="withEffect">
                      <p:stCondLst>
                        <p:cond delay="95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xit" presetSubtype="0" fill="hold" nodeType="withEffect">
                      <p:stCondLst>
                        <p:cond delay="4500"/>
                      </p:stCondLst>
                      <p:childTnLst>
                        <p:animEffect transition="out" filter="fade">
                          <p:cBhvr>
                            <p:cTn dur="500"/>
                            <p:tgtEl>
                              <p:spTgt spid="7"/>
                            </p:tgtEl>
                          </p:cBhvr>
                        </p:animEffect>
                        <p:set>
                          <p:cBhvr>
                            <p:cTn dur="1" fill="hold">
                              <p:stCondLst>
                                <p:cond delay="499"/>
                              </p:stCondLst>
                            </p:cTn>
                            <p:tgtEl>
                              <p:spTgt spid="7"/>
                            </p:tgtEl>
                            <p:attrNameLst>
                              <p:attrName>style.visibility</p:attrName>
                            </p:attrNameLst>
                          </p:cBhvr>
                          <p:to>
                            <p:strVal val="hidden"/>
                          </p:to>
                        </p:set>
                      </p:childTnLst>
                    </p:cTn>
                  </p:par>
                </p:tnLst>
              </p:tmpl>
            </p:tmplLst>
          </p:bldP>
          <p:bldP spid="7" grpId="1" build="p">
            <p:tmplLst>
              <p:tmpl lvl="1">
                <p:tnLst>
                  <p:par>
                    <p:cTn presetID="10" presetClass="entr" presetSubtype="0" fill="hold" nodeType="withEffect">
                      <p:stCondLst>
                        <p:cond delay="9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1" grpId="0" build="p">
            <p:tmplLst>
              <p:tmpl lvl="1">
                <p:tnLst>
                  <p:par>
                    <p:cTn presetID="10" presetClass="exit" presetSubtype="0" fill="hold" nodeType="withEffect">
                      <p:stCondLst>
                        <p:cond delay="4500"/>
                      </p:stCondLst>
                      <p:childTnLst>
                        <p:animEffect transition="out" filter="fade">
                          <p:cBhvr>
                            <p:cTn dur="500"/>
                            <p:tgtEl>
                              <p:spTgt spid="11"/>
                            </p:tgtEl>
                          </p:cBhvr>
                        </p:animEffect>
                        <p:set>
                          <p:cBhvr>
                            <p:cTn dur="1" fill="hold">
                              <p:stCondLst>
                                <p:cond delay="499"/>
                              </p:stCondLst>
                            </p:cTn>
                            <p:tgtEl>
                              <p:spTgt spid="11"/>
                            </p:tgtEl>
                            <p:attrNameLst>
                              <p:attrName>style.visibility</p:attrName>
                            </p:attrNameLst>
                          </p:cBhvr>
                          <p:to>
                            <p:strVal val="hidden"/>
                          </p:to>
                        </p:set>
                      </p:childTnLst>
                    </p:cTn>
                  </p:par>
                </p:tnLst>
              </p:tmpl>
            </p:tmplLst>
          </p:bldP>
          <p:bldP spid="11" grpId="1" build="p">
            <p:tmplLst>
              <p:tmpl lvl="1">
                <p:tnLst>
                  <p:par>
                    <p:cTn presetID="10" presetClass="entr" presetSubtype="0" fill="hold" nodeType="withEffect">
                      <p:stCondLst>
                        <p:cond delay="95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3" grpId="0" build="p">
            <p:tmplLst>
              <p:tmpl lvl="1">
                <p:tnLst>
                  <p:par>
                    <p:cTn presetID="10" presetClass="exit" presetSubtype="0" fill="hold" nodeType="withEffect">
                      <p:stCondLst>
                        <p:cond delay="4500"/>
                      </p:stCondLst>
                      <p:childTnLst>
                        <p:animEffect transition="out" filter="fade">
                          <p:cBhvr>
                            <p:cTn dur="500"/>
                            <p:tgtEl>
                              <p:spTgt spid="13"/>
                            </p:tgtEl>
                          </p:cBhvr>
                        </p:animEffect>
                        <p:set>
                          <p:cBhvr>
                            <p:cTn dur="1" fill="hold">
                              <p:stCondLst>
                                <p:cond delay="499"/>
                              </p:stCondLst>
                            </p:cTn>
                            <p:tgtEl>
                              <p:spTgt spid="13"/>
                            </p:tgtEl>
                            <p:attrNameLst>
                              <p:attrName>style.visibility</p:attrName>
                            </p:attrNameLst>
                          </p:cBhvr>
                          <p:to>
                            <p:strVal val="hidden"/>
                          </p:to>
                        </p:set>
                      </p:childTnLst>
                    </p:cTn>
                  </p:par>
                </p:tnLst>
              </p:tmpl>
            </p:tmplLst>
          </p:bldP>
          <p:bldP spid="13" grpId="1" build="p">
            <p:tmplLst>
              <p:tmpl lvl="1">
                <p:tnLst>
                  <p:par>
                    <p:cTn presetID="10" presetClass="entr" presetSubtype="0" fill="hold" nodeType="withEffect">
                      <p:stCondLst>
                        <p:cond delay="9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3" grpId="0"/>
          <p:bldP spid="3" grpId="1"/>
          <p:bldP spid="28" grpId="0" animBg="1">
            <p:tmplLst>
              <p:tmpl>
                <p:tnLst>
                  <p:par>
                    <p:cTn presetID="10" presetClass="exit" presetSubtype="0" fill="hold" nodeType="withEffect">
                      <p:stCondLst>
                        <p:cond delay="4500"/>
                      </p:stCondLst>
                      <p:childTnLst>
                        <p:animEffect transition="out" filter="fade">
                          <p:cBhvr>
                            <p:cTn dur="500"/>
                            <p:tgtEl>
                              <p:spTgt spid="28"/>
                            </p:tgtEl>
                          </p:cBhvr>
                        </p:animEffect>
                        <p:set>
                          <p:cBhvr>
                            <p:cTn dur="1" fill="hold">
                              <p:stCondLst>
                                <p:cond delay="499"/>
                              </p:stCondLst>
                            </p:cTn>
                            <p:tgtEl>
                              <p:spTgt spid="28"/>
                            </p:tgtEl>
                            <p:attrNameLst>
                              <p:attrName>style.visibility</p:attrName>
                            </p:attrNameLst>
                          </p:cBhvr>
                          <p:to>
                            <p:strVal val="hidden"/>
                          </p:to>
                        </p:set>
                      </p:childTnLst>
                    </p:cTn>
                  </p:par>
                </p:tnLst>
              </p:tmpl>
            </p:tmplLst>
          </p:bldP>
          <p:bldP spid="28" grpId="1" animBg="1">
            <p:tmplLst>
              <p:tmpl>
                <p:tnLst>
                  <p:par>
                    <p:cTn presetID="10" presetClass="entr" presetSubtype="0" fill="hold" nodeType="withEffect">
                      <p:stCondLst>
                        <p:cond delay="950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 grpId="0" build="p">
            <p:tmplLst>
              <p:tmpl lvl="1">
                <p:tnLst>
                  <p:par>
                    <p:cTn presetID="10" presetClass="exit" presetSubtype="0" fill="hold" nodeType="withEffect" nodePh="1">
                      <p:stCondLst>
                        <p:cond delay="4500"/>
                      </p:stCondLst>
                      <p:endCondLst>
                        <p:cond delay="0"/>
                      </p:endCondLst>
                      <p:childTnLst>
                        <p:animEffect transition="out" filter="fade">
                          <p:cBhvr>
                            <p:cTn dur="500"/>
                            <p:tgtEl>
                              <p:spTgt spid="6"/>
                            </p:tgtEl>
                          </p:cBhvr>
                        </p:animEffect>
                        <p:set>
                          <p:cBhvr>
                            <p:cTn dur="1" fill="hold">
                              <p:stCondLst>
                                <p:cond delay="499"/>
                              </p:stCondLst>
                            </p:cTn>
                            <p:tgtEl>
                              <p:spTgt spid="6"/>
                            </p:tgtEl>
                            <p:attrNameLst>
                              <p:attrName>style.visibility</p:attrName>
                            </p:attrNameLst>
                          </p:cBhvr>
                          <p:to>
                            <p:strVal val="hidden"/>
                          </p:to>
                        </p:set>
                      </p:childTnLst>
                    </p:cTn>
                  </p:par>
                </p:tnLst>
              </p:tmpl>
            </p:tmplLst>
          </p:bldP>
          <p:bldP spid="6" grpId="1" build="p">
            <p:tmplLst>
              <p:tmpl lvl="1">
                <p:tnLst>
                  <p:par>
                    <p:cTn presetID="10" presetClass="entr" presetSubtype="0" fill="hold" nodeType="withEffect" nodePh="1">
                      <p:stCondLst>
                        <p:cond delay="95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31" grpId="0" animBg="1">
            <p:tmplLst>
              <p:tmpl>
                <p:tnLst>
                  <p:par>
                    <p:cTn presetID="10" presetClass="exit" presetSubtype="0" fill="hold" nodeType="withEffect">
                      <p:stCondLst>
                        <p:cond delay="4500"/>
                      </p:stCondLst>
                      <p:childTnLst>
                        <p:animEffect transition="out" filter="fade">
                          <p:cBhvr>
                            <p:cTn dur="500"/>
                            <p:tgtEl>
                              <p:spTgt spid="31"/>
                            </p:tgtEl>
                          </p:cBhvr>
                        </p:animEffect>
                        <p:set>
                          <p:cBhvr>
                            <p:cTn dur="1" fill="hold">
                              <p:stCondLst>
                                <p:cond delay="499"/>
                              </p:stCondLst>
                            </p:cTn>
                            <p:tgtEl>
                              <p:spTgt spid="31"/>
                            </p:tgtEl>
                            <p:attrNameLst>
                              <p:attrName>style.visibility</p:attrName>
                            </p:attrNameLst>
                          </p:cBhvr>
                          <p:to>
                            <p:strVal val="hidden"/>
                          </p:to>
                        </p:set>
                      </p:childTnLst>
                    </p:cTn>
                  </p:par>
                </p:tnLst>
              </p:tmpl>
            </p:tmplLst>
          </p:bldP>
          <p:bldP spid="31" grpId="1" animBg="1">
            <p:tmplLst>
              <p:tmpl>
                <p:tnLst>
                  <p:par>
                    <p:cTn presetID="10" presetClass="entr" presetSubtype="0" fill="hold" nodeType="withEffect">
                      <p:stCondLst>
                        <p:cond delay="95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9" grpId="0" build="p">
            <p:tmplLst>
              <p:tmpl lvl="1">
                <p:tnLst>
                  <p:par>
                    <p:cTn presetID="10" presetClass="exit" presetSubtype="0" fill="hold" nodeType="withEffect">
                      <p:stCondLst>
                        <p:cond delay="4500"/>
                      </p:stCondLst>
                      <p:childTnLst>
                        <p:animEffect transition="out" filter="fade">
                          <p:cBhvr>
                            <p:cTn dur="500"/>
                            <p:tgtEl>
                              <p:spTgt spid="9"/>
                            </p:tgtEl>
                          </p:cBhvr>
                        </p:animEffect>
                        <p:set>
                          <p:cBhvr>
                            <p:cTn dur="1" fill="hold">
                              <p:stCondLst>
                                <p:cond delay="499"/>
                              </p:stCondLst>
                            </p:cTn>
                            <p:tgtEl>
                              <p:spTgt spid="9"/>
                            </p:tgtEl>
                            <p:attrNameLst>
                              <p:attrName>style.visibility</p:attrName>
                            </p:attrNameLst>
                          </p:cBhvr>
                          <p:to>
                            <p:strVal val="hidden"/>
                          </p:to>
                        </p:set>
                      </p:childTnLst>
                    </p:cTn>
                  </p:par>
                </p:tnLst>
              </p:tmpl>
            </p:tmplLst>
          </p:bldP>
          <p:bldP spid="9" grpId="1" build="p">
            <p:tmplLst>
              <p:tmpl lvl="1">
                <p:tnLst>
                  <p:par>
                    <p:cTn presetID="10" presetClass="entr" presetSubtype="0" fill="hold" nodeType="withEffect">
                      <p:stCondLst>
                        <p:cond delay="95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7" grpId="0" build="p">
            <p:tmplLst>
              <p:tmpl lvl="1">
                <p:tnLst>
                  <p:par>
                    <p:cTn presetID="10" presetClass="entr" presetSubtype="0" fill="hold" nodeType="withEffect">
                      <p:stCondLst>
                        <p:cond delay="45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build="p">
            <p:tmplLst>
              <p:tmpl lvl="1">
                <p:tnLst>
                  <p:par>
                    <p:cTn presetID="10" presetClass="exit" presetSubtype="0" fill="hold" nodeType="withEffect">
                      <p:stCondLst>
                        <p:cond delay="9500"/>
                      </p:stCondLst>
                      <p:childTnLst>
                        <p:animEffect transition="out" filter="fade">
                          <p:cBhvr>
                            <p:cTn dur="500"/>
                            <p:tgtEl>
                              <p:spTgt spid="17"/>
                            </p:tgtEl>
                          </p:cBhvr>
                        </p:animEffect>
                        <p:set>
                          <p:cBhvr>
                            <p:cTn dur="1" fill="hold">
                              <p:stCondLst>
                                <p:cond delay="499"/>
                              </p:stCondLst>
                            </p:cTn>
                            <p:tgtEl>
                              <p:spTgt spid="17"/>
                            </p:tgtEl>
                            <p:attrNameLst>
                              <p:attrName>style.visibility</p:attrName>
                            </p:attrNameLst>
                          </p:cBhvr>
                          <p:to>
                            <p:strVal val="hidden"/>
                          </p:to>
                        </p:set>
                      </p:childTnLst>
                    </p:cTn>
                  </p:par>
                </p:tnLst>
              </p:tmpl>
            </p:tmplLst>
          </p:bldP>
          <p:bldP spid="18" grpId="0" build="p">
            <p:tmplLst>
              <p:tmpl lvl="1">
                <p:tnLst>
                  <p:par>
                    <p:cTn presetID="10" presetClass="entr" presetSubtype="0" fill="hold" nodeType="withEffect">
                      <p:stCondLst>
                        <p:cond delay="450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8" grpId="1" build="p">
            <p:tmplLst>
              <p:tmpl lvl="1">
                <p:tnLst>
                  <p:par>
                    <p:cTn presetID="10" presetClass="exit" presetSubtype="0" fill="hold" nodeType="withEffect">
                      <p:stCondLst>
                        <p:cond delay="9500"/>
                      </p:stCondLst>
                      <p:childTnLst>
                        <p:animEffect transition="out" filter="fade">
                          <p:cBhvr>
                            <p:cTn dur="500"/>
                            <p:tgtEl>
                              <p:spTgt spid="18"/>
                            </p:tgtEl>
                          </p:cBhvr>
                        </p:animEffect>
                        <p:set>
                          <p:cBhvr>
                            <p:cTn dur="1" fill="hold">
                              <p:stCondLst>
                                <p:cond delay="499"/>
                              </p:stCondLst>
                            </p:cTn>
                            <p:tgtEl>
                              <p:spTgt spid="18"/>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p:stCondLst>
                        <p:cond delay="450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1" build="p">
            <p:tmplLst>
              <p:tmpl lvl="1">
                <p:tnLst>
                  <p:par>
                    <p:cTn presetID="10" presetClass="exit" presetSubtype="0" fill="hold" nodeType="withEffect">
                      <p:stCondLst>
                        <p:cond delay="9500"/>
                      </p:stCondLst>
                      <p:childTnLst>
                        <p:animEffect transition="out" filter="fade">
                          <p:cBhvr>
                            <p:cTn dur="500"/>
                            <p:tgtEl>
                              <p:spTgt spid="19"/>
                            </p:tgtEl>
                          </p:cBhvr>
                        </p:animEffect>
                        <p:set>
                          <p:cBhvr>
                            <p:cTn dur="1" fill="hold">
                              <p:stCondLst>
                                <p:cond delay="499"/>
                              </p:stCondLst>
                            </p:cTn>
                            <p:tgtEl>
                              <p:spTgt spid="19"/>
                            </p:tgtEl>
                            <p:attrNameLst>
                              <p:attrName>style.visibility</p:attrName>
                            </p:attrNameLst>
                          </p:cBhvr>
                          <p:to>
                            <p:strVal val="hidden"/>
                          </p:to>
                        </p:set>
                      </p:childTnLst>
                    </p:cTn>
                  </p:par>
                </p:tnLst>
              </p:tmpl>
            </p:tmplLst>
          </p:bldP>
          <p:bldP spid="20" grpId="0" build="p">
            <p:tmplLst>
              <p:tmpl lvl="1">
                <p:tnLst>
                  <p:par>
                    <p:cTn presetID="10" presetClass="entr" presetSubtype="0" fill="hold" nodeType="withEffect">
                      <p:stCondLst>
                        <p:cond delay="4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1" build="p">
            <p:tmplLst>
              <p:tmpl lvl="1">
                <p:tnLst>
                  <p:par>
                    <p:cTn presetID="10" presetClass="exit" presetSubtype="0" fill="hold" nodeType="withEffect">
                      <p:stCondLst>
                        <p:cond delay="9500"/>
                      </p:stCondLst>
                      <p:childTnLst>
                        <p:animEffect transition="out" filter="fade">
                          <p:cBhvr>
                            <p:cTn dur="500"/>
                            <p:tgtEl>
                              <p:spTgt spid="20"/>
                            </p:tgtEl>
                          </p:cBhvr>
                        </p:animEffect>
                        <p:set>
                          <p:cBhvr>
                            <p:cTn dur="1" fill="hold">
                              <p:stCondLst>
                                <p:cond delay="499"/>
                              </p:stCondLst>
                            </p:cTn>
                            <p:tgtEl>
                              <p:spTgt spid="20"/>
                            </p:tgtEl>
                            <p:attrNameLst>
                              <p:attrName>style.visibility</p:attrName>
                            </p:attrNameLst>
                          </p:cBhvr>
                          <p:to>
                            <p:strVal val="hidden"/>
                          </p:to>
                        </p:set>
                      </p:childTnLst>
                    </p:cTn>
                  </p:par>
                </p:tnLst>
              </p:tmpl>
            </p:tmplLst>
          </p:bldP>
          <p:bldP spid="21" grpId="0" build="p">
            <p:tmplLst>
              <p:tmpl lvl="1">
                <p:tnLst>
                  <p:par>
                    <p:cTn presetID="10" presetClass="entr" presetSubtype="0" fill="hold" nodeType="withEffect">
                      <p:stCondLst>
                        <p:cond delay="4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1" grpId="1" build="p">
            <p:tmplLst>
              <p:tmpl lvl="1">
                <p:tnLst>
                  <p:par>
                    <p:cTn presetID="10" presetClass="exit" presetSubtype="0" fill="hold" nodeType="withEffect">
                      <p:stCondLst>
                        <p:cond delay="9500"/>
                      </p:stCondLst>
                      <p:childTnLst>
                        <p:animEffect transition="out" filter="fade">
                          <p:cBhvr>
                            <p:cTn dur="500"/>
                            <p:tgtEl>
                              <p:spTgt spid="21"/>
                            </p:tgtEl>
                          </p:cBhvr>
                        </p:animEffect>
                        <p:set>
                          <p:cBhvr>
                            <p:cTn dur="1" fill="hold">
                              <p:stCondLst>
                                <p:cond delay="499"/>
                              </p:stCondLst>
                            </p:cTn>
                            <p:tgtEl>
                              <p:spTgt spid="21"/>
                            </p:tgtEl>
                            <p:attrNameLst>
                              <p:attrName>style.visibility</p:attrName>
                            </p:attrNameLst>
                          </p:cBhvr>
                          <p:to>
                            <p:strVal val="hidden"/>
                          </p:to>
                        </p:set>
                      </p:childTnLst>
                    </p:cTn>
                  </p:par>
                </p:tnLst>
              </p:tmpl>
            </p:tmplLst>
          </p:bldP>
          <p:bldP spid="22" grpId="0"/>
          <p:bldP spid="22" grpId="1"/>
          <p:bldP spid="29" grpId="0" animBg="1">
            <p:tmplLst>
              <p:tmpl>
                <p:tnLst>
                  <p:par>
                    <p:cTn presetID="10" presetClass="entr" presetSubtype="0" fill="hold" nodeType="withEffect">
                      <p:stCondLst>
                        <p:cond delay="450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29" grpId="1" animBg="1">
            <p:tmplLst>
              <p:tmpl>
                <p:tnLst>
                  <p:par>
                    <p:cTn presetID="10" presetClass="exit" presetSubtype="0" fill="hold" nodeType="withEffect">
                      <p:stCondLst>
                        <p:cond delay="9500"/>
                      </p:stCondLst>
                      <p:childTnLst>
                        <p:animEffect transition="out" filter="fade">
                          <p:cBhvr>
                            <p:cTn dur="500"/>
                            <p:tgtEl>
                              <p:spTgt spid="29"/>
                            </p:tgtEl>
                          </p:cBhvr>
                        </p:animEffect>
                        <p:set>
                          <p:cBhvr>
                            <p:cTn dur="1" fill="hold">
                              <p:stCondLst>
                                <p:cond delay="499"/>
                              </p:stCondLst>
                            </p:cTn>
                            <p:tgtEl>
                              <p:spTgt spid="29"/>
                            </p:tgtEl>
                            <p:attrNameLst>
                              <p:attrName>style.visibility</p:attrName>
                            </p:attrNameLst>
                          </p:cBhvr>
                          <p:to>
                            <p:strVal val="hidden"/>
                          </p:to>
                        </p:set>
                      </p:childTnLst>
                    </p:cTn>
                  </p:par>
                </p:tnLst>
              </p:tmpl>
            </p:tmplLst>
          </p:bldP>
          <p:bldP spid="24" grpId="0" build="p">
            <p:tmplLst>
              <p:tmpl lvl="1">
                <p:tnLst>
                  <p:par>
                    <p:cTn presetID="10" presetClass="entr" presetSubtype="0" fill="hold" nodeType="withEffect" nodePh="1">
                      <p:stCondLst>
                        <p:cond delay="4500"/>
                      </p:stCondLst>
                      <p:endCondLst>
                        <p:cond delay="0"/>
                      </p:end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4" grpId="1" build="p">
            <p:tmplLst>
              <p:tmpl lvl="1">
                <p:tnLst>
                  <p:par>
                    <p:cTn presetID="10" presetClass="exit" presetSubtype="0" fill="hold" nodeType="withEffect" nodePh="1">
                      <p:stCondLst>
                        <p:cond delay="9500"/>
                      </p:stCondLst>
                      <p:endCondLst>
                        <p:cond delay="0"/>
                      </p:endCondLst>
                      <p:childTnLst>
                        <p:animEffect transition="out" filter="fade">
                          <p:cBhvr>
                            <p:cTn dur="500"/>
                            <p:tgtEl>
                              <p:spTgt spid="24"/>
                            </p:tgtEl>
                          </p:cBhvr>
                        </p:animEffect>
                        <p:set>
                          <p:cBhvr>
                            <p:cTn dur="1" fill="hold">
                              <p:stCondLst>
                                <p:cond delay="499"/>
                              </p:stCondLst>
                            </p:cTn>
                            <p:tgtEl>
                              <p:spTgt spid="24"/>
                            </p:tgtEl>
                            <p:attrNameLst>
                              <p:attrName>style.visibility</p:attrName>
                            </p:attrNameLst>
                          </p:cBhvr>
                          <p:to>
                            <p:strVal val="hidden"/>
                          </p:to>
                        </p:set>
                      </p:childTnLst>
                    </p:cTn>
                  </p:par>
                </p:tnLst>
              </p:tmpl>
            </p:tmplLst>
          </p:bldP>
          <p:bldP spid="32" grpId="0" animBg="1">
            <p:tmplLst>
              <p:tmpl>
                <p:tnLst>
                  <p:par>
                    <p:cTn presetID="10" presetClass="entr" presetSubtype="0" fill="hold" nodeType="withEffect">
                      <p:stCondLst>
                        <p:cond delay="450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2" grpId="1" animBg="1">
            <p:tmplLst>
              <p:tmpl>
                <p:tnLst>
                  <p:par>
                    <p:cTn presetID="10" presetClass="exit" presetSubtype="0" fill="hold" nodeType="withEffect">
                      <p:stCondLst>
                        <p:cond delay="9500"/>
                      </p:stCondLst>
                      <p:childTnLst>
                        <p:animEffect transition="out" filter="fade">
                          <p:cBhvr>
                            <p:cTn dur="500"/>
                            <p:tgtEl>
                              <p:spTgt spid="32"/>
                            </p:tgtEl>
                          </p:cBhvr>
                        </p:animEffect>
                        <p:set>
                          <p:cBhvr>
                            <p:cTn dur="1" fill="hold">
                              <p:stCondLst>
                                <p:cond delay="499"/>
                              </p:stCondLst>
                            </p:cTn>
                            <p:tgtEl>
                              <p:spTgt spid="32"/>
                            </p:tgtEl>
                            <p:attrNameLst>
                              <p:attrName>style.visibility</p:attrName>
                            </p:attrNameLst>
                          </p:cBhvr>
                          <p:to>
                            <p:strVal val="hidden"/>
                          </p:to>
                        </p:set>
                      </p:childTnLst>
                    </p:cTn>
                  </p:par>
                </p:tnLst>
              </p:tmpl>
            </p:tmplLst>
          </p:bldP>
          <p:bldP spid="26" grpId="0" build="p">
            <p:tmplLst>
              <p:tmpl lvl="1">
                <p:tnLst>
                  <p:par>
                    <p:cTn presetID="10" presetClass="entr" presetSubtype="0" fill="hold" nodeType="withEffect">
                      <p:stCondLst>
                        <p:cond delay="450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6" grpId="1" build="p">
            <p:tmplLst>
              <p:tmpl lvl="1">
                <p:tnLst>
                  <p:par>
                    <p:cTn presetID="10" presetClass="exit" presetSubtype="0" fill="hold" nodeType="withEffect">
                      <p:stCondLst>
                        <p:cond delay="9500"/>
                      </p:stCondLst>
                      <p:childTnLst>
                        <p:animEffect transition="out" filter="fade">
                          <p:cBhvr>
                            <p:cTn dur="500"/>
                            <p:tgtEl>
                              <p:spTgt spid="26"/>
                            </p:tgtEl>
                          </p:cBhvr>
                        </p:animEffect>
                        <p:set>
                          <p:cBhvr>
                            <p:cTn dur="1" fill="hold">
                              <p:stCondLst>
                                <p:cond delay="499"/>
                              </p:stCondLst>
                            </p:cTn>
                            <p:tgtEl>
                              <p:spTgt spid="26"/>
                            </p:tgtEl>
                            <p:attrNameLst>
                              <p:attrName>style.visibility</p:attrName>
                            </p:attrNameLst>
                          </p:cBhvr>
                          <p:to>
                            <p:strVal val="hidden"/>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2"/>
                    </p:tgtEl>
                  </p:cMediaNode>
                </p:audio>
              </p:childTnLst>
            </p:cTn>
          </p:par>
        </p:tnLst>
      </p:timing>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15" name="circle-background">
            <a:extLst>
              <a:ext uri="{FF2B5EF4-FFF2-40B4-BE49-F238E27FC236}">
                <a16:creationId xmlns:a16="http://schemas.microsoft.com/office/drawing/2014/main" id="{4307AE6C-D3E8-4BD1-9215-CCBC161642CA}"/>
              </a:ext>
            </a:extLst>
          </p:cNvPr>
          <p:cNvSpPr>
            <a:spLocks noGrp="1" noChangeAspect="1"/>
          </p:cNvSpPr>
          <p:nvPr>
            <p:ph sz="quarter" idx="18" hasCustomPrompt="1"/>
          </p:nvPr>
        </p:nvSpPr>
        <p:spPr>
          <a:xfrm>
            <a:off x="3063240" y="411480"/>
            <a:ext cx="4572000" cy="4572000"/>
          </a:xfrm>
          <a:prstGeom prst="ellipse">
            <a:avLst/>
          </a:prstGeom>
          <a:solidFill>
            <a:srgbClr val="FFFFFF">
              <a:alpha val="85000"/>
            </a:srgbClr>
          </a:solidFill>
        </p:spPr>
        <p:txBody>
          <a:bodyPr/>
          <a:lstStyle>
            <a:lvl1pPr>
              <a:buNone/>
              <a:defRPr/>
            </a:lvl1pPr>
          </a:lstStyle>
          <a:p>
            <a:pPr lvl="0"/>
            <a:r>
              <a:rPr lang="en-US" dirty="0"/>
              <a:t>Circle-background</a:t>
            </a:r>
          </a:p>
        </p:txBody>
      </p:sp>
      <p:sp>
        <p:nvSpPr>
          <p:cNvPr id="8" name="title">
            <a:extLst>
              <a:ext uri="{FF2B5EF4-FFF2-40B4-BE49-F238E27FC236}">
                <a16:creationId xmlns:a16="http://schemas.microsoft.com/office/drawing/2014/main" id="{115AD74F-6597-4D11-84E3-F03F2DD9F1D0}"/>
              </a:ext>
            </a:extLst>
          </p:cNvPr>
          <p:cNvSpPr>
            <a:spLocks noGrp="1"/>
          </p:cNvSpPr>
          <p:nvPr>
            <p:ph type="body" sz="quarter" idx="12" hasCustomPrompt="1"/>
          </p:nvPr>
        </p:nvSpPr>
        <p:spPr>
          <a:xfrm>
            <a:off x="3836709" y="23296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0" name="detail">
            <a:extLst>
              <a:ext uri="{FF2B5EF4-FFF2-40B4-BE49-F238E27FC236}">
                <a16:creationId xmlns:a16="http://schemas.microsoft.com/office/drawing/2014/main" id="{2177151D-518D-4586-8940-820C57BEEF5C}"/>
              </a:ext>
            </a:extLst>
          </p:cNvPr>
          <p:cNvSpPr>
            <a:spLocks noGrp="1"/>
          </p:cNvSpPr>
          <p:nvPr>
            <p:ph type="body" sz="quarter" idx="13" hasCustomPrompt="1"/>
          </p:nvPr>
        </p:nvSpPr>
        <p:spPr>
          <a:xfrm>
            <a:off x="3926264" y="8486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7" name="quote">
            <a:extLst>
              <a:ext uri="{FF2B5EF4-FFF2-40B4-BE49-F238E27FC236}">
                <a16:creationId xmlns:a16="http://schemas.microsoft.com/office/drawing/2014/main" id="{D28D1B06-F61E-46C8-8BE2-2C9EE74B3011}"/>
              </a:ext>
            </a:extLst>
          </p:cNvPr>
          <p:cNvSpPr>
            <a:spLocks noGrp="1"/>
          </p:cNvSpPr>
          <p:nvPr>
            <p:ph type="body" sz="quarter" idx="15" hasCustomPrompt="1"/>
          </p:nvPr>
        </p:nvSpPr>
        <p:spPr>
          <a:xfrm>
            <a:off x="3984942" y="39903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11" name="credits">
            <a:extLst>
              <a:ext uri="{FF2B5EF4-FFF2-40B4-BE49-F238E27FC236}">
                <a16:creationId xmlns:a16="http://schemas.microsoft.com/office/drawing/2014/main" id="{1B4EDC40-1BDE-452F-9CDF-5FFDDA12B832}"/>
              </a:ext>
            </a:extLst>
          </p:cNvPr>
          <p:cNvSpPr>
            <a:spLocks noGrp="1"/>
          </p:cNvSpPr>
          <p:nvPr>
            <p:ph type="body" sz="quarter" idx="16" hasCustomPrompt="1"/>
          </p:nvPr>
        </p:nvSpPr>
        <p:spPr>
          <a:xfrm>
            <a:off x="6548967" y="4538133"/>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13" name="reference">
            <a:extLst>
              <a:ext uri="{FF2B5EF4-FFF2-40B4-BE49-F238E27FC236}">
                <a16:creationId xmlns:a16="http://schemas.microsoft.com/office/drawing/2014/main" id="{CE2545CB-1CAD-41DE-B9A3-343E29275833}"/>
              </a:ext>
            </a:extLst>
          </p:cNvPr>
          <p:cNvSpPr>
            <a:spLocks noGrp="1"/>
          </p:cNvSpPr>
          <p:nvPr>
            <p:ph type="body" sz="quarter" idx="20" hasCustomPrompt="1"/>
          </p:nvPr>
        </p:nvSpPr>
        <p:spPr>
          <a:xfrm>
            <a:off x="3984942" y="44706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28" name="highlight">
            <a:extLst>
              <a:ext uri="{FF2B5EF4-FFF2-40B4-BE49-F238E27FC236}">
                <a16:creationId xmlns:a16="http://schemas.microsoft.com/office/drawing/2014/main" id="{A33580DC-3D3A-465D-96F6-1519354675F4}"/>
              </a:ext>
            </a:extLst>
          </p:cNvPr>
          <p:cNvSpPr>
            <a:spLocks noGrp="1"/>
          </p:cNvSpPr>
          <p:nvPr>
            <p:ph type="body" sz="quarter" idx="36" hasCustomPrompt="1"/>
          </p:nvPr>
        </p:nvSpPr>
        <p:spPr>
          <a:xfrm>
            <a:off x="53078" y="482274"/>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1" name="callout">
            <a:extLst>
              <a:ext uri="{FF2B5EF4-FFF2-40B4-BE49-F238E27FC236}">
                <a16:creationId xmlns:a16="http://schemas.microsoft.com/office/drawing/2014/main" id="{5555FF73-0CDC-424B-AD6C-6AA9A6095B25}"/>
              </a:ext>
            </a:extLst>
          </p:cNvPr>
          <p:cNvSpPr>
            <a:spLocks noGrp="1"/>
          </p:cNvSpPr>
          <p:nvPr>
            <p:ph type="body" sz="quarter" idx="38" hasCustomPrompt="1"/>
          </p:nvPr>
        </p:nvSpPr>
        <p:spPr>
          <a:xfrm>
            <a:off x="3410940" y="3270391"/>
            <a:ext cx="166211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a:t>callout</a:t>
            </a:r>
          </a:p>
        </p:txBody>
      </p:sp>
      <p:sp>
        <p:nvSpPr>
          <p:cNvPr id="9" name="copyright">
            <a:extLst>
              <a:ext uri="{FF2B5EF4-FFF2-40B4-BE49-F238E27FC236}">
                <a16:creationId xmlns:a16="http://schemas.microsoft.com/office/drawing/2014/main" id="{000CC8A8-8C0E-4E6E-91F4-36696E1A12E1}"/>
              </a:ext>
            </a:extLst>
          </p:cNvPr>
          <p:cNvSpPr>
            <a:spLocks noGrp="1"/>
          </p:cNvSpPr>
          <p:nvPr>
            <p:ph type="body" sz="quarter" idx="24" hasCustomPrompt="1"/>
          </p:nvPr>
        </p:nvSpPr>
        <p:spPr>
          <a:xfrm>
            <a:off x="1554164" y="55507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sp>
        <p:nvSpPr>
          <p:cNvPr id="16" name="leader">
            <a:extLst>
              <a:ext uri="{FF2B5EF4-FFF2-40B4-BE49-F238E27FC236}">
                <a16:creationId xmlns:a16="http://schemas.microsoft.com/office/drawing/2014/main" id="{C02578DB-0DB7-4085-90A0-F5FFA0FA8DCA}"/>
              </a:ext>
            </a:extLst>
          </p:cNvPr>
          <p:cNvSpPr>
            <a:spLocks noGrp="1"/>
          </p:cNvSpPr>
          <p:nvPr>
            <p:ph type="body" sz="quarter" idx="25" hasCustomPrompt="1"/>
          </p:nvPr>
        </p:nvSpPr>
        <p:spPr>
          <a:xfrm>
            <a:off x="6108192" y="5093208"/>
            <a:ext cx="2837543" cy="420624"/>
          </a:xfrm>
          <a:prstGeom prst="rect">
            <a:avLst/>
          </a:prstGeom>
        </p:spPr>
        <p:txBody>
          <a:bodyPr anchor="ctr"/>
          <a:lstStyle>
            <a:lvl1pPr marL="0" indent="0" algn="r">
              <a:buNone/>
              <a:defRPr cap="small" baseline="0">
                <a:solidFill>
                  <a:schemeClr val="bg1"/>
                </a:solidFill>
                <a:latin typeface="Avenir Next LT Pro" panose="020B0504020202020204" pitchFamily="34" charset="0"/>
              </a:defRPr>
            </a:lvl1pPr>
          </a:lstStyle>
          <a:p>
            <a:pPr lvl="0"/>
            <a:r>
              <a:rPr lang="en-US" dirty="0"/>
              <a:t>Leader</a:t>
            </a:r>
          </a:p>
        </p:txBody>
      </p:sp>
      <p:sp>
        <p:nvSpPr>
          <p:cNvPr id="17" name="esp-title">
            <a:extLst>
              <a:ext uri="{FF2B5EF4-FFF2-40B4-BE49-F238E27FC236}">
                <a16:creationId xmlns:a16="http://schemas.microsoft.com/office/drawing/2014/main" id="{DAF42457-8B43-4BE6-8458-681251A8F816}"/>
              </a:ext>
            </a:extLst>
          </p:cNvPr>
          <p:cNvSpPr>
            <a:spLocks noGrp="1"/>
          </p:cNvSpPr>
          <p:nvPr>
            <p:ph type="body" sz="quarter" idx="26" hasCustomPrompt="1"/>
          </p:nvPr>
        </p:nvSpPr>
        <p:spPr>
          <a:xfrm>
            <a:off x="3989109" y="2482036"/>
            <a:ext cx="3007152" cy="590445"/>
          </a:xfrm>
          <a:prstGeom prst="rect">
            <a:avLst/>
          </a:prstGeom>
        </p:spPr>
        <p:txBody>
          <a:bodyPr lIns="0" tIns="0" rIns="0" bIns="0" anchor="ctr"/>
          <a:lstStyle>
            <a:lvl1pPr marL="0" indent="0" algn="ctr">
              <a:lnSpc>
                <a:spcPct val="100000"/>
              </a:lnSpc>
              <a:spcBef>
                <a:spcPts val="0"/>
              </a:spcBef>
              <a:buNone/>
              <a:defRPr sz="5400" b="1" cap="none" baseline="0">
                <a:solidFill>
                  <a:srgbClr val="014A81"/>
                </a:solidFill>
                <a:latin typeface="Avenir Next LT Pro" panose="020B0504020202020204" pitchFamily="34" charset="0"/>
              </a:defRPr>
            </a:lvl1pPr>
          </a:lstStyle>
          <a:p>
            <a:pPr lvl="0"/>
            <a:r>
              <a:rPr lang="en-US" dirty="0"/>
              <a:t>Title</a:t>
            </a:r>
          </a:p>
        </p:txBody>
      </p:sp>
      <p:sp>
        <p:nvSpPr>
          <p:cNvPr id="18" name="esp-detail">
            <a:extLst>
              <a:ext uri="{FF2B5EF4-FFF2-40B4-BE49-F238E27FC236}">
                <a16:creationId xmlns:a16="http://schemas.microsoft.com/office/drawing/2014/main" id="{33D4B0F1-EF15-48BB-8E2F-BFC5E757FD1D}"/>
              </a:ext>
            </a:extLst>
          </p:cNvPr>
          <p:cNvSpPr>
            <a:spLocks noGrp="1"/>
          </p:cNvSpPr>
          <p:nvPr>
            <p:ph type="body" sz="quarter" idx="27" hasCustomPrompt="1"/>
          </p:nvPr>
        </p:nvSpPr>
        <p:spPr>
          <a:xfrm>
            <a:off x="4078664" y="1001089"/>
            <a:ext cx="2917597" cy="904875"/>
          </a:xfrm>
          <a:prstGeom prst="rect">
            <a:avLst/>
          </a:prstGeom>
        </p:spPr>
        <p:txBody>
          <a:bodyPr lIns="0" tIns="0" rIns="0" bIns="0" anchor="ctr"/>
          <a:lstStyle>
            <a:lvl1pPr marL="0" indent="0" algn="ctr">
              <a:lnSpc>
                <a:spcPct val="100000"/>
              </a:lnSpc>
              <a:spcBef>
                <a:spcPts val="0"/>
              </a:spcBef>
              <a:buNone/>
              <a:defRPr sz="6000" b="1" cap="none" baseline="0">
                <a:solidFill>
                  <a:srgbClr val="113245"/>
                </a:solidFill>
                <a:latin typeface="Avenir Next LT Pro" panose="020B0504020202020204" pitchFamily="34" charset="0"/>
              </a:defRPr>
            </a:lvl1pPr>
          </a:lstStyle>
          <a:p>
            <a:pPr lvl="0"/>
            <a:r>
              <a:rPr lang="en-US" dirty="0"/>
              <a:t>Detail</a:t>
            </a:r>
          </a:p>
        </p:txBody>
      </p:sp>
      <p:sp>
        <p:nvSpPr>
          <p:cNvPr id="19" name="esp-quote">
            <a:extLst>
              <a:ext uri="{FF2B5EF4-FFF2-40B4-BE49-F238E27FC236}">
                <a16:creationId xmlns:a16="http://schemas.microsoft.com/office/drawing/2014/main" id="{7FB4866D-503C-46C5-9CC9-32FA979E397E}"/>
              </a:ext>
            </a:extLst>
          </p:cNvPr>
          <p:cNvSpPr>
            <a:spLocks noGrp="1"/>
          </p:cNvSpPr>
          <p:nvPr>
            <p:ph type="body" sz="quarter" idx="28" hasCustomPrompt="1"/>
          </p:nvPr>
        </p:nvSpPr>
        <p:spPr>
          <a:xfrm>
            <a:off x="4137342" y="4142726"/>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quote</a:t>
            </a:r>
          </a:p>
        </p:txBody>
      </p:sp>
      <p:sp>
        <p:nvSpPr>
          <p:cNvPr id="20" name="esp-credits">
            <a:extLst>
              <a:ext uri="{FF2B5EF4-FFF2-40B4-BE49-F238E27FC236}">
                <a16:creationId xmlns:a16="http://schemas.microsoft.com/office/drawing/2014/main" id="{F70D7E14-764E-445B-A94F-62EDA7CA65D3}"/>
              </a:ext>
            </a:extLst>
          </p:cNvPr>
          <p:cNvSpPr>
            <a:spLocks noGrp="1"/>
          </p:cNvSpPr>
          <p:nvPr>
            <p:ph type="body" sz="quarter" idx="29" hasCustomPrompt="1"/>
          </p:nvPr>
        </p:nvSpPr>
        <p:spPr>
          <a:xfrm>
            <a:off x="6559844" y="4549012"/>
            <a:ext cx="2400856" cy="940894"/>
          </a:xfrm>
          <a:prstGeom prst="rect">
            <a:avLst/>
          </a:prstGeom>
        </p:spPr>
        <p:txBody>
          <a:bodyPr anchor="b"/>
          <a:lstStyle>
            <a:lvl1pPr algn="r">
              <a:spcBef>
                <a:spcPts val="0"/>
              </a:spcBef>
              <a:buNone/>
              <a:defRPr sz="20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credits</a:t>
            </a:r>
          </a:p>
        </p:txBody>
      </p:sp>
      <p:sp>
        <p:nvSpPr>
          <p:cNvPr id="21" name="esp-reference">
            <a:extLst>
              <a:ext uri="{FF2B5EF4-FFF2-40B4-BE49-F238E27FC236}">
                <a16:creationId xmlns:a16="http://schemas.microsoft.com/office/drawing/2014/main" id="{CBD09730-1303-4D7B-920D-D59F64FC4E5F}"/>
              </a:ext>
            </a:extLst>
          </p:cNvPr>
          <p:cNvSpPr>
            <a:spLocks noGrp="1"/>
          </p:cNvSpPr>
          <p:nvPr>
            <p:ph type="body" sz="quarter" idx="30" hasCustomPrompt="1"/>
          </p:nvPr>
        </p:nvSpPr>
        <p:spPr>
          <a:xfrm>
            <a:off x="4137342" y="4623040"/>
            <a:ext cx="2936452" cy="393700"/>
          </a:xfrm>
          <a:prstGeom prst="rect">
            <a:avLst/>
          </a:prstGeom>
        </p:spPr>
        <p:txBody>
          <a:bodyPr lIns="0" tIns="0" rIns="0" bIns="0"/>
          <a:lstStyle>
            <a:lvl1pPr marL="0" indent="0" algn="ctr">
              <a:spcBef>
                <a:spcPts val="0"/>
              </a:spcBef>
              <a:buNone/>
              <a:defRPr b="0" cap="none" baseline="0">
                <a:solidFill>
                  <a:srgbClr val="113245"/>
                </a:solidFill>
                <a:latin typeface="Avenir Next LT Pro" panose="020B0504020202020204" pitchFamily="34" charset="0"/>
              </a:defRPr>
            </a:lvl1pPr>
          </a:lstStyle>
          <a:p>
            <a:pPr lvl="0"/>
            <a:r>
              <a:rPr lang="en-US" dirty="0"/>
              <a:t>reference</a:t>
            </a:r>
          </a:p>
        </p:txBody>
      </p:sp>
      <p:sp>
        <p:nvSpPr>
          <p:cNvPr id="22" name="esp-logo">
            <a:extLst>
              <a:ext uri="{FF2B5EF4-FFF2-40B4-BE49-F238E27FC236}">
                <a16:creationId xmlns:a16="http://schemas.microsoft.com/office/drawing/2014/main" id="{A449D713-59D3-43EE-BB66-B5747C9C60A2}"/>
              </a:ext>
            </a:extLst>
          </p:cNvPr>
          <p:cNvSpPr>
            <a:spLocks noGrp="1"/>
          </p:cNvSpPr>
          <p:nvPr>
            <p:ph type="pic" sz="quarter" idx="31" hasCustomPrompt="1"/>
          </p:nvPr>
        </p:nvSpPr>
        <p:spPr>
          <a:xfrm>
            <a:off x="1668537" y="5028697"/>
            <a:ext cx="1828800" cy="457200"/>
          </a:xfrm>
          <a:prstGeom prst="rect">
            <a:avLst/>
          </a:prstGeom>
        </p:spPr>
        <p:txBody>
          <a:bodyPr/>
          <a:lstStyle>
            <a:lvl1pPr>
              <a:buNone/>
              <a:defRPr/>
            </a:lvl1pPr>
          </a:lstStyle>
          <a:p>
            <a:r>
              <a:rPr lang="en-US" dirty="0"/>
              <a:t>logo</a:t>
            </a:r>
          </a:p>
        </p:txBody>
      </p:sp>
      <p:sp>
        <p:nvSpPr>
          <p:cNvPr id="29" name="esp-highlight">
            <a:extLst>
              <a:ext uri="{FF2B5EF4-FFF2-40B4-BE49-F238E27FC236}">
                <a16:creationId xmlns:a16="http://schemas.microsoft.com/office/drawing/2014/main" id="{115545AB-E91A-42DC-8068-AFF72A9D5DA1}"/>
              </a:ext>
            </a:extLst>
          </p:cNvPr>
          <p:cNvSpPr>
            <a:spLocks noGrp="1"/>
          </p:cNvSpPr>
          <p:nvPr>
            <p:ph type="body" sz="quarter" idx="37" hasCustomPrompt="1"/>
          </p:nvPr>
        </p:nvSpPr>
        <p:spPr>
          <a:xfrm>
            <a:off x="53078" y="948681"/>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err="1"/>
              <a:t>esp</a:t>
            </a:r>
            <a:r>
              <a:rPr lang="en-US" dirty="0"/>
              <a:t>-highlight</a:t>
            </a:r>
          </a:p>
        </p:txBody>
      </p:sp>
      <p:sp>
        <p:nvSpPr>
          <p:cNvPr id="24" name="esp-navbar">
            <a:extLst>
              <a:ext uri="{FF2B5EF4-FFF2-40B4-BE49-F238E27FC236}">
                <a16:creationId xmlns:a16="http://schemas.microsoft.com/office/drawing/2014/main" id="{22476951-8E99-4FE9-B8E7-773D03E74096}"/>
              </a:ext>
            </a:extLst>
          </p:cNvPr>
          <p:cNvSpPr>
            <a:spLocks noGrp="1"/>
          </p:cNvSpPr>
          <p:nvPr>
            <p:ph type="body" sz="quarter" idx="33"/>
          </p:nvPr>
        </p:nvSpPr>
        <p:spPr>
          <a:xfrm>
            <a:off x="-79522" y="-8"/>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32" name="esp-callout">
            <a:extLst>
              <a:ext uri="{FF2B5EF4-FFF2-40B4-BE49-F238E27FC236}">
                <a16:creationId xmlns:a16="http://schemas.microsoft.com/office/drawing/2014/main" id="{C89FEC88-BCA8-4440-92B1-D090C9215495}"/>
              </a:ext>
            </a:extLst>
          </p:cNvPr>
          <p:cNvSpPr>
            <a:spLocks noGrp="1"/>
          </p:cNvSpPr>
          <p:nvPr>
            <p:ph type="body" sz="quarter" idx="39" hasCustomPrompt="1"/>
          </p:nvPr>
        </p:nvSpPr>
        <p:spPr>
          <a:xfrm>
            <a:off x="5174349" y="3268712"/>
            <a:ext cx="2252453" cy="444500"/>
          </a:xfrm>
          <a:prstGeom prst="roundRect">
            <a:avLst>
              <a:gd name="adj" fmla="val 26702"/>
            </a:avLst>
          </a:prstGeom>
          <a:solidFill>
            <a:srgbClr val="014A81"/>
          </a:solidFill>
        </p:spPr>
        <p:txBody>
          <a:bodyPr anchor="ctr"/>
          <a:lstStyle>
            <a:lvl1pPr marL="0" indent="0" algn="ctr">
              <a:buNone/>
              <a:defRPr>
                <a:solidFill>
                  <a:schemeClr val="bg1"/>
                </a:solidFill>
                <a:latin typeface="Avenir Next LT Pro" panose="020B0504020202020204" pitchFamily="34" charset="0"/>
              </a:defRPr>
            </a:lvl1pPr>
          </a:lstStyle>
          <a:p>
            <a:pPr lvl="0"/>
            <a:r>
              <a:rPr lang="en-US" dirty="0" err="1"/>
              <a:t>esp</a:t>
            </a:r>
            <a:r>
              <a:rPr lang="en-US" dirty="0"/>
              <a:t>-callout</a:t>
            </a:r>
          </a:p>
        </p:txBody>
      </p:sp>
      <p:sp>
        <p:nvSpPr>
          <p:cNvPr id="26" name="esp-copyright">
            <a:extLst>
              <a:ext uri="{FF2B5EF4-FFF2-40B4-BE49-F238E27FC236}">
                <a16:creationId xmlns:a16="http://schemas.microsoft.com/office/drawing/2014/main" id="{9F0726DE-C67E-4CA6-A0DC-42EB439EF029}"/>
              </a:ext>
            </a:extLst>
          </p:cNvPr>
          <p:cNvSpPr>
            <a:spLocks noGrp="1"/>
          </p:cNvSpPr>
          <p:nvPr>
            <p:ph type="body" sz="quarter" idx="35" hasCustomPrompt="1"/>
          </p:nvPr>
        </p:nvSpPr>
        <p:spPr>
          <a:xfrm>
            <a:off x="1706564" y="5703151"/>
            <a:ext cx="7603461" cy="118525"/>
          </a:xfrm>
          <a:prstGeom prst="rect">
            <a:avLst/>
          </a:prstGeom>
        </p:spPr>
        <p:txBody>
          <a:bodyPr lIns="0" tIns="0" rIns="0" bIns="0" anchor="ctr"/>
          <a:lstStyle>
            <a:lvl1pPr algn="ctr">
              <a:spcBef>
                <a:spcPts val="0"/>
              </a:spcBef>
              <a:buNone/>
              <a:defRPr sz="900">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copyright</a:t>
            </a:r>
          </a:p>
        </p:txBody>
      </p:sp>
      <p:pic>
        <p:nvPicPr>
          <p:cNvPr id="5" name="silence-40s">
            <a:hlinkClick r:id="" action="ppaction://media"/>
            <a:extLst>
              <a:ext uri="{FF2B5EF4-FFF2-40B4-BE49-F238E27FC236}">
                <a16:creationId xmlns:a16="http://schemas.microsoft.com/office/drawing/2014/main" id="{F8501AD9-913E-4623-94C0-4CCABB8914DA}"/>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435350" y="3638273"/>
            <a:ext cx="271463" cy="271462"/>
          </a:xfrm>
          <a:prstGeom prst="rect">
            <a:avLst/>
          </a:prstGeom>
        </p:spPr>
      </p:pic>
    </p:spTree>
    <p:extLst>
      <p:ext uri="{BB962C8B-B14F-4D97-AF65-F5344CB8AC3E}">
        <p14:creationId xmlns:p14="http://schemas.microsoft.com/office/powerpoint/2010/main" val="38996997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0"/>
                                </p:stCondLst>
                                <p:childTnLst>
                                  <p:par>
                                    <p:cTn id="5" presetID="1" presetClass="mediacall" presetSubtype="0" fill="hold" nodeType="afterEffect">
                                      <p:stCondLst>
                                        <p:cond delay="0"/>
                                      </p:stCondLst>
                                      <p:childTnLst>
                                        <p:cmd type="call" cmd="playFrom(0.0)">
                                          <p:cBhvr>
                                            <p:cTn id="6" dur="4004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repeatCount="indefinite" fill="hold" display="0">
                      <p:stCondLst>
                        <p:cond delay="indefinite"/>
                      </p:stCondLst>
                      <p:endCondLst>
                        <p:cond evt="onStopAudio" delay="0">
                          <p:tgtEl>
                            <p:sldTgt/>
                          </p:tgtEl>
                        </p:cond>
                      </p:endCondLst>
                    </p:cTn>
                    <p:tgtEl>
                      <p:spTgt spid="5"/>
                    </p:tgtEl>
                  </p:cMediaNode>
                </p:audio>
                <p:seq concurrent="1" nextAc="seek">
                  <p:cTn id="8" restart="whenNotActive" fill="hold" evtFilter="cancelBubble" nodeType="interactiveSeq">
                    <p:stCondLst>
                      <p:cond evt="onMediaBookmark" delay="0">
                        <p:tgtEl>
                          <p14:bmkTgt spid="5" bmkName="Bookmark 1"/>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withEffect">
                                      <p:stCondLst>
                                        <p:cond delay="19500"/>
                                      </p:stCondLst>
                                      <p:childTnLst>
                                        <p:animEffect transition="out" filter="fade">
                                          <p:cBhvr>
                                            <p:cTn id="12" dur="500"/>
                                            <p:tgtEl>
                                              <p:spTgt spid="8">
                                                <p:txEl>
                                                  <p:pRg st="0" end="0"/>
                                                </p:txEl>
                                              </p:spTgt>
                                            </p:tgtEl>
                                          </p:cBhvr>
                                        </p:animEffect>
                                        <p:set>
                                          <p:cBhvr>
                                            <p:cTn id="13" dur="1" fill="hold">
                                              <p:stCondLst>
                                                <p:cond delay="499"/>
                                              </p:stCondLst>
                                            </p:cTn>
                                            <p:tgtEl>
                                              <p:spTgt spid="8">
                                                <p:txEl>
                                                  <p:pRg st="0" end="0"/>
                                                </p:txEl>
                                              </p:spTgt>
                                            </p:tgtEl>
                                            <p:attrNameLst>
                                              <p:attrName>style.visibility</p:attrName>
                                            </p:attrNameLst>
                                          </p:cBhvr>
                                          <p:to>
                                            <p:strVal val="hidden"/>
                                          </p:to>
                                        </p:set>
                                      </p:childTnLst>
                                    </p:cTn>
                                  </p:par>
                                  <p:par>
                                    <p:cTn id="14" presetID="10" presetClass="exit" presetSubtype="0" fill="hold" grpId="0" nodeType="withEffect">
                                      <p:stCondLst>
                                        <p:cond delay="19500"/>
                                      </p:stCondLst>
                                      <p:childTnLst>
                                        <p:animEffect transition="out" filter="fade">
                                          <p:cBhvr>
                                            <p:cTn id="15" dur="500"/>
                                            <p:tgtEl>
                                              <p:spTgt spid="9">
                                                <p:txEl>
                                                  <p:pRg st="0" end="0"/>
                                                </p:txEl>
                                              </p:spTgt>
                                            </p:tgtEl>
                                          </p:cBhvr>
                                        </p:animEffect>
                                        <p:set>
                                          <p:cBhvr>
                                            <p:cTn id="16" dur="1" fill="hold">
                                              <p:stCondLst>
                                                <p:cond delay="499"/>
                                              </p:stCondLst>
                                            </p:cTn>
                                            <p:tgtEl>
                                              <p:spTgt spid="9">
                                                <p:txEl>
                                                  <p:pRg st="0" end="0"/>
                                                </p:txEl>
                                              </p:spTgt>
                                            </p:tgtEl>
                                            <p:attrNameLst>
                                              <p:attrName>style.visibility</p:attrName>
                                            </p:attrNameLst>
                                          </p:cBhvr>
                                          <p:to>
                                            <p:strVal val="hidden"/>
                                          </p:to>
                                        </p:set>
                                      </p:childTnLst>
                                    </p:cTn>
                                  </p:par>
                                  <p:par>
                                    <p:cTn id="17" presetID="10" presetClass="exit" presetSubtype="0" fill="hold" grpId="0" nodeType="withEffect" nodePh="1">
                                      <p:stCondLst>
                                        <p:cond delay="19500"/>
                                      </p:stCondLst>
                                      <p:endCondLst>
                                        <p:cond evt="begin" delay="0">
                                          <p:tn val="17"/>
                                        </p:cond>
                                      </p:endCondLst>
                                      <p:childTnLst>
                                        <p:animEffect transition="out" filter="fade">
                                          <p:cBhvr>
                                            <p:cTn id="18" dur="500"/>
                                            <p:tgtEl>
                                              <p:spTgt spid="6">
                                                <p:txEl>
                                                  <p:pRg st="0" end="0"/>
                                                </p:txEl>
                                              </p:spTgt>
                                            </p:tgtEl>
                                          </p:cBhvr>
                                        </p:animEffect>
                                        <p:set>
                                          <p:cBhvr>
                                            <p:cTn id="19" dur="1" fill="hold">
                                              <p:stCondLst>
                                                <p:cond delay="499"/>
                                              </p:stCondLst>
                                            </p:cTn>
                                            <p:tgtEl>
                                              <p:spTgt spid="6">
                                                <p:txEl>
                                                  <p:pRg st="0" end="0"/>
                                                </p:txEl>
                                              </p:spTgt>
                                            </p:tgtEl>
                                            <p:attrNameLst>
                                              <p:attrName>style.visibility</p:attrName>
                                            </p:attrNameLst>
                                          </p:cBhvr>
                                          <p:to>
                                            <p:strVal val="hidden"/>
                                          </p:to>
                                        </p:set>
                                      </p:childTnLst>
                                    </p:cTn>
                                  </p:par>
                                  <p:par>
                                    <p:cTn id="20" presetID="10" presetClass="exit" presetSubtype="0" fill="hold" grpId="0" nodeType="withEffect">
                                      <p:stCondLst>
                                        <p:cond delay="19500"/>
                                      </p:stCondLst>
                                      <p:childTnLst>
                                        <p:animEffect transition="out" filter="fad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par>
                                    <p:cTn id="23" presetID="10" presetClass="exit" presetSubtype="0" fill="hold" grpId="0" nodeType="withEffect">
                                      <p:stCondLst>
                                        <p:cond delay="19500"/>
                                      </p:stCondLst>
                                      <p:childTnLst>
                                        <p:animEffect transition="out" filter="fade">
                                          <p:cBhvr>
                                            <p:cTn id="24" dur="500"/>
                                            <p:tgtEl>
                                              <p:spTgt spid="13">
                                                <p:txEl>
                                                  <p:pRg st="0" end="0"/>
                                                </p:txEl>
                                              </p:spTgt>
                                            </p:tgtEl>
                                          </p:cBhvr>
                                        </p:animEffect>
                                        <p:set>
                                          <p:cBhvr>
                                            <p:cTn id="25" dur="1" fill="hold">
                                              <p:stCondLst>
                                                <p:cond delay="499"/>
                                              </p:stCondLst>
                                            </p:cTn>
                                            <p:tgtEl>
                                              <p:spTgt spid="13">
                                                <p:txEl>
                                                  <p:pRg st="0" end="0"/>
                                                </p:txEl>
                                              </p:spTgt>
                                            </p:tgtEl>
                                            <p:attrNameLst>
                                              <p:attrName>style.visibility</p:attrName>
                                            </p:attrNameLst>
                                          </p:cBhvr>
                                          <p:to>
                                            <p:strVal val="hidden"/>
                                          </p:to>
                                        </p:set>
                                      </p:childTnLst>
                                    </p:cTn>
                                  </p:par>
                                  <p:par>
                                    <p:cTn id="26" presetID="10" presetClass="exit" presetSubtype="0" fill="hold" grpId="0" nodeType="withEffect">
                                      <p:stCondLst>
                                        <p:cond delay="19500"/>
                                      </p:stCondLst>
                                      <p:childTnLst>
                                        <p:animEffect transition="out" filter="fade">
                                          <p:cBhvr>
                                            <p:cTn id="27" dur="500"/>
                                            <p:tgtEl>
                                              <p:spTgt spid="11">
                                                <p:txEl>
                                                  <p:pRg st="0" end="0"/>
                                                </p:txEl>
                                              </p:spTgt>
                                            </p:tgtEl>
                                          </p:cBhvr>
                                        </p:animEffect>
                                        <p:set>
                                          <p:cBhvr>
                                            <p:cTn id="28" dur="1" fill="hold">
                                              <p:stCondLst>
                                                <p:cond delay="499"/>
                                              </p:stCondLst>
                                            </p:cTn>
                                            <p:tgtEl>
                                              <p:spTgt spid="11">
                                                <p:txEl>
                                                  <p:pRg st="0" end="0"/>
                                                </p:txEl>
                                              </p:spTgt>
                                            </p:tgtEl>
                                            <p:attrNameLst>
                                              <p:attrName>style.visibility</p:attrName>
                                            </p:attrNameLst>
                                          </p:cBhvr>
                                          <p:to>
                                            <p:strVal val="hidden"/>
                                          </p:to>
                                        </p:set>
                                      </p:childTnLst>
                                    </p:cTn>
                                  </p:par>
                                  <p:par>
                                    <p:cTn id="29" presetID="10" presetClass="exit" presetSubtype="0" fill="hold" grpId="0" nodeType="withEffect">
                                      <p:stCondLst>
                                        <p:cond delay="19500"/>
                                      </p:stCondLst>
                                      <p:childTnLst>
                                        <p:animEffect transition="out" filter="fade">
                                          <p:cBhvr>
                                            <p:cTn id="30" dur="500"/>
                                            <p:tgtEl>
                                              <p:spTgt spid="7">
                                                <p:txEl>
                                                  <p:pRg st="0" end="0"/>
                                                </p:txEl>
                                              </p:spTgt>
                                            </p:tgtEl>
                                          </p:cBhvr>
                                        </p:animEffect>
                                        <p:set>
                                          <p:cBhvr>
                                            <p:cTn id="31" dur="1" fill="hold">
                                              <p:stCondLst>
                                                <p:cond delay="499"/>
                                              </p:stCondLst>
                                            </p:cTn>
                                            <p:tgtEl>
                                              <p:spTgt spid="7">
                                                <p:txEl>
                                                  <p:pRg st="0" end="0"/>
                                                </p:txEl>
                                              </p:spTgt>
                                            </p:tgtEl>
                                            <p:attrNameLst>
                                              <p:attrName>style.visibility</p:attrName>
                                            </p:attrNameLst>
                                          </p:cBhvr>
                                          <p:to>
                                            <p:strVal val="hidden"/>
                                          </p:to>
                                        </p:set>
                                      </p:childTnLst>
                                    </p:cTn>
                                  </p:par>
                                  <p:par>
                                    <p:cTn id="32" presetID="10" presetClass="exit" presetSubtype="0" fill="hold" grpId="0" nodeType="withEffect">
                                      <p:stCondLst>
                                        <p:cond delay="1950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par>
                                    <p:cTn id="35" presetID="10" presetClass="exit" presetSubtype="0" fill="hold" grpId="0" nodeType="withEffect">
                                      <p:stCondLst>
                                        <p:cond delay="19500"/>
                                      </p:stCondLst>
                                      <p:childTnLst>
                                        <p:animEffect transition="out" filter="fade">
                                          <p:cBhvr>
                                            <p:cTn id="36" dur="500"/>
                                            <p:tgtEl>
                                              <p:spTgt spid="31"/>
                                            </p:tgtEl>
                                          </p:cBhvr>
                                        </p:animEffect>
                                        <p:set>
                                          <p:cBhvr>
                                            <p:cTn id="37" dur="1" fill="hold">
                                              <p:stCondLst>
                                                <p:cond delay="499"/>
                                              </p:stCondLst>
                                            </p:cTn>
                                            <p:tgtEl>
                                              <p:spTgt spid="31"/>
                                            </p:tgtEl>
                                            <p:attrNameLst>
                                              <p:attrName>style.visibility</p:attrName>
                                            </p:attrNameLst>
                                          </p:cBhvr>
                                          <p:to>
                                            <p:strVal val="hidden"/>
                                          </p:to>
                                        </p:set>
                                      </p:childTnLst>
                                    </p:cTn>
                                  </p:par>
                                  <p:par>
                                    <p:cTn id="38" presetID="10" presetClass="exit" presetSubtype="0" fill="hold" grpId="0" nodeType="withEffect">
                                      <p:stCondLst>
                                        <p:cond delay="19500"/>
                                      </p:stCondLst>
                                      <p:childTnLst>
                                        <p:animEffect transition="out" filter="fade">
                                          <p:cBhvr>
                                            <p:cTn id="39" dur="500"/>
                                            <p:tgtEl>
                                              <p:spTgt spid="10">
                                                <p:txEl>
                                                  <p:pRg st="0" end="0"/>
                                                </p:txEl>
                                              </p:spTgt>
                                            </p:tgtEl>
                                          </p:cBhvr>
                                        </p:animEffect>
                                        <p:set>
                                          <p:cBhvr>
                                            <p:cTn id="40" dur="1" fill="hold">
                                              <p:stCondLst>
                                                <p:cond delay="499"/>
                                              </p:stCondLst>
                                            </p:cTn>
                                            <p:tgtEl>
                                              <p:spTgt spid="10">
                                                <p:txEl>
                                                  <p:pRg st="0" end="0"/>
                                                </p:txEl>
                                              </p:spTgt>
                                            </p:tgtEl>
                                            <p:attrNameLst>
                                              <p:attrName>style.visibility</p:attrName>
                                            </p:attrNameLst>
                                          </p:cBhvr>
                                          <p:to>
                                            <p:strVal val="hidden"/>
                                          </p:to>
                                        </p:set>
                                      </p:childTnLst>
                                    </p:cTn>
                                  </p:par>
                                  <p:par>
                                    <p:cTn id="41" presetID="10" presetClass="entr" presetSubtype="0" fill="hold" grpId="0" nodeType="withEffect">
                                      <p:stCondLst>
                                        <p:cond delay="19500"/>
                                      </p:stCondLst>
                                      <p:childTnLst>
                                        <p:set>
                                          <p:cBhvr>
                                            <p:cTn id="42" dur="1" fill="hold">
                                              <p:stCondLst>
                                                <p:cond delay="0"/>
                                              </p:stCondLst>
                                            </p:cTn>
                                            <p:tgtEl>
                                              <p:spTgt spid="17">
                                                <p:txEl>
                                                  <p:pRg st="0" end="0"/>
                                                </p:txEl>
                                              </p:spTgt>
                                            </p:tgtEl>
                                            <p:attrNameLst>
                                              <p:attrName>style.visibility</p:attrName>
                                            </p:attrNameLst>
                                          </p:cBhvr>
                                          <p:to>
                                            <p:strVal val="visible"/>
                                          </p:to>
                                        </p:set>
                                        <p:animEffect transition="in" filter="fade">
                                          <p:cBhvr>
                                            <p:cTn id="43" dur="500"/>
                                            <p:tgtEl>
                                              <p:spTgt spid="17">
                                                <p:txEl>
                                                  <p:pRg st="0" end="0"/>
                                                </p:txEl>
                                              </p:spTgt>
                                            </p:tgtEl>
                                          </p:cBhvr>
                                        </p:animEffect>
                                      </p:childTnLst>
                                    </p:cTn>
                                  </p:par>
                                  <p:par>
                                    <p:cTn id="44" presetID="10" presetClass="entr" presetSubtype="0" fill="hold" grpId="0" nodeType="withEffect">
                                      <p:stCondLst>
                                        <p:cond delay="19500"/>
                                      </p:stCondLst>
                                      <p:childTnLst>
                                        <p:set>
                                          <p:cBhvr>
                                            <p:cTn id="45" dur="1" fill="hold">
                                              <p:stCondLst>
                                                <p:cond delay="0"/>
                                              </p:stCondLst>
                                            </p:cTn>
                                            <p:tgtEl>
                                              <p:spTgt spid="26">
                                                <p:txEl>
                                                  <p:pRg st="0" end="0"/>
                                                </p:txEl>
                                              </p:spTgt>
                                            </p:tgtEl>
                                            <p:attrNameLst>
                                              <p:attrName>style.visibility</p:attrName>
                                            </p:attrNameLst>
                                          </p:cBhvr>
                                          <p:to>
                                            <p:strVal val="visible"/>
                                          </p:to>
                                        </p:set>
                                        <p:animEffect transition="in" filter="fade">
                                          <p:cBhvr>
                                            <p:cTn id="46" dur="500"/>
                                            <p:tgtEl>
                                              <p:spTgt spid="26">
                                                <p:txEl>
                                                  <p:pRg st="0" end="0"/>
                                                </p:txEl>
                                              </p:spTgt>
                                            </p:tgtEl>
                                          </p:cBhvr>
                                        </p:animEffect>
                                      </p:childTnLst>
                                    </p:cTn>
                                  </p:par>
                                  <p:par>
                                    <p:cTn id="47" presetID="10" presetClass="entr" presetSubtype="0" fill="hold" grpId="0" nodeType="withEffect" nodePh="1">
                                      <p:stCondLst>
                                        <p:cond delay="19500"/>
                                      </p:stCondLst>
                                      <p:endCondLst>
                                        <p:cond evt="begin" delay="0">
                                          <p:tn val="47"/>
                                        </p:cond>
                                      </p:endCondLst>
                                      <p:childTnLst>
                                        <p:set>
                                          <p:cBhvr>
                                            <p:cTn id="48" dur="1" fill="hold">
                                              <p:stCondLst>
                                                <p:cond delay="0"/>
                                              </p:stCondLst>
                                            </p:cTn>
                                            <p:tgtEl>
                                              <p:spTgt spid="24">
                                                <p:txEl>
                                                  <p:pRg st="0" end="0"/>
                                                </p:txEl>
                                              </p:spTgt>
                                            </p:tgtEl>
                                            <p:attrNameLst>
                                              <p:attrName>style.visibility</p:attrName>
                                            </p:attrNameLst>
                                          </p:cBhvr>
                                          <p:to>
                                            <p:strVal val="visible"/>
                                          </p:to>
                                        </p:set>
                                        <p:animEffect transition="in" filter="fade">
                                          <p:cBhvr>
                                            <p:cTn id="49" dur="500"/>
                                            <p:tgtEl>
                                              <p:spTgt spid="24">
                                                <p:txEl>
                                                  <p:pRg st="0" end="0"/>
                                                </p:txEl>
                                              </p:spTgt>
                                            </p:tgtEl>
                                          </p:cBhvr>
                                        </p:animEffect>
                                      </p:childTnLst>
                                    </p:cTn>
                                  </p:par>
                                  <p:par>
                                    <p:cTn id="50" presetID="10" presetClass="entr" presetSubtype="0" fill="hold" grpId="0" nodeType="withEffect">
                                      <p:stCondLst>
                                        <p:cond delay="195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19500"/>
                                      </p:stCondLst>
                                      <p:childTnLst>
                                        <p:set>
                                          <p:cBhvr>
                                            <p:cTn id="54" dur="1" fill="hold">
                                              <p:stCondLst>
                                                <p:cond delay="0"/>
                                              </p:stCondLst>
                                            </p:cTn>
                                            <p:tgtEl>
                                              <p:spTgt spid="21">
                                                <p:txEl>
                                                  <p:pRg st="0" end="0"/>
                                                </p:txEl>
                                              </p:spTgt>
                                            </p:tgtEl>
                                            <p:attrNameLst>
                                              <p:attrName>style.visibility</p:attrName>
                                            </p:attrNameLst>
                                          </p:cBhvr>
                                          <p:to>
                                            <p:strVal val="visible"/>
                                          </p:to>
                                        </p:set>
                                        <p:animEffect transition="in" filter="fade">
                                          <p:cBhvr>
                                            <p:cTn id="55" dur="500"/>
                                            <p:tgtEl>
                                              <p:spTgt spid="21">
                                                <p:txEl>
                                                  <p:pRg st="0" end="0"/>
                                                </p:txEl>
                                              </p:spTgt>
                                            </p:tgtEl>
                                          </p:cBhvr>
                                        </p:animEffect>
                                      </p:childTnLst>
                                    </p:cTn>
                                  </p:par>
                                  <p:par>
                                    <p:cTn id="56" presetID="10" presetClass="entr" presetSubtype="0" fill="hold" grpId="0" nodeType="withEffect">
                                      <p:stCondLst>
                                        <p:cond delay="19500"/>
                                      </p:stCondLst>
                                      <p:childTnLst>
                                        <p:set>
                                          <p:cBhvr>
                                            <p:cTn id="57" dur="1" fill="hold">
                                              <p:stCondLst>
                                                <p:cond delay="0"/>
                                              </p:stCondLst>
                                            </p:cTn>
                                            <p:tgtEl>
                                              <p:spTgt spid="20">
                                                <p:txEl>
                                                  <p:pRg st="0" end="0"/>
                                                </p:txEl>
                                              </p:spTgt>
                                            </p:tgtEl>
                                            <p:attrNameLst>
                                              <p:attrName>style.visibility</p:attrName>
                                            </p:attrNameLst>
                                          </p:cBhvr>
                                          <p:to>
                                            <p:strVal val="visible"/>
                                          </p:to>
                                        </p:set>
                                        <p:animEffect transition="in" filter="fade">
                                          <p:cBhvr>
                                            <p:cTn id="58" dur="500"/>
                                            <p:tgtEl>
                                              <p:spTgt spid="20">
                                                <p:txEl>
                                                  <p:pRg st="0" end="0"/>
                                                </p:txEl>
                                              </p:spTgt>
                                            </p:tgtEl>
                                          </p:cBhvr>
                                        </p:animEffect>
                                      </p:childTnLst>
                                    </p:cTn>
                                  </p:par>
                                  <p:par>
                                    <p:cTn id="59" presetID="10" presetClass="entr" presetSubtype="0" fill="hold" grpId="0" nodeType="withEffect">
                                      <p:stCondLst>
                                        <p:cond delay="19500"/>
                                      </p:stCondLst>
                                      <p:childTnLst>
                                        <p:set>
                                          <p:cBhvr>
                                            <p:cTn id="60" dur="1" fill="hold">
                                              <p:stCondLst>
                                                <p:cond delay="0"/>
                                              </p:stCondLst>
                                            </p:cTn>
                                            <p:tgtEl>
                                              <p:spTgt spid="19">
                                                <p:txEl>
                                                  <p:pRg st="0" end="0"/>
                                                </p:txEl>
                                              </p:spTgt>
                                            </p:tgtEl>
                                            <p:attrNameLst>
                                              <p:attrName>style.visibility</p:attrName>
                                            </p:attrNameLst>
                                          </p:cBhvr>
                                          <p:to>
                                            <p:strVal val="visible"/>
                                          </p:to>
                                        </p:set>
                                        <p:animEffect transition="in" filter="fade">
                                          <p:cBhvr>
                                            <p:cTn id="61" dur="500"/>
                                            <p:tgtEl>
                                              <p:spTgt spid="19">
                                                <p:txEl>
                                                  <p:pRg st="0" end="0"/>
                                                </p:txEl>
                                              </p:spTgt>
                                            </p:tgtEl>
                                          </p:cBhvr>
                                        </p:animEffect>
                                      </p:childTnLst>
                                    </p:cTn>
                                  </p:par>
                                  <p:par>
                                    <p:cTn id="62" presetID="10" presetClass="entr" presetSubtype="0" fill="hold" grpId="0" nodeType="withEffect">
                                      <p:stCondLst>
                                        <p:cond delay="1950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grpId="0" nodeType="withEffect">
                                      <p:stCondLst>
                                        <p:cond delay="1950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10" presetClass="entr" presetSubtype="0" fill="hold" grpId="0" nodeType="withEffect">
                                      <p:stCondLst>
                                        <p:cond delay="19500"/>
                                      </p:stCondLst>
                                      <p:childTnLst>
                                        <p:set>
                                          <p:cBhvr>
                                            <p:cTn id="69" dur="1" fill="hold">
                                              <p:stCondLst>
                                                <p:cond delay="0"/>
                                              </p:stCondLst>
                                            </p:cTn>
                                            <p:tgtEl>
                                              <p:spTgt spid="18">
                                                <p:txEl>
                                                  <p:pRg st="0" end="0"/>
                                                </p:txEl>
                                              </p:spTgt>
                                            </p:tgtEl>
                                            <p:attrNameLst>
                                              <p:attrName>style.visibility</p:attrName>
                                            </p:attrNameLst>
                                          </p:cBhvr>
                                          <p:to>
                                            <p:strVal val="visible"/>
                                          </p:to>
                                        </p:set>
                                        <p:animEffect transition="in" filter="fade">
                                          <p:cBhvr>
                                            <p:cTn id="70" dur="500"/>
                                            <p:tgtEl>
                                              <p:spTgt spid="18">
                                                <p:txEl>
                                                  <p:pRg st="0" end="0"/>
                                                </p:txEl>
                                              </p:spTgt>
                                            </p:tgtEl>
                                          </p:cBhvr>
                                        </p:animEffect>
                                      </p:childTnLst>
                                    </p:cTn>
                                  </p:par>
                                  <p:par>
                                    <p:cTn id="71" presetID="10" presetClass="exit" presetSubtype="0" fill="hold" grpId="1" nodeType="withEffect">
                                      <p:stCondLst>
                                        <p:cond delay="39500"/>
                                      </p:stCondLst>
                                      <p:childTnLst>
                                        <p:animEffect transition="out" filter="fade">
                                          <p:cBhvr>
                                            <p:cTn id="72" dur="500"/>
                                            <p:tgtEl>
                                              <p:spTgt spid="17">
                                                <p:txEl>
                                                  <p:pRg st="0" end="0"/>
                                                </p:txEl>
                                              </p:spTgt>
                                            </p:tgtEl>
                                          </p:cBhvr>
                                        </p:animEffect>
                                        <p:set>
                                          <p:cBhvr>
                                            <p:cTn id="73" dur="1" fill="hold">
                                              <p:stCondLst>
                                                <p:cond delay="499"/>
                                              </p:stCondLst>
                                            </p:cTn>
                                            <p:tgtEl>
                                              <p:spTgt spid="17">
                                                <p:txEl>
                                                  <p:pRg st="0" end="0"/>
                                                </p:txEl>
                                              </p:spTgt>
                                            </p:tgtEl>
                                            <p:attrNameLst>
                                              <p:attrName>style.visibility</p:attrName>
                                            </p:attrNameLst>
                                          </p:cBhvr>
                                          <p:to>
                                            <p:strVal val="hidden"/>
                                          </p:to>
                                        </p:set>
                                      </p:childTnLst>
                                    </p:cTn>
                                  </p:par>
                                  <p:par>
                                    <p:cTn id="74" presetID="10" presetClass="exit" presetSubtype="0" fill="hold" grpId="1" nodeType="withEffect">
                                      <p:stCondLst>
                                        <p:cond delay="39500"/>
                                      </p:stCondLst>
                                      <p:childTnLst>
                                        <p:animEffect transition="out" filter="fade">
                                          <p:cBhvr>
                                            <p:cTn id="75" dur="500"/>
                                            <p:tgtEl>
                                              <p:spTgt spid="18">
                                                <p:txEl>
                                                  <p:pRg st="0" end="0"/>
                                                </p:txEl>
                                              </p:spTgt>
                                            </p:tgtEl>
                                          </p:cBhvr>
                                        </p:animEffect>
                                        <p:set>
                                          <p:cBhvr>
                                            <p:cTn id="76" dur="1" fill="hold">
                                              <p:stCondLst>
                                                <p:cond delay="499"/>
                                              </p:stCondLst>
                                            </p:cTn>
                                            <p:tgtEl>
                                              <p:spTgt spid="18">
                                                <p:txEl>
                                                  <p:pRg st="0" end="0"/>
                                                </p:txEl>
                                              </p:spTgt>
                                            </p:tgtEl>
                                            <p:attrNameLst>
                                              <p:attrName>style.visibility</p:attrName>
                                            </p:attrNameLst>
                                          </p:cBhvr>
                                          <p:to>
                                            <p:strVal val="hidden"/>
                                          </p:to>
                                        </p:set>
                                      </p:childTnLst>
                                    </p:cTn>
                                  </p:par>
                                  <p:par>
                                    <p:cTn id="77" presetID="10" presetClass="exit" presetSubtype="0" fill="hold" grpId="1" nodeType="withEffect">
                                      <p:stCondLst>
                                        <p:cond delay="39500"/>
                                      </p:stCondLst>
                                      <p:childTnLst>
                                        <p:animEffect transition="out" filter="fade">
                                          <p:cBhvr>
                                            <p:cTn id="78" dur="500"/>
                                            <p:tgtEl>
                                              <p:spTgt spid="26">
                                                <p:txEl>
                                                  <p:pRg st="0" end="0"/>
                                                </p:txEl>
                                              </p:spTgt>
                                            </p:tgtEl>
                                          </p:cBhvr>
                                        </p:animEffect>
                                        <p:set>
                                          <p:cBhvr>
                                            <p:cTn id="79" dur="1" fill="hold">
                                              <p:stCondLst>
                                                <p:cond delay="499"/>
                                              </p:stCondLst>
                                            </p:cTn>
                                            <p:tgtEl>
                                              <p:spTgt spid="26">
                                                <p:txEl>
                                                  <p:pRg st="0" end="0"/>
                                                </p:txEl>
                                              </p:spTgt>
                                            </p:tgtEl>
                                            <p:attrNameLst>
                                              <p:attrName>style.visibility</p:attrName>
                                            </p:attrNameLst>
                                          </p:cBhvr>
                                          <p:to>
                                            <p:strVal val="hidden"/>
                                          </p:to>
                                        </p:set>
                                      </p:childTnLst>
                                    </p:cTn>
                                  </p:par>
                                  <p:par>
                                    <p:cTn id="80" presetID="10" presetClass="exit" presetSubtype="0" fill="hold" grpId="1" nodeType="withEffect" nodePh="1">
                                      <p:stCondLst>
                                        <p:cond delay="39500"/>
                                      </p:stCondLst>
                                      <p:endCondLst>
                                        <p:cond evt="begin" delay="0">
                                          <p:tn val="80"/>
                                        </p:cond>
                                      </p:endCondLst>
                                      <p:childTnLst>
                                        <p:animEffect transition="out" filter="fade">
                                          <p:cBhvr>
                                            <p:cTn id="81" dur="500"/>
                                            <p:tgtEl>
                                              <p:spTgt spid="24">
                                                <p:txEl>
                                                  <p:pRg st="0" end="0"/>
                                                </p:txEl>
                                              </p:spTgt>
                                            </p:tgtEl>
                                          </p:cBhvr>
                                        </p:animEffect>
                                        <p:set>
                                          <p:cBhvr>
                                            <p:cTn id="82" dur="1" fill="hold">
                                              <p:stCondLst>
                                                <p:cond delay="499"/>
                                              </p:stCondLst>
                                            </p:cTn>
                                            <p:tgtEl>
                                              <p:spTgt spid="24">
                                                <p:txEl>
                                                  <p:pRg st="0" end="0"/>
                                                </p:txEl>
                                              </p:spTgt>
                                            </p:tgtEl>
                                            <p:attrNameLst>
                                              <p:attrName>style.visibility</p:attrName>
                                            </p:attrNameLst>
                                          </p:cBhvr>
                                          <p:to>
                                            <p:strVal val="hidden"/>
                                          </p:to>
                                        </p:set>
                                      </p:childTnLst>
                                    </p:cTn>
                                  </p:par>
                                  <p:par>
                                    <p:cTn id="83" presetID="10" presetClass="exit" presetSubtype="0" fill="hold" grpId="1" nodeType="withEffect">
                                      <p:stCondLst>
                                        <p:cond delay="39500"/>
                                      </p:stCondLst>
                                      <p:childTnLst>
                                        <p:animEffect transition="out" filter="fade">
                                          <p:cBhvr>
                                            <p:cTn id="84" dur="500"/>
                                            <p:tgtEl>
                                              <p:spTgt spid="22"/>
                                            </p:tgtEl>
                                          </p:cBhvr>
                                        </p:animEffect>
                                        <p:set>
                                          <p:cBhvr>
                                            <p:cTn id="85" dur="1" fill="hold">
                                              <p:stCondLst>
                                                <p:cond delay="499"/>
                                              </p:stCondLst>
                                            </p:cTn>
                                            <p:tgtEl>
                                              <p:spTgt spid="22"/>
                                            </p:tgtEl>
                                            <p:attrNameLst>
                                              <p:attrName>style.visibility</p:attrName>
                                            </p:attrNameLst>
                                          </p:cBhvr>
                                          <p:to>
                                            <p:strVal val="hidden"/>
                                          </p:to>
                                        </p:set>
                                      </p:childTnLst>
                                    </p:cTn>
                                  </p:par>
                                  <p:par>
                                    <p:cTn id="86" presetID="10" presetClass="exit" presetSubtype="0" fill="hold" grpId="1" nodeType="withEffect">
                                      <p:stCondLst>
                                        <p:cond delay="39500"/>
                                      </p:stCondLst>
                                      <p:childTnLst>
                                        <p:animEffect transition="out" filter="fade">
                                          <p:cBhvr>
                                            <p:cTn id="87" dur="500"/>
                                            <p:tgtEl>
                                              <p:spTgt spid="21">
                                                <p:txEl>
                                                  <p:pRg st="0" end="0"/>
                                                </p:txEl>
                                              </p:spTgt>
                                            </p:tgtEl>
                                          </p:cBhvr>
                                        </p:animEffect>
                                        <p:set>
                                          <p:cBhvr>
                                            <p:cTn id="88" dur="1" fill="hold">
                                              <p:stCondLst>
                                                <p:cond delay="499"/>
                                              </p:stCondLst>
                                            </p:cTn>
                                            <p:tgtEl>
                                              <p:spTgt spid="21">
                                                <p:txEl>
                                                  <p:pRg st="0" end="0"/>
                                                </p:txEl>
                                              </p:spTgt>
                                            </p:tgtEl>
                                            <p:attrNameLst>
                                              <p:attrName>style.visibility</p:attrName>
                                            </p:attrNameLst>
                                          </p:cBhvr>
                                          <p:to>
                                            <p:strVal val="hidden"/>
                                          </p:to>
                                        </p:set>
                                      </p:childTnLst>
                                    </p:cTn>
                                  </p:par>
                                  <p:par>
                                    <p:cTn id="89" presetID="10" presetClass="exit" presetSubtype="0" fill="hold" grpId="1" nodeType="withEffect">
                                      <p:stCondLst>
                                        <p:cond delay="39500"/>
                                      </p:stCondLst>
                                      <p:childTnLst>
                                        <p:animEffect transition="out" filter="fade">
                                          <p:cBhvr>
                                            <p:cTn id="90" dur="500"/>
                                            <p:tgtEl>
                                              <p:spTgt spid="20">
                                                <p:txEl>
                                                  <p:pRg st="0" end="0"/>
                                                </p:txEl>
                                              </p:spTgt>
                                            </p:tgtEl>
                                          </p:cBhvr>
                                        </p:animEffect>
                                        <p:set>
                                          <p:cBhvr>
                                            <p:cTn id="91" dur="1" fill="hold">
                                              <p:stCondLst>
                                                <p:cond delay="499"/>
                                              </p:stCondLst>
                                            </p:cTn>
                                            <p:tgtEl>
                                              <p:spTgt spid="20">
                                                <p:txEl>
                                                  <p:pRg st="0" end="0"/>
                                                </p:txEl>
                                              </p:spTgt>
                                            </p:tgtEl>
                                            <p:attrNameLst>
                                              <p:attrName>style.visibility</p:attrName>
                                            </p:attrNameLst>
                                          </p:cBhvr>
                                          <p:to>
                                            <p:strVal val="hidden"/>
                                          </p:to>
                                        </p:set>
                                      </p:childTnLst>
                                    </p:cTn>
                                  </p:par>
                                  <p:par>
                                    <p:cTn id="92" presetID="10" presetClass="exit" presetSubtype="0" fill="hold" grpId="1" nodeType="withEffect">
                                      <p:stCondLst>
                                        <p:cond delay="39500"/>
                                      </p:stCondLst>
                                      <p:childTnLst>
                                        <p:animEffect transition="out" filter="fade">
                                          <p:cBhvr>
                                            <p:cTn id="93" dur="500"/>
                                            <p:tgtEl>
                                              <p:spTgt spid="29"/>
                                            </p:tgtEl>
                                          </p:cBhvr>
                                        </p:animEffect>
                                        <p:set>
                                          <p:cBhvr>
                                            <p:cTn id="94" dur="1" fill="hold">
                                              <p:stCondLst>
                                                <p:cond delay="499"/>
                                              </p:stCondLst>
                                            </p:cTn>
                                            <p:tgtEl>
                                              <p:spTgt spid="29"/>
                                            </p:tgtEl>
                                            <p:attrNameLst>
                                              <p:attrName>style.visibility</p:attrName>
                                            </p:attrNameLst>
                                          </p:cBhvr>
                                          <p:to>
                                            <p:strVal val="hidden"/>
                                          </p:to>
                                        </p:set>
                                      </p:childTnLst>
                                    </p:cTn>
                                  </p:par>
                                  <p:par>
                                    <p:cTn id="95" presetID="10" presetClass="exit" presetSubtype="0" fill="hold" grpId="1" nodeType="withEffect">
                                      <p:stCondLst>
                                        <p:cond delay="39500"/>
                                      </p:stCondLst>
                                      <p:childTnLst>
                                        <p:animEffect transition="out" filter="fade">
                                          <p:cBhvr>
                                            <p:cTn id="96" dur="500"/>
                                            <p:tgtEl>
                                              <p:spTgt spid="32"/>
                                            </p:tgtEl>
                                          </p:cBhvr>
                                        </p:animEffect>
                                        <p:set>
                                          <p:cBhvr>
                                            <p:cTn id="97" dur="1" fill="hold">
                                              <p:stCondLst>
                                                <p:cond delay="499"/>
                                              </p:stCondLst>
                                            </p:cTn>
                                            <p:tgtEl>
                                              <p:spTgt spid="32"/>
                                            </p:tgtEl>
                                            <p:attrNameLst>
                                              <p:attrName>style.visibility</p:attrName>
                                            </p:attrNameLst>
                                          </p:cBhvr>
                                          <p:to>
                                            <p:strVal val="hidden"/>
                                          </p:to>
                                        </p:set>
                                      </p:childTnLst>
                                    </p:cTn>
                                  </p:par>
                                  <p:par>
                                    <p:cTn id="98" presetID="10" presetClass="exit" presetSubtype="0" fill="hold" grpId="1" nodeType="withEffect">
                                      <p:stCondLst>
                                        <p:cond delay="39500"/>
                                      </p:stCondLst>
                                      <p:childTnLst>
                                        <p:animEffect transition="out" filter="fade">
                                          <p:cBhvr>
                                            <p:cTn id="99" dur="500"/>
                                            <p:tgtEl>
                                              <p:spTgt spid="19">
                                                <p:txEl>
                                                  <p:pRg st="0" end="0"/>
                                                </p:txEl>
                                              </p:spTgt>
                                            </p:tgtEl>
                                          </p:cBhvr>
                                        </p:animEffect>
                                        <p:set>
                                          <p:cBhvr>
                                            <p:cTn id="100" dur="1" fill="hold">
                                              <p:stCondLst>
                                                <p:cond delay="499"/>
                                              </p:stCondLst>
                                            </p:cTn>
                                            <p:tgtEl>
                                              <p:spTgt spid="19">
                                                <p:txEl>
                                                  <p:pRg st="0" end="0"/>
                                                </p:txEl>
                                              </p:spTgt>
                                            </p:tgtEl>
                                            <p:attrNameLst>
                                              <p:attrName>style.visibility</p:attrName>
                                            </p:attrNameLst>
                                          </p:cBhvr>
                                          <p:to>
                                            <p:strVal val="hidden"/>
                                          </p:to>
                                        </p:set>
                                      </p:childTnLst>
                                    </p:cTn>
                                  </p:par>
                                  <p:par>
                                    <p:cTn id="101" presetID="10" presetClass="entr" presetSubtype="0" fill="hold" grpId="1" nodeType="withEffect">
                                      <p:stCondLst>
                                        <p:cond delay="39500"/>
                                      </p:stCondLst>
                                      <p:childTnLst>
                                        <p:set>
                                          <p:cBhvr>
                                            <p:cTn id="102" dur="1" fill="hold">
                                              <p:stCondLst>
                                                <p:cond delay="0"/>
                                              </p:stCondLst>
                                            </p:cTn>
                                            <p:tgtEl>
                                              <p:spTgt spid="8">
                                                <p:txEl>
                                                  <p:pRg st="0" end="0"/>
                                                </p:txEl>
                                              </p:spTgt>
                                            </p:tgtEl>
                                            <p:attrNameLst>
                                              <p:attrName>style.visibility</p:attrName>
                                            </p:attrNameLst>
                                          </p:cBhvr>
                                          <p:to>
                                            <p:strVal val="visible"/>
                                          </p:to>
                                        </p:set>
                                        <p:animEffect transition="in" filter="fade">
                                          <p:cBhvr>
                                            <p:cTn id="103" dur="500"/>
                                            <p:tgtEl>
                                              <p:spTgt spid="8">
                                                <p:txEl>
                                                  <p:pRg st="0" end="0"/>
                                                </p:txEl>
                                              </p:spTgt>
                                            </p:tgtEl>
                                          </p:cBhvr>
                                        </p:animEffect>
                                      </p:childTnLst>
                                    </p:cTn>
                                  </p:par>
                                  <p:par>
                                    <p:cTn id="104" presetID="10" presetClass="entr" presetSubtype="0" fill="hold" grpId="1" nodeType="withEffect">
                                      <p:stCondLst>
                                        <p:cond delay="39500"/>
                                      </p:stCondLst>
                                      <p:childTnLst>
                                        <p:set>
                                          <p:cBhvr>
                                            <p:cTn id="105" dur="1" fill="hold">
                                              <p:stCondLst>
                                                <p:cond delay="0"/>
                                              </p:stCondLst>
                                            </p:cTn>
                                            <p:tgtEl>
                                              <p:spTgt spid="10">
                                                <p:txEl>
                                                  <p:pRg st="0" end="0"/>
                                                </p:txEl>
                                              </p:spTgt>
                                            </p:tgtEl>
                                            <p:attrNameLst>
                                              <p:attrName>style.visibility</p:attrName>
                                            </p:attrNameLst>
                                          </p:cBhvr>
                                          <p:to>
                                            <p:strVal val="visible"/>
                                          </p:to>
                                        </p:set>
                                        <p:animEffect transition="in" filter="fade">
                                          <p:cBhvr>
                                            <p:cTn id="106" dur="500"/>
                                            <p:tgtEl>
                                              <p:spTgt spid="10">
                                                <p:txEl>
                                                  <p:pRg st="0" end="0"/>
                                                </p:txEl>
                                              </p:spTgt>
                                            </p:tgtEl>
                                          </p:cBhvr>
                                        </p:animEffect>
                                      </p:childTnLst>
                                    </p:cTn>
                                  </p:par>
                                  <p:par>
                                    <p:cTn id="107" presetID="10" presetClass="entr" presetSubtype="0" fill="hold" grpId="1" nodeType="withEffect">
                                      <p:stCondLst>
                                        <p:cond delay="39500"/>
                                      </p:stCondLst>
                                      <p:childTnLst>
                                        <p:set>
                                          <p:cBhvr>
                                            <p:cTn id="108" dur="1" fill="hold">
                                              <p:stCondLst>
                                                <p:cond delay="0"/>
                                              </p:stCondLst>
                                            </p:cTn>
                                            <p:tgtEl>
                                              <p:spTgt spid="9">
                                                <p:txEl>
                                                  <p:pRg st="0" end="0"/>
                                                </p:txEl>
                                              </p:spTgt>
                                            </p:tgtEl>
                                            <p:attrNameLst>
                                              <p:attrName>style.visibility</p:attrName>
                                            </p:attrNameLst>
                                          </p:cBhvr>
                                          <p:to>
                                            <p:strVal val="visible"/>
                                          </p:to>
                                        </p:set>
                                        <p:animEffect transition="in" filter="fade">
                                          <p:cBhvr>
                                            <p:cTn id="109" dur="500"/>
                                            <p:tgtEl>
                                              <p:spTgt spid="9">
                                                <p:txEl>
                                                  <p:pRg st="0" end="0"/>
                                                </p:txEl>
                                              </p:spTgt>
                                            </p:tgtEl>
                                          </p:cBhvr>
                                        </p:animEffect>
                                      </p:childTnLst>
                                    </p:cTn>
                                  </p:par>
                                  <p:par>
                                    <p:cTn id="110" presetID="10" presetClass="entr" presetSubtype="0" fill="hold" grpId="1" nodeType="withEffect" nodePh="1">
                                      <p:stCondLst>
                                        <p:cond delay="39500"/>
                                      </p:stCondLst>
                                      <p:endCondLst>
                                        <p:cond evt="begin" delay="0">
                                          <p:tn val="110"/>
                                        </p:cond>
                                      </p:endCondLst>
                                      <p:childTnLst>
                                        <p:set>
                                          <p:cBhvr>
                                            <p:cTn id="111" dur="1" fill="hold">
                                              <p:stCondLst>
                                                <p:cond delay="0"/>
                                              </p:stCondLst>
                                            </p:cTn>
                                            <p:tgtEl>
                                              <p:spTgt spid="6">
                                                <p:txEl>
                                                  <p:pRg st="0" end="0"/>
                                                </p:txEl>
                                              </p:spTgt>
                                            </p:tgtEl>
                                            <p:attrNameLst>
                                              <p:attrName>style.visibility</p:attrName>
                                            </p:attrNameLst>
                                          </p:cBhvr>
                                          <p:to>
                                            <p:strVal val="visible"/>
                                          </p:to>
                                        </p:set>
                                        <p:animEffect transition="in" filter="fade">
                                          <p:cBhvr>
                                            <p:cTn id="112" dur="500"/>
                                            <p:tgtEl>
                                              <p:spTgt spid="6">
                                                <p:txEl>
                                                  <p:pRg st="0" end="0"/>
                                                </p:txEl>
                                              </p:spTgt>
                                            </p:tgtEl>
                                          </p:cBhvr>
                                        </p:animEffect>
                                      </p:childTnLst>
                                    </p:cTn>
                                  </p:par>
                                  <p:par>
                                    <p:cTn id="113" presetID="10" presetClass="entr" presetSubtype="0" fill="hold" grpId="1" nodeType="withEffect">
                                      <p:stCondLst>
                                        <p:cond delay="39500"/>
                                      </p:stCondLst>
                                      <p:childTnLst>
                                        <p:set>
                                          <p:cBhvr>
                                            <p:cTn id="114" dur="1" fill="hold">
                                              <p:stCondLst>
                                                <p:cond delay="0"/>
                                              </p:stCondLst>
                                            </p:cTn>
                                            <p:tgtEl>
                                              <p:spTgt spid="3"/>
                                            </p:tgtEl>
                                            <p:attrNameLst>
                                              <p:attrName>style.visibility</p:attrName>
                                            </p:attrNameLst>
                                          </p:cBhvr>
                                          <p:to>
                                            <p:strVal val="visible"/>
                                          </p:to>
                                        </p:set>
                                        <p:animEffect transition="in" filter="fade">
                                          <p:cBhvr>
                                            <p:cTn id="115" dur="500"/>
                                            <p:tgtEl>
                                              <p:spTgt spid="3"/>
                                            </p:tgtEl>
                                          </p:cBhvr>
                                        </p:animEffect>
                                      </p:childTnLst>
                                    </p:cTn>
                                  </p:par>
                                  <p:par>
                                    <p:cTn id="116" presetID="10" presetClass="entr" presetSubtype="0" fill="hold" grpId="1" nodeType="withEffect">
                                      <p:stCondLst>
                                        <p:cond delay="39500"/>
                                      </p:stCondLst>
                                      <p:childTnLst>
                                        <p:set>
                                          <p:cBhvr>
                                            <p:cTn id="117" dur="1" fill="hold">
                                              <p:stCondLst>
                                                <p:cond delay="0"/>
                                              </p:stCondLst>
                                            </p:cTn>
                                            <p:tgtEl>
                                              <p:spTgt spid="13">
                                                <p:txEl>
                                                  <p:pRg st="0" end="0"/>
                                                </p:txEl>
                                              </p:spTgt>
                                            </p:tgtEl>
                                            <p:attrNameLst>
                                              <p:attrName>style.visibility</p:attrName>
                                            </p:attrNameLst>
                                          </p:cBhvr>
                                          <p:to>
                                            <p:strVal val="visible"/>
                                          </p:to>
                                        </p:set>
                                        <p:animEffect transition="in" filter="fade">
                                          <p:cBhvr>
                                            <p:cTn id="118" dur="500"/>
                                            <p:tgtEl>
                                              <p:spTgt spid="13">
                                                <p:txEl>
                                                  <p:pRg st="0" end="0"/>
                                                </p:txEl>
                                              </p:spTgt>
                                            </p:tgtEl>
                                          </p:cBhvr>
                                        </p:animEffect>
                                      </p:childTnLst>
                                    </p:cTn>
                                  </p:par>
                                  <p:par>
                                    <p:cTn id="119" presetID="10" presetClass="entr" presetSubtype="0" fill="hold" grpId="1" nodeType="withEffect">
                                      <p:stCondLst>
                                        <p:cond delay="39500"/>
                                      </p:stCondLst>
                                      <p:childTnLst>
                                        <p:set>
                                          <p:cBhvr>
                                            <p:cTn id="120" dur="1" fill="hold">
                                              <p:stCondLst>
                                                <p:cond delay="0"/>
                                              </p:stCondLst>
                                            </p:cTn>
                                            <p:tgtEl>
                                              <p:spTgt spid="11">
                                                <p:txEl>
                                                  <p:pRg st="0" end="0"/>
                                                </p:txEl>
                                              </p:spTgt>
                                            </p:tgtEl>
                                            <p:attrNameLst>
                                              <p:attrName>style.visibility</p:attrName>
                                            </p:attrNameLst>
                                          </p:cBhvr>
                                          <p:to>
                                            <p:strVal val="visible"/>
                                          </p:to>
                                        </p:set>
                                        <p:animEffect transition="in" filter="fade">
                                          <p:cBhvr>
                                            <p:cTn id="121" dur="500"/>
                                            <p:tgtEl>
                                              <p:spTgt spid="11">
                                                <p:txEl>
                                                  <p:pRg st="0" end="0"/>
                                                </p:txEl>
                                              </p:spTgt>
                                            </p:tgtEl>
                                          </p:cBhvr>
                                        </p:animEffect>
                                      </p:childTnLst>
                                    </p:cTn>
                                  </p:par>
                                  <p:par>
                                    <p:cTn id="122" presetID="10" presetClass="entr" presetSubtype="0" fill="hold" grpId="1" nodeType="withEffect">
                                      <p:stCondLst>
                                        <p:cond delay="39500"/>
                                      </p:stCondLst>
                                      <p:childTnLst>
                                        <p:set>
                                          <p:cBhvr>
                                            <p:cTn id="123" dur="1" fill="hold">
                                              <p:stCondLst>
                                                <p:cond delay="0"/>
                                              </p:stCondLst>
                                            </p:cTn>
                                            <p:tgtEl>
                                              <p:spTgt spid="28"/>
                                            </p:tgtEl>
                                            <p:attrNameLst>
                                              <p:attrName>style.visibility</p:attrName>
                                            </p:attrNameLst>
                                          </p:cBhvr>
                                          <p:to>
                                            <p:strVal val="visible"/>
                                          </p:to>
                                        </p:set>
                                        <p:animEffect transition="in" filter="fade">
                                          <p:cBhvr>
                                            <p:cTn id="124" dur="500"/>
                                            <p:tgtEl>
                                              <p:spTgt spid="28"/>
                                            </p:tgtEl>
                                          </p:cBhvr>
                                        </p:animEffect>
                                      </p:childTnLst>
                                    </p:cTn>
                                  </p:par>
                                  <p:par>
                                    <p:cTn id="125" presetID="10" presetClass="entr" presetSubtype="0" fill="hold" grpId="1" nodeType="withEffect">
                                      <p:stCondLst>
                                        <p:cond delay="3950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500"/>
                                            <p:tgtEl>
                                              <p:spTgt spid="31"/>
                                            </p:tgtEl>
                                          </p:cBhvr>
                                        </p:animEffect>
                                      </p:childTnLst>
                                    </p:cTn>
                                  </p:par>
                                  <p:par>
                                    <p:cTn id="128" presetID="10" presetClass="entr" presetSubtype="0" fill="hold" grpId="1" nodeType="withEffect">
                                      <p:stCondLst>
                                        <p:cond delay="39500"/>
                                      </p:stCondLst>
                                      <p:childTnLst>
                                        <p:set>
                                          <p:cBhvr>
                                            <p:cTn id="129" dur="1" fill="hold">
                                              <p:stCondLst>
                                                <p:cond delay="0"/>
                                              </p:stCondLst>
                                            </p:cTn>
                                            <p:tgtEl>
                                              <p:spTgt spid="7">
                                                <p:txEl>
                                                  <p:pRg st="0" end="0"/>
                                                </p:txEl>
                                              </p:spTgt>
                                            </p:tgtEl>
                                            <p:attrNameLst>
                                              <p:attrName>style.visibility</p:attrName>
                                            </p:attrNameLst>
                                          </p:cBhvr>
                                          <p:to>
                                            <p:strVal val="visible"/>
                                          </p:to>
                                        </p:set>
                                        <p:animEffect transition="in" filter="fade">
                                          <p:cBhvr>
                                            <p:cTn id="130" dur="500"/>
                                            <p:tgtEl>
                                              <p:spTgt spid="7">
                                                <p:txEl>
                                                  <p:pRg st="0" end="0"/>
                                                </p:txEl>
                                              </p:spTgt>
                                            </p:tgtEl>
                                          </p:cBhvr>
                                        </p:animEffect>
                                      </p:childTnLst>
                                    </p:cTn>
                                  </p:par>
                                </p:childTnLst>
                              </p:cTn>
                            </p:par>
                          </p:childTnLst>
                        </p:cTn>
                      </p:par>
                    </p:childTnLst>
                  </p:cTn>
                  <p:nextCondLst>
                    <p:cond evt="onMediaBookmark" delay="0">
                      <p:tgtEl>
                        <p14:bmkTgt spid="5" bmkName="Bookmark 1"/>
                      </p:tgtEl>
                    </p:cond>
                  </p:nextCondLst>
                </p:seq>
              </p:childTnLst>
            </p:cTn>
          </p:par>
        </p:tnLst>
        <p:bldLst>
          <p:bldP spid="8" grpId="0" build="p">
            <p:tmplLst>
              <p:tmpl lvl="1">
                <p:tnLst>
                  <p:par>
                    <p:cTn presetID="10" presetClass="exit" presetSubtype="0" fill="hold" nodeType="withEffect">
                      <p:stCondLst>
                        <p:cond delay="19500"/>
                      </p:stCondLst>
                      <p:childTnLst>
                        <p:animEffect transition="out" filter="fade">
                          <p:cBhvr>
                            <p:cTn dur="500"/>
                            <p:tgtEl>
                              <p:spTgt spid="8"/>
                            </p:tgtEl>
                          </p:cBhvr>
                        </p:animEffect>
                        <p:set>
                          <p:cBhvr>
                            <p:cTn dur="1" fill="hold">
                              <p:stCondLst>
                                <p:cond delay="499"/>
                              </p:stCondLst>
                            </p:cTn>
                            <p:tgtEl>
                              <p:spTgt spid="8"/>
                            </p:tgtEl>
                            <p:attrNameLst>
                              <p:attrName>style.visibility</p:attrName>
                            </p:attrNameLst>
                          </p:cBhvr>
                          <p:to>
                            <p:strVal val="hidden"/>
                          </p:to>
                        </p:set>
                      </p:childTnLst>
                    </p:cTn>
                  </p:par>
                </p:tnLst>
              </p:tmpl>
            </p:tmplLst>
          </p:bldP>
          <p:bldP spid="8" grpId="1" build="p">
            <p:tmplLst>
              <p:tmpl lvl="1">
                <p:tnLst>
                  <p:par>
                    <p:cTn presetID="10" presetClass="entr" presetSubtype="0" fill="hold" nodeType="withEffect">
                      <p:stCondLst>
                        <p:cond delay="3950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10" grpId="0" build="p">
            <p:tmplLst>
              <p:tmpl lvl="1">
                <p:tnLst>
                  <p:par>
                    <p:cTn presetID="10" presetClass="exit" presetSubtype="0" fill="hold" nodeType="withEffect">
                      <p:stCondLst>
                        <p:cond delay="19500"/>
                      </p:stCondLst>
                      <p:childTnLst>
                        <p:animEffect transition="out" filter="fade">
                          <p:cBhvr>
                            <p:cTn dur="500"/>
                            <p:tgtEl>
                              <p:spTgt spid="10"/>
                            </p:tgtEl>
                          </p:cBhvr>
                        </p:animEffect>
                        <p:set>
                          <p:cBhvr>
                            <p:cTn dur="1" fill="hold">
                              <p:stCondLst>
                                <p:cond delay="499"/>
                              </p:stCondLst>
                            </p:cTn>
                            <p:tgtEl>
                              <p:spTgt spid="10"/>
                            </p:tgtEl>
                            <p:attrNameLst>
                              <p:attrName>style.visibility</p:attrName>
                            </p:attrNameLst>
                          </p:cBhvr>
                          <p:to>
                            <p:strVal val="hidden"/>
                          </p:to>
                        </p:set>
                      </p:childTnLst>
                    </p:cTn>
                  </p:par>
                </p:tnLst>
              </p:tmpl>
            </p:tmplLst>
          </p:bldP>
          <p:bldP spid="10" grpId="1" build="p">
            <p:tmplLst>
              <p:tmpl lvl="1">
                <p:tnLst>
                  <p:par>
                    <p:cTn presetID="10" presetClass="entr" presetSubtype="0" fill="hold" nodeType="withEffect">
                      <p:stCondLst>
                        <p:cond delay="395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xit" presetSubtype="0" fill="hold" nodeType="withEffect">
                      <p:stCondLst>
                        <p:cond delay="19500"/>
                      </p:stCondLst>
                      <p:childTnLst>
                        <p:animEffect transition="out" filter="fade">
                          <p:cBhvr>
                            <p:cTn dur="500"/>
                            <p:tgtEl>
                              <p:spTgt spid="7"/>
                            </p:tgtEl>
                          </p:cBhvr>
                        </p:animEffect>
                        <p:set>
                          <p:cBhvr>
                            <p:cTn dur="1" fill="hold">
                              <p:stCondLst>
                                <p:cond delay="499"/>
                              </p:stCondLst>
                            </p:cTn>
                            <p:tgtEl>
                              <p:spTgt spid="7"/>
                            </p:tgtEl>
                            <p:attrNameLst>
                              <p:attrName>style.visibility</p:attrName>
                            </p:attrNameLst>
                          </p:cBhvr>
                          <p:to>
                            <p:strVal val="hidden"/>
                          </p:to>
                        </p:set>
                      </p:childTnLst>
                    </p:cTn>
                  </p:par>
                </p:tnLst>
              </p:tmpl>
            </p:tmplLst>
          </p:bldP>
          <p:bldP spid="7" grpId="1" build="p">
            <p:tmplLst>
              <p:tmpl lvl="1">
                <p:tnLst>
                  <p:par>
                    <p:cTn presetID="10" presetClass="entr" presetSubtype="0" fill="hold" nodeType="withEffect">
                      <p:stCondLst>
                        <p:cond delay="39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1" grpId="0" build="p">
            <p:tmplLst>
              <p:tmpl lvl="1">
                <p:tnLst>
                  <p:par>
                    <p:cTn presetID="10" presetClass="exit" presetSubtype="0" fill="hold" nodeType="withEffect">
                      <p:stCondLst>
                        <p:cond delay="19500"/>
                      </p:stCondLst>
                      <p:childTnLst>
                        <p:animEffect transition="out" filter="fade">
                          <p:cBhvr>
                            <p:cTn dur="500"/>
                            <p:tgtEl>
                              <p:spTgt spid="11"/>
                            </p:tgtEl>
                          </p:cBhvr>
                        </p:animEffect>
                        <p:set>
                          <p:cBhvr>
                            <p:cTn dur="1" fill="hold">
                              <p:stCondLst>
                                <p:cond delay="499"/>
                              </p:stCondLst>
                            </p:cTn>
                            <p:tgtEl>
                              <p:spTgt spid="11"/>
                            </p:tgtEl>
                            <p:attrNameLst>
                              <p:attrName>style.visibility</p:attrName>
                            </p:attrNameLst>
                          </p:cBhvr>
                          <p:to>
                            <p:strVal val="hidden"/>
                          </p:to>
                        </p:set>
                      </p:childTnLst>
                    </p:cTn>
                  </p:par>
                </p:tnLst>
              </p:tmpl>
            </p:tmplLst>
          </p:bldP>
          <p:bldP spid="11" grpId="1" build="p">
            <p:tmplLst>
              <p:tmpl lvl="1">
                <p:tnLst>
                  <p:par>
                    <p:cTn presetID="10" presetClass="entr" presetSubtype="0" fill="hold" nodeType="withEffect">
                      <p:stCondLst>
                        <p:cond delay="395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3" grpId="0" build="p">
            <p:tmplLst>
              <p:tmpl lvl="1">
                <p:tnLst>
                  <p:par>
                    <p:cTn presetID="10" presetClass="exit" presetSubtype="0" fill="hold" nodeType="withEffect">
                      <p:stCondLst>
                        <p:cond delay="19500"/>
                      </p:stCondLst>
                      <p:childTnLst>
                        <p:animEffect transition="out" filter="fade">
                          <p:cBhvr>
                            <p:cTn dur="500"/>
                            <p:tgtEl>
                              <p:spTgt spid="13"/>
                            </p:tgtEl>
                          </p:cBhvr>
                        </p:animEffect>
                        <p:set>
                          <p:cBhvr>
                            <p:cTn dur="1" fill="hold">
                              <p:stCondLst>
                                <p:cond delay="499"/>
                              </p:stCondLst>
                            </p:cTn>
                            <p:tgtEl>
                              <p:spTgt spid="13"/>
                            </p:tgtEl>
                            <p:attrNameLst>
                              <p:attrName>style.visibility</p:attrName>
                            </p:attrNameLst>
                          </p:cBhvr>
                          <p:to>
                            <p:strVal val="hidden"/>
                          </p:to>
                        </p:set>
                      </p:childTnLst>
                    </p:cTn>
                  </p:par>
                </p:tnLst>
              </p:tmpl>
            </p:tmplLst>
          </p:bldP>
          <p:bldP spid="13" grpId="1" build="p">
            <p:tmplLst>
              <p:tmpl lvl="1">
                <p:tnLst>
                  <p:par>
                    <p:cTn presetID="10" presetClass="entr" presetSubtype="0" fill="hold" nodeType="withEffect">
                      <p:stCondLst>
                        <p:cond delay="39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3" grpId="0"/>
          <p:bldP spid="3" grpId="1"/>
          <p:bldP spid="28" grpId="0" animBg="1">
            <p:tmplLst>
              <p:tmpl>
                <p:tnLst>
                  <p:par>
                    <p:cTn presetID="10" presetClass="exit" presetSubtype="0" fill="hold" nodeType="withEffect">
                      <p:stCondLst>
                        <p:cond delay="19500"/>
                      </p:stCondLst>
                      <p:childTnLst>
                        <p:animEffect transition="out" filter="fade">
                          <p:cBhvr>
                            <p:cTn dur="500"/>
                            <p:tgtEl>
                              <p:spTgt spid="28"/>
                            </p:tgtEl>
                          </p:cBhvr>
                        </p:animEffect>
                        <p:set>
                          <p:cBhvr>
                            <p:cTn dur="1" fill="hold">
                              <p:stCondLst>
                                <p:cond delay="499"/>
                              </p:stCondLst>
                            </p:cTn>
                            <p:tgtEl>
                              <p:spTgt spid="28"/>
                            </p:tgtEl>
                            <p:attrNameLst>
                              <p:attrName>style.visibility</p:attrName>
                            </p:attrNameLst>
                          </p:cBhvr>
                          <p:to>
                            <p:strVal val="hidden"/>
                          </p:to>
                        </p:set>
                      </p:childTnLst>
                    </p:cTn>
                  </p:par>
                </p:tnLst>
              </p:tmpl>
            </p:tmplLst>
          </p:bldP>
          <p:bldP spid="28" grpId="1" animBg="1">
            <p:tmplLst>
              <p:tmpl>
                <p:tnLst>
                  <p:par>
                    <p:cTn presetID="10" presetClass="entr" presetSubtype="0" fill="hold" nodeType="withEffect">
                      <p:stCondLst>
                        <p:cond delay="3950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 grpId="0" build="p">
            <p:tmplLst>
              <p:tmpl lvl="1">
                <p:tnLst>
                  <p:par>
                    <p:cTn presetID="10" presetClass="exit" presetSubtype="0" fill="hold" nodeType="withEffect" nodePh="1">
                      <p:stCondLst>
                        <p:cond delay="19500"/>
                      </p:stCondLst>
                      <p:endCondLst>
                        <p:cond delay="0"/>
                      </p:endCondLst>
                      <p:childTnLst>
                        <p:animEffect transition="out" filter="fade">
                          <p:cBhvr>
                            <p:cTn dur="500"/>
                            <p:tgtEl>
                              <p:spTgt spid="6"/>
                            </p:tgtEl>
                          </p:cBhvr>
                        </p:animEffect>
                        <p:set>
                          <p:cBhvr>
                            <p:cTn dur="1" fill="hold">
                              <p:stCondLst>
                                <p:cond delay="499"/>
                              </p:stCondLst>
                            </p:cTn>
                            <p:tgtEl>
                              <p:spTgt spid="6"/>
                            </p:tgtEl>
                            <p:attrNameLst>
                              <p:attrName>style.visibility</p:attrName>
                            </p:attrNameLst>
                          </p:cBhvr>
                          <p:to>
                            <p:strVal val="hidden"/>
                          </p:to>
                        </p:set>
                      </p:childTnLst>
                    </p:cTn>
                  </p:par>
                </p:tnLst>
              </p:tmpl>
            </p:tmplLst>
          </p:bldP>
          <p:bldP spid="6" grpId="1" build="p">
            <p:tmplLst>
              <p:tmpl lvl="1">
                <p:tnLst>
                  <p:par>
                    <p:cTn presetID="10" presetClass="entr" presetSubtype="0" fill="hold" nodeType="withEffect" nodePh="1">
                      <p:stCondLst>
                        <p:cond delay="395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31" grpId="0" animBg="1">
            <p:tmplLst>
              <p:tmpl>
                <p:tnLst>
                  <p:par>
                    <p:cTn presetID="10" presetClass="exit" presetSubtype="0" fill="hold" nodeType="withEffect">
                      <p:stCondLst>
                        <p:cond delay="19500"/>
                      </p:stCondLst>
                      <p:childTnLst>
                        <p:animEffect transition="out" filter="fade">
                          <p:cBhvr>
                            <p:cTn dur="500"/>
                            <p:tgtEl>
                              <p:spTgt spid="31"/>
                            </p:tgtEl>
                          </p:cBhvr>
                        </p:animEffect>
                        <p:set>
                          <p:cBhvr>
                            <p:cTn dur="1" fill="hold">
                              <p:stCondLst>
                                <p:cond delay="499"/>
                              </p:stCondLst>
                            </p:cTn>
                            <p:tgtEl>
                              <p:spTgt spid="31"/>
                            </p:tgtEl>
                            <p:attrNameLst>
                              <p:attrName>style.visibility</p:attrName>
                            </p:attrNameLst>
                          </p:cBhvr>
                          <p:to>
                            <p:strVal val="hidden"/>
                          </p:to>
                        </p:set>
                      </p:childTnLst>
                    </p:cTn>
                  </p:par>
                </p:tnLst>
              </p:tmpl>
            </p:tmplLst>
          </p:bldP>
          <p:bldP spid="31" grpId="1" animBg="1">
            <p:tmplLst>
              <p:tmpl>
                <p:tnLst>
                  <p:par>
                    <p:cTn presetID="10" presetClass="entr" presetSubtype="0" fill="hold" nodeType="withEffect">
                      <p:stCondLst>
                        <p:cond delay="39500"/>
                      </p:stCondLst>
                      <p:childTnLst>
                        <p:set>
                          <p:cBhvr>
                            <p:cTn dur="1" fill="hold">
                              <p:stCondLst>
                                <p:cond delay="0"/>
                              </p:stCondLst>
                            </p:cTn>
                            <p:tgtEl>
                              <p:spTgt spid="31"/>
                            </p:tgtEl>
                            <p:attrNameLst>
                              <p:attrName>style.visibility</p:attrName>
                            </p:attrNameLst>
                          </p:cBhvr>
                          <p:to>
                            <p:strVal val="visible"/>
                          </p:to>
                        </p:set>
                        <p:animEffect transition="in" filter="fade">
                          <p:cBhvr>
                            <p:cTn dur="500"/>
                            <p:tgtEl>
                              <p:spTgt spid="31"/>
                            </p:tgtEl>
                          </p:cBhvr>
                        </p:animEffect>
                      </p:childTnLst>
                    </p:cTn>
                  </p:par>
                </p:tnLst>
              </p:tmpl>
            </p:tmplLst>
          </p:bldP>
          <p:bldP spid="9" grpId="0" build="p">
            <p:tmplLst>
              <p:tmpl lvl="1">
                <p:tnLst>
                  <p:par>
                    <p:cTn presetID="10" presetClass="exit" presetSubtype="0" fill="hold" nodeType="withEffect">
                      <p:stCondLst>
                        <p:cond delay="19500"/>
                      </p:stCondLst>
                      <p:childTnLst>
                        <p:animEffect transition="out" filter="fade">
                          <p:cBhvr>
                            <p:cTn dur="500"/>
                            <p:tgtEl>
                              <p:spTgt spid="9"/>
                            </p:tgtEl>
                          </p:cBhvr>
                        </p:animEffect>
                        <p:set>
                          <p:cBhvr>
                            <p:cTn dur="1" fill="hold">
                              <p:stCondLst>
                                <p:cond delay="499"/>
                              </p:stCondLst>
                            </p:cTn>
                            <p:tgtEl>
                              <p:spTgt spid="9"/>
                            </p:tgtEl>
                            <p:attrNameLst>
                              <p:attrName>style.visibility</p:attrName>
                            </p:attrNameLst>
                          </p:cBhvr>
                          <p:to>
                            <p:strVal val="hidden"/>
                          </p:to>
                        </p:set>
                      </p:childTnLst>
                    </p:cTn>
                  </p:par>
                </p:tnLst>
              </p:tmpl>
            </p:tmplLst>
          </p:bldP>
          <p:bldP spid="9" grpId="1" build="p">
            <p:tmplLst>
              <p:tmpl lvl="1">
                <p:tnLst>
                  <p:par>
                    <p:cTn presetID="10" presetClass="entr" presetSubtype="0" fill="hold" nodeType="withEffect">
                      <p:stCondLst>
                        <p:cond delay="3950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7" grpId="0" build="p">
            <p:tmplLst>
              <p:tmpl lvl="1">
                <p:tnLst>
                  <p:par>
                    <p:cTn presetID="10" presetClass="entr" presetSubtype="0" fill="hold" nodeType="withEffect">
                      <p:stCondLst>
                        <p:cond delay="195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build="p">
            <p:tmplLst>
              <p:tmpl lvl="1">
                <p:tnLst>
                  <p:par>
                    <p:cTn presetID="10" presetClass="exit" presetSubtype="0" fill="hold" nodeType="withEffect">
                      <p:stCondLst>
                        <p:cond delay="39500"/>
                      </p:stCondLst>
                      <p:childTnLst>
                        <p:animEffect transition="out" filter="fade">
                          <p:cBhvr>
                            <p:cTn dur="500"/>
                            <p:tgtEl>
                              <p:spTgt spid="17"/>
                            </p:tgtEl>
                          </p:cBhvr>
                        </p:animEffect>
                        <p:set>
                          <p:cBhvr>
                            <p:cTn dur="1" fill="hold">
                              <p:stCondLst>
                                <p:cond delay="499"/>
                              </p:stCondLst>
                            </p:cTn>
                            <p:tgtEl>
                              <p:spTgt spid="17"/>
                            </p:tgtEl>
                            <p:attrNameLst>
                              <p:attrName>style.visibility</p:attrName>
                            </p:attrNameLst>
                          </p:cBhvr>
                          <p:to>
                            <p:strVal val="hidden"/>
                          </p:to>
                        </p:set>
                      </p:childTnLst>
                    </p:cTn>
                  </p:par>
                </p:tnLst>
              </p:tmpl>
            </p:tmplLst>
          </p:bldP>
          <p:bldP spid="18" grpId="0" build="p">
            <p:tmplLst>
              <p:tmpl lvl="1">
                <p:tnLst>
                  <p:par>
                    <p:cTn presetID="10" presetClass="entr" presetSubtype="0" fill="hold" nodeType="withEffect">
                      <p:stCondLst>
                        <p:cond delay="1950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P spid="18" grpId="1" build="p">
            <p:tmplLst>
              <p:tmpl lvl="1">
                <p:tnLst>
                  <p:par>
                    <p:cTn presetID="10" presetClass="exit" presetSubtype="0" fill="hold" nodeType="withEffect">
                      <p:stCondLst>
                        <p:cond delay="39500"/>
                      </p:stCondLst>
                      <p:childTnLst>
                        <p:animEffect transition="out" filter="fade">
                          <p:cBhvr>
                            <p:cTn dur="500"/>
                            <p:tgtEl>
                              <p:spTgt spid="18"/>
                            </p:tgtEl>
                          </p:cBhvr>
                        </p:animEffect>
                        <p:set>
                          <p:cBhvr>
                            <p:cTn dur="1" fill="hold">
                              <p:stCondLst>
                                <p:cond delay="499"/>
                              </p:stCondLst>
                            </p:cTn>
                            <p:tgtEl>
                              <p:spTgt spid="18"/>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p:stCondLst>
                        <p:cond delay="19500"/>
                      </p:st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1" build="p">
            <p:tmplLst>
              <p:tmpl lvl="1">
                <p:tnLst>
                  <p:par>
                    <p:cTn presetID="10" presetClass="exit" presetSubtype="0" fill="hold" nodeType="withEffect">
                      <p:stCondLst>
                        <p:cond delay="39500"/>
                      </p:stCondLst>
                      <p:childTnLst>
                        <p:animEffect transition="out" filter="fade">
                          <p:cBhvr>
                            <p:cTn dur="500"/>
                            <p:tgtEl>
                              <p:spTgt spid="19"/>
                            </p:tgtEl>
                          </p:cBhvr>
                        </p:animEffect>
                        <p:set>
                          <p:cBhvr>
                            <p:cTn dur="1" fill="hold">
                              <p:stCondLst>
                                <p:cond delay="499"/>
                              </p:stCondLst>
                            </p:cTn>
                            <p:tgtEl>
                              <p:spTgt spid="19"/>
                            </p:tgtEl>
                            <p:attrNameLst>
                              <p:attrName>style.visibility</p:attrName>
                            </p:attrNameLst>
                          </p:cBhvr>
                          <p:to>
                            <p:strVal val="hidden"/>
                          </p:to>
                        </p:set>
                      </p:childTnLst>
                    </p:cTn>
                  </p:par>
                </p:tnLst>
              </p:tmpl>
            </p:tmplLst>
          </p:bldP>
          <p:bldP spid="20" grpId="0" build="p">
            <p:tmplLst>
              <p:tmpl lvl="1">
                <p:tnLst>
                  <p:par>
                    <p:cTn presetID="10" presetClass="entr" presetSubtype="0" fill="hold" nodeType="withEffect">
                      <p:stCondLst>
                        <p:cond delay="19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1" build="p">
            <p:tmplLst>
              <p:tmpl lvl="1">
                <p:tnLst>
                  <p:par>
                    <p:cTn presetID="10" presetClass="exit" presetSubtype="0" fill="hold" nodeType="withEffect">
                      <p:stCondLst>
                        <p:cond delay="39500"/>
                      </p:stCondLst>
                      <p:childTnLst>
                        <p:animEffect transition="out" filter="fade">
                          <p:cBhvr>
                            <p:cTn dur="500"/>
                            <p:tgtEl>
                              <p:spTgt spid="20"/>
                            </p:tgtEl>
                          </p:cBhvr>
                        </p:animEffect>
                        <p:set>
                          <p:cBhvr>
                            <p:cTn dur="1" fill="hold">
                              <p:stCondLst>
                                <p:cond delay="499"/>
                              </p:stCondLst>
                            </p:cTn>
                            <p:tgtEl>
                              <p:spTgt spid="20"/>
                            </p:tgtEl>
                            <p:attrNameLst>
                              <p:attrName>style.visibility</p:attrName>
                            </p:attrNameLst>
                          </p:cBhvr>
                          <p:to>
                            <p:strVal val="hidden"/>
                          </p:to>
                        </p:set>
                      </p:childTnLst>
                    </p:cTn>
                  </p:par>
                </p:tnLst>
              </p:tmpl>
            </p:tmplLst>
          </p:bldP>
          <p:bldP spid="21" grpId="0" build="p">
            <p:tmplLst>
              <p:tmpl lvl="1">
                <p:tnLst>
                  <p:par>
                    <p:cTn presetID="10" presetClass="entr" presetSubtype="0" fill="hold" nodeType="withEffect">
                      <p:stCondLst>
                        <p:cond delay="19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1" grpId="1" build="p">
            <p:tmplLst>
              <p:tmpl lvl="1">
                <p:tnLst>
                  <p:par>
                    <p:cTn presetID="10" presetClass="exit" presetSubtype="0" fill="hold" nodeType="withEffect">
                      <p:stCondLst>
                        <p:cond delay="39500"/>
                      </p:stCondLst>
                      <p:childTnLst>
                        <p:animEffect transition="out" filter="fade">
                          <p:cBhvr>
                            <p:cTn dur="500"/>
                            <p:tgtEl>
                              <p:spTgt spid="21"/>
                            </p:tgtEl>
                          </p:cBhvr>
                        </p:animEffect>
                        <p:set>
                          <p:cBhvr>
                            <p:cTn dur="1" fill="hold">
                              <p:stCondLst>
                                <p:cond delay="499"/>
                              </p:stCondLst>
                            </p:cTn>
                            <p:tgtEl>
                              <p:spTgt spid="21"/>
                            </p:tgtEl>
                            <p:attrNameLst>
                              <p:attrName>style.visibility</p:attrName>
                            </p:attrNameLst>
                          </p:cBhvr>
                          <p:to>
                            <p:strVal val="hidden"/>
                          </p:to>
                        </p:set>
                      </p:childTnLst>
                    </p:cTn>
                  </p:par>
                </p:tnLst>
              </p:tmpl>
            </p:tmplLst>
          </p:bldP>
          <p:bldP spid="22" grpId="0"/>
          <p:bldP spid="22" grpId="1"/>
          <p:bldP spid="29" grpId="0" animBg="1">
            <p:tmplLst>
              <p:tmpl>
                <p:tnLst>
                  <p:par>
                    <p:cTn presetID="10" presetClass="entr" presetSubtype="0" fill="hold" nodeType="withEffect">
                      <p:stCondLst>
                        <p:cond delay="1950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P spid="29" grpId="1" animBg="1">
            <p:tmplLst>
              <p:tmpl>
                <p:tnLst>
                  <p:par>
                    <p:cTn presetID="10" presetClass="exit" presetSubtype="0" fill="hold" nodeType="withEffect">
                      <p:stCondLst>
                        <p:cond delay="39500"/>
                      </p:stCondLst>
                      <p:childTnLst>
                        <p:animEffect transition="out" filter="fade">
                          <p:cBhvr>
                            <p:cTn dur="500"/>
                            <p:tgtEl>
                              <p:spTgt spid="29"/>
                            </p:tgtEl>
                          </p:cBhvr>
                        </p:animEffect>
                        <p:set>
                          <p:cBhvr>
                            <p:cTn dur="1" fill="hold">
                              <p:stCondLst>
                                <p:cond delay="499"/>
                              </p:stCondLst>
                            </p:cTn>
                            <p:tgtEl>
                              <p:spTgt spid="29"/>
                            </p:tgtEl>
                            <p:attrNameLst>
                              <p:attrName>style.visibility</p:attrName>
                            </p:attrNameLst>
                          </p:cBhvr>
                          <p:to>
                            <p:strVal val="hidden"/>
                          </p:to>
                        </p:set>
                      </p:childTnLst>
                    </p:cTn>
                  </p:par>
                </p:tnLst>
              </p:tmpl>
            </p:tmplLst>
          </p:bldP>
          <p:bldP spid="24" grpId="0" build="p">
            <p:tmplLst>
              <p:tmpl lvl="1">
                <p:tnLst>
                  <p:par>
                    <p:cTn presetID="10" presetClass="entr" presetSubtype="0" fill="hold" nodeType="withEffect" nodePh="1">
                      <p:stCondLst>
                        <p:cond delay="19500"/>
                      </p:stCondLst>
                      <p:endCondLst>
                        <p:cond delay="0"/>
                      </p:endCondLst>
                      <p:childTnLst>
                        <p:set>
                          <p:cBhvr>
                            <p:cTn dur="1" fill="hold">
                              <p:stCondLst>
                                <p:cond delay="0"/>
                              </p:stCondLst>
                            </p:cTn>
                            <p:tgtEl>
                              <p:spTgt spid="24"/>
                            </p:tgtEl>
                            <p:attrNameLst>
                              <p:attrName>style.visibility</p:attrName>
                            </p:attrNameLst>
                          </p:cBhvr>
                          <p:to>
                            <p:strVal val="visible"/>
                          </p:to>
                        </p:set>
                        <p:animEffect transition="in" filter="fade">
                          <p:cBhvr>
                            <p:cTn dur="500"/>
                            <p:tgtEl>
                              <p:spTgt spid="24"/>
                            </p:tgtEl>
                          </p:cBhvr>
                        </p:animEffect>
                      </p:childTnLst>
                    </p:cTn>
                  </p:par>
                </p:tnLst>
              </p:tmpl>
            </p:tmplLst>
          </p:bldP>
          <p:bldP spid="24" grpId="1" build="p">
            <p:tmplLst>
              <p:tmpl lvl="1">
                <p:tnLst>
                  <p:par>
                    <p:cTn presetID="10" presetClass="exit" presetSubtype="0" fill="hold" nodeType="withEffect" nodePh="1">
                      <p:stCondLst>
                        <p:cond delay="39500"/>
                      </p:stCondLst>
                      <p:endCondLst>
                        <p:cond delay="0"/>
                      </p:endCondLst>
                      <p:childTnLst>
                        <p:animEffect transition="out" filter="fade">
                          <p:cBhvr>
                            <p:cTn dur="500"/>
                            <p:tgtEl>
                              <p:spTgt spid="24"/>
                            </p:tgtEl>
                          </p:cBhvr>
                        </p:animEffect>
                        <p:set>
                          <p:cBhvr>
                            <p:cTn dur="1" fill="hold">
                              <p:stCondLst>
                                <p:cond delay="499"/>
                              </p:stCondLst>
                            </p:cTn>
                            <p:tgtEl>
                              <p:spTgt spid="24"/>
                            </p:tgtEl>
                            <p:attrNameLst>
                              <p:attrName>style.visibility</p:attrName>
                            </p:attrNameLst>
                          </p:cBhvr>
                          <p:to>
                            <p:strVal val="hidden"/>
                          </p:to>
                        </p:set>
                      </p:childTnLst>
                    </p:cTn>
                  </p:par>
                </p:tnLst>
              </p:tmpl>
            </p:tmplLst>
          </p:bldP>
          <p:bldP spid="32" grpId="0" animBg="1">
            <p:tmplLst>
              <p:tmpl>
                <p:tnLst>
                  <p:par>
                    <p:cTn presetID="10" presetClass="entr" presetSubtype="0" fill="hold" nodeType="withEffect">
                      <p:stCondLst>
                        <p:cond delay="1950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2" grpId="1" animBg="1">
            <p:tmplLst>
              <p:tmpl>
                <p:tnLst>
                  <p:par>
                    <p:cTn presetID="10" presetClass="exit" presetSubtype="0" fill="hold" nodeType="withEffect">
                      <p:stCondLst>
                        <p:cond delay="39500"/>
                      </p:stCondLst>
                      <p:childTnLst>
                        <p:animEffect transition="out" filter="fade">
                          <p:cBhvr>
                            <p:cTn dur="500"/>
                            <p:tgtEl>
                              <p:spTgt spid="32"/>
                            </p:tgtEl>
                          </p:cBhvr>
                        </p:animEffect>
                        <p:set>
                          <p:cBhvr>
                            <p:cTn dur="1" fill="hold">
                              <p:stCondLst>
                                <p:cond delay="499"/>
                              </p:stCondLst>
                            </p:cTn>
                            <p:tgtEl>
                              <p:spTgt spid="32"/>
                            </p:tgtEl>
                            <p:attrNameLst>
                              <p:attrName>style.visibility</p:attrName>
                            </p:attrNameLst>
                          </p:cBhvr>
                          <p:to>
                            <p:strVal val="hidden"/>
                          </p:to>
                        </p:set>
                      </p:childTnLst>
                    </p:cTn>
                  </p:par>
                </p:tnLst>
              </p:tmpl>
            </p:tmplLst>
          </p:bldP>
          <p:bldP spid="26" grpId="0" build="p">
            <p:tmplLst>
              <p:tmpl lvl="1">
                <p:tnLst>
                  <p:par>
                    <p:cTn presetID="10" presetClass="entr" presetSubtype="0" fill="hold" nodeType="withEffect">
                      <p:stCondLst>
                        <p:cond delay="1950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P spid="26" grpId="1" build="p">
            <p:tmplLst>
              <p:tmpl lvl="1">
                <p:tnLst>
                  <p:par>
                    <p:cTn presetID="10" presetClass="exit" presetSubtype="0" fill="hold" nodeType="withEffect">
                      <p:stCondLst>
                        <p:cond delay="39500"/>
                      </p:stCondLst>
                      <p:childTnLst>
                        <p:animEffect transition="out" filter="fade">
                          <p:cBhvr>
                            <p:cTn dur="500"/>
                            <p:tgtEl>
                              <p:spTgt spid="26"/>
                            </p:tgtEl>
                          </p:cBhvr>
                        </p:animEffect>
                        <p:set>
                          <p:cBhvr>
                            <p:cTn dur="1" fill="hold">
                              <p:stCondLst>
                                <p:cond delay="499"/>
                              </p:stCondLst>
                            </p:cTn>
                            <p:tgtEl>
                              <p:spTgt spid="26"/>
                            </p:tgtEl>
                            <p:attrNameLst>
                              <p:attrName>style.visibility</p:attrName>
                            </p:attrNameLst>
                          </p:cBhvr>
                          <p:to>
                            <p:strVal val="hidden"/>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10000"/>
                                </p:stCondLst>
                                <p:childTnLst>
                                  <p:par>
                                    <p:cTn id="5" presetID="1" presetClass="mediacall" presetSubtype="0" fill="hold" nodeType="afterEffect">
                                      <p:stCondLst>
                                        <p:cond delay="0"/>
                                      </p:stCondLst>
                                      <p:childTnLst>
                                        <p:cmd type="call" cmd="playFrom(0.0)">
                                          <p:cBhvr>
                                            <p:cTn id="6" dur="4004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repeatCount="indefinite" fill="hold" display="0">
                      <p:stCondLst>
                        <p:cond delay="indefinite"/>
                      </p:stCondLst>
                      <p:endCondLst>
                        <p:cond evt="onStopAudio" delay="0">
                          <p:tgtEl>
                            <p:sldTgt/>
                          </p:tgtEl>
                        </p:cond>
                      </p:endCondLst>
                    </p:cTn>
                    <p:tgtEl>
                      <p:spTgt spid="5"/>
                    </p:tgtEl>
                  </p:cMediaNode>
                </p:audio>
              </p:childTnLst>
            </p:cTn>
          </p:par>
        </p:tnLst>
      </p:timing>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6" name="order of worship">
            <a:extLst>
              <a:ext uri="{FF2B5EF4-FFF2-40B4-BE49-F238E27FC236}">
                <a16:creationId xmlns:a16="http://schemas.microsoft.com/office/drawing/2014/main" id="{E6F9FE29-F14D-4ACE-81C4-AA80FBAACFCA}"/>
              </a:ext>
            </a:extLst>
          </p:cNvPr>
          <p:cNvSpPr>
            <a:spLocks noGrp="1"/>
          </p:cNvSpPr>
          <p:nvPr>
            <p:ph type="body" sz="quarter" idx="23"/>
          </p:nvPr>
        </p:nvSpPr>
        <p:spPr>
          <a:xfrm>
            <a:off x="1622817"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endParaRPr lang="en-US" dirty="0"/>
          </a:p>
        </p:txBody>
      </p:sp>
      <p:sp>
        <p:nvSpPr>
          <p:cNvPr id="14" name="highlight">
            <a:extLst>
              <a:ext uri="{FF2B5EF4-FFF2-40B4-BE49-F238E27FC236}">
                <a16:creationId xmlns:a16="http://schemas.microsoft.com/office/drawing/2014/main" id="{C61CF084-E13F-49CD-A369-86E5602DA44D}"/>
              </a:ext>
            </a:extLst>
          </p:cNvPr>
          <p:cNvSpPr>
            <a:spLocks noGrp="1"/>
          </p:cNvSpPr>
          <p:nvPr>
            <p:ph sz="quarter" idx="22" hasCustomPrompt="1"/>
          </p:nvPr>
        </p:nvSpPr>
        <p:spPr>
          <a:xfrm>
            <a:off x="58311" y="542302"/>
            <a:ext cx="1450450" cy="306387"/>
          </a:xfrm>
          <a:prstGeom prst="roundRect">
            <a:avLst>
              <a:gd name="adj" fmla="val 23106"/>
            </a:avLst>
          </a:prstGeom>
          <a:solidFill>
            <a:srgbClr val="057A84"/>
          </a:solidFill>
          <a:ln>
            <a:noFill/>
          </a:ln>
        </p:spPr>
        <p:txBody>
          <a:bodyPr anchor="ctr"/>
          <a:lstStyle>
            <a:lvl1pPr algn="ctr">
              <a:buNone/>
              <a:defRPr sz="9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date">
            <a:extLst>
              <a:ext uri="{FF2B5EF4-FFF2-40B4-BE49-F238E27FC236}">
                <a16:creationId xmlns:a16="http://schemas.microsoft.com/office/drawing/2014/main" id="{A0CEDCF9-8163-4EA7-9A9D-DD60C8755D7B}"/>
              </a:ext>
            </a:extLst>
          </p:cNvPr>
          <p:cNvSpPr>
            <a:spLocks noGrp="1"/>
          </p:cNvSpPr>
          <p:nvPr>
            <p:ph type="body" sz="quarter" idx="24" hasCustomPrompt="1"/>
          </p:nvPr>
        </p:nvSpPr>
        <p:spPr>
          <a:xfrm>
            <a:off x="-68336" y="5001768"/>
            <a:ext cx="1622500" cy="496888"/>
          </a:xfrm>
          <a:prstGeom prst="rect">
            <a:avLst/>
          </a:prstGeom>
        </p:spPr>
        <p:txBody>
          <a:bodyPr anchor="ctr"/>
          <a:lstStyle>
            <a:lvl1pPr marL="0" indent="0" algn="r">
              <a:lnSpc>
                <a:spcPct val="120000"/>
              </a:lnSpc>
              <a:spcBef>
                <a:spcPts val="0"/>
              </a:spcBef>
              <a:buNone/>
              <a:defRPr sz="1100">
                <a:solidFill>
                  <a:schemeClr val="bg1"/>
                </a:solidFill>
                <a:latin typeface="Avenir Next LT Pro" panose="020B0504020202020204" pitchFamily="34" charset="0"/>
              </a:defRPr>
            </a:lvl1pPr>
          </a:lstStyle>
          <a:p>
            <a:pPr lvl="0"/>
            <a:r>
              <a:rPr lang="en-US" dirty="0"/>
              <a:t>date</a:t>
            </a:r>
          </a:p>
        </p:txBody>
      </p:sp>
      <p:sp>
        <p:nvSpPr>
          <p:cNvPr id="7" name="silence">
            <a:extLst>
              <a:ext uri="{FF2B5EF4-FFF2-40B4-BE49-F238E27FC236}">
                <a16:creationId xmlns:a16="http://schemas.microsoft.com/office/drawing/2014/main" id="{C6B850A9-26C5-4CE4-9231-46EF9FFCF391}"/>
              </a:ext>
            </a:extLst>
          </p:cNvPr>
          <p:cNvSpPr>
            <a:spLocks noGrp="1"/>
          </p:cNvSpPr>
          <p:nvPr>
            <p:ph type="body" sz="quarter" idx="25" hasCustomPrompt="1"/>
          </p:nvPr>
        </p:nvSpPr>
        <p:spPr>
          <a:xfrm>
            <a:off x="7935686" y="164592"/>
            <a:ext cx="1208314" cy="740229"/>
          </a:xfrm>
          <a:prstGeom prst="rect">
            <a:avLst/>
          </a:prstGeom>
        </p:spPr>
        <p:txBody>
          <a:bodyPr anchor="ctr"/>
          <a:lstStyle>
            <a:lvl1pPr marL="0" indent="0" algn="ctr">
              <a:buNone/>
              <a:defRPr sz="1400" i="1">
                <a:solidFill>
                  <a:schemeClr val="bg1"/>
                </a:solidFill>
                <a:latin typeface="Avenir Next LT Pro" panose="020B0504020202020204" pitchFamily="34" charset="0"/>
              </a:defRPr>
            </a:lvl1pPr>
          </a:lstStyle>
          <a:p>
            <a:pPr lvl="0"/>
            <a:r>
              <a:rPr lang="en-US" dirty="0"/>
              <a:t>Silence</a:t>
            </a:r>
          </a:p>
        </p:txBody>
      </p:sp>
      <p:sp>
        <p:nvSpPr>
          <p:cNvPr id="11" name="leaders">
            <a:extLst>
              <a:ext uri="{FF2B5EF4-FFF2-40B4-BE49-F238E27FC236}">
                <a16:creationId xmlns:a16="http://schemas.microsoft.com/office/drawing/2014/main" id="{2F04EB4F-A9F3-4954-8B0D-347FC628432D}"/>
              </a:ext>
            </a:extLst>
          </p:cNvPr>
          <p:cNvSpPr>
            <a:spLocks noGrp="1"/>
          </p:cNvSpPr>
          <p:nvPr>
            <p:ph type="body" sz="quarter" idx="26"/>
          </p:nvPr>
        </p:nvSpPr>
        <p:spPr>
          <a:xfrm>
            <a:off x="1612475"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endParaRPr lang="en-US" dirty="0"/>
          </a:p>
        </p:txBody>
      </p:sp>
      <p:pic>
        <p:nvPicPr>
          <p:cNvPr id="8" name="silence-40s">
            <a:hlinkClick r:id="" action="ppaction://media"/>
            <a:extLst>
              <a:ext uri="{FF2B5EF4-FFF2-40B4-BE49-F238E27FC236}">
                <a16:creationId xmlns:a16="http://schemas.microsoft.com/office/drawing/2014/main" id="{A32E0CFD-C192-43F3-BD6A-38BBFD7C26FE}"/>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353653" y="4928329"/>
            <a:ext cx="271462" cy="271463"/>
          </a:xfrm>
          <a:prstGeom prst="rect">
            <a:avLst/>
          </a:prstGeom>
        </p:spPr>
      </p:pic>
    </p:spTree>
    <p:extLst>
      <p:ext uri="{BB962C8B-B14F-4D97-AF65-F5344CB8AC3E}">
        <p14:creationId xmlns:p14="http://schemas.microsoft.com/office/powerpoint/2010/main" val="299174272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seq concurrent="1" nextAc="seek">
                  <p:cTn id="8" restart="whenNotActive" fill="hold" evtFilter="cancelBubble" nodeType="interactiveSeq">
                    <p:stCondLst>
                      <p:cond evt="onMediaBookmark" delay="0">
                        <p:tgtEl>
                          <p14:bmkTgt spid="8" bmkName="Bookmark 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afterEffect" nodePh="1">
                                      <p:stCondLst>
                                        <p:cond delay="15000"/>
                                      </p:stCondLst>
                                      <p:endCondLst>
                                        <p:cond evt="begin" delay="0">
                                          <p:tn val="11"/>
                                        </p:cond>
                                      </p:end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500"/>
                                            <p:tgtEl>
                                              <p:spTgt spid="11">
                                                <p:txEl>
                                                  <p:pRg st="0" end="0"/>
                                                </p:txEl>
                                              </p:spTgt>
                                            </p:tgtEl>
                                          </p:cBhvr>
                                        </p:animEffect>
                                      </p:childTnLst>
                                    </p:cTn>
                                  </p:par>
                                  <p:par>
                                    <p:cTn id="14" presetID="10" presetClass="exit" presetSubtype="0" fill="hold" grpId="0" nodeType="withEffect" nodePh="1">
                                      <p:stCondLst>
                                        <p:cond delay="15000"/>
                                      </p:stCondLst>
                                      <p:endCondLst>
                                        <p:cond evt="begin" delay="0">
                                          <p:tn val="14"/>
                                        </p:cond>
                                      </p:endCondLst>
                                      <p:childTnLst>
                                        <p:animEffect transition="out" filter="fade">
                                          <p:cBhvr>
                                            <p:cTn id="15" dur="500"/>
                                            <p:tgtEl>
                                              <p:spTgt spid="16">
                                                <p:txEl>
                                                  <p:pRg st="0" end="0"/>
                                                </p:txEl>
                                              </p:spTgt>
                                            </p:tgtEl>
                                          </p:cBhvr>
                                        </p:animEffect>
                                        <p:set>
                                          <p:cBhvr>
                                            <p:cTn id="16" dur="1" fill="hold">
                                              <p:stCondLst>
                                                <p:cond delay="499"/>
                                              </p:stCondLst>
                                            </p:cTn>
                                            <p:tgtEl>
                                              <p:spTgt spid="16">
                                                <p:txEl>
                                                  <p:pRg st="0" end="0"/>
                                                </p:txEl>
                                              </p:spTgt>
                                            </p:tgtEl>
                                            <p:attrNameLst>
                                              <p:attrName>style.visibility</p:attrName>
                                            </p:attrNameLst>
                                          </p:cBhvr>
                                          <p:to>
                                            <p:strVal val="hidden"/>
                                          </p:to>
                                        </p:set>
                                      </p:childTnLst>
                                    </p:cTn>
                                  </p:par>
                                </p:childTnLst>
                              </p:cTn>
                            </p:par>
                            <p:par>
                              <p:cTn id="17" fill="hold">
                                <p:stCondLst>
                                  <p:cond delay="15500"/>
                                </p:stCondLst>
                                <p:childTnLst>
                                  <p:par>
                                    <p:cTn id="18" presetID="10" presetClass="exit" presetSubtype="0" fill="hold" grpId="1" nodeType="afterEffect" nodePh="1">
                                      <p:stCondLst>
                                        <p:cond delay="10000"/>
                                      </p:stCondLst>
                                      <p:endCondLst>
                                        <p:cond evt="begin" delay="0">
                                          <p:tn val="18"/>
                                        </p:cond>
                                      </p:endCondLst>
                                      <p:childTnLst>
                                        <p:animEffect transition="out" filter="fade">
                                          <p:cBhvr>
                                            <p:cTn id="19" dur="500"/>
                                            <p:tgtEl>
                                              <p:spTgt spid="11">
                                                <p:txEl>
                                                  <p:pRg st="0" end="0"/>
                                                </p:txEl>
                                              </p:spTgt>
                                            </p:tgtEl>
                                          </p:cBhvr>
                                        </p:animEffect>
                                        <p:set>
                                          <p:cBhvr>
                                            <p:cTn id="20" dur="1" fill="hold">
                                              <p:stCondLst>
                                                <p:cond delay="499"/>
                                              </p:stCondLst>
                                            </p:cTn>
                                            <p:tgtEl>
                                              <p:spTgt spid="11">
                                                <p:txEl>
                                                  <p:pRg st="0" end="0"/>
                                                </p:txEl>
                                              </p:spTgt>
                                            </p:tgtEl>
                                            <p:attrNameLst>
                                              <p:attrName>style.visibility</p:attrName>
                                            </p:attrNameLst>
                                          </p:cBhvr>
                                          <p:to>
                                            <p:strVal val="hidden"/>
                                          </p:to>
                                        </p:set>
                                      </p:childTnLst>
                                    </p:cTn>
                                  </p:par>
                                  <p:par>
                                    <p:cTn id="21" presetID="10" presetClass="entr" presetSubtype="0" fill="hold" grpId="1" nodeType="withEffect" nodePh="1">
                                      <p:stCondLst>
                                        <p:cond delay="10000"/>
                                      </p:stCondLst>
                                      <p:endCondLst>
                                        <p:cond evt="begin" delay="0">
                                          <p:tn val="21"/>
                                        </p:cond>
                                      </p:endCondLst>
                                      <p:childTnLst>
                                        <p:set>
                                          <p:cBhvr>
                                            <p:cTn id="22" dur="1" fill="hold">
                                              <p:stCondLst>
                                                <p:cond delay="0"/>
                                              </p:stCondLst>
                                            </p:cTn>
                                            <p:tgtEl>
                                              <p:spTgt spid="16">
                                                <p:txEl>
                                                  <p:pRg st="0" end="0"/>
                                                </p:txEl>
                                              </p:spTgt>
                                            </p:tgtEl>
                                            <p:attrNameLst>
                                              <p:attrName>style.visibility</p:attrName>
                                            </p:attrNameLst>
                                          </p:cBhvr>
                                          <p:to>
                                            <p:strVal val="visible"/>
                                          </p:to>
                                        </p:set>
                                        <p:animEffect transition="in" filter="fade">
                                          <p:cBhvr>
                                            <p:cTn id="23" dur="500"/>
                                            <p:tgtEl>
                                              <p:spTgt spid="16">
                                                <p:txEl>
                                                  <p:pRg st="0" end="0"/>
                                                </p:txEl>
                                              </p:spTgt>
                                            </p:tgtEl>
                                          </p:cBhvr>
                                        </p:animEffect>
                                      </p:childTnLst>
                                    </p:cTn>
                                  </p:par>
                                </p:childTnLst>
                              </p:cTn>
                            </p:par>
                          </p:childTnLst>
                        </p:cTn>
                      </p:par>
                    </p:childTnLst>
                  </p:cTn>
                  <p:nextCondLst>
                    <p:cond evt="onMediaBookmark" delay="0">
                      <p:tgtEl>
                        <p14:bmkTgt spid="8" bmkName="Bookmark 1"/>
                      </p:tgtEl>
                    </p:cond>
                  </p:nextCondLst>
                </p:seq>
              </p:childTnLst>
            </p:cTn>
          </p:par>
        </p:tnLst>
        <p:bldLst>
          <p:bldP spid="16" grpId="0" build="allAtOnce"/>
          <p:bldP spid="16" grpId="1" build="allAtOnce"/>
          <p:bldP spid="11" grpId="0" build="allAtOnce"/>
          <p:bldP spid="11" grpId="1" build="allAtOnce"/>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childTnLst>
            </p:cTn>
          </p:par>
        </p:tnLst>
      </p:timing>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AEB9645B-E98A-42E2-8A89-EC689429C2D8}"/>
              </a:ext>
            </a:extLst>
          </p:cNvPr>
          <p:cNvSpPr>
            <a:spLocks noGrp="1"/>
          </p:cNvSpPr>
          <p:nvPr>
            <p:ph type="pic" sz="quarter" idx="10" hasCustomPrompt="1"/>
          </p:nvPr>
        </p:nvSpPr>
        <p:spPr>
          <a:xfrm>
            <a:off x="0" y="0"/>
            <a:ext cx="9144000" cy="5715000"/>
          </a:xfrm>
          <a:prstGeom prst="rect">
            <a:avLst/>
          </a:prstGeom>
          <a:solidFill>
            <a:schemeClr val="bg1">
              <a:lumMod val="85000"/>
            </a:schemeClr>
          </a:solidFill>
        </p:spPr>
        <p:txBody>
          <a:bodyPr/>
          <a:lstStyle>
            <a:lvl1pPr>
              <a:buNone/>
              <a:defRPr/>
            </a:lvl1pPr>
          </a:lstStyle>
          <a:p>
            <a:r>
              <a:rPr lang="en-US" dirty="0"/>
              <a:t>background</a:t>
            </a:r>
          </a:p>
        </p:txBody>
      </p:sp>
      <p:sp>
        <p:nvSpPr>
          <p:cNvPr id="12" name="navbar-background">
            <a:extLst>
              <a:ext uri="{FF2B5EF4-FFF2-40B4-BE49-F238E27FC236}">
                <a16:creationId xmlns:a16="http://schemas.microsoft.com/office/drawing/2014/main" id="{0B550FED-FDFE-400F-A66B-5E2A68B6C6F6}"/>
              </a:ext>
            </a:extLst>
          </p:cNvPr>
          <p:cNvSpPr>
            <a:spLocks noGrp="1"/>
          </p:cNvSpPr>
          <p:nvPr>
            <p:ph sz="quarter" idx="17" hasCustomPrompt="1"/>
          </p:nvPr>
        </p:nvSpPr>
        <p:spPr>
          <a:xfrm>
            <a:off x="0" y="0"/>
            <a:ext cx="1554480" cy="5715000"/>
          </a:xfrm>
          <a:prstGeom prst="rect">
            <a:avLst/>
          </a:prstGeom>
          <a:gradFill flip="none" rotWithShape="1">
            <a:gsLst>
              <a:gs pos="0">
                <a:srgbClr val="1B265E">
                  <a:alpha val="84706"/>
                </a:srgbClr>
              </a:gs>
              <a:gs pos="40000">
                <a:srgbClr val="182E64">
                  <a:alpha val="84706"/>
                </a:srgbClr>
              </a:gs>
              <a:gs pos="100000">
                <a:srgbClr val="0A598A">
                  <a:alpha val="9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buNone/>
              <a:defRPr lang="en-US" sz="1404" dirty="0">
                <a:solidFill>
                  <a:schemeClr val="lt1"/>
                </a:solidFill>
              </a:defRPr>
            </a:lvl1pPr>
          </a:lstStyle>
          <a:p>
            <a:pPr marL="0" lvl="0" algn="ctr" defTabSz="713232"/>
            <a:r>
              <a:rPr lang="en-US" dirty="0"/>
              <a:t>Navbar-background</a:t>
            </a:r>
          </a:p>
        </p:txBody>
      </p:sp>
      <p:sp>
        <p:nvSpPr>
          <p:cNvPr id="3" name="logo">
            <a:extLst>
              <a:ext uri="{FF2B5EF4-FFF2-40B4-BE49-F238E27FC236}">
                <a16:creationId xmlns:a16="http://schemas.microsoft.com/office/drawing/2014/main" id="{D5C254D8-33A5-4125-A911-B875ACEA7E53}"/>
              </a:ext>
            </a:extLst>
          </p:cNvPr>
          <p:cNvSpPr>
            <a:spLocks noGrp="1"/>
          </p:cNvSpPr>
          <p:nvPr>
            <p:ph type="pic" sz="quarter" idx="19" hasCustomPrompt="1"/>
          </p:nvPr>
        </p:nvSpPr>
        <p:spPr>
          <a:xfrm>
            <a:off x="1668537" y="5029200"/>
            <a:ext cx="1828800" cy="457200"/>
          </a:xfrm>
          <a:prstGeom prst="rect">
            <a:avLst/>
          </a:prstGeom>
        </p:spPr>
        <p:txBody>
          <a:bodyPr/>
          <a:lstStyle>
            <a:lvl1pPr>
              <a:buNone/>
              <a:defRPr/>
            </a:lvl1pPr>
          </a:lstStyle>
          <a:p>
            <a:r>
              <a:rPr lang="en-US" dirty="0"/>
              <a:t>logo</a:t>
            </a:r>
          </a:p>
        </p:txBody>
      </p:sp>
      <p:sp>
        <p:nvSpPr>
          <p:cNvPr id="16" name="order of worship">
            <a:extLst>
              <a:ext uri="{FF2B5EF4-FFF2-40B4-BE49-F238E27FC236}">
                <a16:creationId xmlns:a16="http://schemas.microsoft.com/office/drawing/2014/main" id="{E6F9FE29-F14D-4ACE-81C4-AA80FBAACFCA}"/>
              </a:ext>
            </a:extLst>
          </p:cNvPr>
          <p:cNvSpPr>
            <a:spLocks noGrp="1"/>
          </p:cNvSpPr>
          <p:nvPr>
            <p:ph type="body" sz="quarter" idx="23" hasCustomPrompt="1"/>
          </p:nvPr>
        </p:nvSpPr>
        <p:spPr>
          <a:xfrm>
            <a:off x="1622817"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order</a:t>
            </a:r>
          </a:p>
        </p:txBody>
      </p:sp>
      <p:sp>
        <p:nvSpPr>
          <p:cNvPr id="15" name="highlight">
            <a:extLst>
              <a:ext uri="{FF2B5EF4-FFF2-40B4-BE49-F238E27FC236}">
                <a16:creationId xmlns:a16="http://schemas.microsoft.com/office/drawing/2014/main" id="{3A4D01FA-51AD-4FD6-B29E-C705346CF71E}"/>
              </a:ext>
            </a:extLst>
          </p:cNvPr>
          <p:cNvSpPr>
            <a:spLocks noGrp="1"/>
          </p:cNvSpPr>
          <p:nvPr>
            <p:ph type="body" sz="quarter" idx="36" hasCustomPrompt="1"/>
          </p:nvPr>
        </p:nvSpPr>
        <p:spPr>
          <a:xfrm>
            <a:off x="53078" y="482274"/>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a:t>highlight</a:t>
            </a:r>
          </a:p>
        </p:txBody>
      </p:sp>
      <p:sp>
        <p:nvSpPr>
          <p:cNvPr id="6" name="navbar">
            <a:extLst>
              <a:ext uri="{FF2B5EF4-FFF2-40B4-BE49-F238E27FC236}">
                <a16:creationId xmlns:a16="http://schemas.microsoft.com/office/drawing/2014/main" id="{E9B9669B-7121-41D3-84BD-6DD37099A76E}"/>
              </a:ext>
            </a:extLst>
          </p:cNvPr>
          <p:cNvSpPr>
            <a:spLocks noGrp="1"/>
          </p:cNvSpPr>
          <p:nvPr>
            <p:ph type="body" sz="quarter" idx="21"/>
          </p:nvPr>
        </p:nvSpPr>
        <p:spPr>
          <a:xfrm>
            <a:off x="-79512" y="0"/>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5" name="date">
            <a:extLst>
              <a:ext uri="{FF2B5EF4-FFF2-40B4-BE49-F238E27FC236}">
                <a16:creationId xmlns:a16="http://schemas.microsoft.com/office/drawing/2014/main" id="{A0CEDCF9-8163-4EA7-9A9D-DD60C8755D7B}"/>
              </a:ext>
            </a:extLst>
          </p:cNvPr>
          <p:cNvSpPr>
            <a:spLocks noGrp="1"/>
          </p:cNvSpPr>
          <p:nvPr>
            <p:ph type="body" sz="quarter" idx="24" hasCustomPrompt="1"/>
          </p:nvPr>
        </p:nvSpPr>
        <p:spPr>
          <a:xfrm>
            <a:off x="-100196" y="5001768"/>
            <a:ext cx="1654350" cy="496888"/>
          </a:xfrm>
          <a:prstGeom prst="rect">
            <a:avLst/>
          </a:prstGeom>
        </p:spPr>
        <p:txBody>
          <a:bodyPr anchor="ctr"/>
          <a:lstStyle>
            <a:lvl1pPr marL="0" indent="0" algn="r">
              <a:lnSpc>
                <a:spcPct val="120000"/>
              </a:lnSpc>
              <a:spcBef>
                <a:spcPts val="0"/>
              </a:spcBef>
              <a:buNone/>
              <a:defRPr sz="1100">
                <a:solidFill>
                  <a:schemeClr val="bg1"/>
                </a:solidFill>
                <a:latin typeface="Avenir Next LT Pro" panose="020B0504020202020204" pitchFamily="34" charset="0"/>
              </a:defRPr>
            </a:lvl1pPr>
          </a:lstStyle>
          <a:p>
            <a:pPr lvl="0"/>
            <a:r>
              <a:rPr lang="en-US" dirty="0"/>
              <a:t>date</a:t>
            </a:r>
          </a:p>
        </p:txBody>
      </p:sp>
      <p:sp>
        <p:nvSpPr>
          <p:cNvPr id="7" name="silence">
            <a:extLst>
              <a:ext uri="{FF2B5EF4-FFF2-40B4-BE49-F238E27FC236}">
                <a16:creationId xmlns:a16="http://schemas.microsoft.com/office/drawing/2014/main" id="{C6B850A9-26C5-4CE4-9231-46EF9FFCF391}"/>
              </a:ext>
            </a:extLst>
          </p:cNvPr>
          <p:cNvSpPr>
            <a:spLocks noGrp="1"/>
          </p:cNvSpPr>
          <p:nvPr>
            <p:ph type="body" sz="quarter" idx="25" hasCustomPrompt="1"/>
          </p:nvPr>
        </p:nvSpPr>
        <p:spPr>
          <a:xfrm>
            <a:off x="7935686" y="164592"/>
            <a:ext cx="1208314" cy="740229"/>
          </a:xfrm>
          <a:prstGeom prst="rect">
            <a:avLst/>
          </a:prstGeom>
        </p:spPr>
        <p:txBody>
          <a:bodyPr anchor="ctr"/>
          <a:lstStyle>
            <a:lvl1pPr marL="0" indent="0" algn="ctr">
              <a:buNone/>
              <a:defRPr sz="1400" i="1">
                <a:solidFill>
                  <a:schemeClr val="bg1"/>
                </a:solidFill>
                <a:latin typeface="Avenir Next LT Pro" panose="020B0504020202020204" pitchFamily="34" charset="0"/>
              </a:defRPr>
            </a:lvl1pPr>
          </a:lstStyle>
          <a:p>
            <a:pPr lvl="0"/>
            <a:r>
              <a:rPr lang="en-US" dirty="0"/>
              <a:t>Silence</a:t>
            </a:r>
          </a:p>
        </p:txBody>
      </p:sp>
      <p:sp>
        <p:nvSpPr>
          <p:cNvPr id="11" name="leaders">
            <a:extLst>
              <a:ext uri="{FF2B5EF4-FFF2-40B4-BE49-F238E27FC236}">
                <a16:creationId xmlns:a16="http://schemas.microsoft.com/office/drawing/2014/main" id="{2F04EB4F-A9F3-4954-8B0D-347FC628432D}"/>
              </a:ext>
            </a:extLst>
          </p:cNvPr>
          <p:cNvSpPr>
            <a:spLocks noGrp="1"/>
          </p:cNvSpPr>
          <p:nvPr>
            <p:ph type="body" sz="quarter" idx="26" hasCustomPrompt="1"/>
          </p:nvPr>
        </p:nvSpPr>
        <p:spPr>
          <a:xfrm>
            <a:off x="1612475" y="36576"/>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venir Next LT Pro" panose="020B0504020202020204" pitchFamily="34" charset="0"/>
              </a:defRPr>
            </a:lvl1pPr>
          </a:lstStyle>
          <a:p>
            <a:pPr lvl="0"/>
            <a:r>
              <a:rPr lang="en-US" dirty="0"/>
              <a:t>leaders</a:t>
            </a:r>
          </a:p>
        </p:txBody>
      </p:sp>
      <p:sp>
        <p:nvSpPr>
          <p:cNvPr id="18" name="esp-logo">
            <a:extLst>
              <a:ext uri="{FF2B5EF4-FFF2-40B4-BE49-F238E27FC236}">
                <a16:creationId xmlns:a16="http://schemas.microsoft.com/office/drawing/2014/main" id="{FD164486-4B32-41F1-8590-D12ADEDED6A9}"/>
              </a:ext>
            </a:extLst>
          </p:cNvPr>
          <p:cNvSpPr>
            <a:spLocks noGrp="1"/>
          </p:cNvSpPr>
          <p:nvPr>
            <p:ph type="pic" sz="quarter" idx="31" hasCustomPrompt="1"/>
          </p:nvPr>
        </p:nvSpPr>
        <p:spPr>
          <a:xfrm>
            <a:off x="1668537" y="5028697"/>
            <a:ext cx="1828800" cy="457200"/>
          </a:xfrm>
          <a:prstGeom prst="rect">
            <a:avLst/>
          </a:prstGeom>
        </p:spPr>
        <p:txBody>
          <a:bodyPr/>
          <a:lstStyle>
            <a:lvl1pPr>
              <a:buNone/>
              <a:defRPr/>
            </a:lvl1pPr>
          </a:lstStyle>
          <a:p>
            <a:r>
              <a:rPr lang="en-US" dirty="0"/>
              <a:t>logo-</a:t>
            </a:r>
            <a:r>
              <a:rPr lang="en-US" dirty="0" err="1"/>
              <a:t>esp</a:t>
            </a:r>
            <a:endParaRPr lang="en-US" dirty="0"/>
          </a:p>
        </p:txBody>
      </p:sp>
      <p:sp>
        <p:nvSpPr>
          <p:cNvPr id="13" name="esp-order of worship">
            <a:extLst>
              <a:ext uri="{FF2B5EF4-FFF2-40B4-BE49-F238E27FC236}">
                <a16:creationId xmlns:a16="http://schemas.microsoft.com/office/drawing/2014/main" id="{E2E9C165-96D8-4A41-9A17-FDF195331306}"/>
              </a:ext>
            </a:extLst>
          </p:cNvPr>
          <p:cNvSpPr>
            <a:spLocks noGrp="1"/>
          </p:cNvSpPr>
          <p:nvPr>
            <p:ph type="body" sz="quarter" idx="27" hasCustomPrompt="1"/>
          </p:nvPr>
        </p:nvSpPr>
        <p:spPr>
          <a:xfrm>
            <a:off x="1602133" y="46977"/>
            <a:ext cx="7325239" cy="5120640"/>
          </a:xfrm>
          <a:prstGeom prst="rect">
            <a:avLst/>
          </a:prstGeom>
        </p:spPr>
        <p:txBody>
          <a:bodyPr anchor="ctr"/>
          <a:lstStyle>
            <a:lvl1pPr algn="l">
              <a:lnSpc>
                <a:spcPts val="1700"/>
              </a:lnSpc>
              <a:spcBef>
                <a:spcPts val="1000"/>
              </a:spcBef>
              <a:buNone/>
              <a:defRPr sz="26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err="1"/>
              <a:t>esp</a:t>
            </a:r>
            <a:r>
              <a:rPr lang="en-US" dirty="0"/>
              <a:t>-order</a:t>
            </a:r>
          </a:p>
        </p:txBody>
      </p:sp>
      <p:sp>
        <p:nvSpPr>
          <p:cNvPr id="17" name="esp-highlight">
            <a:extLst>
              <a:ext uri="{FF2B5EF4-FFF2-40B4-BE49-F238E27FC236}">
                <a16:creationId xmlns:a16="http://schemas.microsoft.com/office/drawing/2014/main" id="{58132511-C249-4523-A4BF-FB5577C48F43}"/>
              </a:ext>
            </a:extLst>
          </p:cNvPr>
          <p:cNvSpPr>
            <a:spLocks noGrp="1"/>
          </p:cNvSpPr>
          <p:nvPr>
            <p:ph type="body" sz="quarter" idx="37" hasCustomPrompt="1"/>
          </p:nvPr>
        </p:nvSpPr>
        <p:spPr>
          <a:xfrm>
            <a:off x="53078" y="948681"/>
            <a:ext cx="1449387" cy="338455"/>
          </a:xfrm>
          <a:prstGeom prst="roundRect">
            <a:avLst>
              <a:gd name="adj" fmla="val 18293"/>
            </a:avLst>
          </a:prstGeom>
          <a:solidFill>
            <a:srgbClr val="057A84"/>
          </a:solidFill>
        </p:spPr>
        <p:txBody>
          <a:bodyPr/>
          <a:lstStyle>
            <a:lvl1pPr marL="0" indent="0">
              <a:buFont typeface="Arial" panose="020B0604020202020204" pitchFamily="34" charset="0"/>
              <a:buNone/>
              <a:defRPr sz="1600"/>
            </a:lvl1pPr>
          </a:lstStyle>
          <a:p>
            <a:pPr lvl="0"/>
            <a:r>
              <a:rPr lang="en-US" dirty="0" err="1"/>
              <a:t>esp</a:t>
            </a:r>
            <a:r>
              <a:rPr lang="en-US" dirty="0"/>
              <a:t>-highlight</a:t>
            </a:r>
          </a:p>
        </p:txBody>
      </p:sp>
      <p:sp>
        <p:nvSpPr>
          <p:cNvPr id="19" name="esp-navbar">
            <a:extLst>
              <a:ext uri="{FF2B5EF4-FFF2-40B4-BE49-F238E27FC236}">
                <a16:creationId xmlns:a16="http://schemas.microsoft.com/office/drawing/2014/main" id="{E94E221E-2F60-4CD0-8913-4F19F6E011F4}"/>
              </a:ext>
            </a:extLst>
          </p:cNvPr>
          <p:cNvSpPr>
            <a:spLocks noGrp="1"/>
          </p:cNvSpPr>
          <p:nvPr>
            <p:ph type="body" sz="quarter" idx="33"/>
          </p:nvPr>
        </p:nvSpPr>
        <p:spPr>
          <a:xfrm>
            <a:off x="-79522" y="-8"/>
            <a:ext cx="1633676" cy="5120640"/>
          </a:xfrm>
          <a:prstGeom prst="rect">
            <a:avLst/>
          </a:prstGeom>
        </p:spPr>
        <p:txBody>
          <a:bodyPr anchor="ctr"/>
          <a:lstStyle>
            <a:lvl1pPr algn="r">
              <a:lnSpc>
                <a:spcPts val="1700"/>
              </a:lnSpc>
              <a:buNone/>
              <a:defRPr sz="1600">
                <a:solidFill>
                  <a:schemeClr val="bg1"/>
                </a:solidFill>
                <a:latin typeface="Avenir Next LT Pro" panose="020B0504020202020204" pitchFamily="34" charset="0"/>
              </a:defRPr>
            </a:lvl1pPr>
          </a:lstStyle>
          <a:p>
            <a:pPr lvl="0"/>
            <a:endParaRPr lang="en-US" dirty="0"/>
          </a:p>
        </p:txBody>
      </p:sp>
      <p:sp>
        <p:nvSpPr>
          <p:cNvPr id="20" name="esp-date">
            <a:extLst>
              <a:ext uri="{FF2B5EF4-FFF2-40B4-BE49-F238E27FC236}">
                <a16:creationId xmlns:a16="http://schemas.microsoft.com/office/drawing/2014/main" id="{717EDC48-BD44-4C58-8C39-AFE6292CC97D}"/>
              </a:ext>
            </a:extLst>
          </p:cNvPr>
          <p:cNvSpPr>
            <a:spLocks noGrp="1"/>
          </p:cNvSpPr>
          <p:nvPr>
            <p:ph type="body" sz="quarter" idx="38" hasCustomPrompt="1"/>
          </p:nvPr>
        </p:nvSpPr>
        <p:spPr>
          <a:xfrm>
            <a:off x="-114057" y="5000140"/>
            <a:ext cx="1668211" cy="496888"/>
          </a:xfrm>
          <a:prstGeom prst="rect">
            <a:avLst/>
          </a:prstGeom>
        </p:spPr>
        <p:txBody>
          <a:bodyPr anchor="ctr"/>
          <a:lstStyle>
            <a:lvl1pPr marL="0" indent="0" algn="r">
              <a:lnSpc>
                <a:spcPct val="120000"/>
              </a:lnSpc>
              <a:spcBef>
                <a:spcPts val="0"/>
              </a:spcBef>
              <a:buNone/>
              <a:defRPr sz="1100">
                <a:solidFill>
                  <a:schemeClr val="bg1"/>
                </a:solidFill>
                <a:latin typeface="Avenir Next LT Pro" panose="020B0504020202020204" pitchFamily="34" charset="0"/>
              </a:defRPr>
            </a:lvl1pPr>
          </a:lstStyle>
          <a:p>
            <a:pPr lvl="0"/>
            <a:r>
              <a:rPr lang="en-US" dirty="0" err="1"/>
              <a:t>esp</a:t>
            </a:r>
            <a:r>
              <a:rPr lang="en-US" dirty="0"/>
              <a:t>-date</a:t>
            </a:r>
          </a:p>
        </p:txBody>
      </p:sp>
      <p:sp>
        <p:nvSpPr>
          <p:cNvPr id="21" name="esp-silence">
            <a:extLst>
              <a:ext uri="{FF2B5EF4-FFF2-40B4-BE49-F238E27FC236}">
                <a16:creationId xmlns:a16="http://schemas.microsoft.com/office/drawing/2014/main" id="{FF6AC8D4-E694-405D-9824-67843D0B4FCC}"/>
              </a:ext>
            </a:extLst>
          </p:cNvPr>
          <p:cNvSpPr>
            <a:spLocks noGrp="1"/>
          </p:cNvSpPr>
          <p:nvPr>
            <p:ph type="body" sz="quarter" idx="39" hasCustomPrompt="1"/>
          </p:nvPr>
        </p:nvSpPr>
        <p:spPr>
          <a:xfrm>
            <a:off x="7935686" y="164592"/>
            <a:ext cx="1208314" cy="740229"/>
          </a:xfrm>
          <a:prstGeom prst="rect">
            <a:avLst/>
          </a:prstGeom>
        </p:spPr>
        <p:txBody>
          <a:bodyPr anchor="ctr"/>
          <a:lstStyle>
            <a:lvl1pPr marL="0" indent="0" algn="ctr">
              <a:buNone/>
              <a:defRPr sz="2000" i="1">
                <a:solidFill>
                  <a:schemeClr val="bg1"/>
                </a:solidFill>
                <a:latin typeface="Alegreya Sans Medium" panose="00000600000000000000" pitchFamily="50" charset="0"/>
              </a:defRPr>
            </a:lvl1pPr>
          </a:lstStyle>
          <a:p>
            <a:pPr lvl="0"/>
            <a:r>
              <a:rPr lang="en-US" dirty="0"/>
              <a:t>Silence</a:t>
            </a:r>
          </a:p>
        </p:txBody>
      </p:sp>
      <p:pic>
        <p:nvPicPr>
          <p:cNvPr id="8" name="silence-40s">
            <a:hlinkClick r:id="" action="ppaction://media"/>
            <a:extLst>
              <a:ext uri="{FF2B5EF4-FFF2-40B4-BE49-F238E27FC236}">
                <a16:creationId xmlns:a16="http://schemas.microsoft.com/office/drawing/2014/main" id="{A32E0CFD-C192-43F3-BD6A-38BBFD7C26FE}"/>
              </a:ext>
            </a:extLst>
          </p:cNvPr>
          <p:cNvPicPr>
            <a:picLocks noChangeAspect="1"/>
          </p:cNvPicPr>
          <p:nvPr userDrawn="1">
            <a:audioFile r:link="rId2"/>
            <p:extLst>
              <p:ext uri="{DAA4B4D4-6D71-4841-9C94-3DE7FCFB9230}">
                <p14:media xmlns:p14="http://schemas.microsoft.com/office/powerpoint/2010/main" r:embed="rId1">
                  <p14:bmkLst>
                    <p14:bmk name="Bookmark 1" time="0"/>
                  </p14:bmkLst>
                </p14:media>
              </p:ext>
            </p:extLst>
          </p:nvPr>
        </p:nvPicPr>
        <p:blipFill>
          <a:blip r:embed="rId4"/>
          <a:stretch>
            <a:fillRect/>
          </a:stretch>
        </p:blipFill>
        <p:spPr>
          <a:xfrm>
            <a:off x="8353653" y="4928329"/>
            <a:ext cx="271462" cy="271463"/>
          </a:xfrm>
          <a:prstGeom prst="rect">
            <a:avLst/>
          </a:prstGeom>
        </p:spPr>
      </p:pic>
    </p:spTree>
    <p:extLst>
      <p:ext uri="{BB962C8B-B14F-4D97-AF65-F5344CB8AC3E}">
        <p14:creationId xmlns:p14="http://schemas.microsoft.com/office/powerpoint/2010/main" val="427272664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seq concurrent="1" nextAc="seek">
                  <p:cTn id="8" restart="whenNotActive" fill="hold" evtFilter="cancelBubble" nodeType="interactiveSeq">
                    <p:stCondLst>
                      <p:cond evt="onMediaBookmark" delay="0">
                        <p:tgtEl>
                          <p14:bmkTgt spid="8" bmkName="Bookmark 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withEffect">
                                      <p:stCondLst>
                                        <p:cond delay="1250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500"/>
                                            <p:tgtEl>
                                              <p:spTgt spid="11">
                                                <p:txEl>
                                                  <p:pRg st="0" end="0"/>
                                                </p:txEl>
                                              </p:spTgt>
                                            </p:tgtEl>
                                          </p:cBhvr>
                                        </p:animEffect>
                                      </p:childTnLst>
                                    </p:cTn>
                                  </p:par>
                                  <p:par>
                                    <p:cTn id="14" presetID="10" presetClass="exit" presetSubtype="0" fill="hold" grpId="0" nodeType="withEffect">
                                      <p:stCondLst>
                                        <p:cond delay="12500"/>
                                      </p:stCondLst>
                                      <p:childTnLst>
                                        <p:animEffect transition="out" filter="fade">
                                          <p:cBhvr>
                                            <p:cTn id="15" dur="500"/>
                                            <p:tgtEl>
                                              <p:spTgt spid="16">
                                                <p:txEl>
                                                  <p:pRg st="0" end="0"/>
                                                </p:txEl>
                                              </p:spTgt>
                                            </p:tgtEl>
                                          </p:cBhvr>
                                        </p:animEffect>
                                        <p:set>
                                          <p:cBhvr>
                                            <p:cTn id="16" dur="1" fill="hold">
                                              <p:stCondLst>
                                                <p:cond delay="499"/>
                                              </p:stCondLst>
                                            </p:cTn>
                                            <p:tgtEl>
                                              <p:spTgt spid="16">
                                                <p:txEl>
                                                  <p:pRg st="0" end="0"/>
                                                </p:txEl>
                                              </p:spTgt>
                                            </p:tgtEl>
                                            <p:attrNameLst>
                                              <p:attrName>style.visibility</p:attrName>
                                            </p:attrNameLst>
                                          </p:cBhvr>
                                          <p:to>
                                            <p:strVal val="hidden"/>
                                          </p:to>
                                        </p:set>
                                      </p:childTnLst>
                                    </p:cTn>
                                  </p:par>
                                  <p:par>
                                    <p:cTn id="17" presetID="10" presetClass="exit" presetSubtype="0" fill="hold" grpId="0" nodeType="withEffect">
                                      <p:stCondLst>
                                        <p:cond delay="19500"/>
                                      </p:stCondLst>
                                      <p:childTnLst>
                                        <p:animEffect transition="out" filter="fade">
                                          <p:cBhvr>
                                            <p:cTn id="18" dur="500"/>
                                            <p:tgtEl>
                                              <p:spTgt spid="3"/>
                                            </p:tgtEl>
                                          </p:cBhvr>
                                        </p:animEffect>
                                        <p:set>
                                          <p:cBhvr>
                                            <p:cTn id="19" dur="1" fill="hold">
                                              <p:stCondLst>
                                                <p:cond delay="499"/>
                                              </p:stCondLst>
                                            </p:cTn>
                                            <p:tgtEl>
                                              <p:spTgt spid="3"/>
                                            </p:tgtEl>
                                            <p:attrNameLst>
                                              <p:attrName>style.visibility</p:attrName>
                                            </p:attrNameLst>
                                          </p:cBhvr>
                                          <p:to>
                                            <p:strVal val="hidden"/>
                                          </p:to>
                                        </p:set>
                                      </p:childTnLst>
                                    </p:cTn>
                                  </p:par>
                                  <p:par>
                                    <p:cTn id="20" presetID="10" presetClass="exit" presetSubtype="0" fill="hold" grpId="0" nodeType="withEffect">
                                      <p:stCondLst>
                                        <p:cond delay="19500"/>
                                      </p:stCondLst>
                                      <p:childTnLst>
                                        <p:animEffect transition="out" filter="fade">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par>
                                    <p:cTn id="23" presetID="10" presetClass="exit" presetSubtype="0" fill="hold" grpId="0" nodeType="withEffect" nodePh="1">
                                      <p:stCondLst>
                                        <p:cond delay="19500"/>
                                      </p:stCondLst>
                                      <p:endCondLst>
                                        <p:cond evt="begin" delay="0">
                                          <p:tn val="23"/>
                                        </p:cond>
                                      </p:endCondLst>
                                      <p:childTnLst>
                                        <p:animEffect transition="out" filter="fade">
                                          <p:cBhvr>
                                            <p:cTn id="24" dur="500"/>
                                            <p:tgtEl>
                                              <p:spTgt spid="6">
                                                <p:txEl>
                                                  <p:pRg st="0" end="0"/>
                                                </p:txEl>
                                              </p:spTgt>
                                            </p:tgtEl>
                                          </p:cBhvr>
                                        </p:animEffect>
                                        <p:set>
                                          <p:cBhvr>
                                            <p:cTn id="25" dur="1" fill="hold">
                                              <p:stCondLst>
                                                <p:cond delay="499"/>
                                              </p:stCondLst>
                                            </p:cTn>
                                            <p:tgtEl>
                                              <p:spTgt spid="6">
                                                <p:txEl>
                                                  <p:pRg st="0" end="0"/>
                                                </p:txEl>
                                              </p:spTgt>
                                            </p:tgtEl>
                                            <p:attrNameLst>
                                              <p:attrName>style.visibility</p:attrName>
                                            </p:attrNameLst>
                                          </p:cBhvr>
                                          <p:to>
                                            <p:strVal val="hidden"/>
                                          </p:to>
                                        </p:set>
                                      </p:childTnLst>
                                    </p:cTn>
                                  </p:par>
                                  <p:par>
                                    <p:cTn id="26" presetID="10" presetClass="exit" presetSubtype="0" fill="hold" grpId="0" nodeType="withEffect">
                                      <p:stCondLst>
                                        <p:cond delay="19500"/>
                                      </p:stCondLst>
                                      <p:childTnLst>
                                        <p:animEffect transition="out" filter="fade">
                                          <p:cBhvr>
                                            <p:cTn id="27" dur="500"/>
                                            <p:tgtEl>
                                              <p:spTgt spid="5">
                                                <p:txEl>
                                                  <p:pRg st="0" end="0"/>
                                                </p:txEl>
                                              </p:spTgt>
                                            </p:tgtEl>
                                          </p:cBhvr>
                                        </p:animEffect>
                                        <p:set>
                                          <p:cBhvr>
                                            <p:cTn id="28" dur="1" fill="hold">
                                              <p:stCondLst>
                                                <p:cond delay="499"/>
                                              </p:stCondLst>
                                            </p:cTn>
                                            <p:tgtEl>
                                              <p:spTgt spid="5">
                                                <p:txEl>
                                                  <p:pRg st="0" end="0"/>
                                                </p:txEl>
                                              </p:spTgt>
                                            </p:tgtEl>
                                            <p:attrNameLst>
                                              <p:attrName>style.visibility</p:attrName>
                                            </p:attrNameLst>
                                          </p:cBhvr>
                                          <p:to>
                                            <p:strVal val="hidden"/>
                                          </p:to>
                                        </p:set>
                                      </p:childTnLst>
                                    </p:cTn>
                                  </p:par>
                                  <p:par>
                                    <p:cTn id="29" presetID="10" presetClass="exit" presetSubtype="0" fill="hold" grpId="0" nodeType="withEffect">
                                      <p:stCondLst>
                                        <p:cond delay="19500"/>
                                      </p:stCondLst>
                                      <p:childTnLst>
                                        <p:animEffect transition="out" filter="fade">
                                          <p:cBhvr>
                                            <p:cTn id="30" dur="500"/>
                                            <p:tgtEl>
                                              <p:spTgt spid="7">
                                                <p:txEl>
                                                  <p:pRg st="0" end="0"/>
                                                </p:txEl>
                                              </p:spTgt>
                                            </p:tgtEl>
                                          </p:cBhvr>
                                        </p:animEffect>
                                        <p:set>
                                          <p:cBhvr>
                                            <p:cTn id="31" dur="1" fill="hold">
                                              <p:stCondLst>
                                                <p:cond delay="499"/>
                                              </p:stCondLst>
                                            </p:cTn>
                                            <p:tgtEl>
                                              <p:spTgt spid="7">
                                                <p:txEl>
                                                  <p:pRg st="0" end="0"/>
                                                </p:txEl>
                                              </p:spTgt>
                                            </p:tgtEl>
                                            <p:attrNameLst>
                                              <p:attrName>style.visibility</p:attrName>
                                            </p:attrNameLst>
                                          </p:cBhvr>
                                          <p:to>
                                            <p:strVal val="hidden"/>
                                          </p:to>
                                        </p:set>
                                      </p:childTnLst>
                                    </p:cTn>
                                  </p:par>
                                  <p:par>
                                    <p:cTn id="32" presetID="10" presetClass="entr" presetSubtype="0" fill="hold" grpId="0" nodeType="withEffect">
                                      <p:stCondLst>
                                        <p:cond delay="1950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1950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nodePh="1">
                                      <p:stCondLst>
                                        <p:cond delay="19500"/>
                                      </p:stCondLst>
                                      <p:endCondLst>
                                        <p:cond evt="begin" delay="0">
                                          <p:tn val="38"/>
                                        </p:cond>
                                      </p:endCondLst>
                                      <p:childTnLst>
                                        <p:set>
                                          <p:cBhvr>
                                            <p:cTn id="39" dur="1" fill="hold">
                                              <p:stCondLst>
                                                <p:cond delay="0"/>
                                              </p:stCondLst>
                                            </p:cTn>
                                            <p:tgtEl>
                                              <p:spTgt spid="19">
                                                <p:txEl>
                                                  <p:pRg st="0" end="0"/>
                                                </p:txEl>
                                              </p:spTgt>
                                            </p:tgtEl>
                                            <p:attrNameLst>
                                              <p:attrName>style.visibility</p:attrName>
                                            </p:attrNameLst>
                                          </p:cBhvr>
                                          <p:to>
                                            <p:strVal val="visible"/>
                                          </p:to>
                                        </p:set>
                                        <p:animEffect transition="in" filter="fade">
                                          <p:cBhvr>
                                            <p:cTn id="40" dur="500"/>
                                            <p:tgtEl>
                                              <p:spTgt spid="19">
                                                <p:txEl>
                                                  <p:pRg st="0" end="0"/>
                                                </p:txEl>
                                              </p:spTgt>
                                            </p:tgtEl>
                                          </p:cBhvr>
                                        </p:animEffect>
                                      </p:childTnLst>
                                    </p:cTn>
                                  </p:par>
                                  <p:par>
                                    <p:cTn id="41" presetID="10" presetClass="entr" presetSubtype="0" fill="hold" grpId="0" nodeType="withEffect">
                                      <p:stCondLst>
                                        <p:cond delay="19500"/>
                                      </p:stCondLst>
                                      <p:childTnLst>
                                        <p:set>
                                          <p:cBhvr>
                                            <p:cTn id="42" dur="1" fill="hold">
                                              <p:stCondLst>
                                                <p:cond delay="0"/>
                                              </p:stCondLst>
                                            </p:cTn>
                                            <p:tgtEl>
                                              <p:spTgt spid="20">
                                                <p:txEl>
                                                  <p:pRg st="0" end="0"/>
                                                </p:txEl>
                                              </p:spTgt>
                                            </p:tgtEl>
                                            <p:attrNameLst>
                                              <p:attrName>style.visibility</p:attrName>
                                            </p:attrNameLst>
                                          </p:cBhvr>
                                          <p:to>
                                            <p:strVal val="visible"/>
                                          </p:to>
                                        </p:set>
                                        <p:animEffect transition="in" filter="fade">
                                          <p:cBhvr>
                                            <p:cTn id="43" dur="500"/>
                                            <p:tgtEl>
                                              <p:spTgt spid="20">
                                                <p:txEl>
                                                  <p:pRg st="0" end="0"/>
                                                </p:txEl>
                                              </p:spTgt>
                                            </p:tgtEl>
                                          </p:cBhvr>
                                        </p:animEffect>
                                      </p:childTnLst>
                                    </p:cTn>
                                  </p:par>
                                  <p:par>
                                    <p:cTn id="44" presetID="10" presetClass="entr" presetSubtype="0" fill="hold" grpId="0" nodeType="withEffect">
                                      <p:stCondLst>
                                        <p:cond delay="19500"/>
                                      </p:stCondLst>
                                      <p:childTnLst>
                                        <p:set>
                                          <p:cBhvr>
                                            <p:cTn id="45" dur="1" fill="hold">
                                              <p:stCondLst>
                                                <p:cond delay="0"/>
                                              </p:stCondLst>
                                            </p:cTn>
                                            <p:tgtEl>
                                              <p:spTgt spid="21">
                                                <p:txEl>
                                                  <p:pRg st="0" end="0"/>
                                                </p:txEl>
                                              </p:spTgt>
                                            </p:tgtEl>
                                            <p:attrNameLst>
                                              <p:attrName>style.visibility</p:attrName>
                                            </p:attrNameLst>
                                          </p:cBhvr>
                                          <p:to>
                                            <p:strVal val="visible"/>
                                          </p:to>
                                        </p:set>
                                        <p:animEffect transition="in" filter="fade">
                                          <p:cBhvr>
                                            <p:cTn id="46" dur="500"/>
                                            <p:tgtEl>
                                              <p:spTgt spid="21">
                                                <p:txEl>
                                                  <p:pRg st="0" end="0"/>
                                                </p:txEl>
                                              </p:spTgt>
                                            </p:tgtEl>
                                          </p:cBhvr>
                                        </p:animEffect>
                                      </p:childTnLst>
                                    </p:cTn>
                                  </p:par>
                                  <p:par>
                                    <p:cTn id="47" presetID="10" presetClass="exit" presetSubtype="0" fill="hold" grpId="1" nodeType="withEffect">
                                      <p:stCondLst>
                                        <p:cond delay="26500"/>
                                      </p:stCondLst>
                                      <p:childTnLst>
                                        <p:animEffect transition="out" filter="fade">
                                          <p:cBhvr>
                                            <p:cTn id="48" dur="500"/>
                                            <p:tgtEl>
                                              <p:spTgt spid="11">
                                                <p:txEl>
                                                  <p:pRg st="0" end="0"/>
                                                </p:txEl>
                                              </p:spTgt>
                                            </p:tgtEl>
                                          </p:cBhvr>
                                        </p:animEffect>
                                        <p:set>
                                          <p:cBhvr>
                                            <p:cTn id="49" dur="1" fill="hold">
                                              <p:stCondLst>
                                                <p:cond delay="499"/>
                                              </p:stCondLst>
                                            </p:cTn>
                                            <p:tgtEl>
                                              <p:spTgt spid="11">
                                                <p:txEl>
                                                  <p:pRg st="0" end="0"/>
                                                </p:txEl>
                                              </p:spTgt>
                                            </p:tgtEl>
                                            <p:attrNameLst>
                                              <p:attrName>style.visibility</p:attrName>
                                            </p:attrNameLst>
                                          </p:cBhvr>
                                          <p:to>
                                            <p:strVal val="hidden"/>
                                          </p:to>
                                        </p:set>
                                      </p:childTnLst>
                                    </p:cTn>
                                  </p:par>
                                  <p:par>
                                    <p:cTn id="50" presetID="10" presetClass="entr" presetSubtype="0" fill="hold" grpId="0" nodeType="withEffect">
                                      <p:stCondLst>
                                        <p:cond delay="26500"/>
                                      </p:stCondLst>
                                      <p:childTnLst>
                                        <p:set>
                                          <p:cBhvr>
                                            <p:cTn id="51" dur="1" fill="hold">
                                              <p:stCondLst>
                                                <p:cond delay="0"/>
                                              </p:stCondLst>
                                            </p:cTn>
                                            <p:tgtEl>
                                              <p:spTgt spid="13">
                                                <p:txEl>
                                                  <p:pRg st="0" end="0"/>
                                                </p:txEl>
                                              </p:spTgt>
                                            </p:tgtEl>
                                            <p:attrNameLst>
                                              <p:attrName>style.visibility</p:attrName>
                                            </p:attrNameLst>
                                          </p:cBhvr>
                                          <p:to>
                                            <p:strVal val="visible"/>
                                          </p:to>
                                        </p:set>
                                        <p:animEffect transition="in" filter="fade">
                                          <p:cBhvr>
                                            <p:cTn id="52" dur="500"/>
                                            <p:tgtEl>
                                              <p:spTgt spid="13">
                                                <p:txEl>
                                                  <p:pRg st="0" end="0"/>
                                                </p:txEl>
                                              </p:spTgt>
                                            </p:tgtEl>
                                          </p:cBhvr>
                                        </p:animEffect>
                                      </p:childTnLst>
                                    </p:cTn>
                                  </p:par>
                                  <p:par>
                                    <p:cTn id="53" presetID="10" presetClass="exit" presetSubtype="0" fill="hold" grpId="1" nodeType="withEffect">
                                      <p:stCondLst>
                                        <p:cond delay="39500"/>
                                      </p:stCondLst>
                                      <p:childTnLst>
                                        <p:animEffect transition="out" filter="fade">
                                          <p:cBhvr>
                                            <p:cTn id="54" dur="500"/>
                                            <p:tgtEl>
                                              <p:spTgt spid="18"/>
                                            </p:tgtEl>
                                          </p:cBhvr>
                                        </p:animEffect>
                                        <p:set>
                                          <p:cBhvr>
                                            <p:cTn id="55" dur="1" fill="hold">
                                              <p:stCondLst>
                                                <p:cond delay="499"/>
                                              </p:stCondLst>
                                            </p:cTn>
                                            <p:tgtEl>
                                              <p:spTgt spid="18"/>
                                            </p:tgtEl>
                                            <p:attrNameLst>
                                              <p:attrName>style.visibility</p:attrName>
                                            </p:attrNameLst>
                                          </p:cBhvr>
                                          <p:to>
                                            <p:strVal val="hidden"/>
                                          </p:to>
                                        </p:set>
                                      </p:childTnLst>
                                    </p:cTn>
                                  </p:par>
                                  <p:par>
                                    <p:cTn id="56" presetID="10" presetClass="exit" presetSubtype="0" fill="hold" grpId="1" nodeType="withEffect">
                                      <p:stCondLst>
                                        <p:cond delay="39500"/>
                                      </p:stCondLst>
                                      <p:childTnLst>
                                        <p:animEffect transition="out" filter="fade">
                                          <p:cBhvr>
                                            <p:cTn id="57" dur="500"/>
                                            <p:tgtEl>
                                              <p:spTgt spid="17"/>
                                            </p:tgtEl>
                                          </p:cBhvr>
                                        </p:animEffect>
                                        <p:set>
                                          <p:cBhvr>
                                            <p:cTn id="58" dur="1" fill="hold">
                                              <p:stCondLst>
                                                <p:cond delay="499"/>
                                              </p:stCondLst>
                                            </p:cTn>
                                            <p:tgtEl>
                                              <p:spTgt spid="17"/>
                                            </p:tgtEl>
                                            <p:attrNameLst>
                                              <p:attrName>style.visibility</p:attrName>
                                            </p:attrNameLst>
                                          </p:cBhvr>
                                          <p:to>
                                            <p:strVal val="hidden"/>
                                          </p:to>
                                        </p:set>
                                      </p:childTnLst>
                                    </p:cTn>
                                  </p:par>
                                  <p:par>
                                    <p:cTn id="59" presetID="10" presetClass="exit" presetSubtype="0" fill="hold" grpId="1" nodeType="withEffect" nodePh="1">
                                      <p:stCondLst>
                                        <p:cond delay="39500"/>
                                      </p:stCondLst>
                                      <p:endCondLst>
                                        <p:cond evt="begin" delay="0">
                                          <p:tn val="59"/>
                                        </p:cond>
                                      </p:endCondLst>
                                      <p:childTnLst>
                                        <p:animEffect transition="out" filter="fade">
                                          <p:cBhvr>
                                            <p:cTn id="60" dur="500"/>
                                            <p:tgtEl>
                                              <p:spTgt spid="19">
                                                <p:txEl>
                                                  <p:pRg st="0" end="0"/>
                                                </p:txEl>
                                              </p:spTgt>
                                            </p:tgtEl>
                                          </p:cBhvr>
                                        </p:animEffect>
                                        <p:set>
                                          <p:cBhvr>
                                            <p:cTn id="61" dur="1" fill="hold">
                                              <p:stCondLst>
                                                <p:cond delay="499"/>
                                              </p:stCondLst>
                                            </p:cTn>
                                            <p:tgtEl>
                                              <p:spTgt spid="19">
                                                <p:txEl>
                                                  <p:pRg st="0" end="0"/>
                                                </p:txEl>
                                              </p:spTgt>
                                            </p:tgtEl>
                                            <p:attrNameLst>
                                              <p:attrName>style.visibility</p:attrName>
                                            </p:attrNameLst>
                                          </p:cBhvr>
                                          <p:to>
                                            <p:strVal val="hidden"/>
                                          </p:to>
                                        </p:set>
                                      </p:childTnLst>
                                    </p:cTn>
                                  </p:par>
                                  <p:par>
                                    <p:cTn id="62" presetID="10" presetClass="exit" presetSubtype="0" fill="hold" grpId="1" nodeType="withEffect">
                                      <p:stCondLst>
                                        <p:cond delay="39500"/>
                                      </p:stCondLst>
                                      <p:childTnLst>
                                        <p:animEffect transition="out" filter="fade">
                                          <p:cBhvr>
                                            <p:cTn id="63" dur="500"/>
                                            <p:tgtEl>
                                              <p:spTgt spid="20">
                                                <p:txEl>
                                                  <p:pRg st="0" end="0"/>
                                                </p:txEl>
                                              </p:spTgt>
                                            </p:tgtEl>
                                          </p:cBhvr>
                                        </p:animEffect>
                                        <p:set>
                                          <p:cBhvr>
                                            <p:cTn id="64" dur="1" fill="hold">
                                              <p:stCondLst>
                                                <p:cond delay="499"/>
                                              </p:stCondLst>
                                            </p:cTn>
                                            <p:tgtEl>
                                              <p:spTgt spid="20">
                                                <p:txEl>
                                                  <p:pRg st="0" end="0"/>
                                                </p:txEl>
                                              </p:spTgt>
                                            </p:tgtEl>
                                            <p:attrNameLst>
                                              <p:attrName>style.visibility</p:attrName>
                                            </p:attrNameLst>
                                          </p:cBhvr>
                                          <p:to>
                                            <p:strVal val="hidden"/>
                                          </p:to>
                                        </p:set>
                                      </p:childTnLst>
                                    </p:cTn>
                                  </p:par>
                                  <p:par>
                                    <p:cTn id="65" presetID="10" presetClass="exit" presetSubtype="0" fill="hold" grpId="1" nodeType="withEffect">
                                      <p:stCondLst>
                                        <p:cond delay="39500"/>
                                      </p:stCondLst>
                                      <p:childTnLst>
                                        <p:animEffect transition="out" filter="fade">
                                          <p:cBhvr>
                                            <p:cTn id="66" dur="500"/>
                                            <p:tgtEl>
                                              <p:spTgt spid="21">
                                                <p:txEl>
                                                  <p:pRg st="0" end="0"/>
                                                </p:txEl>
                                              </p:spTgt>
                                            </p:tgtEl>
                                          </p:cBhvr>
                                        </p:animEffect>
                                        <p:set>
                                          <p:cBhvr>
                                            <p:cTn id="67" dur="1" fill="hold">
                                              <p:stCondLst>
                                                <p:cond delay="499"/>
                                              </p:stCondLst>
                                            </p:cTn>
                                            <p:tgtEl>
                                              <p:spTgt spid="21">
                                                <p:txEl>
                                                  <p:pRg st="0" end="0"/>
                                                </p:txEl>
                                              </p:spTgt>
                                            </p:tgtEl>
                                            <p:attrNameLst>
                                              <p:attrName>style.visibility</p:attrName>
                                            </p:attrNameLst>
                                          </p:cBhvr>
                                          <p:to>
                                            <p:strVal val="hidden"/>
                                          </p:to>
                                        </p:set>
                                      </p:childTnLst>
                                    </p:cTn>
                                  </p:par>
                                  <p:par>
                                    <p:cTn id="68" presetID="10" presetClass="exit" presetSubtype="0" fill="hold" grpId="1" nodeType="withEffect">
                                      <p:stCondLst>
                                        <p:cond delay="39500"/>
                                      </p:stCondLst>
                                      <p:childTnLst>
                                        <p:animEffect transition="out" filter="fade">
                                          <p:cBhvr>
                                            <p:cTn id="69" dur="500"/>
                                            <p:tgtEl>
                                              <p:spTgt spid="13">
                                                <p:txEl>
                                                  <p:pRg st="0" end="0"/>
                                                </p:txEl>
                                              </p:spTgt>
                                            </p:tgtEl>
                                          </p:cBhvr>
                                        </p:animEffect>
                                        <p:set>
                                          <p:cBhvr>
                                            <p:cTn id="70" dur="1" fill="hold">
                                              <p:stCondLst>
                                                <p:cond delay="499"/>
                                              </p:stCondLst>
                                            </p:cTn>
                                            <p:tgtEl>
                                              <p:spTgt spid="13">
                                                <p:txEl>
                                                  <p:pRg st="0" end="0"/>
                                                </p:txEl>
                                              </p:spTgt>
                                            </p:tgtEl>
                                            <p:attrNameLst>
                                              <p:attrName>style.visibility</p:attrName>
                                            </p:attrNameLst>
                                          </p:cBhvr>
                                          <p:to>
                                            <p:strVal val="hidden"/>
                                          </p:to>
                                        </p:set>
                                      </p:childTnLst>
                                    </p:cTn>
                                  </p:par>
                                  <p:par>
                                    <p:cTn id="71" presetID="10" presetClass="entr" presetSubtype="0" fill="hold" grpId="1" nodeType="withEffect">
                                      <p:stCondLst>
                                        <p:cond delay="39500"/>
                                      </p:stCondLst>
                                      <p:childTnLst>
                                        <p:set>
                                          <p:cBhvr>
                                            <p:cTn id="72" dur="1" fill="hold">
                                              <p:stCondLst>
                                                <p:cond delay="0"/>
                                              </p:stCondLst>
                                            </p:cTn>
                                            <p:tgtEl>
                                              <p:spTgt spid="3"/>
                                            </p:tgtEl>
                                            <p:attrNameLst>
                                              <p:attrName>style.visibility</p:attrName>
                                            </p:attrNameLst>
                                          </p:cBhvr>
                                          <p:to>
                                            <p:strVal val="visible"/>
                                          </p:to>
                                        </p:set>
                                        <p:animEffect transition="in" filter="fade">
                                          <p:cBhvr>
                                            <p:cTn id="73" dur="500"/>
                                            <p:tgtEl>
                                              <p:spTgt spid="3"/>
                                            </p:tgtEl>
                                          </p:cBhvr>
                                        </p:animEffect>
                                      </p:childTnLst>
                                    </p:cTn>
                                  </p:par>
                                  <p:par>
                                    <p:cTn id="74" presetID="10" presetClass="entr" presetSubtype="0" fill="hold" grpId="1" nodeType="withEffect">
                                      <p:stCondLst>
                                        <p:cond delay="3950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10" presetClass="entr" presetSubtype="0" fill="hold" grpId="1" nodeType="withEffect" nodePh="1">
                                      <p:stCondLst>
                                        <p:cond delay="39500"/>
                                      </p:stCondLst>
                                      <p:endCondLst>
                                        <p:cond evt="begin" delay="0">
                                          <p:tn val="77"/>
                                        </p:cond>
                                      </p:endCondLst>
                                      <p:childTnLst>
                                        <p:set>
                                          <p:cBhvr>
                                            <p:cTn id="78" dur="1" fill="hold">
                                              <p:stCondLst>
                                                <p:cond delay="0"/>
                                              </p:stCondLst>
                                            </p:cTn>
                                            <p:tgtEl>
                                              <p:spTgt spid="6">
                                                <p:txEl>
                                                  <p:pRg st="0" end="0"/>
                                                </p:txEl>
                                              </p:spTgt>
                                            </p:tgtEl>
                                            <p:attrNameLst>
                                              <p:attrName>style.visibility</p:attrName>
                                            </p:attrNameLst>
                                          </p:cBhvr>
                                          <p:to>
                                            <p:strVal val="visible"/>
                                          </p:to>
                                        </p:set>
                                        <p:animEffect transition="in" filter="fade">
                                          <p:cBhvr>
                                            <p:cTn id="79" dur="500"/>
                                            <p:tgtEl>
                                              <p:spTgt spid="6">
                                                <p:txEl>
                                                  <p:pRg st="0" end="0"/>
                                                </p:txEl>
                                              </p:spTgt>
                                            </p:tgtEl>
                                          </p:cBhvr>
                                        </p:animEffect>
                                      </p:childTnLst>
                                    </p:cTn>
                                  </p:par>
                                  <p:par>
                                    <p:cTn id="80" presetID="10" presetClass="entr" presetSubtype="0" fill="hold" grpId="1" nodeType="withEffect">
                                      <p:stCondLst>
                                        <p:cond delay="39500"/>
                                      </p:stCondLst>
                                      <p:childTnLst>
                                        <p:set>
                                          <p:cBhvr>
                                            <p:cTn id="81" dur="1" fill="hold">
                                              <p:stCondLst>
                                                <p:cond delay="0"/>
                                              </p:stCondLst>
                                            </p:cTn>
                                            <p:tgtEl>
                                              <p:spTgt spid="5">
                                                <p:txEl>
                                                  <p:pRg st="0" end="0"/>
                                                </p:txEl>
                                              </p:spTgt>
                                            </p:tgtEl>
                                            <p:attrNameLst>
                                              <p:attrName>style.visibility</p:attrName>
                                            </p:attrNameLst>
                                          </p:cBhvr>
                                          <p:to>
                                            <p:strVal val="visible"/>
                                          </p:to>
                                        </p:set>
                                        <p:animEffect transition="in" filter="fade">
                                          <p:cBhvr>
                                            <p:cTn id="82" dur="500"/>
                                            <p:tgtEl>
                                              <p:spTgt spid="5">
                                                <p:txEl>
                                                  <p:pRg st="0" end="0"/>
                                                </p:txEl>
                                              </p:spTgt>
                                            </p:tgtEl>
                                          </p:cBhvr>
                                        </p:animEffect>
                                      </p:childTnLst>
                                    </p:cTn>
                                  </p:par>
                                  <p:par>
                                    <p:cTn id="83" presetID="10" presetClass="entr" presetSubtype="0" fill="hold" grpId="1" nodeType="withEffect">
                                      <p:stCondLst>
                                        <p:cond delay="39500"/>
                                      </p:stCondLst>
                                      <p:childTnLst>
                                        <p:set>
                                          <p:cBhvr>
                                            <p:cTn id="84" dur="1" fill="hold">
                                              <p:stCondLst>
                                                <p:cond delay="0"/>
                                              </p:stCondLst>
                                            </p:cTn>
                                            <p:tgtEl>
                                              <p:spTgt spid="7">
                                                <p:txEl>
                                                  <p:pRg st="0" end="0"/>
                                                </p:txEl>
                                              </p:spTgt>
                                            </p:tgtEl>
                                            <p:attrNameLst>
                                              <p:attrName>style.visibility</p:attrName>
                                            </p:attrNameLst>
                                          </p:cBhvr>
                                          <p:to>
                                            <p:strVal val="visible"/>
                                          </p:to>
                                        </p:set>
                                        <p:animEffect transition="in" filter="fade">
                                          <p:cBhvr>
                                            <p:cTn id="85" dur="500"/>
                                            <p:tgtEl>
                                              <p:spTgt spid="7">
                                                <p:txEl>
                                                  <p:pRg st="0" end="0"/>
                                                </p:txEl>
                                              </p:spTgt>
                                            </p:tgtEl>
                                          </p:cBhvr>
                                        </p:animEffect>
                                      </p:childTnLst>
                                    </p:cTn>
                                  </p:par>
                                  <p:par>
                                    <p:cTn id="86" presetID="10" presetClass="entr" presetSubtype="0" fill="hold" grpId="1" nodeType="withEffect">
                                      <p:stCondLst>
                                        <p:cond delay="39500"/>
                                      </p:stCondLst>
                                      <p:childTnLst>
                                        <p:set>
                                          <p:cBhvr>
                                            <p:cTn id="87" dur="1" fill="hold">
                                              <p:stCondLst>
                                                <p:cond delay="0"/>
                                              </p:stCondLst>
                                            </p:cTn>
                                            <p:tgtEl>
                                              <p:spTgt spid="16">
                                                <p:txEl>
                                                  <p:pRg st="0" end="0"/>
                                                </p:txEl>
                                              </p:spTgt>
                                            </p:tgtEl>
                                            <p:attrNameLst>
                                              <p:attrName>style.visibility</p:attrName>
                                            </p:attrNameLst>
                                          </p:cBhvr>
                                          <p:to>
                                            <p:strVal val="visible"/>
                                          </p:to>
                                        </p:set>
                                        <p:animEffect transition="in" filter="fade">
                                          <p:cBhvr>
                                            <p:cTn id="88" dur="500"/>
                                            <p:tgtEl>
                                              <p:spTgt spid="16">
                                                <p:txEl>
                                                  <p:pRg st="0" end="0"/>
                                                </p:txEl>
                                              </p:spTgt>
                                            </p:tgtEl>
                                          </p:cBhvr>
                                        </p:animEffect>
                                      </p:childTnLst>
                                    </p:cTn>
                                  </p:par>
                                </p:childTnLst>
                              </p:cTn>
                            </p:par>
                          </p:childTnLst>
                        </p:cTn>
                      </p:par>
                    </p:childTnLst>
                  </p:cTn>
                  <p:nextCondLst>
                    <p:cond evt="onMediaBookmark" delay="0">
                      <p:tgtEl>
                        <p14:bmkTgt spid="8" bmkName="Bookmark 1"/>
                      </p:tgtEl>
                    </p:cond>
                  </p:nextCondLst>
                </p:seq>
              </p:childTnLst>
            </p:cTn>
          </p:par>
        </p:tnLst>
        <p:bldLst>
          <p:bldP spid="3" grpId="0"/>
          <p:bldP spid="3" grpId="1"/>
          <p:bldP spid="16" grpId="0" build="allAtOnce">
            <p:tmplLst>
              <p:tmpl lvl="1">
                <p:tnLst>
                  <p:par>
                    <p:cTn presetID="10" presetClass="exit" presetSubtype="0" fill="hold" nodeType="withEffect">
                      <p:stCondLst>
                        <p:cond delay="12500"/>
                      </p:stCondLst>
                      <p:childTnLst>
                        <p:animEffect transition="out" filter="fade">
                          <p:cBhvr>
                            <p:cTn dur="500"/>
                            <p:tgtEl>
                              <p:spTgt spid="16"/>
                            </p:tgtEl>
                          </p:cBhvr>
                        </p:animEffect>
                        <p:set>
                          <p:cBhvr>
                            <p:cTn dur="1" fill="hold">
                              <p:stCondLst>
                                <p:cond delay="499"/>
                              </p:stCondLst>
                            </p:cTn>
                            <p:tgtEl>
                              <p:spTgt spid="16"/>
                            </p:tgtEl>
                            <p:attrNameLst>
                              <p:attrName>style.visibility</p:attrName>
                            </p:attrNameLst>
                          </p:cBhvr>
                          <p:to>
                            <p:strVal val="hidden"/>
                          </p:to>
                        </p:set>
                      </p:childTnLst>
                    </p:cTn>
                  </p:par>
                </p:tnLst>
              </p:tmpl>
            </p:tmplLst>
          </p:bldP>
          <p:bldP spid="16" grpId="1" build="allAtOnce">
            <p:tmplLst>
              <p:tmpl lvl="1">
                <p:tnLst>
                  <p:par>
                    <p:cTn presetID="10" presetClass="entr" presetSubtype="0" fill="hold" nodeType="withEffect">
                      <p:stCondLst>
                        <p:cond delay="3950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P spid="15" grpId="0" animBg="1">
            <p:tmplLst>
              <p:tmpl>
                <p:tnLst>
                  <p:par>
                    <p:cTn presetID="10" presetClass="exit" presetSubtype="0" fill="hold" nodeType="withEffect">
                      <p:stCondLst>
                        <p:cond delay="19500"/>
                      </p:stCondLst>
                      <p:childTnLst>
                        <p:animEffect transition="out" filter="fade">
                          <p:cBhvr>
                            <p:cTn dur="500"/>
                            <p:tgtEl>
                              <p:spTgt spid="15"/>
                            </p:tgtEl>
                          </p:cBhvr>
                        </p:animEffect>
                        <p:set>
                          <p:cBhvr>
                            <p:cTn dur="1" fill="hold">
                              <p:stCondLst>
                                <p:cond delay="499"/>
                              </p:stCondLst>
                            </p:cTn>
                            <p:tgtEl>
                              <p:spTgt spid="15"/>
                            </p:tgtEl>
                            <p:attrNameLst>
                              <p:attrName>style.visibility</p:attrName>
                            </p:attrNameLst>
                          </p:cBhvr>
                          <p:to>
                            <p:strVal val="hidden"/>
                          </p:to>
                        </p:set>
                      </p:childTnLst>
                    </p:cTn>
                  </p:par>
                </p:tnLst>
              </p:tmpl>
            </p:tmplLst>
          </p:bldP>
          <p:bldP spid="15" grpId="1" animBg="1">
            <p:tmplLst>
              <p:tmpl>
                <p:tnLst>
                  <p:par>
                    <p:cTn presetID="10" presetClass="entr" presetSubtype="0" fill="hold" nodeType="withEffect">
                      <p:stCondLst>
                        <p:cond delay="3950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6" grpId="0" build="p">
            <p:tmplLst>
              <p:tmpl lvl="1">
                <p:tnLst>
                  <p:par>
                    <p:cTn presetID="10" presetClass="exit" presetSubtype="0" fill="hold" nodeType="withEffect" nodePh="1">
                      <p:stCondLst>
                        <p:cond delay="19500"/>
                      </p:stCondLst>
                      <p:endCondLst>
                        <p:cond delay="0"/>
                      </p:endCondLst>
                      <p:childTnLst>
                        <p:animEffect transition="out" filter="fade">
                          <p:cBhvr>
                            <p:cTn dur="500"/>
                            <p:tgtEl>
                              <p:spTgt spid="6"/>
                            </p:tgtEl>
                          </p:cBhvr>
                        </p:animEffect>
                        <p:set>
                          <p:cBhvr>
                            <p:cTn dur="1" fill="hold">
                              <p:stCondLst>
                                <p:cond delay="499"/>
                              </p:stCondLst>
                            </p:cTn>
                            <p:tgtEl>
                              <p:spTgt spid="6"/>
                            </p:tgtEl>
                            <p:attrNameLst>
                              <p:attrName>style.visibility</p:attrName>
                            </p:attrNameLst>
                          </p:cBhvr>
                          <p:to>
                            <p:strVal val="hidden"/>
                          </p:to>
                        </p:set>
                      </p:childTnLst>
                    </p:cTn>
                  </p:par>
                </p:tnLst>
              </p:tmpl>
            </p:tmplLst>
          </p:bldP>
          <p:bldP spid="6" grpId="1" build="p">
            <p:tmplLst>
              <p:tmpl lvl="1">
                <p:tnLst>
                  <p:par>
                    <p:cTn presetID="10" presetClass="entr" presetSubtype="0" fill="hold" nodeType="withEffect" nodePh="1">
                      <p:stCondLst>
                        <p:cond delay="395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5" grpId="0" build="p">
            <p:tmplLst>
              <p:tmpl lvl="1">
                <p:tnLst>
                  <p:par>
                    <p:cTn presetID="10" presetClass="exit" presetSubtype="0" fill="hold" nodeType="withEffect">
                      <p:stCondLst>
                        <p:cond delay="19500"/>
                      </p:stCondLst>
                      <p:childTnLst>
                        <p:animEffect transition="out" filter="fade">
                          <p:cBhvr>
                            <p:cTn dur="500"/>
                            <p:tgtEl>
                              <p:spTgt spid="5"/>
                            </p:tgtEl>
                          </p:cBhvr>
                        </p:animEffect>
                        <p:set>
                          <p:cBhvr>
                            <p:cTn dur="1" fill="hold">
                              <p:stCondLst>
                                <p:cond delay="499"/>
                              </p:stCondLst>
                            </p:cTn>
                            <p:tgtEl>
                              <p:spTgt spid="5"/>
                            </p:tgtEl>
                            <p:attrNameLst>
                              <p:attrName>style.visibility</p:attrName>
                            </p:attrNameLst>
                          </p:cBhvr>
                          <p:to>
                            <p:strVal val="hidden"/>
                          </p:to>
                        </p:set>
                      </p:childTnLst>
                    </p:cTn>
                  </p:par>
                </p:tnLst>
              </p:tmpl>
            </p:tmplLst>
          </p:bldP>
          <p:bldP spid="5" grpId="1" build="p">
            <p:tmplLst>
              <p:tmpl lvl="1">
                <p:tnLst>
                  <p:par>
                    <p:cTn presetID="10" presetClass="entr" presetSubtype="0" fill="hold" nodeType="withEffect">
                      <p:stCondLst>
                        <p:cond delay="3950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7" grpId="0" build="p">
            <p:tmplLst>
              <p:tmpl lvl="1">
                <p:tnLst>
                  <p:par>
                    <p:cTn presetID="10" presetClass="exit" presetSubtype="0" fill="hold" nodeType="withEffect">
                      <p:stCondLst>
                        <p:cond delay="19500"/>
                      </p:stCondLst>
                      <p:childTnLst>
                        <p:animEffect transition="out" filter="fade">
                          <p:cBhvr>
                            <p:cTn dur="500"/>
                            <p:tgtEl>
                              <p:spTgt spid="7"/>
                            </p:tgtEl>
                          </p:cBhvr>
                        </p:animEffect>
                        <p:set>
                          <p:cBhvr>
                            <p:cTn dur="1" fill="hold">
                              <p:stCondLst>
                                <p:cond delay="499"/>
                              </p:stCondLst>
                            </p:cTn>
                            <p:tgtEl>
                              <p:spTgt spid="7"/>
                            </p:tgtEl>
                            <p:attrNameLst>
                              <p:attrName>style.visibility</p:attrName>
                            </p:attrNameLst>
                          </p:cBhvr>
                          <p:to>
                            <p:strVal val="hidden"/>
                          </p:to>
                        </p:set>
                      </p:childTnLst>
                    </p:cTn>
                  </p:par>
                </p:tnLst>
              </p:tmpl>
            </p:tmplLst>
          </p:bldP>
          <p:bldP spid="7" grpId="1" build="p">
            <p:tmplLst>
              <p:tmpl lvl="1">
                <p:tnLst>
                  <p:par>
                    <p:cTn presetID="10" presetClass="entr" presetSubtype="0" fill="hold" nodeType="withEffect">
                      <p:stCondLst>
                        <p:cond delay="3950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P spid="11" grpId="0" build="allAtOnce">
            <p:tmplLst>
              <p:tmpl lvl="1">
                <p:tnLst>
                  <p:par>
                    <p:cTn presetID="10" presetClass="entr" presetSubtype="0" fill="hold" nodeType="withEffect">
                      <p:stCondLst>
                        <p:cond delay="12500"/>
                      </p:stCondLst>
                      <p:childTnLst>
                        <p:set>
                          <p:cBhvr>
                            <p:cTn dur="1" fill="hold">
                              <p:stCondLst>
                                <p:cond delay="0"/>
                              </p:stCondLst>
                            </p:cTn>
                            <p:tgtEl>
                              <p:spTgt spid="11"/>
                            </p:tgtEl>
                            <p:attrNameLst>
                              <p:attrName>style.visibility</p:attrName>
                            </p:attrNameLst>
                          </p:cBhvr>
                          <p:to>
                            <p:strVal val="visible"/>
                          </p:to>
                        </p:set>
                        <p:animEffect transition="in" filter="fade">
                          <p:cBhvr>
                            <p:cTn dur="500"/>
                            <p:tgtEl>
                              <p:spTgt spid="11"/>
                            </p:tgtEl>
                          </p:cBhvr>
                        </p:animEffect>
                      </p:childTnLst>
                    </p:cTn>
                  </p:par>
                </p:tnLst>
              </p:tmpl>
            </p:tmplLst>
          </p:bldP>
          <p:bldP spid="11" grpId="1" build="allAtOnce">
            <p:tmplLst>
              <p:tmpl lvl="1">
                <p:tnLst>
                  <p:par>
                    <p:cTn presetID="10" presetClass="exit" presetSubtype="0" fill="hold" nodeType="withEffect">
                      <p:stCondLst>
                        <p:cond delay="26500"/>
                      </p:stCondLst>
                      <p:childTnLst>
                        <p:animEffect transition="out" filter="fade">
                          <p:cBhvr>
                            <p:cTn dur="500"/>
                            <p:tgtEl>
                              <p:spTgt spid="11"/>
                            </p:tgtEl>
                          </p:cBhvr>
                        </p:animEffect>
                        <p:set>
                          <p:cBhvr>
                            <p:cTn dur="1" fill="hold">
                              <p:stCondLst>
                                <p:cond delay="499"/>
                              </p:stCondLst>
                            </p:cTn>
                            <p:tgtEl>
                              <p:spTgt spid="11"/>
                            </p:tgtEl>
                            <p:attrNameLst>
                              <p:attrName>style.visibility</p:attrName>
                            </p:attrNameLst>
                          </p:cBhvr>
                          <p:to>
                            <p:strVal val="hidden"/>
                          </p:to>
                        </p:set>
                      </p:childTnLst>
                    </p:cTn>
                  </p:par>
                </p:tnLst>
              </p:tmpl>
            </p:tmplLst>
          </p:bldP>
          <p:bldP spid="18" grpId="0"/>
          <p:bldP spid="18" grpId="1"/>
          <p:bldP spid="13" grpId="0" build="p">
            <p:tmplLst>
              <p:tmpl lvl="1">
                <p:tnLst>
                  <p:par>
                    <p:cTn presetID="10" presetClass="entr" presetSubtype="0" fill="hold" nodeType="withEffect">
                      <p:stCondLst>
                        <p:cond delay="26500"/>
                      </p:stCondLst>
                      <p:childTnLst>
                        <p:set>
                          <p:cBhvr>
                            <p:cTn dur="1" fill="hold">
                              <p:stCondLst>
                                <p:cond delay="0"/>
                              </p:stCondLst>
                            </p:cTn>
                            <p:tgtEl>
                              <p:spTgt spid="13"/>
                            </p:tgtEl>
                            <p:attrNameLst>
                              <p:attrName>style.visibility</p:attrName>
                            </p:attrNameLst>
                          </p:cBhvr>
                          <p:to>
                            <p:strVal val="visible"/>
                          </p:to>
                        </p:set>
                        <p:animEffect transition="in" filter="fade">
                          <p:cBhvr>
                            <p:cTn dur="500"/>
                            <p:tgtEl>
                              <p:spTgt spid="13"/>
                            </p:tgtEl>
                          </p:cBhvr>
                        </p:animEffect>
                      </p:childTnLst>
                    </p:cTn>
                  </p:par>
                </p:tnLst>
              </p:tmpl>
            </p:tmplLst>
          </p:bldP>
          <p:bldP spid="13" grpId="1" build="p">
            <p:tmplLst>
              <p:tmpl lvl="1">
                <p:tnLst>
                  <p:par>
                    <p:cTn presetID="10" presetClass="exit" presetSubtype="0" fill="hold" nodeType="withEffect">
                      <p:stCondLst>
                        <p:cond delay="39500"/>
                      </p:stCondLst>
                      <p:childTnLst>
                        <p:animEffect transition="out" filter="fade">
                          <p:cBhvr>
                            <p:cTn dur="500"/>
                            <p:tgtEl>
                              <p:spTgt spid="13"/>
                            </p:tgtEl>
                          </p:cBhvr>
                        </p:animEffect>
                        <p:set>
                          <p:cBhvr>
                            <p:cTn dur="1" fill="hold">
                              <p:stCondLst>
                                <p:cond delay="499"/>
                              </p:stCondLst>
                            </p:cTn>
                            <p:tgtEl>
                              <p:spTgt spid="13"/>
                            </p:tgtEl>
                            <p:attrNameLst>
                              <p:attrName>style.visibility</p:attrName>
                            </p:attrNameLst>
                          </p:cBhvr>
                          <p:to>
                            <p:strVal val="hidden"/>
                          </p:to>
                        </p:set>
                      </p:childTnLst>
                    </p:cTn>
                  </p:par>
                </p:tnLst>
              </p:tmpl>
            </p:tmplLst>
          </p:bldP>
          <p:bldP spid="17" grpId="0" animBg="1">
            <p:tmplLst>
              <p:tmpl>
                <p:tnLst>
                  <p:par>
                    <p:cTn presetID="10" presetClass="entr" presetSubtype="0" fill="hold" nodeType="withEffect">
                      <p:stCondLst>
                        <p:cond delay="19500"/>
                      </p:stCondLst>
                      <p:childTnLst>
                        <p:set>
                          <p:cBhvr>
                            <p:cTn dur="1" fill="hold">
                              <p:stCondLst>
                                <p:cond delay="0"/>
                              </p:stCondLst>
                            </p:cTn>
                            <p:tgtEl>
                              <p:spTgt spid="17"/>
                            </p:tgtEl>
                            <p:attrNameLst>
                              <p:attrName>style.visibility</p:attrName>
                            </p:attrNameLst>
                          </p:cBhvr>
                          <p:to>
                            <p:strVal val="visible"/>
                          </p:to>
                        </p:set>
                        <p:animEffect transition="in" filter="fade">
                          <p:cBhvr>
                            <p:cTn dur="500"/>
                            <p:tgtEl>
                              <p:spTgt spid="17"/>
                            </p:tgtEl>
                          </p:cBhvr>
                        </p:animEffect>
                      </p:childTnLst>
                    </p:cTn>
                  </p:par>
                </p:tnLst>
              </p:tmpl>
            </p:tmplLst>
          </p:bldP>
          <p:bldP spid="17" grpId="1" animBg="1">
            <p:tmplLst>
              <p:tmpl>
                <p:tnLst>
                  <p:par>
                    <p:cTn presetID="10" presetClass="exit" presetSubtype="0" fill="hold" nodeType="withEffect">
                      <p:stCondLst>
                        <p:cond delay="39500"/>
                      </p:stCondLst>
                      <p:childTnLst>
                        <p:animEffect transition="out" filter="fade">
                          <p:cBhvr>
                            <p:cTn dur="500"/>
                            <p:tgtEl>
                              <p:spTgt spid="17"/>
                            </p:tgtEl>
                          </p:cBhvr>
                        </p:animEffect>
                        <p:set>
                          <p:cBhvr>
                            <p:cTn dur="1" fill="hold">
                              <p:stCondLst>
                                <p:cond delay="499"/>
                              </p:stCondLst>
                            </p:cTn>
                            <p:tgtEl>
                              <p:spTgt spid="17"/>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nodePh="1">
                      <p:stCondLst>
                        <p:cond delay="19500"/>
                      </p:stCondLst>
                      <p:endCondLst>
                        <p:cond delay="0"/>
                      </p:endCondLst>
                      <p:childTnLst>
                        <p:set>
                          <p:cBhvr>
                            <p:cTn dur="1" fill="hold">
                              <p:stCondLst>
                                <p:cond delay="0"/>
                              </p:stCondLst>
                            </p:cTn>
                            <p:tgtEl>
                              <p:spTgt spid="19"/>
                            </p:tgtEl>
                            <p:attrNameLst>
                              <p:attrName>style.visibility</p:attrName>
                            </p:attrNameLst>
                          </p:cBhvr>
                          <p:to>
                            <p:strVal val="visible"/>
                          </p:to>
                        </p:set>
                        <p:animEffect transition="in" filter="fade">
                          <p:cBhvr>
                            <p:cTn dur="500"/>
                            <p:tgtEl>
                              <p:spTgt spid="19"/>
                            </p:tgtEl>
                          </p:cBhvr>
                        </p:animEffect>
                      </p:childTnLst>
                    </p:cTn>
                  </p:par>
                </p:tnLst>
              </p:tmpl>
            </p:tmplLst>
          </p:bldP>
          <p:bldP spid="19" grpId="1" build="p">
            <p:tmplLst>
              <p:tmpl lvl="1">
                <p:tnLst>
                  <p:par>
                    <p:cTn presetID="10" presetClass="exit" presetSubtype="0" fill="hold" nodeType="withEffect" nodePh="1">
                      <p:stCondLst>
                        <p:cond delay="39500"/>
                      </p:stCondLst>
                      <p:endCondLst>
                        <p:cond delay="0"/>
                      </p:endCondLst>
                      <p:childTnLst>
                        <p:animEffect transition="out" filter="fade">
                          <p:cBhvr>
                            <p:cTn dur="500"/>
                            <p:tgtEl>
                              <p:spTgt spid="19"/>
                            </p:tgtEl>
                          </p:cBhvr>
                        </p:animEffect>
                        <p:set>
                          <p:cBhvr>
                            <p:cTn dur="1" fill="hold">
                              <p:stCondLst>
                                <p:cond delay="499"/>
                              </p:stCondLst>
                            </p:cTn>
                            <p:tgtEl>
                              <p:spTgt spid="19"/>
                            </p:tgtEl>
                            <p:attrNameLst>
                              <p:attrName>style.visibility</p:attrName>
                            </p:attrNameLst>
                          </p:cBhvr>
                          <p:to>
                            <p:strVal val="hidden"/>
                          </p:to>
                        </p:set>
                      </p:childTnLst>
                    </p:cTn>
                  </p:par>
                </p:tnLst>
              </p:tmpl>
            </p:tmplLst>
          </p:bldP>
          <p:bldP spid="20" grpId="0" build="p">
            <p:tmplLst>
              <p:tmpl lvl="1">
                <p:tnLst>
                  <p:par>
                    <p:cTn presetID="10" presetClass="entr" presetSubtype="0" fill="hold" nodeType="withEffect">
                      <p:stCondLst>
                        <p:cond delay="1950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P spid="20" grpId="1" build="p">
            <p:tmplLst>
              <p:tmpl lvl="1">
                <p:tnLst>
                  <p:par>
                    <p:cTn presetID="10" presetClass="exit" presetSubtype="0" fill="hold" nodeType="withEffect">
                      <p:stCondLst>
                        <p:cond delay="39500"/>
                      </p:stCondLst>
                      <p:childTnLst>
                        <p:animEffect transition="out" filter="fade">
                          <p:cBhvr>
                            <p:cTn dur="500"/>
                            <p:tgtEl>
                              <p:spTgt spid="20"/>
                            </p:tgtEl>
                          </p:cBhvr>
                        </p:animEffect>
                        <p:set>
                          <p:cBhvr>
                            <p:cTn dur="1" fill="hold">
                              <p:stCondLst>
                                <p:cond delay="499"/>
                              </p:stCondLst>
                            </p:cTn>
                            <p:tgtEl>
                              <p:spTgt spid="20"/>
                            </p:tgtEl>
                            <p:attrNameLst>
                              <p:attrName>style.visibility</p:attrName>
                            </p:attrNameLst>
                          </p:cBhvr>
                          <p:to>
                            <p:strVal val="hidden"/>
                          </p:to>
                        </p:set>
                      </p:childTnLst>
                    </p:cTn>
                  </p:par>
                </p:tnLst>
              </p:tmpl>
            </p:tmplLst>
          </p:bldP>
          <p:bldP spid="21" grpId="0" build="p">
            <p:tmplLst>
              <p:tmpl lvl="1">
                <p:tnLst>
                  <p:par>
                    <p:cTn presetID="10" presetClass="entr" presetSubtype="0" fill="hold" nodeType="withEffect">
                      <p:stCondLst>
                        <p:cond delay="19500"/>
                      </p:stCondLst>
                      <p:childTnLst>
                        <p:set>
                          <p:cBhvr>
                            <p:cTn dur="1" fill="hold">
                              <p:stCondLst>
                                <p:cond delay="0"/>
                              </p:stCondLst>
                            </p:cTn>
                            <p:tgtEl>
                              <p:spTgt spid="21"/>
                            </p:tgtEl>
                            <p:attrNameLst>
                              <p:attrName>style.visibility</p:attrName>
                            </p:attrNameLst>
                          </p:cBhvr>
                          <p:to>
                            <p:strVal val="visible"/>
                          </p:to>
                        </p:set>
                        <p:animEffect transition="in" filter="fade">
                          <p:cBhvr>
                            <p:cTn dur="500"/>
                            <p:tgtEl>
                              <p:spTgt spid="21"/>
                            </p:tgtEl>
                          </p:cBhvr>
                        </p:animEffect>
                      </p:childTnLst>
                    </p:cTn>
                  </p:par>
                </p:tnLst>
              </p:tmpl>
            </p:tmplLst>
          </p:bldP>
          <p:bldP spid="21" grpId="1" build="p">
            <p:tmplLst>
              <p:tmpl lvl="1">
                <p:tnLst>
                  <p:par>
                    <p:cTn presetID="10" presetClass="exit" presetSubtype="0" fill="hold" nodeType="withEffect">
                      <p:stCondLst>
                        <p:cond delay="39500"/>
                      </p:stCondLst>
                      <p:childTnLst>
                        <p:animEffect transition="out" filter="fade">
                          <p:cBhvr>
                            <p:cTn dur="500"/>
                            <p:tgtEl>
                              <p:spTgt spid="21"/>
                            </p:tgtEl>
                          </p:cBhvr>
                        </p:animEffect>
                        <p:set>
                          <p:cBhvr>
                            <p:cTn dur="1" fill="hold">
                              <p:stCondLst>
                                <p:cond delay="499"/>
                              </p:stCondLst>
                            </p:cTn>
                            <p:tgtEl>
                              <p:spTgt spid="21"/>
                            </p:tgtEl>
                            <p:attrNameLst>
                              <p:attrName>style.visibility</p:attrName>
                            </p:attrNameLst>
                          </p:cBhvr>
                          <p:to>
                            <p:strVal val="hidden"/>
                          </p:to>
                        </p:se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04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8"/>
                    </p:tgtEl>
                  </p:cMediaNode>
                </p:audio>
              </p:childTnLst>
            </p:cTn>
          </p:par>
        </p:tnLst>
      </p:timing>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529F06-736E-4BFB-B16E-7F73FD8319DA}"/>
              </a:ext>
            </a:extLst>
          </p:cNvPr>
          <p:cNvSpPr/>
          <p:nvPr userDrawn="1"/>
        </p:nvSpPr>
        <p:spPr>
          <a:xfrm>
            <a:off x="1509825" y="4434006"/>
            <a:ext cx="3429000" cy="1828800"/>
          </a:xfrm>
          <a:prstGeom prst="roundRect">
            <a:avLst>
              <a:gd name="adj" fmla="val 9197"/>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a:extLst>
              <a:ext uri="{FF2B5EF4-FFF2-40B4-BE49-F238E27FC236}">
                <a16:creationId xmlns:a16="http://schemas.microsoft.com/office/drawing/2014/main" id="{9E0F68E9-2DB5-48BE-AA90-BCFC508DF7E3}"/>
              </a:ext>
            </a:extLst>
          </p:cNvPr>
          <p:cNvSpPr>
            <a:spLocks noChangeAspect="1"/>
          </p:cNvSpPr>
          <p:nvPr userDrawn="1"/>
        </p:nvSpPr>
        <p:spPr>
          <a:xfrm>
            <a:off x="1509825" y="914400"/>
            <a:ext cx="3427659" cy="3429000"/>
          </a:xfrm>
          <a:prstGeom prst="ellipse">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Content Placeholder 14">
            <a:extLst>
              <a:ext uri="{FF2B5EF4-FFF2-40B4-BE49-F238E27FC236}">
                <a16:creationId xmlns:a16="http://schemas.microsoft.com/office/drawing/2014/main" id="{34CE8C7E-CA53-42EE-8BFA-DC58A9464CE1}"/>
              </a:ext>
            </a:extLst>
          </p:cNvPr>
          <p:cNvSpPr>
            <a:spLocks noGrp="1"/>
          </p:cNvSpPr>
          <p:nvPr userDrawn="1">
            <p:ph sz="quarter" idx="10" hasCustomPrompt="1"/>
          </p:nvPr>
        </p:nvSpPr>
        <p:spPr>
          <a:xfrm>
            <a:off x="2435945" y="1137895"/>
            <a:ext cx="1575417" cy="755779"/>
          </a:xfrm>
          <a:prstGeom prst="rect">
            <a:avLst/>
          </a:prstGeom>
        </p:spPr>
        <p:txBody>
          <a:bodyPr/>
          <a:lstStyle>
            <a:lvl1pPr marL="0" indent="0" algn="ctr">
              <a:buNone/>
              <a:defRPr sz="54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10" name="Text Placeholder 18">
            <a:extLst>
              <a:ext uri="{FF2B5EF4-FFF2-40B4-BE49-F238E27FC236}">
                <a16:creationId xmlns:a16="http://schemas.microsoft.com/office/drawing/2014/main" id="{6D0F4AE8-8A19-4D36-8F60-2F19803DC92A}"/>
              </a:ext>
            </a:extLst>
          </p:cNvPr>
          <p:cNvSpPr>
            <a:spLocks noGrp="1"/>
          </p:cNvSpPr>
          <p:nvPr userDrawn="1">
            <p:ph type="body" sz="quarter" idx="11" hasCustomPrompt="1"/>
          </p:nvPr>
        </p:nvSpPr>
        <p:spPr>
          <a:xfrm>
            <a:off x="1638045" y="1893674"/>
            <a:ext cx="3171216" cy="1726511"/>
          </a:xfrm>
          <a:prstGeom prst="rect">
            <a:avLst/>
          </a:prstGeom>
        </p:spPr>
        <p:txBody>
          <a:bodyPr anchor="ctr">
            <a:noAutofit/>
          </a:bodyPr>
          <a:lstStyle>
            <a:lvl1pPr marL="0" indent="0" algn="ctr">
              <a:buNone/>
              <a:defRPr sz="5400" b="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11" name="Text Placeholder 24">
            <a:extLst>
              <a:ext uri="{FF2B5EF4-FFF2-40B4-BE49-F238E27FC236}">
                <a16:creationId xmlns:a16="http://schemas.microsoft.com/office/drawing/2014/main" id="{A7BCE0CD-B25C-4D83-A7A7-3860687B5A8A}"/>
              </a:ext>
            </a:extLst>
          </p:cNvPr>
          <p:cNvSpPr>
            <a:spLocks noGrp="1"/>
          </p:cNvSpPr>
          <p:nvPr userDrawn="1">
            <p:ph type="body" sz="quarter" idx="12" hasCustomPrompt="1"/>
          </p:nvPr>
        </p:nvSpPr>
        <p:spPr>
          <a:xfrm>
            <a:off x="1621945" y="4562723"/>
            <a:ext cx="3187315" cy="1072835"/>
          </a:xfrm>
          <a:prstGeom prst="rect">
            <a:avLst/>
          </a:prstGeom>
        </p:spPr>
        <p:txBody>
          <a:bodyPr tIns="91440" bIns="91440" anchor="ctr"/>
          <a:lstStyle>
            <a:lvl1pPr marL="0" indent="0" algn="ctr" defTabSz="914400">
              <a:buNone/>
              <a:defRPr sz="160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13" name="Picture Placeholder 2">
            <a:extLst>
              <a:ext uri="{FF2B5EF4-FFF2-40B4-BE49-F238E27FC236}">
                <a16:creationId xmlns:a16="http://schemas.microsoft.com/office/drawing/2014/main" id="{3CC10419-886C-44EC-8B14-D3DE5367482C}"/>
              </a:ext>
            </a:extLst>
          </p:cNvPr>
          <p:cNvSpPr>
            <a:spLocks noGrp="1" noChangeAspect="1"/>
          </p:cNvSpPr>
          <p:nvPr userDrawn="1">
            <p:ph type="pic" sz="quarter" idx="14" hasCustomPrompt="1"/>
          </p:nvPr>
        </p:nvSpPr>
        <p:spPr>
          <a:xfrm>
            <a:off x="2629293" y="3705472"/>
            <a:ext cx="1188720" cy="405087"/>
          </a:xfrm>
          <a:prstGeom prst="roundRect">
            <a:avLst>
              <a:gd name="adj" fmla="val 50000"/>
            </a:avLst>
          </a:prstGeom>
        </p:spPr>
        <p:txBody>
          <a:bodyPr/>
          <a:lstStyle>
            <a:lvl1pPr>
              <a:defRPr sz="1800"/>
            </a:lvl1pPr>
          </a:lstStyle>
          <a:p>
            <a:r>
              <a:rPr lang="en-US" dirty="0"/>
              <a:t>Songbook</a:t>
            </a:r>
          </a:p>
        </p:txBody>
      </p:sp>
      <p:sp>
        <p:nvSpPr>
          <p:cNvPr id="34" name="Rectangle: Rounded Corners 33">
            <a:extLst>
              <a:ext uri="{FF2B5EF4-FFF2-40B4-BE49-F238E27FC236}">
                <a16:creationId xmlns:a16="http://schemas.microsoft.com/office/drawing/2014/main" id="{F0780372-4935-4986-90A4-48B55ED36F53}"/>
              </a:ext>
            </a:extLst>
          </p:cNvPr>
          <p:cNvSpPr/>
          <p:nvPr userDrawn="1"/>
        </p:nvSpPr>
        <p:spPr>
          <a:xfrm>
            <a:off x="5297681" y="4434006"/>
            <a:ext cx="3429000" cy="1828800"/>
          </a:xfrm>
          <a:prstGeom prst="roundRect">
            <a:avLst>
              <a:gd name="adj" fmla="val 9197"/>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sp>
        <p:nvSpPr>
          <p:cNvPr id="35" name="Oval 34">
            <a:extLst>
              <a:ext uri="{FF2B5EF4-FFF2-40B4-BE49-F238E27FC236}">
                <a16:creationId xmlns:a16="http://schemas.microsoft.com/office/drawing/2014/main" id="{D32A558E-8BF8-4D5C-A2ED-BF3E28AEA0FA}"/>
              </a:ext>
            </a:extLst>
          </p:cNvPr>
          <p:cNvSpPr>
            <a:spLocks noChangeAspect="1"/>
          </p:cNvSpPr>
          <p:nvPr userDrawn="1"/>
        </p:nvSpPr>
        <p:spPr>
          <a:xfrm>
            <a:off x="5297681" y="914400"/>
            <a:ext cx="3427659" cy="3429000"/>
          </a:xfrm>
          <a:prstGeom prst="ellipse">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6" name="Content Placeholder 14">
            <a:extLst>
              <a:ext uri="{FF2B5EF4-FFF2-40B4-BE49-F238E27FC236}">
                <a16:creationId xmlns:a16="http://schemas.microsoft.com/office/drawing/2014/main" id="{B78C6C9D-AB0C-44A1-A80F-156900B29323}"/>
              </a:ext>
            </a:extLst>
          </p:cNvPr>
          <p:cNvSpPr>
            <a:spLocks noGrp="1"/>
          </p:cNvSpPr>
          <p:nvPr>
            <p:ph sz="quarter" idx="34" hasCustomPrompt="1"/>
          </p:nvPr>
        </p:nvSpPr>
        <p:spPr>
          <a:xfrm>
            <a:off x="6223801" y="1137895"/>
            <a:ext cx="1575417" cy="755779"/>
          </a:xfrm>
          <a:prstGeom prst="rect">
            <a:avLst/>
          </a:prstGeom>
        </p:spPr>
        <p:txBody>
          <a:bodyPr/>
          <a:lstStyle>
            <a:lvl1pPr marL="0" indent="0" algn="ctr">
              <a:buNone/>
              <a:defRPr sz="5400" b="1">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37" name="Text Placeholder 18">
            <a:extLst>
              <a:ext uri="{FF2B5EF4-FFF2-40B4-BE49-F238E27FC236}">
                <a16:creationId xmlns:a16="http://schemas.microsoft.com/office/drawing/2014/main" id="{923B6B27-F36B-4C3B-87FB-5C5FFD3F7578}"/>
              </a:ext>
            </a:extLst>
          </p:cNvPr>
          <p:cNvSpPr>
            <a:spLocks noGrp="1"/>
          </p:cNvSpPr>
          <p:nvPr>
            <p:ph type="body" sz="quarter" idx="35" hasCustomPrompt="1"/>
          </p:nvPr>
        </p:nvSpPr>
        <p:spPr>
          <a:xfrm>
            <a:off x="5425901" y="1893674"/>
            <a:ext cx="3171216" cy="1726511"/>
          </a:xfrm>
          <a:prstGeom prst="rect">
            <a:avLst/>
          </a:prstGeom>
        </p:spPr>
        <p:txBody>
          <a:bodyPr anchor="ctr">
            <a:noAutofit/>
          </a:bodyPr>
          <a:lstStyle>
            <a:lvl1pPr marL="0" indent="0" algn="ctr">
              <a:buNone/>
              <a:defRPr sz="5400" b="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38" name="Text Placeholder 24">
            <a:extLst>
              <a:ext uri="{FF2B5EF4-FFF2-40B4-BE49-F238E27FC236}">
                <a16:creationId xmlns:a16="http://schemas.microsoft.com/office/drawing/2014/main" id="{C8C2C615-3170-47DE-8512-40865D66E580}"/>
              </a:ext>
            </a:extLst>
          </p:cNvPr>
          <p:cNvSpPr>
            <a:spLocks noGrp="1"/>
          </p:cNvSpPr>
          <p:nvPr>
            <p:ph type="body" sz="quarter" idx="36" hasCustomPrompt="1"/>
          </p:nvPr>
        </p:nvSpPr>
        <p:spPr>
          <a:xfrm>
            <a:off x="5409801" y="4562723"/>
            <a:ext cx="3187315" cy="1072835"/>
          </a:xfrm>
          <a:prstGeom prst="rect">
            <a:avLst/>
          </a:prstGeom>
        </p:spPr>
        <p:txBody>
          <a:bodyPr tIns="91440" bIns="91440" anchor="ctr"/>
          <a:lstStyle>
            <a:lvl1pPr marL="0" indent="0" algn="ctr" defTabSz="914400">
              <a:buNone/>
              <a:defRPr sz="160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39" name="Picture Placeholder 2">
            <a:extLst>
              <a:ext uri="{FF2B5EF4-FFF2-40B4-BE49-F238E27FC236}">
                <a16:creationId xmlns:a16="http://schemas.microsoft.com/office/drawing/2014/main" id="{72680DDC-CABF-48B8-87F5-81027DD804C5}"/>
              </a:ext>
            </a:extLst>
          </p:cNvPr>
          <p:cNvSpPr>
            <a:spLocks noGrp="1" noChangeAspect="1"/>
          </p:cNvSpPr>
          <p:nvPr>
            <p:ph type="pic" sz="quarter" idx="37" hasCustomPrompt="1"/>
          </p:nvPr>
        </p:nvSpPr>
        <p:spPr>
          <a:xfrm>
            <a:off x="6417149" y="3705472"/>
            <a:ext cx="1188720" cy="405087"/>
          </a:xfrm>
          <a:prstGeom prst="roundRect">
            <a:avLst>
              <a:gd name="adj" fmla="val 50000"/>
            </a:avLst>
          </a:prstGeom>
        </p:spPr>
        <p:txBody>
          <a:bodyPr/>
          <a:lstStyle>
            <a:lvl1pPr>
              <a:defRPr sz="1800"/>
            </a:lvl1pPr>
          </a:lstStyle>
          <a:p>
            <a:r>
              <a:rPr lang="en-US" dirty="0"/>
              <a:t>Songbook</a:t>
            </a:r>
          </a:p>
        </p:txBody>
      </p:sp>
      <p:sp>
        <p:nvSpPr>
          <p:cNvPr id="7" name="Rectangle: Rounded Corners 6">
            <a:extLst>
              <a:ext uri="{FF2B5EF4-FFF2-40B4-BE49-F238E27FC236}">
                <a16:creationId xmlns:a16="http://schemas.microsoft.com/office/drawing/2014/main" id="{AB894783-F693-4D2E-8A1B-FA967788E219}"/>
              </a:ext>
            </a:extLst>
          </p:cNvPr>
          <p:cNvSpPr/>
          <p:nvPr/>
        </p:nvSpPr>
        <p:spPr>
          <a:xfrm>
            <a:off x="6810375" y="218772"/>
            <a:ext cx="3048000" cy="547119"/>
          </a:xfrm>
          <a:prstGeom prst="roundRect">
            <a:avLst>
              <a:gd name="adj" fmla="val 50000"/>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pic>
        <p:nvPicPr>
          <p:cNvPr id="17" name="Logo English" descr="A picture containing drawing&#10;&#10;Description automatically generated">
            <a:extLst>
              <a:ext uri="{FF2B5EF4-FFF2-40B4-BE49-F238E27FC236}">
                <a16:creationId xmlns:a16="http://schemas.microsoft.com/office/drawing/2014/main" id="{5F04EE8A-BBA3-457C-AD98-DFC699D786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011511" y="286591"/>
            <a:ext cx="2056384" cy="420624"/>
          </a:xfrm>
          <a:prstGeom prst="rect">
            <a:avLst/>
          </a:prstGeom>
        </p:spPr>
      </p:pic>
      <p:sp>
        <p:nvSpPr>
          <p:cNvPr id="16" name="Content Placeholder 19">
            <a:extLst>
              <a:ext uri="{FF2B5EF4-FFF2-40B4-BE49-F238E27FC236}">
                <a16:creationId xmlns:a16="http://schemas.microsoft.com/office/drawing/2014/main" id="{DA3E7898-6FE8-49BD-972E-B3AAB18A3590}"/>
              </a:ext>
            </a:extLst>
          </p:cNvPr>
          <p:cNvSpPr>
            <a:spLocks noGrp="1"/>
          </p:cNvSpPr>
          <p:nvPr>
            <p:ph sz="quarter" idx="19"/>
          </p:nvPr>
        </p:nvSpPr>
        <p:spPr>
          <a:xfrm>
            <a:off x="-457200" y="182880"/>
            <a:ext cx="1463040" cy="5303520"/>
          </a:xfrm>
          <a:prstGeom prst="roundRect">
            <a:avLst>
              <a:gd name="adj" fmla="val 12503"/>
            </a:avLst>
          </a:prstGeom>
          <a:solidFill>
            <a:schemeClr val="bg1">
              <a:lumMod val="50000"/>
              <a:alpha val="50000"/>
            </a:schemeClr>
          </a:solidFill>
        </p:spPr>
        <p:txBody>
          <a:bodyPr/>
          <a:lstStyle>
            <a:lvl1pPr marL="0" indent="0">
              <a:buNone/>
              <a:defRPr/>
            </a:lvl1pPr>
          </a:lstStyle>
          <a:p>
            <a:pPr lvl="0"/>
            <a:endParaRPr lang="en-US" dirty="0"/>
          </a:p>
        </p:txBody>
      </p:sp>
      <p:sp>
        <p:nvSpPr>
          <p:cNvPr id="19" name="English Item 1">
            <a:extLst>
              <a:ext uri="{FF2B5EF4-FFF2-40B4-BE49-F238E27FC236}">
                <a16:creationId xmlns:a16="http://schemas.microsoft.com/office/drawing/2014/main" id="{DAB46348-1018-491D-8109-A2D1EB5C9234}"/>
              </a:ext>
            </a:extLst>
          </p:cNvPr>
          <p:cNvSpPr>
            <a:spLocks noGrp="1"/>
          </p:cNvSpPr>
          <p:nvPr>
            <p:ph type="body" sz="quarter" idx="20" hasCustomPrompt="1"/>
          </p:nvPr>
        </p:nvSpPr>
        <p:spPr>
          <a:xfrm>
            <a:off x="91440" y="27432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1" name="English Item 2">
            <a:extLst>
              <a:ext uri="{FF2B5EF4-FFF2-40B4-BE49-F238E27FC236}">
                <a16:creationId xmlns:a16="http://schemas.microsoft.com/office/drawing/2014/main" id="{FD1503C4-4E9B-4535-9ADB-74FCEEC0BB1B}"/>
              </a:ext>
            </a:extLst>
          </p:cNvPr>
          <p:cNvSpPr>
            <a:spLocks noGrp="1"/>
          </p:cNvSpPr>
          <p:nvPr>
            <p:ph type="body" sz="quarter" idx="21" hasCustomPrompt="1"/>
          </p:nvPr>
        </p:nvSpPr>
        <p:spPr>
          <a:xfrm>
            <a:off x="91440" y="71323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2" name="English Item 3">
            <a:extLst>
              <a:ext uri="{FF2B5EF4-FFF2-40B4-BE49-F238E27FC236}">
                <a16:creationId xmlns:a16="http://schemas.microsoft.com/office/drawing/2014/main" id="{DB3056AB-4519-4E2C-A0E8-6DDA4B3EC00E}"/>
              </a:ext>
            </a:extLst>
          </p:cNvPr>
          <p:cNvSpPr>
            <a:spLocks noGrp="1"/>
          </p:cNvSpPr>
          <p:nvPr>
            <p:ph type="body" sz="quarter" idx="22" hasCustomPrompt="1"/>
          </p:nvPr>
        </p:nvSpPr>
        <p:spPr>
          <a:xfrm>
            <a:off x="91440" y="115214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3" name="English Item 4">
            <a:extLst>
              <a:ext uri="{FF2B5EF4-FFF2-40B4-BE49-F238E27FC236}">
                <a16:creationId xmlns:a16="http://schemas.microsoft.com/office/drawing/2014/main" id="{9DF5592A-A77A-407C-9C9C-C27B164A1994}"/>
              </a:ext>
            </a:extLst>
          </p:cNvPr>
          <p:cNvSpPr>
            <a:spLocks noGrp="1"/>
          </p:cNvSpPr>
          <p:nvPr>
            <p:ph type="body" sz="quarter" idx="23" hasCustomPrompt="1"/>
          </p:nvPr>
        </p:nvSpPr>
        <p:spPr>
          <a:xfrm>
            <a:off x="52471" y="158870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4" name="English Item 5">
            <a:extLst>
              <a:ext uri="{FF2B5EF4-FFF2-40B4-BE49-F238E27FC236}">
                <a16:creationId xmlns:a16="http://schemas.microsoft.com/office/drawing/2014/main" id="{D3662E57-565C-4E45-98A4-8D8E3C3CB884}"/>
              </a:ext>
            </a:extLst>
          </p:cNvPr>
          <p:cNvSpPr>
            <a:spLocks noGrp="1"/>
          </p:cNvSpPr>
          <p:nvPr>
            <p:ph type="body" sz="quarter" idx="24" hasCustomPrompt="1"/>
          </p:nvPr>
        </p:nvSpPr>
        <p:spPr>
          <a:xfrm>
            <a:off x="52471" y="2025258"/>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5" name="English Item 6">
            <a:extLst>
              <a:ext uri="{FF2B5EF4-FFF2-40B4-BE49-F238E27FC236}">
                <a16:creationId xmlns:a16="http://schemas.microsoft.com/office/drawing/2014/main" id="{2578A92A-8EFF-4568-A06D-5779D2039703}"/>
              </a:ext>
            </a:extLst>
          </p:cNvPr>
          <p:cNvSpPr>
            <a:spLocks noGrp="1"/>
          </p:cNvSpPr>
          <p:nvPr>
            <p:ph type="body" sz="quarter" idx="25" hasCustomPrompt="1"/>
          </p:nvPr>
        </p:nvSpPr>
        <p:spPr>
          <a:xfrm>
            <a:off x="52471" y="246181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6" name="English Item 7">
            <a:extLst>
              <a:ext uri="{FF2B5EF4-FFF2-40B4-BE49-F238E27FC236}">
                <a16:creationId xmlns:a16="http://schemas.microsoft.com/office/drawing/2014/main" id="{179FB5E2-FBEE-4FBA-AF27-A94970BFC9B5}"/>
              </a:ext>
            </a:extLst>
          </p:cNvPr>
          <p:cNvSpPr>
            <a:spLocks noGrp="1"/>
          </p:cNvSpPr>
          <p:nvPr>
            <p:ph type="body" sz="quarter" idx="26" hasCustomPrompt="1"/>
          </p:nvPr>
        </p:nvSpPr>
        <p:spPr>
          <a:xfrm>
            <a:off x="52471" y="289837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7" name="English Item 8">
            <a:extLst>
              <a:ext uri="{FF2B5EF4-FFF2-40B4-BE49-F238E27FC236}">
                <a16:creationId xmlns:a16="http://schemas.microsoft.com/office/drawing/2014/main" id="{1919A087-2EFF-4E39-8037-C88FF7C955E5}"/>
              </a:ext>
            </a:extLst>
          </p:cNvPr>
          <p:cNvSpPr>
            <a:spLocks noGrp="1"/>
          </p:cNvSpPr>
          <p:nvPr>
            <p:ph type="body" sz="quarter" idx="27" hasCustomPrompt="1"/>
          </p:nvPr>
        </p:nvSpPr>
        <p:spPr>
          <a:xfrm>
            <a:off x="52471" y="3334929"/>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8" name="English Item 9">
            <a:extLst>
              <a:ext uri="{FF2B5EF4-FFF2-40B4-BE49-F238E27FC236}">
                <a16:creationId xmlns:a16="http://schemas.microsoft.com/office/drawing/2014/main" id="{85223DAC-0D1F-416B-A43F-A9D5C1090DD2}"/>
              </a:ext>
            </a:extLst>
          </p:cNvPr>
          <p:cNvSpPr>
            <a:spLocks noGrp="1"/>
          </p:cNvSpPr>
          <p:nvPr>
            <p:ph type="body" sz="quarter" idx="28" hasCustomPrompt="1"/>
          </p:nvPr>
        </p:nvSpPr>
        <p:spPr>
          <a:xfrm>
            <a:off x="52471" y="3771486"/>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29" name="English Item 10">
            <a:extLst>
              <a:ext uri="{FF2B5EF4-FFF2-40B4-BE49-F238E27FC236}">
                <a16:creationId xmlns:a16="http://schemas.microsoft.com/office/drawing/2014/main" id="{F0FBCD67-F549-44D1-96D7-28B74090A051}"/>
              </a:ext>
            </a:extLst>
          </p:cNvPr>
          <p:cNvSpPr>
            <a:spLocks noGrp="1"/>
          </p:cNvSpPr>
          <p:nvPr>
            <p:ph type="body" sz="quarter" idx="29" hasCustomPrompt="1"/>
          </p:nvPr>
        </p:nvSpPr>
        <p:spPr>
          <a:xfrm>
            <a:off x="52471" y="420804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0" name="English Item 11">
            <a:extLst>
              <a:ext uri="{FF2B5EF4-FFF2-40B4-BE49-F238E27FC236}">
                <a16:creationId xmlns:a16="http://schemas.microsoft.com/office/drawing/2014/main" id="{5975C85C-FCD3-42A6-9A9B-549D71818D8B}"/>
              </a:ext>
            </a:extLst>
          </p:cNvPr>
          <p:cNvSpPr>
            <a:spLocks noGrp="1"/>
          </p:cNvSpPr>
          <p:nvPr>
            <p:ph type="body" sz="quarter" idx="30" hasCustomPrompt="1"/>
          </p:nvPr>
        </p:nvSpPr>
        <p:spPr>
          <a:xfrm>
            <a:off x="52471" y="464460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1" name="English Item 12">
            <a:extLst>
              <a:ext uri="{FF2B5EF4-FFF2-40B4-BE49-F238E27FC236}">
                <a16:creationId xmlns:a16="http://schemas.microsoft.com/office/drawing/2014/main" id="{D48D47D7-CDC6-4F9D-8D1E-B02869DEECD7}"/>
              </a:ext>
            </a:extLst>
          </p:cNvPr>
          <p:cNvSpPr>
            <a:spLocks noGrp="1"/>
          </p:cNvSpPr>
          <p:nvPr>
            <p:ph type="body" sz="quarter" idx="31" hasCustomPrompt="1"/>
          </p:nvPr>
        </p:nvSpPr>
        <p:spPr>
          <a:xfrm>
            <a:off x="52471" y="5081157"/>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2" name="English Item 13">
            <a:extLst>
              <a:ext uri="{FF2B5EF4-FFF2-40B4-BE49-F238E27FC236}">
                <a16:creationId xmlns:a16="http://schemas.microsoft.com/office/drawing/2014/main" id="{BCDA842C-BD8E-4E94-AF28-9C14967890E1}"/>
              </a:ext>
            </a:extLst>
          </p:cNvPr>
          <p:cNvSpPr>
            <a:spLocks noGrp="1"/>
          </p:cNvSpPr>
          <p:nvPr>
            <p:ph type="body" sz="quarter" idx="32" hasCustomPrompt="1"/>
          </p:nvPr>
        </p:nvSpPr>
        <p:spPr>
          <a:xfrm>
            <a:off x="52471" y="551771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3" name="English Item 14">
            <a:extLst>
              <a:ext uri="{FF2B5EF4-FFF2-40B4-BE49-F238E27FC236}">
                <a16:creationId xmlns:a16="http://schemas.microsoft.com/office/drawing/2014/main" id="{04FB01CE-EC4A-4C58-8953-588F5230E1B6}"/>
              </a:ext>
            </a:extLst>
          </p:cNvPr>
          <p:cNvSpPr>
            <a:spLocks noGrp="1"/>
          </p:cNvSpPr>
          <p:nvPr>
            <p:ph type="body" sz="quarter" idx="33" hasCustomPrompt="1"/>
          </p:nvPr>
        </p:nvSpPr>
        <p:spPr>
          <a:xfrm>
            <a:off x="52471" y="595427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Tree>
    <p:extLst>
      <p:ext uri="{BB962C8B-B14F-4D97-AF65-F5344CB8AC3E}">
        <p14:creationId xmlns:p14="http://schemas.microsoft.com/office/powerpoint/2010/main" val="28072233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5529F06-736E-4BFB-B16E-7F73FD8319DA}"/>
              </a:ext>
            </a:extLst>
          </p:cNvPr>
          <p:cNvSpPr/>
          <p:nvPr userDrawn="1"/>
        </p:nvSpPr>
        <p:spPr>
          <a:xfrm>
            <a:off x="1508760" y="4434840"/>
            <a:ext cx="3429000" cy="1828800"/>
          </a:xfrm>
          <a:prstGeom prst="roundRect">
            <a:avLst>
              <a:gd name="adj" fmla="val 9197"/>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sp>
        <p:nvSpPr>
          <p:cNvPr id="5" name="Oval 4">
            <a:extLst>
              <a:ext uri="{FF2B5EF4-FFF2-40B4-BE49-F238E27FC236}">
                <a16:creationId xmlns:a16="http://schemas.microsoft.com/office/drawing/2014/main" id="{9E0F68E9-2DB5-48BE-AA90-BCFC508DF7E3}"/>
              </a:ext>
            </a:extLst>
          </p:cNvPr>
          <p:cNvSpPr>
            <a:spLocks noChangeAspect="1"/>
          </p:cNvSpPr>
          <p:nvPr userDrawn="1"/>
        </p:nvSpPr>
        <p:spPr>
          <a:xfrm>
            <a:off x="1510101" y="914400"/>
            <a:ext cx="3427659" cy="3429000"/>
          </a:xfrm>
          <a:prstGeom prst="ellipse">
            <a:avLst/>
          </a:prstGeom>
          <a:solidFill>
            <a:schemeClr val="bg1">
              <a:lumMod val="50000"/>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Content Placeholder 14">
            <a:extLst>
              <a:ext uri="{FF2B5EF4-FFF2-40B4-BE49-F238E27FC236}">
                <a16:creationId xmlns:a16="http://schemas.microsoft.com/office/drawing/2014/main" id="{34CE8C7E-CA53-42EE-8BFA-DC58A9464CE1}"/>
              </a:ext>
            </a:extLst>
          </p:cNvPr>
          <p:cNvSpPr>
            <a:spLocks noGrp="1"/>
          </p:cNvSpPr>
          <p:nvPr userDrawn="1">
            <p:ph sz="quarter" idx="10" hasCustomPrompt="1"/>
          </p:nvPr>
        </p:nvSpPr>
        <p:spPr>
          <a:xfrm>
            <a:off x="2432304" y="1133856"/>
            <a:ext cx="1572768" cy="758952"/>
          </a:xfrm>
          <a:prstGeom prst="rect">
            <a:avLst/>
          </a:prstGeom>
        </p:spPr>
        <p:txBody>
          <a:bodyPr/>
          <a:lstStyle>
            <a:lvl1pPr marL="0" indent="0" algn="ctr">
              <a:buNone/>
              <a:defRPr sz="54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10" name="Text Placeholder 18">
            <a:extLst>
              <a:ext uri="{FF2B5EF4-FFF2-40B4-BE49-F238E27FC236}">
                <a16:creationId xmlns:a16="http://schemas.microsoft.com/office/drawing/2014/main" id="{6D0F4AE8-8A19-4D36-8F60-2F19803DC92A}"/>
              </a:ext>
            </a:extLst>
          </p:cNvPr>
          <p:cNvSpPr>
            <a:spLocks noGrp="1"/>
          </p:cNvSpPr>
          <p:nvPr userDrawn="1">
            <p:ph type="body" sz="quarter" idx="11" hasCustomPrompt="1"/>
          </p:nvPr>
        </p:nvSpPr>
        <p:spPr>
          <a:xfrm>
            <a:off x="1636776" y="1892808"/>
            <a:ext cx="3172968" cy="1728216"/>
          </a:xfrm>
          <a:prstGeom prst="rect">
            <a:avLst/>
          </a:prstGeom>
        </p:spPr>
        <p:txBody>
          <a:bodyPr anchor="ctr">
            <a:normAutofit/>
          </a:bodyPr>
          <a:lstStyle>
            <a:lvl1pPr marL="0" indent="0" algn="ctr">
              <a:buNone/>
              <a:defRPr sz="6000" b="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11" name="Text Placeholder 24">
            <a:extLst>
              <a:ext uri="{FF2B5EF4-FFF2-40B4-BE49-F238E27FC236}">
                <a16:creationId xmlns:a16="http://schemas.microsoft.com/office/drawing/2014/main" id="{A7BCE0CD-B25C-4D83-A7A7-3860687B5A8A}"/>
              </a:ext>
            </a:extLst>
          </p:cNvPr>
          <p:cNvSpPr>
            <a:spLocks noGrp="1"/>
          </p:cNvSpPr>
          <p:nvPr userDrawn="1">
            <p:ph type="body" sz="quarter" idx="12" hasCustomPrompt="1"/>
          </p:nvPr>
        </p:nvSpPr>
        <p:spPr>
          <a:xfrm>
            <a:off x="1620881" y="4561745"/>
            <a:ext cx="3188863" cy="1069848"/>
          </a:xfrm>
          <a:prstGeom prst="rect">
            <a:avLst/>
          </a:prstGeom>
        </p:spPr>
        <p:txBody>
          <a:bodyPr tIns="91440" bIns="91440" anchor="ctr"/>
          <a:lstStyle>
            <a:lvl1pPr marL="0" indent="0" algn="ctr" defTabSz="914400">
              <a:buNone/>
              <a:defRPr sz="1600">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13" name="Picture Placeholder 2">
            <a:extLst>
              <a:ext uri="{FF2B5EF4-FFF2-40B4-BE49-F238E27FC236}">
                <a16:creationId xmlns:a16="http://schemas.microsoft.com/office/drawing/2014/main" id="{3CC10419-886C-44EC-8B14-D3DE5367482C}"/>
              </a:ext>
            </a:extLst>
          </p:cNvPr>
          <p:cNvSpPr>
            <a:spLocks noGrp="1" noChangeAspect="1"/>
          </p:cNvSpPr>
          <p:nvPr userDrawn="1">
            <p:ph type="pic" sz="quarter" idx="14" hasCustomPrompt="1"/>
          </p:nvPr>
        </p:nvSpPr>
        <p:spPr>
          <a:xfrm>
            <a:off x="2628900" y="3703320"/>
            <a:ext cx="1188720" cy="405089"/>
          </a:xfrm>
          <a:prstGeom prst="roundRect">
            <a:avLst>
              <a:gd name="adj" fmla="val 50000"/>
            </a:avLst>
          </a:prstGeom>
        </p:spPr>
        <p:txBody>
          <a:bodyPr/>
          <a:lstStyle>
            <a:lvl1pPr>
              <a:defRPr sz="1800"/>
            </a:lvl1pPr>
          </a:lstStyle>
          <a:p>
            <a:r>
              <a:rPr lang="en-US" dirty="0"/>
              <a:t>Songbook</a:t>
            </a:r>
          </a:p>
        </p:txBody>
      </p:sp>
      <p:sp>
        <p:nvSpPr>
          <p:cNvPr id="16" name="Spanish Song Title">
            <a:extLst>
              <a:ext uri="{FF2B5EF4-FFF2-40B4-BE49-F238E27FC236}">
                <a16:creationId xmlns:a16="http://schemas.microsoft.com/office/drawing/2014/main" id="{8D76D5C2-4349-449E-9822-63CBEA493D4D}"/>
              </a:ext>
            </a:extLst>
          </p:cNvPr>
          <p:cNvSpPr>
            <a:spLocks noGrp="1"/>
          </p:cNvSpPr>
          <p:nvPr>
            <p:ph type="body" sz="quarter" idx="19" hasCustomPrompt="1"/>
          </p:nvPr>
        </p:nvSpPr>
        <p:spPr>
          <a:xfrm>
            <a:off x="1636776" y="1892808"/>
            <a:ext cx="3172968" cy="1728216"/>
          </a:xfrm>
          <a:prstGeom prst="rect">
            <a:avLst/>
          </a:prstGeom>
        </p:spPr>
        <p:txBody>
          <a:bodyPr anchor="ctr">
            <a:normAutofit/>
          </a:bodyPr>
          <a:lstStyle>
            <a:lvl1pPr marL="0" indent="0" algn="ctr">
              <a:buNone/>
              <a:defRPr sz="5400" b="0">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19" name="Spanish Credits">
            <a:extLst>
              <a:ext uri="{FF2B5EF4-FFF2-40B4-BE49-F238E27FC236}">
                <a16:creationId xmlns:a16="http://schemas.microsoft.com/office/drawing/2014/main" id="{21B48B08-B8D3-4A9E-9425-A65019C11707}"/>
              </a:ext>
            </a:extLst>
          </p:cNvPr>
          <p:cNvSpPr>
            <a:spLocks noGrp="1"/>
          </p:cNvSpPr>
          <p:nvPr>
            <p:ph type="body" sz="quarter" idx="20" hasCustomPrompt="1"/>
          </p:nvPr>
        </p:nvSpPr>
        <p:spPr>
          <a:xfrm>
            <a:off x="1620881" y="4557925"/>
            <a:ext cx="3191256" cy="1069848"/>
          </a:xfrm>
          <a:prstGeom prst="rect">
            <a:avLst/>
          </a:prstGeom>
        </p:spPr>
        <p:txBody>
          <a:bodyPr tIns="91440" bIns="91440" anchor="ctr"/>
          <a:lstStyle>
            <a:lvl1pPr marL="0" indent="0" algn="ctr" defTabSz="914400">
              <a:buNone/>
              <a:defRPr sz="1600">
                <a:solidFill>
                  <a:schemeClr val="bg1"/>
                </a:solidFill>
                <a:effectLst>
                  <a:outerShdw blurRad="38100" dist="38100" dir="2700000" algn="tl">
                    <a:srgbClr val="000000">
                      <a:alpha val="43137"/>
                    </a:srgbClr>
                  </a:outerShdw>
                </a:effectLst>
                <a:latin typeface="Alegreya Sans Light" panose="00000400000000000000" pitchFamily="50" charset="0"/>
              </a:defRPr>
            </a:lvl1pPr>
          </a:lstStyle>
          <a:p>
            <a:pPr lvl="0"/>
            <a:r>
              <a:rPr lang="en-US" dirty="0"/>
              <a:t>Credits</a:t>
            </a:r>
          </a:p>
        </p:txBody>
      </p:sp>
      <p:sp>
        <p:nvSpPr>
          <p:cNvPr id="52" name="Rectangle: Rounded Corners 51">
            <a:extLst>
              <a:ext uri="{FF2B5EF4-FFF2-40B4-BE49-F238E27FC236}">
                <a16:creationId xmlns:a16="http://schemas.microsoft.com/office/drawing/2014/main" id="{AF16D1EE-EA76-4798-9BA2-E283AC65E152}"/>
              </a:ext>
            </a:extLst>
          </p:cNvPr>
          <p:cNvSpPr/>
          <p:nvPr userDrawn="1"/>
        </p:nvSpPr>
        <p:spPr>
          <a:xfrm>
            <a:off x="5325039" y="4434840"/>
            <a:ext cx="3429000" cy="1828800"/>
          </a:xfrm>
          <a:prstGeom prst="roundRect">
            <a:avLst>
              <a:gd name="adj" fmla="val 9197"/>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dirty="0">
              <a:ln>
                <a:noFill/>
              </a:ln>
              <a:solidFill>
                <a:prstClr val="white"/>
              </a:solidFill>
              <a:effectLst/>
              <a:uLnTx/>
              <a:uFillTx/>
              <a:latin typeface="Calibri"/>
              <a:ea typeface="+mn-ea"/>
              <a:cs typeface="+mn-cs"/>
            </a:endParaRPr>
          </a:p>
        </p:txBody>
      </p:sp>
      <p:sp>
        <p:nvSpPr>
          <p:cNvPr id="53" name="Oval 52">
            <a:extLst>
              <a:ext uri="{FF2B5EF4-FFF2-40B4-BE49-F238E27FC236}">
                <a16:creationId xmlns:a16="http://schemas.microsoft.com/office/drawing/2014/main" id="{EA9284E6-FF08-4ECB-9879-D9D2A311384E}"/>
              </a:ext>
            </a:extLst>
          </p:cNvPr>
          <p:cNvSpPr>
            <a:spLocks noChangeAspect="1"/>
          </p:cNvSpPr>
          <p:nvPr userDrawn="1"/>
        </p:nvSpPr>
        <p:spPr>
          <a:xfrm>
            <a:off x="5326380" y="914400"/>
            <a:ext cx="3427659" cy="3429000"/>
          </a:xfrm>
          <a:prstGeom prst="ellipse">
            <a:avLst/>
          </a:prstGeom>
          <a:solidFill>
            <a:schemeClr val="bg1">
              <a:alpha val="68000"/>
            </a:schemeClr>
          </a:solidFill>
          <a:ln>
            <a:noFill/>
          </a:ln>
        </p:spPr>
        <p:style>
          <a:lnRef idx="1">
            <a:schemeClr val="accent1"/>
          </a:lnRef>
          <a:fillRef idx="3">
            <a:schemeClr val="accent1"/>
          </a:fillRef>
          <a:effectRef idx="2">
            <a:schemeClr val="accent1"/>
          </a:effectRef>
          <a:fontRef idx="minor">
            <a:schemeClr val="lt1"/>
          </a:fontRef>
        </p:style>
        <p:txBody>
          <a:bodyPr lIns="90102" tIns="45031" rIns="90102" bIns="4503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54" name="Content Placeholder 14">
            <a:extLst>
              <a:ext uri="{FF2B5EF4-FFF2-40B4-BE49-F238E27FC236}">
                <a16:creationId xmlns:a16="http://schemas.microsoft.com/office/drawing/2014/main" id="{680C9F90-3987-40CF-83E3-FF4C7FBF309B}"/>
              </a:ext>
            </a:extLst>
          </p:cNvPr>
          <p:cNvSpPr>
            <a:spLocks noGrp="1"/>
          </p:cNvSpPr>
          <p:nvPr>
            <p:ph sz="quarter" idx="52" hasCustomPrompt="1"/>
          </p:nvPr>
        </p:nvSpPr>
        <p:spPr>
          <a:xfrm>
            <a:off x="6248583" y="1133856"/>
            <a:ext cx="1572768" cy="758952"/>
          </a:xfrm>
          <a:prstGeom prst="rect">
            <a:avLst/>
          </a:prstGeom>
        </p:spPr>
        <p:txBody>
          <a:bodyPr/>
          <a:lstStyle>
            <a:lvl1pPr marL="0" indent="0" algn="ctr">
              <a:buNone/>
              <a:defRPr sz="5400" b="1">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123</a:t>
            </a:r>
          </a:p>
        </p:txBody>
      </p:sp>
      <p:sp>
        <p:nvSpPr>
          <p:cNvPr id="55" name="Text Placeholder 18">
            <a:extLst>
              <a:ext uri="{FF2B5EF4-FFF2-40B4-BE49-F238E27FC236}">
                <a16:creationId xmlns:a16="http://schemas.microsoft.com/office/drawing/2014/main" id="{3C99D6CA-D8DB-4320-ACDD-8B94E012E271}"/>
              </a:ext>
            </a:extLst>
          </p:cNvPr>
          <p:cNvSpPr>
            <a:spLocks noGrp="1"/>
          </p:cNvSpPr>
          <p:nvPr>
            <p:ph type="body" sz="quarter" idx="53" hasCustomPrompt="1"/>
          </p:nvPr>
        </p:nvSpPr>
        <p:spPr>
          <a:xfrm>
            <a:off x="5453055" y="1892808"/>
            <a:ext cx="3172968" cy="1728216"/>
          </a:xfrm>
          <a:prstGeom prst="rect">
            <a:avLst/>
          </a:prstGeom>
        </p:spPr>
        <p:txBody>
          <a:bodyPr anchor="ctr">
            <a:normAutofit/>
          </a:bodyPr>
          <a:lstStyle>
            <a:lvl1pPr marL="0" indent="0" algn="ctr">
              <a:buNone/>
              <a:defRPr sz="6000" b="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Song Title</a:t>
            </a:r>
          </a:p>
        </p:txBody>
      </p:sp>
      <p:sp>
        <p:nvSpPr>
          <p:cNvPr id="56" name="Text Placeholder 24">
            <a:extLst>
              <a:ext uri="{FF2B5EF4-FFF2-40B4-BE49-F238E27FC236}">
                <a16:creationId xmlns:a16="http://schemas.microsoft.com/office/drawing/2014/main" id="{9138FE83-618D-4272-8834-716F189F954B}"/>
              </a:ext>
            </a:extLst>
          </p:cNvPr>
          <p:cNvSpPr>
            <a:spLocks noGrp="1"/>
          </p:cNvSpPr>
          <p:nvPr>
            <p:ph type="body" sz="quarter" idx="54" hasCustomPrompt="1"/>
          </p:nvPr>
        </p:nvSpPr>
        <p:spPr>
          <a:xfrm>
            <a:off x="5437160" y="4561745"/>
            <a:ext cx="3188863" cy="1069848"/>
          </a:xfrm>
          <a:prstGeom prst="rect">
            <a:avLst/>
          </a:prstGeom>
        </p:spPr>
        <p:txBody>
          <a:bodyPr tIns="91440" bIns="91440" anchor="ctr"/>
          <a:lstStyle>
            <a:lvl1pPr marL="0" indent="0" algn="ctr" defTabSz="914400">
              <a:buNone/>
              <a:defRPr sz="1600">
                <a:solidFill>
                  <a:schemeClr val="bg2">
                    <a:lumMod val="50000"/>
                  </a:schemeClr>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Credits</a:t>
            </a:r>
          </a:p>
        </p:txBody>
      </p:sp>
      <p:sp>
        <p:nvSpPr>
          <p:cNvPr id="57" name="Picture Placeholder 2">
            <a:extLst>
              <a:ext uri="{FF2B5EF4-FFF2-40B4-BE49-F238E27FC236}">
                <a16:creationId xmlns:a16="http://schemas.microsoft.com/office/drawing/2014/main" id="{A6751229-0F07-4258-AC12-7264733748EE}"/>
              </a:ext>
            </a:extLst>
          </p:cNvPr>
          <p:cNvSpPr>
            <a:spLocks noGrp="1" noChangeAspect="1"/>
          </p:cNvSpPr>
          <p:nvPr>
            <p:ph type="pic" sz="quarter" idx="55" hasCustomPrompt="1"/>
          </p:nvPr>
        </p:nvSpPr>
        <p:spPr>
          <a:xfrm>
            <a:off x="6445179" y="3703320"/>
            <a:ext cx="1188720" cy="405089"/>
          </a:xfrm>
          <a:prstGeom prst="roundRect">
            <a:avLst>
              <a:gd name="adj" fmla="val 50000"/>
            </a:avLst>
          </a:prstGeom>
        </p:spPr>
        <p:txBody>
          <a:bodyPr/>
          <a:lstStyle>
            <a:lvl1pPr>
              <a:defRPr sz="1800"/>
            </a:lvl1pPr>
          </a:lstStyle>
          <a:p>
            <a:r>
              <a:rPr lang="en-US" dirty="0"/>
              <a:t>Songbook</a:t>
            </a:r>
          </a:p>
        </p:txBody>
      </p:sp>
      <p:sp>
        <p:nvSpPr>
          <p:cNvPr id="58" name="Spanish Song Title">
            <a:extLst>
              <a:ext uri="{FF2B5EF4-FFF2-40B4-BE49-F238E27FC236}">
                <a16:creationId xmlns:a16="http://schemas.microsoft.com/office/drawing/2014/main" id="{5F137CD4-9662-44E1-8A0A-FA693A95FA2B}"/>
              </a:ext>
            </a:extLst>
          </p:cNvPr>
          <p:cNvSpPr>
            <a:spLocks noGrp="1"/>
          </p:cNvSpPr>
          <p:nvPr>
            <p:ph type="body" sz="quarter" idx="56" hasCustomPrompt="1"/>
          </p:nvPr>
        </p:nvSpPr>
        <p:spPr>
          <a:xfrm>
            <a:off x="5453055" y="1892808"/>
            <a:ext cx="3172968" cy="1728216"/>
          </a:xfrm>
          <a:prstGeom prst="rect">
            <a:avLst/>
          </a:prstGeom>
        </p:spPr>
        <p:txBody>
          <a:bodyPr anchor="ctr">
            <a:normAutofit/>
          </a:bodyPr>
          <a:lstStyle>
            <a:lvl1pPr marL="0" indent="0" algn="ctr">
              <a:buNone/>
              <a:defRPr sz="5400" b="0">
                <a:solidFill>
                  <a:schemeClr val="bg2">
                    <a:lumMod val="50000"/>
                  </a:schemeClr>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Song Title</a:t>
            </a:r>
          </a:p>
        </p:txBody>
      </p:sp>
      <p:sp>
        <p:nvSpPr>
          <p:cNvPr id="59" name="Spanish Credits">
            <a:extLst>
              <a:ext uri="{FF2B5EF4-FFF2-40B4-BE49-F238E27FC236}">
                <a16:creationId xmlns:a16="http://schemas.microsoft.com/office/drawing/2014/main" id="{DF7C044A-038D-4782-B9EF-BE032880A942}"/>
              </a:ext>
            </a:extLst>
          </p:cNvPr>
          <p:cNvSpPr>
            <a:spLocks noGrp="1"/>
          </p:cNvSpPr>
          <p:nvPr>
            <p:ph type="body" sz="quarter" idx="57" hasCustomPrompt="1"/>
          </p:nvPr>
        </p:nvSpPr>
        <p:spPr>
          <a:xfrm>
            <a:off x="5437160" y="4557925"/>
            <a:ext cx="3191256" cy="1069848"/>
          </a:xfrm>
          <a:prstGeom prst="rect">
            <a:avLst/>
          </a:prstGeom>
        </p:spPr>
        <p:txBody>
          <a:bodyPr tIns="91440" bIns="91440" anchor="ctr"/>
          <a:lstStyle>
            <a:lvl1pPr marL="0" indent="0" algn="ctr" defTabSz="914400">
              <a:buNone/>
              <a:defRPr sz="1600">
                <a:solidFill>
                  <a:schemeClr val="bg2">
                    <a:lumMod val="50000"/>
                  </a:schemeClr>
                </a:solidFill>
                <a:effectLst>
                  <a:outerShdw blurRad="38100" dist="38100" dir="2700000" algn="tl">
                    <a:srgbClr val="000000">
                      <a:alpha val="43137"/>
                    </a:srgbClr>
                  </a:outerShdw>
                </a:effectLst>
                <a:latin typeface="Alegreya Sans Light" panose="00000400000000000000" pitchFamily="50" charset="0"/>
              </a:defRPr>
            </a:lvl1pPr>
          </a:lstStyle>
          <a:p>
            <a:pPr lvl="0"/>
            <a:r>
              <a:rPr lang="en-US" dirty="0"/>
              <a:t>Credits</a:t>
            </a:r>
          </a:p>
        </p:txBody>
      </p:sp>
      <p:sp>
        <p:nvSpPr>
          <p:cNvPr id="7" name="Rectangle: Rounded Corners 6">
            <a:extLst>
              <a:ext uri="{FF2B5EF4-FFF2-40B4-BE49-F238E27FC236}">
                <a16:creationId xmlns:a16="http://schemas.microsoft.com/office/drawing/2014/main" id="{AB894783-F693-4D2E-8A1B-FA967788E219}"/>
              </a:ext>
            </a:extLst>
          </p:cNvPr>
          <p:cNvSpPr/>
          <p:nvPr/>
        </p:nvSpPr>
        <p:spPr>
          <a:xfrm>
            <a:off x="6810375" y="218772"/>
            <a:ext cx="3048000" cy="547119"/>
          </a:xfrm>
          <a:prstGeom prst="roundRect">
            <a:avLst>
              <a:gd name="adj" fmla="val 50000"/>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713203" rtl="0" eaLnBrk="1" fontAlgn="auto" latinLnBrk="0" hangingPunct="1">
              <a:lnSpc>
                <a:spcPct val="100000"/>
              </a:lnSpc>
              <a:spcBef>
                <a:spcPts val="0"/>
              </a:spcBef>
              <a:spcAft>
                <a:spcPts val="0"/>
              </a:spcAft>
              <a:buClrTx/>
              <a:buSzTx/>
              <a:buFontTx/>
              <a:buNone/>
              <a:tabLst/>
              <a:defRPr/>
            </a:pPr>
            <a:endParaRPr kumimoji="0" lang="en-US" sz="1404" b="0" i="0" u="none" strike="noStrike" kern="1200" cap="none" spc="0" normalizeH="0" baseline="0" noProof="0">
              <a:ln>
                <a:noFill/>
              </a:ln>
              <a:solidFill>
                <a:prstClr val="white"/>
              </a:solidFill>
              <a:effectLst/>
              <a:uLnTx/>
              <a:uFillTx/>
              <a:latin typeface="Calibri"/>
              <a:ea typeface="+mn-ea"/>
              <a:cs typeface="+mn-cs"/>
            </a:endParaRPr>
          </a:p>
        </p:txBody>
      </p:sp>
      <p:pic>
        <p:nvPicPr>
          <p:cNvPr id="17" name="Logo English" descr="A picture containing drawing&#10;&#10;Description automatically generated">
            <a:extLst>
              <a:ext uri="{FF2B5EF4-FFF2-40B4-BE49-F238E27FC236}">
                <a16:creationId xmlns:a16="http://schemas.microsoft.com/office/drawing/2014/main" id="{5F04EE8A-BBA3-457C-AD98-DFC699D7862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1511" y="286591"/>
            <a:ext cx="2056384" cy="420624"/>
          </a:xfrm>
          <a:prstGeom prst="rect">
            <a:avLst/>
          </a:prstGeom>
        </p:spPr>
      </p:pic>
      <p:pic>
        <p:nvPicPr>
          <p:cNvPr id="8" name="Spanish Logo" descr="A picture containing window&#10;&#10;Description automatically generated">
            <a:extLst>
              <a:ext uri="{FF2B5EF4-FFF2-40B4-BE49-F238E27FC236}">
                <a16:creationId xmlns:a16="http://schemas.microsoft.com/office/drawing/2014/main" id="{CFEC77F2-AB56-4FCB-B825-7105F5DABAE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011511" y="288684"/>
            <a:ext cx="2056384" cy="420624"/>
          </a:xfrm>
          <a:prstGeom prst="rect">
            <a:avLst/>
          </a:prstGeom>
        </p:spPr>
      </p:pic>
      <p:pic>
        <p:nvPicPr>
          <p:cNvPr id="12" name="silence-10s">
            <a:hlinkClick r:id="" action="ppaction://media"/>
            <a:extLst>
              <a:ext uri="{FF2B5EF4-FFF2-40B4-BE49-F238E27FC236}">
                <a16:creationId xmlns:a16="http://schemas.microsoft.com/office/drawing/2014/main" id="{7A991DD0-CA10-4371-BD94-D3CD5DEFE12E}"/>
              </a:ext>
            </a:extLst>
          </p:cNvPr>
          <p:cNvPicPr>
            <a:picLocks noChangeAspect="1"/>
          </p:cNvPicPr>
          <p:nvPr userDrawn="1">
            <a:audioFile r:link="rId2"/>
            <p:extLst>
              <p:ext uri="{DAA4B4D4-6D71-4841-9C94-3DE7FCFB9230}">
                <p14:media xmlns:p14="http://schemas.microsoft.com/office/powerpoint/2010/main" r:embed="rId1">
                  <p14:bmkLst>
                    <p14:bmk name="Bookmark 1" time="5015.5102"/>
                    <p14:bmk name="Bookmark 2" time="10031.0204"/>
                  </p14:bmkLst>
                </p14:media>
              </p:ext>
            </p:extLst>
          </p:nvPr>
        </p:nvPicPr>
        <p:blipFill>
          <a:blip r:embed="rId6"/>
          <a:stretch>
            <a:fillRect/>
          </a:stretch>
        </p:blipFill>
        <p:spPr>
          <a:xfrm>
            <a:off x="6658258" y="4655772"/>
            <a:ext cx="609600" cy="609600"/>
          </a:xfrm>
          <a:prstGeom prst="rect">
            <a:avLst/>
          </a:prstGeom>
        </p:spPr>
      </p:pic>
      <p:sp>
        <p:nvSpPr>
          <p:cNvPr id="23" name="Content Placeholder 19">
            <a:extLst>
              <a:ext uri="{FF2B5EF4-FFF2-40B4-BE49-F238E27FC236}">
                <a16:creationId xmlns:a16="http://schemas.microsoft.com/office/drawing/2014/main" id="{89D02FA0-F85F-4F1D-86AA-2458D7268C92}"/>
              </a:ext>
            </a:extLst>
          </p:cNvPr>
          <p:cNvSpPr>
            <a:spLocks noGrp="1"/>
          </p:cNvSpPr>
          <p:nvPr>
            <p:ph sz="quarter" idx="23"/>
          </p:nvPr>
        </p:nvSpPr>
        <p:spPr>
          <a:xfrm>
            <a:off x="-457200" y="182880"/>
            <a:ext cx="1463040" cy="5303520"/>
          </a:xfrm>
          <a:prstGeom prst="roundRect">
            <a:avLst>
              <a:gd name="adj" fmla="val 12503"/>
            </a:avLst>
          </a:prstGeom>
          <a:solidFill>
            <a:schemeClr val="bg1">
              <a:lumMod val="50000"/>
              <a:alpha val="50000"/>
            </a:schemeClr>
          </a:solidFill>
        </p:spPr>
        <p:txBody>
          <a:bodyPr/>
          <a:lstStyle>
            <a:lvl1pPr marL="0" indent="0">
              <a:buNone/>
              <a:defRPr/>
            </a:lvl1pPr>
          </a:lstStyle>
          <a:p>
            <a:pPr lvl="0"/>
            <a:endParaRPr lang="en-US" dirty="0"/>
          </a:p>
        </p:txBody>
      </p:sp>
      <p:sp>
        <p:nvSpPr>
          <p:cNvPr id="24" name="Spanish Item 1">
            <a:extLst>
              <a:ext uri="{FF2B5EF4-FFF2-40B4-BE49-F238E27FC236}">
                <a16:creationId xmlns:a16="http://schemas.microsoft.com/office/drawing/2014/main" id="{50B7BC3F-B105-4E03-A4F7-CECC96739E8F}"/>
              </a:ext>
            </a:extLst>
          </p:cNvPr>
          <p:cNvSpPr>
            <a:spLocks noGrp="1"/>
          </p:cNvSpPr>
          <p:nvPr>
            <p:ph type="body" sz="quarter" idx="34" hasCustomPrompt="1"/>
          </p:nvPr>
        </p:nvSpPr>
        <p:spPr>
          <a:xfrm>
            <a:off x="1107881" y="28659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5" name="Spanish Item 2">
            <a:extLst>
              <a:ext uri="{FF2B5EF4-FFF2-40B4-BE49-F238E27FC236}">
                <a16:creationId xmlns:a16="http://schemas.microsoft.com/office/drawing/2014/main" id="{3C01D79D-2FB0-453D-BCE3-99891FF92627}"/>
              </a:ext>
            </a:extLst>
          </p:cNvPr>
          <p:cNvSpPr>
            <a:spLocks noGrp="1"/>
          </p:cNvSpPr>
          <p:nvPr>
            <p:ph type="body" sz="quarter" idx="35" hasCustomPrompt="1"/>
          </p:nvPr>
        </p:nvSpPr>
        <p:spPr>
          <a:xfrm>
            <a:off x="1107881" y="72550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6" name="Spanish Item 3">
            <a:extLst>
              <a:ext uri="{FF2B5EF4-FFF2-40B4-BE49-F238E27FC236}">
                <a16:creationId xmlns:a16="http://schemas.microsoft.com/office/drawing/2014/main" id="{7C519B3D-EC95-4704-9E64-9A04A7CAA540}"/>
              </a:ext>
            </a:extLst>
          </p:cNvPr>
          <p:cNvSpPr>
            <a:spLocks noGrp="1"/>
          </p:cNvSpPr>
          <p:nvPr>
            <p:ph type="body" sz="quarter" idx="36" hasCustomPrompt="1"/>
          </p:nvPr>
        </p:nvSpPr>
        <p:spPr>
          <a:xfrm>
            <a:off x="1107881" y="116441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7" name="Spanish Item 4">
            <a:extLst>
              <a:ext uri="{FF2B5EF4-FFF2-40B4-BE49-F238E27FC236}">
                <a16:creationId xmlns:a16="http://schemas.microsoft.com/office/drawing/2014/main" id="{33958D73-7E7B-4357-8511-E6EFEA0EF953}"/>
              </a:ext>
            </a:extLst>
          </p:cNvPr>
          <p:cNvSpPr>
            <a:spLocks noGrp="1"/>
          </p:cNvSpPr>
          <p:nvPr>
            <p:ph type="body" sz="quarter" idx="37" hasCustomPrompt="1"/>
          </p:nvPr>
        </p:nvSpPr>
        <p:spPr>
          <a:xfrm>
            <a:off x="1068912" y="160097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8" name="Spanish Item 5">
            <a:extLst>
              <a:ext uri="{FF2B5EF4-FFF2-40B4-BE49-F238E27FC236}">
                <a16:creationId xmlns:a16="http://schemas.microsoft.com/office/drawing/2014/main" id="{3C32C377-FE81-46AD-B5EA-CA83F2C50472}"/>
              </a:ext>
            </a:extLst>
          </p:cNvPr>
          <p:cNvSpPr>
            <a:spLocks noGrp="1"/>
          </p:cNvSpPr>
          <p:nvPr>
            <p:ph type="body" sz="quarter" idx="38" hasCustomPrompt="1"/>
          </p:nvPr>
        </p:nvSpPr>
        <p:spPr>
          <a:xfrm>
            <a:off x="1068912" y="2037529"/>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29" name="Spanish Item 6">
            <a:extLst>
              <a:ext uri="{FF2B5EF4-FFF2-40B4-BE49-F238E27FC236}">
                <a16:creationId xmlns:a16="http://schemas.microsoft.com/office/drawing/2014/main" id="{24E25697-1C79-4363-9138-ACA09C23160B}"/>
              </a:ext>
            </a:extLst>
          </p:cNvPr>
          <p:cNvSpPr>
            <a:spLocks noGrp="1"/>
          </p:cNvSpPr>
          <p:nvPr>
            <p:ph type="body" sz="quarter" idx="39" hasCustomPrompt="1"/>
          </p:nvPr>
        </p:nvSpPr>
        <p:spPr>
          <a:xfrm>
            <a:off x="1068912" y="2474086"/>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0" name="Spanish Item 7">
            <a:extLst>
              <a:ext uri="{FF2B5EF4-FFF2-40B4-BE49-F238E27FC236}">
                <a16:creationId xmlns:a16="http://schemas.microsoft.com/office/drawing/2014/main" id="{D962CC2E-FEE1-4122-A32D-46F76EACF228}"/>
              </a:ext>
            </a:extLst>
          </p:cNvPr>
          <p:cNvSpPr>
            <a:spLocks noGrp="1"/>
          </p:cNvSpPr>
          <p:nvPr>
            <p:ph type="body" sz="quarter" idx="40" hasCustomPrompt="1"/>
          </p:nvPr>
        </p:nvSpPr>
        <p:spPr>
          <a:xfrm>
            <a:off x="1068912" y="291064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1" name="Spanish Item 8">
            <a:extLst>
              <a:ext uri="{FF2B5EF4-FFF2-40B4-BE49-F238E27FC236}">
                <a16:creationId xmlns:a16="http://schemas.microsoft.com/office/drawing/2014/main" id="{A085EB3B-7641-446C-8E16-BEC58C3865D6}"/>
              </a:ext>
            </a:extLst>
          </p:cNvPr>
          <p:cNvSpPr>
            <a:spLocks noGrp="1"/>
          </p:cNvSpPr>
          <p:nvPr>
            <p:ph type="body" sz="quarter" idx="41" hasCustomPrompt="1"/>
          </p:nvPr>
        </p:nvSpPr>
        <p:spPr>
          <a:xfrm>
            <a:off x="1068912" y="334720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2" name="Spanish Item 9">
            <a:extLst>
              <a:ext uri="{FF2B5EF4-FFF2-40B4-BE49-F238E27FC236}">
                <a16:creationId xmlns:a16="http://schemas.microsoft.com/office/drawing/2014/main" id="{37976B9B-046C-4D80-BAE0-2370AF4F68A5}"/>
              </a:ext>
            </a:extLst>
          </p:cNvPr>
          <p:cNvSpPr>
            <a:spLocks noGrp="1"/>
          </p:cNvSpPr>
          <p:nvPr>
            <p:ph type="body" sz="quarter" idx="42" hasCustomPrompt="1"/>
          </p:nvPr>
        </p:nvSpPr>
        <p:spPr>
          <a:xfrm>
            <a:off x="1068912" y="3783757"/>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3" name="Spanish Item 10">
            <a:extLst>
              <a:ext uri="{FF2B5EF4-FFF2-40B4-BE49-F238E27FC236}">
                <a16:creationId xmlns:a16="http://schemas.microsoft.com/office/drawing/2014/main" id="{169CA6FA-929D-447C-8DCE-A9B9F0CEE8EF}"/>
              </a:ext>
            </a:extLst>
          </p:cNvPr>
          <p:cNvSpPr>
            <a:spLocks noGrp="1"/>
          </p:cNvSpPr>
          <p:nvPr>
            <p:ph type="body" sz="quarter" idx="43" hasCustomPrompt="1"/>
          </p:nvPr>
        </p:nvSpPr>
        <p:spPr>
          <a:xfrm>
            <a:off x="1068912" y="422031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4" name="Spanish Item 11">
            <a:extLst>
              <a:ext uri="{FF2B5EF4-FFF2-40B4-BE49-F238E27FC236}">
                <a16:creationId xmlns:a16="http://schemas.microsoft.com/office/drawing/2014/main" id="{52F8C99B-A5BF-4F67-A48F-01B4A300BF9F}"/>
              </a:ext>
            </a:extLst>
          </p:cNvPr>
          <p:cNvSpPr>
            <a:spLocks noGrp="1"/>
          </p:cNvSpPr>
          <p:nvPr>
            <p:ph type="body" sz="quarter" idx="44" hasCustomPrompt="1"/>
          </p:nvPr>
        </p:nvSpPr>
        <p:spPr>
          <a:xfrm>
            <a:off x="1068912" y="465687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5" name="Spanish Item 12">
            <a:extLst>
              <a:ext uri="{FF2B5EF4-FFF2-40B4-BE49-F238E27FC236}">
                <a16:creationId xmlns:a16="http://schemas.microsoft.com/office/drawing/2014/main" id="{D5BF7C34-69F1-4175-9B5A-5C2D94DD6F98}"/>
              </a:ext>
            </a:extLst>
          </p:cNvPr>
          <p:cNvSpPr>
            <a:spLocks noGrp="1"/>
          </p:cNvSpPr>
          <p:nvPr>
            <p:ph type="body" sz="quarter" idx="45" hasCustomPrompt="1"/>
          </p:nvPr>
        </p:nvSpPr>
        <p:spPr>
          <a:xfrm>
            <a:off x="1068912" y="5093428"/>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6" name="Spanish Item 13">
            <a:extLst>
              <a:ext uri="{FF2B5EF4-FFF2-40B4-BE49-F238E27FC236}">
                <a16:creationId xmlns:a16="http://schemas.microsoft.com/office/drawing/2014/main" id="{34F081F5-6A19-4F84-9A6A-56539870372D}"/>
              </a:ext>
            </a:extLst>
          </p:cNvPr>
          <p:cNvSpPr>
            <a:spLocks noGrp="1"/>
          </p:cNvSpPr>
          <p:nvPr>
            <p:ph type="body" sz="quarter" idx="46" hasCustomPrompt="1"/>
          </p:nvPr>
        </p:nvSpPr>
        <p:spPr>
          <a:xfrm>
            <a:off x="1068912" y="552998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7" name="Spanish Item 14">
            <a:extLst>
              <a:ext uri="{FF2B5EF4-FFF2-40B4-BE49-F238E27FC236}">
                <a16:creationId xmlns:a16="http://schemas.microsoft.com/office/drawing/2014/main" id="{0B11674E-C139-4CA1-A2EA-2EDE74E53DFA}"/>
              </a:ext>
            </a:extLst>
          </p:cNvPr>
          <p:cNvSpPr>
            <a:spLocks noGrp="1"/>
          </p:cNvSpPr>
          <p:nvPr>
            <p:ph type="body" sz="quarter" idx="47" hasCustomPrompt="1"/>
          </p:nvPr>
        </p:nvSpPr>
        <p:spPr>
          <a:xfrm>
            <a:off x="1068912" y="596654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400" b="1">
                <a:solidFill>
                  <a:schemeClr val="bg1"/>
                </a:solidFill>
                <a:effectLst>
                  <a:outerShdw blurRad="38100" dist="38100" dir="2700000" algn="tl">
                    <a:srgbClr val="000000">
                      <a:alpha val="43137"/>
                    </a:srgbClr>
                  </a:outerShdw>
                </a:effectLst>
                <a:latin typeface="Alegreya Sans Medium" panose="00000600000000000000" pitchFamily="50" charset="0"/>
              </a:defRPr>
            </a:lvl1pPr>
          </a:lstStyle>
          <a:p>
            <a:pPr lvl="0"/>
            <a:r>
              <a:rPr lang="en-US" dirty="0"/>
              <a:t>Item</a:t>
            </a:r>
          </a:p>
        </p:txBody>
      </p:sp>
      <p:sp>
        <p:nvSpPr>
          <p:cNvPr id="38" name="English Item 1">
            <a:extLst>
              <a:ext uri="{FF2B5EF4-FFF2-40B4-BE49-F238E27FC236}">
                <a16:creationId xmlns:a16="http://schemas.microsoft.com/office/drawing/2014/main" id="{64511456-FC51-47DD-BFD0-4943429CABE3}"/>
              </a:ext>
            </a:extLst>
          </p:cNvPr>
          <p:cNvSpPr>
            <a:spLocks noGrp="1"/>
          </p:cNvSpPr>
          <p:nvPr>
            <p:ph type="body" sz="quarter" idx="48" hasCustomPrompt="1"/>
          </p:nvPr>
        </p:nvSpPr>
        <p:spPr>
          <a:xfrm>
            <a:off x="91440" y="27432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39" name="English Item 2">
            <a:extLst>
              <a:ext uri="{FF2B5EF4-FFF2-40B4-BE49-F238E27FC236}">
                <a16:creationId xmlns:a16="http://schemas.microsoft.com/office/drawing/2014/main" id="{77FFD70F-11D8-4F0B-9C11-71C2BC7F3339}"/>
              </a:ext>
            </a:extLst>
          </p:cNvPr>
          <p:cNvSpPr>
            <a:spLocks noGrp="1"/>
          </p:cNvSpPr>
          <p:nvPr>
            <p:ph type="body" sz="quarter" idx="49" hasCustomPrompt="1"/>
          </p:nvPr>
        </p:nvSpPr>
        <p:spPr>
          <a:xfrm>
            <a:off x="91440" y="71323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0" name="English Item 3">
            <a:extLst>
              <a:ext uri="{FF2B5EF4-FFF2-40B4-BE49-F238E27FC236}">
                <a16:creationId xmlns:a16="http://schemas.microsoft.com/office/drawing/2014/main" id="{F87C32C9-B3F7-4468-9E26-D649E1154BC2}"/>
              </a:ext>
            </a:extLst>
          </p:cNvPr>
          <p:cNvSpPr>
            <a:spLocks noGrp="1"/>
          </p:cNvSpPr>
          <p:nvPr>
            <p:ph type="body" sz="quarter" idx="50" hasCustomPrompt="1"/>
          </p:nvPr>
        </p:nvSpPr>
        <p:spPr>
          <a:xfrm>
            <a:off x="91440" y="115214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1" name="English Item 4">
            <a:extLst>
              <a:ext uri="{FF2B5EF4-FFF2-40B4-BE49-F238E27FC236}">
                <a16:creationId xmlns:a16="http://schemas.microsoft.com/office/drawing/2014/main" id="{25544223-978A-496C-AFE7-E04E9DD3B1E4}"/>
              </a:ext>
            </a:extLst>
          </p:cNvPr>
          <p:cNvSpPr>
            <a:spLocks noGrp="1"/>
          </p:cNvSpPr>
          <p:nvPr>
            <p:ph type="body" sz="quarter" idx="51" hasCustomPrompt="1"/>
          </p:nvPr>
        </p:nvSpPr>
        <p:spPr>
          <a:xfrm>
            <a:off x="52471" y="158870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2" name="English Item 5">
            <a:extLst>
              <a:ext uri="{FF2B5EF4-FFF2-40B4-BE49-F238E27FC236}">
                <a16:creationId xmlns:a16="http://schemas.microsoft.com/office/drawing/2014/main" id="{70142A18-F862-4599-B43A-74683EE03740}"/>
              </a:ext>
            </a:extLst>
          </p:cNvPr>
          <p:cNvSpPr>
            <a:spLocks noGrp="1"/>
          </p:cNvSpPr>
          <p:nvPr>
            <p:ph type="body" sz="quarter" idx="24" hasCustomPrompt="1"/>
          </p:nvPr>
        </p:nvSpPr>
        <p:spPr>
          <a:xfrm>
            <a:off x="52471" y="2025258"/>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3" name="English Item 6">
            <a:extLst>
              <a:ext uri="{FF2B5EF4-FFF2-40B4-BE49-F238E27FC236}">
                <a16:creationId xmlns:a16="http://schemas.microsoft.com/office/drawing/2014/main" id="{FB224DD5-2774-4F12-B0B6-28C7446947A5}"/>
              </a:ext>
            </a:extLst>
          </p:cNvPr>
          <p:cNvSpPr>
            <a:spLocks noGrp="1"/>
          </p:cNvSpPr>
          <p:nvPr>
            <p:ph type="body" sz="quarter" idx="25" hasCustomPrompt="1"/>
          </p:nvPr>
        </p:nvSpPr>
        <p:spPr>
          <a:xfrm>
            <a:off x="52471" y="2461815"/>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4" name="English Item 7">
            <a:extLst>
              <a:ext uri="{FF2B5EF4-FFF2-40B4-BE49-F238E27FC236}">
                <a16:creationId xmlns:a16="http://schemas.microsoft.com/office/drawing/2014/main" id="{3C792080-92A6-4656-99EF-B192654536F3}"/>
              </a:ext>
            </a:extLst>
          </p:cNvPr>
          <p:cNvSpPr>
            <a:spLocks noGrp="1"/>
          </p:cNvSpPr>
          <p:nvPr>
            <p:ph type="body" sz="quarter" idx="26" hasCustomPrompt="1"/>
          </p:nvPr>
        </p:nvSpPr>
        <p:spPr>
          <a:xfrm>
            <a:off x="52471" y="2898372"/>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5" name="English Item 8">
            <a:extLst>
              <a:ext uri="{FF2B5EF4-FFF2-40B4-BE49-F238E27FC236}">
                <a16:creationId xmlns:a16="http://schemas.microsoft.com/office/drawing/2014/main" id="{43990215-9E95-4F3F-A512-2C8388A8E1C0}"/>
              </a:ext>
            </a:extLst>
          </p:cNvPr>
          <p:cNvSpPr>
            <a:spLocks noGrp="1"/>
          </p:cNvSpPr>
          <p:nvPr>
            <p:ph type="body" sz="quarter" idx="27" hasCustomPrompt="1"/>
          </p:nvPr>
        </p:nvSpPr>
        <p:spPr>
          <a:xfrm>
            <a:off x="52471" y="3334929"/>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6" name="English Item 9">
            <a:extLst>
              <a:ext uri="{FF2B5EF4-FFF2-40B4-BE49-F238E27FC236}">
                <a16:creationId xmlns:a16="http://schemas.microsoft.com/office/drawing/2014/main" id="{C9AF262B-0E8B-401A-911E-4903359CE8F1}"/>
              </a:ext>
            </a:extLst>
          </p:cNvPr>
          <p:cNvSpPr>
            <a:spLocks noGrp="1"/>
          </p:cNvSpPr>
          <p:nvPr>
            <p:ph type="body" sz="quarter" idx="28" hasCustomPrompt="1"/>
          </p:nvPr>
        </p:nvSpPr>
        <p:spPr>
          <a:xfrm>
            <a:off x="52471" y="3771486"/>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7" name="English Item 10">
            <a:extLst>
              <a:ext uri="{FF2B5EF4-FFF2-40B4-BE49-F238E27FC236}">
                <a16:creationId xmlns:a16="http://schemas.microsoft.com/office/drawing/2014/main" id="{C48066A8-CD95-44E1-B350-279359E486D8}"/>
              </a:ext>
            </a:extLst>
          </p:cNvPr>
          <p:cNvSpPr>
            <a:spLocks noGrp="1"/>
          </p:cNvSpPr>
          <p:nvPr>
            <p:ph type="body" sz="quarter" idx="29" hasCustomPrompt="1"/>
          </p:nvPr>
        </p:nvSpPr>
        <p:spPr>
          <a:xfrm>
            <a:off x="52471" y="4208043"/>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8" name="English Item 11">
            <a:extLst>
              <a:ext uri="{FF2B5EF4-FFF2-40B4-BE49-F238E27FC236}">
                <a16:creationId xmlns:a16="http://schemas.microsoft.com/office/drawing/2014/main" id="{3BDF1151-7B7E-4F3C-A872-C2120EC76A32}"/>
              </a:ext>
            </a:extLst>
          </p:cNvPr>
          <p:cNvSpPr>
            <a:spLocks noGrp="1"/>
          </p:cNvSpPr>
          <p:nvPr>
            <p:ph type="body" sz="quarter" idx="30" hasCustomPrompt="1"/>
          </p:nvPr>
        </p:nvSpPr>
        <p:spPr>
          <a:xfrm>
            <a:off x="52471" y="4644600"/>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49" name="English Item 12">
            <a:extLst>
              <a:ext uri="{FF2B5EF4-FFF2-40B4-BE49-F238E27FC236}">
                <a16:creationId xmlns:a16="http://schemas.microsoft.com/office/drawing/2014/main" id="{9330F07F-E095-4B99-B3F0-D000A080368B}"/>
              </a:ext>
            </a:extLst>
          </p:cNvPr>
          <p:cNvSpPr>
            <a:spLocks noGrp="1"/>
          </p:cNvSpPr>
          <p:nvPr>
            <p:ph type="body" sz="quarter" idx="31" hasCustomPrompt="1"/>
          </p:nvPr>
        </p:nvSpPr>
        <p:spPr>
          <a:xfrm>
            <a:off x="52471" y="5081157"/>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50" name="English Item 13">
            <a:extLst>
              <a:ext uri="{FF2B5EF4-FFF2-40B4-BE49-F238E27FC236}">
                <a16:creationId xmlns:a16="http://schemas.microsoft.com/office/drawing/2014/main" id="{85021B58-4CDE-4E99-8A7B-ACF14CB48BE4}"/>
              </a:ext>
            </a:extLst>
          </p:cNvPr>
          <p:cNvSpPr>
            <a:spLocks noGrp="1"/>
          </p:cNvSpPr>
          <p:nvPr>
            <p:ph type="body" sz="quarter" idx="32" hasCustomPrompt="1"/>
          </p:nvPr>
        </p:nvSpPr>
        <p:spPr>
          <a:xfrm>
            <a:off x="52471" y="5517714"/>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
        <p:nvSpPr>
          <p:cNvPr id="51" name="English Item 14">
            <a:extLst>
              <a:ext uri="{FF2B5EF4-FFF2-40B4-BE49-F238E27FC236}">
                <a16:creationId xmlns:a16="http://schemas.microsoft.com/office/drawing/2014/main" id="{D7BF4D17-421D-4CBB-B002-3920B96C33DB}"/>
              </a:ext>
            </a:extLst>
          </p:cNvPr>
          <p:cNvSpPr>
            <a:spLocks noGrp="1"/>
          </p:cNvSpPr>
          <p:nvPr>
            <p:ph type="body" sz="quarter" idx="33" hasCustomPrompt="1"/>
          </p:nvPr>
        </p:nvSpPr>
        <p:spPr>
          <a:xfrm>
            <a:off x="52471" y="5954271"/>
            <a:ext cx="841248" cy="365760"/>
          </a:xfrm>
          <a:prstGeom prst="roundRect">
            <a:avLst>
              <a:gd name="adj" fmla="val 50000"/>
            </a:avLst>
          </a:prstGeom>
          <a:solidFill>
            <a:schemeClr val="bg1">
              <a:lumMod val="50000"/>
              <a:alpha val="85000"/>
            </a:schemeClr>
          </a:solidFill>
          <a:effectLst>
            <a:outerShdw blurRad="50800" dist="38100" dir="2700000" algn="tl" rotWithShape="0">
              <a:prstClr val="black">
                <a:alpha val="40000"/>
              </a:prstClr>
            </a:outerShdw>
          </a:effectLst>
        </p:spPr>
        <p:txBody>
          <a:bodyPr lIns="0" tIns="0" rIns="0" bIns="0" anchor="ctr"/>
          <a:lstStyle>
            <a:lvl1pPr marL="0" indent="0" algn="ctr">
              <a:buNone/>
              <a:defRPr sz="1200" b="1">
                <a:solidFill>
                  <a:schemeClr val="bg1"/>
                </a:solidFill>
                <a:effectLst>
                  <a:outerShdw blurRad="38100" dist="38100" dir="2700000" algn="tl">
                    <a:srgbClr val="000000">
                      <a:alpha val="43137"/>
                    </a:srgbClr>
                  </a:outerShdw>
                </a:effectLst>
                <a:latin typeface="Century Gothic" panose="020B0502020202020204" pitchFamily="34" charset="0"/>
              </a:defRPr>
            </a:lvl1pPr>
          </a:lstStyle>
          <a:p>
            <a:pPr lvl="0"/>
            <a:r>
              <a:rPr lang="en-US" dirty="0"/>
              <a:t>Item</a:t>
            </a:r>
          </a:p>
        </p:txBody>
      </p:sp>
    </p:spTree>
    <p:extLst>
      <p:ext uri="{BB962C8B-B14F-4D97-AF65-F5344CB8AC3E}">
        <p14:creationId xmlns:p14="http://schemas.microsoft.com/office/powerpoint/2010/main" val="32782060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12"/>
                    </p:tgtEl>
                  </p:cMediaNode>
                </p:audio>
                <p:seq concurrent="1" nextAc="seek">
                  <p:cTn id="8" restart="whenNotActive" fill="hold" evtFilter="cancelBubble" nodeType="interactiveSeq">
                    <p:stCondLst>
                      <p:cond evt="onMediaBookmark" delay="0">
                        <p:tgtEl>
                          <p14:bmkTgt spid="12" bmkName="Bookmark 1"/>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xEl>
                                                  <p:pRg st="0" end="0"/>
                                                </p:txEl>
                                              </p:spTgt>
                                            </p:tgtEl>
                                            <p:attrNameLst>
                                              <p:attrName>style.visibility</p:attrName>
                                            </p:attrNameLst>
                                          </p:cBhvr>
                                          <p:to>
                                            <p:strVal val="visible"/>
                                          </p:to>
                                        </p:set>
                                        <p:animEffect transition="in" filter="fade">
                                          <p:cBhvr>
                                            <p:cTn id="16" dur="1000"/>
                                            <p:tgtEl>
                                              <p:spTgt spid="1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xEl>
                                                  <p:pRg st="0" end="0"/>
                                                </p:txEl>
                                              </p:spTgt>
                                            </p:tgtEl>
                                            <p:attrNameLst>
                                              <p:attrName>style.visibility</p:attrName>
                                            </p:attrNameLst>
                                          </p:cBhvr>
                                          <p:to>
                                            <p:strVal val="visible"/>
                                          </p:to>
                                        </p:set>
                                        <p:animEffect transition="in" filter="fade">
                                          <p:cBhvr>
                                            <p:cTn id="19" dur="1000"/>
                                            <p:tgtEl>
                                              <p:spTgt spid="16">
                                                <p:txEl>
                                                  <p:pRg st="0" end="0"/>
                                                </p:txEl>
                                              </p:spTgt>
                                            </p:tgtEl>
                                          </p:cBhvr>
                                        </p:animEffect>
                                      </p:childTnLst>
                                    </p:cTn>
                                  </p:par>
                                  <p:par>
                                    <p:cTn id="20" presetID="10" presetClass="exit" presetSubtype="0" fill="hold" nodeType="withEffect">
                                      <p:stCondLst>
                                        <p:cond delay="0"/>
                                      </p:stCondLst>
                                      <p:childTnLst>
                                        <p:animEffect transition="out" filter="fade">
                                          <p:cBhvr>
                                            <p:cTn id="21" dur="1000"/>
                                            <p:tgtEl>
                                              <p:spTgt spid="17"/>
                                            </p:tgtEl>
                                          </p:cBhvr>
                                        </p:animEffect>
                                        <p:set>
                                          <p:cBhvr>
                                            <p:cTn id="22" dur="1" fill="hold">
                                              <p:stCondLst>
                                                <p:cond delay="999"/>
                                              </p:stCondLst>
                                            </p:cTn>
                                            <p:tgtEl>
                                              <p:spTgt spid="17"/>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4" dur="1000"/>
                                            <p:tgtEl>
                                              <p:spTgt spid="11">
                                                <p:txEl>
                                                  <p:pRg st="0" end="0"/>
                                                </p:txEl>
                                              </p:spTgt>
                                            </p:tgtEl>
                                          </p:cBhvr>
                                        </p:animEffect>
                                        <p:set>
                                          <p:cBhvr>
                                            <p:cTn id="25" dur="1" fill="hold">
                                              <p:stCondLst>
                                                <p:cond delay="999"/>
                                              </p:stCondLst>
                                            </p:cTn>
                                            <p:tgtEl>
                                              <p:spTgt spid="11">
                                                <p:txEl>
                                                  <p:pRg st="0" end="0"/>
                                                </p:txEl>
                                              </p:spTgt>
                                            </p:tgtEl>
                                            <p:attrNameLst>
                                              <p:attrName>style.visibility</p:attrName>
                                            </p:attrNameLst>
                                          </p:cBhvr>
                                          <p:to>
                                            <p:strVal val="hidden"/>
                                          </p:to>
                                        </p:set>
                                      </p:childTnLst>
                                    </p:cTn>
                                  </p:par>
                                  <p:par>
                                    <p:cTn id="26" presetID="10" presetClass="exit" presetSubtype="0" fill="hold" grpId="0" nodeType="withEffect">
                                      <p:stCondLst>
                                        <p:cond delay="0"/>
                                      </p:stCondLst>
                                      <p:childTnLst>
                                        <p:animEffect transition="out" filter="fade">
                                          <p:cBhvr>
                                            <p:cTn id="27" dur="1000"/>
                                            <p:tgtEl>
                                              <p:spTgt spid="10">
                                                <p:txEl>
                                                  <p:pRg st="0" end="0"/>
                                                </p:txEl>
                                              </p:spTgt>
                                            </p:tgtEl>
                                          </p:cBhvr>
                                        </p:animEffect>
                                        <p:set>
                                          <p:cBhvr>
                                            <p:cTn id="28" dur="1" fill="hold">
                                              <p:stCondLst>
                                                <p:cond delay="999"/>
                                              </p:stCondLst>
                                            </p:cTn>
                                            <p:tgtEl>
                                              <p:spTgt spid="10">
                                                <p:txEl>
                                                  <p:pRg st="0" end="0"/>
                                                </p:txEl>
                                              </p:spTgt>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30" dur="1000"/>
                                            <p:tgtEl>
                                              <p:spTgt spid="38"/>
                                            </p:tgtEl>
                                          </p:cBhvr>
                                        </p:animEffect>
                                        <p:set>
                                          <p:cBhvr>
                                            <p:cTn id="31" dur="1" fill="hold">
                                              <p:stCondLst>
                                                <p:cond delay="999"/>
                                              </p:stCondLst>
                                            </p:cTn>
                                            <p:tgtEl>
                                              <p:spTgt spid="38"/>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1000"/>
                                            <p:tgtEl>
                                              <p:spTgt spid="39"/>
                                            </p:tgtEl>
                                          </p:cBhvr>
                                        </p:animEffect>
                                        <p:set>
                                          <p:cBhvr>
                                            <p:cTn id="34" dur="1" fill="hold">
                                              <p:stCondLst>
                                                <p:cond delay="999"/>
                                              </p:stCondLst>
                                            </p:cTn>
                                            <p:tgtEl>
                                              <p:spTgt spid="39"/>
                                            </p:tgtEl>
                                            <p:attrNameLst>
                                              <p:attrName>style.visibility</p:attrName>
                                            </p:attrNameLst>
                                          </p:cBhvr>
                                          <p:to>
                                            <p:strVal val="hidden"/>
                                          </p:to>
                                        </p:set>
                                      </p:childTnLst>
                                    </p:cTn>
                                  </p:par>
                                  <p:par>
                                    <p:cTn id="35" presetID="10" presetClass="exit" presetSubtype="0" fill="hold" grpId="0" nodeType="withEffect">
                                      <p:stCondLst>
                                        <p:cond delay="0"/>
                                      </p:stCondLst>
                                      <p:childTnLst>
                                        <p:animEffect transition="out" filter="fade">
                                          <p:cBhvr>
                                            <p:cTn id="36" dur="1000"/>
                                            <p:tgtEl>
                                              <p:spTgt spid="40"/>
                                            </p:tgtEl>
                                          </p:cBhvr>
                                        </p:animEffect>
                                        <p:set>
                                          <p:cBhvr>
                                            <p:cTn id="37" dur="1" fill="hold">
                                              <p:stCondLst>
                                                <p:cond delay="999"/>
                                              </p:stCondLst>
                                            </p:cTn>
                                            <p:tgtEl>
                                              <p:spTgt spid="40"/>
                                            </p:tgtEl>
                                            <p:attrNameLst>
                                              <p:attrName>style.visibility</p:attrName>
                                            </p:attrNameLst>
                                          </p:cBhvr>
                                          <p:to>
                                            <p:strVal val="hidden"/>
                                          </p:to>
                                        </p:set>
                                      </p:childTnLst>
                                    </p:cTn>
                                  </p:par>
                                  <p:par>
                                    <p:cTn id="38" presetID="10" presetClass="exit" presetSubtype="0" fill="hold" grpId="0" nodeType="withEffect">
                                      <p:stCondLst>
                                        <p:cond delay="0"/>
                                      </p:stCondLst>
                                      <p:childTnLst>
                                        <p:animEffect transition="out" filter="fade">
                                          <p:cBhvr>
                                            <p:cTn id="39" dur="1000"/>
                                            <p:tgtEl>
                                              <p:spTgt spid="41"/>
                                            </p:tgtEl>
                                          </p:cBhvr>
                                        </p:animEffect>
                                        <p:set>
                                          <p:cBhvr>
                                            <p:cTn id="40" dur="1" fill="hold">
                                              <p:stCondLst>
                                                <p:cond delay="999"/>
                                              </p:stCondLst>
                                            </p:cTn>
                                            <p:tgtEl>
                                              <p:spTgt spid="41"/>
                                            </p:tgtEl>
                                            <p:attrNameLst>
                                              <p:attrName>style.visibility</p:attrName>
                                            </p:attrNameLst>
                                          </p:cBhvr>
                                          <p:to>
                                            <p:strVal val="hidden"/>
                                          </p:to>
                                        </p:set>
                                      </p:childTnLst>
                                    </p:cTn>
                                  </p:par>
                                  <p:par>
                                    <p:cTn id="41" presetID="10" presetClass="exit" presetSubtype="0" fill="hold" grpId="0" nodeType="withEffect">
                                      <p:stCondLst>
                                        <p:cond delay="0"/>
                                      </p:stCondLst>
                                      <p:childTnLst>
                                        <p:animEffect transition="out" filter="fade">
                                          <p:cBhvr>
                                            <p:cTn id="42" dur="1000"/>
                                            <p:tgtEl>
                                              <p:spTgt spid="42"/>
                                            </p:tgtEl>
                                          </p:cBhvr>
                                        </p:animEffect>
                                        <p:set>
                                          <p:cBhvr>
                                            <p:cTn id="43" dur="1" fill="hold">
                                              <p:stCondLst>
                                                <p:cond delay="999"/>
                                              </p:stCondLst>
                                            </p:cTn>
                                            <p:tgtEl>
                                              <p:spTgt spid="42"/>
                                            </p:tgtEl>
                                            <p:attrNameLst>
                                              <p:attrName>style.visibility</p:attrName>
                                            </p:attrNameLst>
                                          </p:cBhvr>
                                          <p:to>
                                            <p:strVal val="hidden"/>
                                          </p:to>
                                        </p:set>
                                      </p:childTnLst>
                                    </p:cTn>
                                  </p:par>
                                  <p:par>
                                    <p:cTn id="44" presetID="10" presetClass="exit" presetSubtype="0" fill="hold" grpId="0" nodeType="withEffect">
                                      <p:stCondLst>
                                        <p:cond delay="0"/>
                                      </p:stCondLst>
                                      <p:childTnLst>
                                        <p:animEffect transition="out" filter="fade">
                                          <p:cBhvr>
                                            <p:cTn id="45" dur="1000"/>
                                            <p:tgtEl>
                                              <p:spTgt spid="43"/>
                                            </p:tgtEl>
                                          </p:cBhvr>
                                        </p:animEffect>
                                        <p:set>
                                          <p:cBhvr>
                                            <p:cTn id="46" dur="1" fill="hold">
                                              <p:stCondLst>
                                                <p:cond delay="999"/>
                                              </p:stCondLst>
                                            </p:cTn>
                                            <p:tgtEl>
                                              <p:spTgt spid="43"/>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1000"/>
                                            <p:tgtEl>
                                              <p:spTgt spid="44"/>
                                            </p:tgtEl>
                                          </p:cBhvr>
                                        </p:animEffect>
                                        <p:set>
                                          <p:cBhvr>
                                            <p:cTn id="49" dur="1" fill="hold">
                                              <p:stCondLst>
                                                <p:cond delay="999"/>
                                              </p:stCondLst>
                                            </p:cTn>
                                            <p:tgtEl>
                                              <p:spTgt spid="44"/>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51" dur="1000"/>
                                            <p:tgtEl>
                                              <p:spTgt spid="45"/>
                                            </p:tgtEl>
                                          </p:cBhvr>
                                        </p:animEffect>
                                        <p:set>
                                          <p:cBhvr>
                                            <p:cTn id="52" dur="1" fill="hold">
                                              <p:stCondLst>
                                                <p:cond delay="999"/>
                                              </p:stCondLst>
                                            </p:cTn>
                                            <p:tgtEl>
                                              <p:spTgt spid="45"/>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4" dur="1000"/>
                                            <p:tgtEl>
                                              <p:spTgt spid="46"/>
                                            </p:tgtEl>
                                          </p:cBhvr>
                                        </p:animEffect>
                                        <p:set>
                                          <p:cBhvr>
                                            <p:cTn id="55" dur="1" fill="hold">
                                              <p:stCondLst>
                                                <p:cond delay="999"/>
                                              </p:stCondLst>
                                            </p:cTn>
                                            <p:tgtEl>
                                              <p:spTgt spid="46"/>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7" dur="1000"/>
                                            <p:tgtEl>
                                              <p:spTgt spid="47"/>
                                            </p:tgtEl>
                                          </p:cBhvr>
                                        </p:animEffect>
                                        <p:set>
                                          <p:cBhvr>
                                            <p:cTn id="58" dur="1" fill="hold">
                                              <p:stCondLst>
                                                <p:cond delay="999"/>
                                              </p:stCondLst>
                                            </p:cTn>
                                            <p:tgtEl>
                                              <p:spTgt spid="47"/>
                                            </p:tgtEl>
                                            <p:attrNameLst>
                                              <p:attrName>style.visibility</p:attrName>
                                            </p:attrNameLst>
                                          </p:cBhvr>
                                          <p:to>
                                            <p:strVal val="hidden"/>
                                          </p:to>
                                        </p:set>
                                      </p:childTnLst>
                                    </p:cTn>
                                  </p:par>
                                  <p:par>
                                    <p:cTn id="59" presetID="10" presetClass="exit" presetSubtype="0" fill="hold" grpId="0" nodeType="withEffect">
                                      <p:stCondLst>
                                        <p:cond delay="0"/>
                                      </p:stCondLst>
                                      <p:childTnLst>
                                        <p:animEffect transition="out" filter="fade">
                                          <p:cBhvr>
                                            <p:cTn id="60" dur="1000"/>
                                            <p:tgtEl>
                                              <p:spTgt spid="48"/>
                                            </p:tgtEl>
                                          </p:cBhvr>
                                        </p:animEffect>
                                        <p:set>
                                          <p:cBhvr>
                                            <p:cTn id="61" dur="1" fill="hold">
                                              <p:stCondLst>
                                                <p:cond delay="999"/>
                                              </p:stCondLst>
                                            </p:cTn>
                                            <p:tgtEl>
                                              <p:spTgt spid="48"/>
                                            </p:tgtEl>
                                            <p:attrNameLst>
                                              <p:attrName>style.visibility</p:attrName>
                                            </p:attrNameLst>
                                          </p:cBhvr>
                                          <p:to>
                                            <p:strVal val="hidden"/>
                                          </p:to>
                                        </p:set>
                                      </p:childTnLst>
                                    </p:cTn>
                                  </p:par>
                                  <p:par>
                                    <p:cTn id="62" presetID="10" presetClass="exit" presetSubtype="0" fill="hold" grpId="0" nodeType="withEffect">
                                      <p:stCondLst>
                                        <p:cond delay="0"/>
                                      </p:stCondLst>
                                      <p:childTnLst>
                                        <p:animEffect transition="out" filter="fade">
                                          <p:cBhvr>
                                            <p:cTn id="63" dur="1000"/>
                                            <p:tgtEl>
                                              <p:spTgt spid="49"/>
                                            </p:tgtEl>
                                          </p:cBhvr>
                                        </p:animEffect>
                                        <p:set>
                                          <p:cBhvr>
                                            <p:cTn id="64" dur="1" fill="hold">
                                              <p:stCondLst>
                                                <p:cond delay="999"/>
                                              </p:stCondLst>
                                            </p:cTn>
                                            <p:tgtEl>
                                              <p:spTgt spid="49"/>
                                            </p:tgtEl>
                                            <p:attrNameLst>
                                              <p:attrName>style.visibility</p:attrName>
                                            </p:attrNameLst>
                                          </p:cBhvr>
                                          <p:to>
                                            <p:strVal val="hidden"/>
                                          </p:to>
                                        </p:set>
                                      </p:childTnLst>
                                    </p:cTn>
                                  </p:par>
                                  <p:par>
                                    <p:cTn id="65" presetID="10" presetClass="exit" presetSubtype="0" fill="hold" grpId="0" nodeType="withEffect">
                                      <p:stCondLst>
                                        <p:cond delay="0"/>
                                      </p:stCondLst>
                                      <p:childTnLst>
                                        <p:animEffect transition="out" filter="fade">
                                          <p:cBhvr>
                                            <p:cTn id="66" dur="1000"/>
                                            <p:tgtEl>
                                              <p:spTgt spid="50"/>
                                            </p:tgtEl>
                                          </p:cBhvr>
                                        </p:animEffect>
                                        <p:set>
                                          <p:cBhvr>
                                            <p:cTn id="67" dur="1" fill="hold">
                                              <p:stCondLst>
                                                <p:cond delay="999"/>
                                              </p:stCondLst>
                                            </p:cTn>
                                            <p:tgtEl>
                                              <p:spTgt spid="50"/>
                                            </p:tgtEl>
                                            <p:attrNameLst>
                                              <p:attrName>style.visibility</p:attrName>
                                            </p:attrNameLst>
                                          </p:cBhvr>
                                          <p:to>
                                            <p:strVal val="hidden"/>
                                          </p:to>
                                        </p:set>
                                      </p:childTnLst>
                                    </p:cTn>
                                  </p:par>
                                  <p:par>
                                    <p:cTn id="68" presetID="10" presetClass="exit" presetSubtype="0" fill="hold" grpId="0" nodeType="withEffect">
                                      <p:stCondLst>
                                        <p:cond delay="0"/>
                                      </p:stCondLst>
                                      <p:childTnLst>
                                        <p:animEffect transition="out" filter="fade">
                                          <p:cBhvr>
                                            <p:cTn id="69" dur="1000"/>
                                            <p:tgtEl>
                                              <p:spTgt spid="51"/>
                                            </p:tgtEl>
                                          </p:cBhvr>
                                        </p:animEffect>
                                        <p:set>
                                          <p:cBhvr>
                                            <p:cTn id="70" dur="1" fill="hold">
                                              <p:stCondLst>
                                                <p:cond delay="999"/>
                                              </p:stCondLst>
                                            </p:cTn>
                                            <p:tgtEl>
                                              <p:spTgt spid="51"/>
                                            </p:tgtEl>
                                            <p:attrNameLst>
                                              <p:attrName>style.visibility</p:attrName>
                                            </p:attrNameLst>
                                          </p:cBhvr>
                                          <p:to>
                                            <p:strVal val="hidden"/>
                                          </p:to>
                                        </p:set>
                                      </p:childTnLst>
                                    </p:cTn>
                                  </p:par>
                                  <p:par>
                                    <p:cTn id="71" presetID="10" presetClass="entr" presetSubtype="0" fill="hold" grpId="0"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1000"/>
                                            <p:tgtEl>
                                              <p:spTgt spid="2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100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1000"/>
                                            <p:tgtEl>
                                              <p:spTgt spid="26"/>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1000"/>
                                            <p:tgtEl>
                                              <p:spTgt spid="27"/>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1000"/>
                                            <p:tgtEl>
                                              <p:spTgt spid="2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1000"/>
                                            <p:tgtEl>
                                              <p:spTgt spid="2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1000"/>
                                            <p:tgtEl>
                                              <p:spTgt spid="30"/>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1000"/>
                                            <p:tgtEl>
                                              <p:spTgt spid="31"/>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1000"/>
                                            <p:tgtEl>
                                              <p:spTgt spid="32"/>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1000"/>
                                            <p:tgtEl>
                                              <p:spTgt spid="33"/>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1000"/>
                                            <p:tgtEl>
                                              <p:spTgt spid="34"/>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1000"/>
                                            <p:tgtEl>
                                              <p:spTgt spid="35"/>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1000"/>
                                            <p:tgtEl>
                                              <p:spTgt spid="36"/>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1000"/>
                                            <p:tgtEl>
                                              <p:spTgt spid="37"/>
                                            </p:tgtEl>
                                          </p:cBhvr>
                                        </p:animEffect>
                                      </p:childTnLst>
                                    </p:cTn>
                                  </p:par>
                                  <p:par>
                                    <p:cTn id="113" presetID="10" presetClass="exit" presetSubtype="0" fill="hold" grpId="0" nodeType="withEffect">
                                      <p:stCondLst>
                                        <p:cond delay="0"/>
                                      </p:stCondLst>
                                      <p:childTnLst>
                                        <p:animEffect transition="out" filter="fade">
                                          <p:cBhvr>
                                            <p:cTn id="114" dur="1000"/>
                                            <p:tgtEl>
                                              <p:spTgt spid="55">
                                                <p:txEl>
                                                  <p:pRg st="0" end="0"/>
                                                </p:txEl>
                                              </p:spTgt>
                                            </p:tgtEl>
                                          </p:cBhvr>
                                        </p:animEffect>
                                        <p:set>
                                          <p:cBhvr>
                                            <p:cTn id="115" dur="1" fill="hold">
                                              <p:stCondLst>
                                                <p:cond delay="999"/>
                                              </p:stCondLst>
                                            </p:cTn>
                                            <p:tgtEl>
                                              <p:spTgt spid="55">
                                                <p:txEl>
                                                  <p:pRg st="0" end="0"/>
                                                </p:txEl>
                                              </p:spTgt>
                                            </p:tgtEl>
                                            <p:attrNameLst>
                                              <p:attrName>style.visibility</p:attrName>
                                            </p:attrNameLst>
                                          </p:cBhvr>
                                          <p:to>
                                            <p:strVal val="hidden"/>
                                          </p:to>
                                        </p:set>
                                      </p:childTnLst>
                                    </p:cTn>
                                  </p:par>
                                  <p:par>
                                    <p:cTn id="116" presetID="10" presetClass="exit" presetSubtype="0" fill="hold" grpId="0" nodeType="withEffect">
                                      <p:stCondLst>
                                        <p:cond delay="0"/>
                                      </p:stCondLst>
                                      <p:childTnLst>
                                        <p:animEffect transition="out" filter="fade">
                                          <p:cBhvr>
                                            <p:cTn id="117" dur="1000"/>
                                            <p:tgtEl>
                                              <p:spTgt spid="56">
                                                <p:txEl>
                                                  <p:pRg st="0" end="0"/>
                                                </p:txEl>
                                              </p:spTgt>
                                            </p:tgtEl>
                                          </p:cBhvr>
                                        </p:animEffect>
                                        <p:set>
                                          <p:cBhvr>
                                            <p:cTn id="118" dur="1" fill="hold">
                                              <p:stCondLst>
                                                <p:cond delay="999"/>
                                              </p:stCondLst>
                                            </p:cTn>
                                            <p:tgtEl>
                                              <p:spTgt spid="56">
                                                <p:txEl>
                                                  <p:pRg st="0" end="0"/>
                                                </p:txEl>
                                              </p:spTgt>
                                            </p:tgtEl>
                                            <p:attrNameLst>
                                              <p:attrName>style.visibility</p:attrName>
                                            </p:attrNameLst>
                                          </p:cBhvr>
                                          <p:to>
                                            <p:strVal val="hidden"/>
                                          </p:to>
                                        </p:set>
                                      </p:childTnLst>
                                    </p:cTn>
                                  </p:par>
                                  <p:par>
                                    <p:cTn id="119" presetID="10" presetClass="entr" presetSubtype="0" fill="hold" grpId="0" nodeType="withEffect">
                                      <p:stCondLst>
                                        <p:cond delay="0"/>
                                      </p:stCondLst>
                                      <p:childTnLst>
                                        <p:set>
                                          <p:cBhvr>
                                            <p:cTn id="120" dur="1" fill="hold">
                                              <p:stCondLst>
                                                <p:cond delay="0"/>
                                              </p:stCondLst>
                                            </p:cTn>
                                            <p:tgtEl>
                                              <p:spTgt spid="59">
                                                <p:txEl>
                                                  <p:pRg st="0" end="0"/>
                                                </p:txEl>
                                              </p:spTgt>
                                            </p:tgtEl>
                                            <p:attrNameLst>
                                              <p:attrName>style.visibility</p:attrName>
                                            </p:attrNameLst>
                                          </p:cBhvr>
                                          <p:to>
                                            <p:strVal val="visible"/>
                                          </p:to>
                                        </p:set>
                                        <p:animEffect transition="in" filter="fade">
                                          <p:cBhvr>
                                            <p:cTn id="121" dur="1000"/>
                                            <p:tgtEl>
                                              <p:spTgt spid="59">
                                                <p:txEl>
                                                  <p:pRg st="0" end="0"/>
                                                </p:txEl>
                                              </p:spTgt>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58">
                                                <p:txEl>
                                                  <p:pRg st="0" end="0"/>
                                                </p:txEl>
                                              </p:spTgt>
                                            </p:tgtEl>
                                            <p:attrNameLst>
                                              <p:attrName>style.visibility</p:attrName>
                                            </p:attrNameLst>
                                          </p:cBhvr>
                                          <p:to>
                                            <p:strVal val="visible"/>
                                          </p:to>
                                        </p:set>
                                        <p:animEffect transition="in" filter="fade">
                                          <p:cBhvr>
                                            <p:cTn id="124" dur="1000"/>
                                            <p:tgtEl>
                                              <p:spTgt spid="58">
                                                <p:txEl>
                                                  <p:pRg st="0" end="0"/>
                                                </p:txEl>
                                              </p:spTgt>
                                            </p:tgtEl>
                                          </p:cBhvr>
                                        </p:animEffect>
                                      </p:childTnLst>
                                    </p:cTn>
                                  </p:par>
                                </p:childTnLst>
                              </p:cTn>
                            </p:par>
                          </p:childTnLst>
                        </p:cTn>
                      </p:par>
                    </p:childTnLst>
                  </p:cTn>
                  <p:nextCondLst>
                    <p:cond evt="onMediaBookmark" delay="0">
                      <p:tgtEl>
                        <p14:bmkTgt spid="12" bmkName="Bookmark 1"/>
                      </p:tgtEl>
                    </p:cond>
                  </p:nextCondLst>
                </p:seq>
                <p:seq concurrent="1" nextAc="seek">
                  <p:cTn id="125" restart="whenNotActive" fill="hold" evtFilter="cancelBubble" nodeType="interactiveSeq">
                    <p:stCondLst>
                      <p:cond evt="onMediaBookmark" delay="0">
                        <p:tgtEl>
                          <p14:bmkTgt spid="12" bmkName="Bookmark 2"/>
                        </p:tgtEl>
                      </p:cond>
                    </p:stCondLst>
                    <p:endSync evt="end" delay="0">
                      <p:rtn val="all"/>
                    </p:endSync>
                    <p:childTnLst>
                      <p:par>
                        <p:cTn id="126" fill="hold">
                          <p:stCondLst>
                            <p:cond delay="0"/>
                          </p:stCondLst>
                          <p:childTnLst>
                            <p:par>
                              <p:cTn id="127" fill="hold">
                                <p:stCondLst>
                                  <p:cond delay="0"/>
                                </p:stCondLst>
                                <p:childTnLst>
                                  <p:par>
                                    <p:cTn id="128" presetID="10" presetClass="exit" presetSubtype="0" fill="hold" nodeType="clickEffect">
                                      <p:stCondLst>
                                        <p:cond delay="0"/>
                                      </p:stCondLst>
                                      <p:childTnLst>
                                        <p:animEffect transition="out" filter="fade">
                                          <p:cBhvr>
                                            <p:cTn id="129" dur="1000"/>
                                            <p:tgtEl>
                                              <p:spTgt spid="8"/>
                                            </p:tgtEl>
                                          </p:cBhvr>
                                        </p:animEffect>
                                        <p:set>
                                          <p:cBhvr>
                                            <p:cTn id="130" dur="1" fill="hold">
                                              <p:stCondLst>
                                                <p:cond delay="999"/>
                                              </p:stCondLst>
                                            </p:cTn>
                                            <p:tgtEl>
                                              <p:spTgt spid="8"/>
                                            </p:tgtEl>
                                            <p:attrNameLst>
                                              <p:attrName>style.visibility</p:attrName>
                                            </p:attrNameLst>
                                          </p:cBhvr>
                                          <p:to>
                                            <p:strVal val="hidden"/>
                                          </p:to>
                                        </p:set>
                                      </p:childTnLst>
                                    </p:cTn>
                                  </p:par>
                                  <p:par>
                                    <p:cTn id="131" presetID="10" presetClass="exit" presetSubtype="0" fill="hold" grpId="1" nodeType="withEffect">
                                      <p:stCondLst>
                                        <p:cond delay="0"/>
                                      </p:stCondLst>
                                      <p:childTnLst>
                                        <p:animEffect transition="out" filter="fade">
                                          <p:cBhvr>
                                            <p:cTn id="132" dur="1000"/>
                                            <p:tgtEl>
                                              <p:spTgt spid="19">
                                                <p:txEl>
                                                  <p:pRg st="0" end="0"/>
                                                </p:txEl>
                                              </p:spTgt>
                                            </p:tgtEl>
                                          </p:cBhvr>
                                        </p:animEffect>
                                        <p:set>
                                          <p:cBhvr>
                                            <p:cTn id="133" dur="1" fill="hold">
                                              <p:stCondLst>
                                                <p:cond delay="999"/>
                                              </p:stCondLst>
                                            </p:cTn>
                                            <p:tgtEl>
                                              <p:spTgt spid="19">
                                                <p:txEl>
                                                  <p:pRg st="0" end="0"/>
                                                </p:txEl>
                                              </p:spTgt>
                                            </p:tgtEl>
                                            <p:attrNameLst>
                                              <p:attrName>style.visibility</p:attrName>
                                            </p:attrNameLst>
                                          </p:cBhvr>
                                          <p:to>
                                            <p:strVal val="hidden"/>
                                          </p:to>
                                        </p:set>
                                      </p:childTnLst>
                                    </p:cTn>
                                  </p:par>
                                  <p:par>
                                    <p:cTn id="134" presetID="10" presetClass="exit" presetSubtype="0" fill="hold" grpId="1" nodeType="withEffect">
                                      <p:stCondLst>
                                        <p:cond delay="0"/>
                                      </p:stCondLst>
                                      <p:childTnLst>
                                        <p:animEffect transition="out" filter="fade">
                                          <p:cBhvr>
                                            <p:cTn id="135" dur="1000"/>
                                            <p:tgtEl>
                                              <p:spTgt spid="16">
                                                <p:txEl>
                                                  <p:pRg st="0" end="0"/>
                                                </p:txEl>
                                              </p:spTgt>
                                            </p:tgtEl>
                                          </p:cBhvr>
                                        </p:animEffect>
                                        <p:set>
                                          <p:cBhvr>
                                            <p:cTn id="136" dur="1" fill="hold">
                                              <p:stCondLst>
                                                <p:cond delay="999"/>
                                              </p:stCondLst>
                                            </p:cTn>
                                            <p:tgtEl>
                                              <p:spTgt spid="16">
                                                <p:txEl>
                                                  <p:pRg st="0" end="0"/>
                                                </p:txEl>
                                              </p:spTgt>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17"/>
                                            </p:tgtEl>
                                            <p:attrNameLst>
                                              <p:attrName>style.visibility</p:attrName>
                                            </p:attrNameLst>
                                          </p:cBhvr>
                                          <p:to>
                                            <p:strVal val="visible"/>
                                          </p:to>
                                        </p:set>
                                        <p:animEffect transition="in" filter="fade">
                                          <p:cBhvr>
                                            <p:cTn id="139" dur="1000"/>
                                            <p:tgtEl>
                                              <p:spTgt spid="17"/>
                                            </p:tgtEl>
                                          </p:cBhvr>
                                        </p:animEffect>
                                      </p:childTnLst>
                                    </p:cTn>
                                  </p:par>
                                  <p:par>
                                    <p:cTn id="140" presetID="10" presetClass="entr" presetSubtype="0" fill="hold" grpId="1" nodeType="withEffect">
                                      <p:stCondLst>
                                        <p:cond delay="0"/>
                                      </p:stCondLst>
                                      <p:childTnLst>
                                        <p:set>
                                          <p:cBhvr>
                                            <p:cTn id="141" dur="1" fill="hold">
                                              <p:stCondLst>
                                                <p:cond delay="0"/>
                                              </p:stCondLst>
                                            </p:cTn>
                                            <p:tgtEl>
                                              <p:spTgt spid="11">
                                                <p:txEl>
                                                  <p:pRg st="0" end="0"/>
                                                </p:txEl>
                                              </p:spTgt>
                                            </p:tgtEl>
                                            <p:attrNameLst>
                                              <p:attrName>style.visibility</p:attrName>
                                            </p:attrNameLst>
                                          </p:cBhvr>
                                          <p:to>
                                            <p:strVal val="visible"/>
                                          </p:to>
                                        </p:set>
                                        <p:animEffect transition="in" filter="fade">
                                          <p:cBhvr>
                                            <p:cTn id="142" dur="1000"/>
                                            <p:tgtEl>
                                              <p:spTgt spid="11">
                                                <p:txEl>
                                                  <p:pRg st="0" end="0"/>
                                                </p:txEl>
                                              </p:spTgt>
                                            </p:tgtEl>
                                          </p:cBhvr>
                                        </p:animEffect>
                                      </p:childTnLst>
                                    </p:cTn>
                                  </p:par>
                                  <p:par>
                                    <p:cTn id="143" presetID="10" presetClass="entr" presetSubtype="0" fill="hold" grpId="1" nodeType="withEffect">
                                      <p:stCondLst>
                                        <p:cond delay="0"/>
                                      </p:stCondLst>
                                      <p:childTnLst>
                                        <p:set>
                                          <p:cBhvr>
                                            <p:cTn id="144" dur="1" fill="hold">
                                              <p:stCondLst>
                                                <p:cond delay="0"/>
                                              </p:stCondLst>
                                            </p:cTn>
                                            <p:tgtEl>
                                              <p:spTgt spid="10">
                                                <p:txEl>
                                                  <p:pRg st="0" end="0"/>
                                                </p:txEl>
                                              </p:spTgt>
                                            </p:tgtEl>
                                            <p:attrNameLst>
                                              <p:attrName>style.visibility</p:attrName>
                                            </p:attrNameLst>
                                          </p:cBhvr>
                                          <p:to>
                                            <p:strVal val="visible"/>
                                          </p:to>
                                        </p:set>
                                        <p:animEffect transition="in" filter="fade">
                                          <p:cBhvr>
                                            <p:cTn id="145" dur="1000"/>
                                            <p:tgtEl>
                                              <p:spTgt spid="10">
                                                <p:txEl>
                                                  <p:pRg st="0" end="0"/>
                                                </p:txEl>
                                              </p:spTgt>
                                            </p:tgtEl>
                                          </p:cBhvr>
                                        </p:animEffect>
                                      </p:childTnLst>
                                    </p:cTn>
                                  </p:par>
                                  <p:par>
                                    <p:cTn id="146" presetID="10" presetClass="entr" presetSubtype="0" fill="hold" grpId="1" nodeType="withEffect">
                                      <p:stCondLst>
                                        <p:cond delay="0"/>
                                      </p:stCondLst>
                                      <p:childTnLst>
                                        <p:set>
                                          <p:cBhvr>
                                            <p:cTn id="147" dur="1" fill="hold">
                                              <p:stCondLst>
                                                <p:cond delay="0"/>
                                              </p:stCondLst>
                                            </p:cTn>
                                            <p:tgtEl>
                                              <p:spTgt spid="38"/>
                                            </p:tgtEl>
                                            <p:attrNameLst>
                                              <p:attrName>style.visibility</p:attrName>
                                            </p:attrNameLst>
                                          </p:cBhvr>
                                          <p:to>
                                            <p:strVal val="visible"/>
                                          </p:to>
                                        </p:set>
                                        <p:animEffect transition="in" filter="fade">
                                          <p:cBhvr>
                                            <p:cTn id="148" dur="1000"/>
                                            <p:tgtEl>
                                              <p:spTgt spid="38"/>
                                            </p:tgtEl>
                                          </p:cBhvr>
                                        </p:animEffect>
                                      </p:childTnLst>
                                    </p:cTn>
                                  </p:par>
                                  <p:par>
                                    <p:cTn id="149" presetID="10" presetClass="entr" presetSubtype="0" fill="hold" grpId="1" nodeType="withEffect">
                                      <p:stCondLst>
                                        <p:cond delay="0"/>
                                      </p:stCondLst>
                                      <p:childTnLst>
                                        <p:set>
                                          <p:cBhvr>
                                            <p:cTn id="150" dur="1" fill="hold">
                                              <p:stCondLst>
                                                <p:cond delay="0"/>
                                              </p:stCondLst>
                                            </p:cTn>
                                            <p:tgtEl>
                                              <p:spTgt spid="39"/>
                                            </p:tgtEl>
                                            <p:attrNameLst>
                                              <p:attrName>style.visibility</p:attrName>
                                            </p:attrNameLst>
                                          </p:cBhvr>
                                          <p:to>
                                            <p:strVal val="visible"/>
                                          </p:to>
                                        </p:set>
                                        <p:animEffect transition="in" filter="fade">
                                          <p:cBhvr>
                                            <p:cTn id="151" dur="1000"/>
                                            <p:tgtEl>
                                              <p:spTgt spid="39"/>
                                            </p:tgtEl>
                                          </p:cBhvr>
                                        </p:animEffect>
                                      </p:childTnLst>
                                    </p:cTn>
                                  </p:par>
                                  <p:par>
                                    <p:cTn id="152" presetID="10" presetClass="entr" presetSubtype="0" fill="hold" grpId="1" nodeType="with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1000"/>
                                            <p:tgtEl>
                                              <p:spTgt spid="40"/>
                                            </p:tgtEl>
                                          </p:cBhvr>
                                        </p:animEffect>
                                      </p:childTnLst>
                                    </p:cTn>
                                  </p:par>
                                  <p:par>
                                    <p:cTn id="155" presetID="10" presetClass="entr" presetSubtype="0" fill="hold" grpId="1" nodeType="withEffect">
                                      <p:stCondLst>
                                        <p:cond delay="0"/>
                                      </p:stCondLst>
                                      <p:childTnLst>
                                        <p:set>
                                          <p:cBhvr>
                                            <p:cTn id="156" dur="1" fill="hold">
                                              <p:stCondLst>
                                                <p:cond delay="0"/>
                                              </p:stCondLst>
                                            </p:cTn>
                                            <p:tgtEl>
                                              <p:spTgt spid="41"/>
                                            </p:tgtEl>
                                            <p:attrNameLst>
                                              <p:attrName>style.visibility</p:attrName>
                                            </p:attrNameLst>
                                          </p:cBhvr>
                                          <p:to>
                                            <p:strVal val="visible"/>
                                          </p:to>
                                        </p:set>
                                        <p:animEffect transition="in" filter="fade">
                                          <p:cBhvr>
                                            <p:cTn id="157" dur="1000"/>
                                            <p:tgtEl>
                                              <p:spTgt spid="41"/>
                                            </p:tgtEl>
                                          </p:cBhvr>
                                        </p:animEffect>
                                      </p:childTnLst>
                                    </p:cTn>
                                  </p:par>
                                  <p:par>
                                    <p:cTn id="158" presetID="10" presetClass="entr" presetSubtype="0" fill="hold" grpId="1" nodeType="withEffect">
                                      <p:stCondLst>
                                        <p:cond delay="0"/>
                                      </p:stCondLst>
                                      <p:childTnLst>
                                        <p:set>
                                          <p:cBhvr>
                                            <p:cTn id="159" dur="1" fill="hold">
                                              <p:stCondLst>
                                                <p:cond delay="0"/>
                                              </p:stCondLst>
                                            </p:cTn>
                                            <p:tgtEl>
                                              <p:spTgt spid="42"/>
                                            </p:tgtEl>
                                            <p:attrNameLst>
                                              <p:attrName>style.visibility</p:attrName>
                                            </p:attrNameLst>
                                          </p:cBhvr>
                                          <p:to>
                                            <p:strVal val="visible"/>
                                          </p:to>
                                        </p:set>
                                        <p:animEffect transition="in" filter="fade">
                                          <p:cBhvr>
                                            <p:cTn id="160" dur="1000"/>
                                            <p:tgtEl>
                                              <p:spTgt spid="42"/>
                                            </p:tgtEl>
                                          </p:cBhvr>
                                        </p:animEffect>
                                      </p:childTnLst>
                                    </p:cTn>
                                  </p:par>
                                  <p:par>
                                    <p:cTn id="161" presetID="10" presetClass="entr" presetSubtype="0" fill="hold" grpId="1" nodeType="withEffect">
                                      <p:stCondLst>
                                        <p:cond delay="0"/>
                                      </p:stCondLst>
                                      <p:childTnLst>
                                        <p:set>
                                          <p:cBhvr>
                                            <p:cTn id="162" dur="1" fill="hold">
                                              <p:stCondLst>
                                                <p:cond delay="0"/>
                                              </p:stCondLst>
                                            </p:cTn>
                                            <p:tgtEl>
                                              <p:spTgt spid="43"/>
                                            </p:tgtEl>
                                            <p:attrNameLst>
                                              <p:attrName>style.visibility</p:attrName>
                                            </p:attrNameLst>
                                          </p:cBhvr>
                                          <p:to>
                                            <p:strVal val="visible"/>
                                          </p:to>
                                        </p:set>
                                        <p:animEffect transition="in" filter="fade">
                                          <p:cBhvr>
                                            <p:cTn id="163" dur="1000"/>
                                            <p:tgtEl>
                                              <p:spTgt spid="43"/>
                                            </p:tgtEl>
                                          </p:cBhvr>
                                        </p:animEffect>
                                      </p:childTnLst>
                                    </p:cTn>
                                  </p:par>
                                  <p:par>
                                    <p:cTn id="164" presetID="10" presetClass="entr" presetSubtype="0" fill="hold" grpId="1" nodeType="with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1000"/>
                                            <p:tgtEl>
                                              <p:spTgt spid="44"/>
                                            </p:tgtEl>
                                          </p:cBhvr>
                                        </p:animEffect>
                                      </p:childTnLst>
                                    </p:cTn>
                                  </p:par>
                                  <p:par>
                                    <p:cTn id="167" presetID="10" presetClass="entr" presetSubtype="0" fill="hold" grpId="1" nodeType="withEffect">
                                      <p:stCondLst>
                                        <p:cond delay="0"/>
                                      </p:stCondLst>
                                      <p:childTnLst>
                                        <p:set>
                                          <p:cBhvr>
                                            <p:cTn id="168" dur="1" fill="hold">
                                              <p:stCondLst>
                                                <p:cond delay="0"/>
                                              </p:stCondLst>
                                            </p:cTn>
                                            <p:tgtEl>
                                              <p:spTgt spid="45"/>
                                            </p:tgtEl>
                                            <p:attrNameLst>
                                              <p:attrName>style.visibility</p:attrName>
                                            </p:attrNameLst>
                                          </p:cBhvr>
                                          <p:to>
                                            <p:strVal val="visible"/>
                                          </p:to>
                                        </p:set>
                                        <p:animEffect transition="in" filter="fade">
                                          <p:cBhvr>
                                            <p:cTn id="169" dur="1000"/>
                                            <p:tgtEl>
                                              <p:spTgt spid="45"/>
                                            </p:tgtEl>
                                          </p:cBhvr>
                                        </p:animEffect>
                                      </p:childTnLst>
                                    </p:cTn>
                                  </p:par>
                                  <p:par>
                                    <p:cTn id="170" presetID="10" presetClass="entr" presetSubtype="0" fill="hold" grpId="1" nodeType="with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fade">
                                          <p:cBhvr>
                                            <p:cTn id="172" dur="1000"/>
                                            <p:tgtEl>
                                              <p:spTgt spid="46"/>
                                            </p:tgtEl>
                                          </p:cBhvr>
                                        </p:animEffect>
                                      </p:childTnLst>
                                    </p:cTn>
                                  </p:par>
                                  <p:par>
                                    <p:cTn id="173" presetID="10" presetClass="entr" presetSubtype="0" fill="hold" grpId="1" nodeType="withEffect">
                                      <p:stCondLst>
                                        <p:cond delay="0"/>
                                      </p:stCondLst>
                                      <p:childTnLst>
                                        <p:set>
                                          <p:cBhvr>
                                            <p:cTn id="174" dur="1" fill="hold">
                                              <p:stCondLst>
                                                <p:cond delay="0"/>
                                              </p:stCondLst>
                                            </p:cTn>
                                            <p:tgtEl>
                                              <p:spTgt spid="47"/>
                                            </p:tgtEl>
                                            <p:attrNameLst>
                                              <p:attrName>style.visibility</p:attrName>
                                            </p:attrNameLst>
                                          </p:cBhvr>
                                          <p:to>
                                            <p:strVal val="visible"/>
                                          </p:to>
                                        </p:set>
                                        <p:animEffect transition="in" filter="fade">
                                          <p:cBhvr>
                                            <p:cTn id="175" dur="1000"/>
                                            <p:tgtEl>
                                              <p:spTgt spid="47"/>
                                            </p:tgtEl>
                                          </p:cBhvr>
                                        </p:animEffect>
                                      </p:childTnLst>
                                    </p:cTn>
                                  </p:par>
                                  <p:par>
                                    <p:cTn id="176" presetID="10" presetClass="entr" presetSubtype="0" fill="hold" grpId="1" nodeType="withEffect">
                                      <p:stCondLst>
                                        <p:cond delay="0"/>
                                      </p:stCondLst>
                                      <p:childTnLst>
                                        <p:set>
                                          <p:cBhvr>
                                            <p:cTn id="177" dur="1" fill="hold">
                                              <p:stCondLst>
                                                <p:cond delay="0"/>
                                              </p:stCondLst>
                                            </p:cTn>
                                            <p:tgtEl>
                                              <p:spTgt spid="48"/>
                                            </p:tgtEl>
                                            <p:attrNameLst>
                                              <p:attrName>style.visibility</p:attrName>
                                            </p:attrNameLst>
                                          </p:cBhvr>
                                          <p:to>
                                            <p:strVal val="visible"/>
                                          </p:to>
                                        </p:set>
                                        <p:animEffect transition="in" filter="fade">
                                          <p:cBhvr>
                                            <p:cTn id="178" dur="1000"/>
                                            <p:tgtEl>
                                              <p:spTgt spid="48"/>
                                            </p:tgtEl>
                                          </p:cBhvr>
                                        </p:animEffect>
                                      </p:childTnLst>
                                    </p:cTn>
                                  </p:par>
                                  <p:par>
                                    <p:cTn id="179" presetID="10" presetClass="entr" presetSubtype="0" fill="hold" grpId="1" nodeType="withEffect">
                                      <p:stCondLst>
                                        <p:cond delay="0"/>
                                      </p:stCondLst>
                                      <p:childTnLst>
                                        <p:set>
                                          <p:cBhvr>
                                            <p:cTn id="180" dur="1" fill="hold">
                                              <p:stCondLst>
                                                <p:cond delay="0"/>
                                              </p:stCondLst>
                                            </p:cTn>
                                            <p:tgtEl>
                                              <p:spTgt spid="49"/>
                                            </p:tgtEl>
                                            <p:attrNameLst>
                                              <p:attrName>style.visibility</p:attrName>
                                            </p:attrNameLst>
                                          </p:cBhvr>
                                          <p:to>
                                            <p:strVal val="visible"/>
                                          </p:to>
                                        </p:set>
                                        <p:animEffect transition="in" filter="fade">
                                          <p:cBhvr>
                                            <p:cTn id="181" dur="1000"/>
                                            <p:tgtEl>
                                              <p:spTgt spid="49"/>
                                            </p:tgtEl>
                                          </p:cBhvr>
                                        </p:animEffect>
                                      </p:childTnLst>
                                    </p:cTn>
                                  </p:par>
                                  <p:par>
                                    <p:cTn id="182" presetID="10" presetClass="entr" presetSubtype="0" fill="hold" grpId="1" nodeType="withEffect">
                                      <p:stCondLst>
                                        <p:cond delay="0"/>
                                      </p:stCondLst>
                                      <p:childTnLst>
                                        <p:set>
                                          <p:cBhvr>
                                            <p:cTn id="183" dur="1" fill="hold">
                                              <p:stCondLst>
                                                <p:cond delay="0"/>
                                              </p:stCondLst>
                                            </p:cTn>
                                            <p:tgtEl>
                                              <p:spTgt spid="50"/>
                                            </p:tgtEl>
                                            <p:attrNameLst>
                                              <p:attrName>style.visibility</p:attrName>
                                            </p:attrNameLst>
                                          </p:cBhvr>
                                          <p:to>
                                            <p:strVal val="visible"/>
                                          </p:to>
                                        </p:set>
                                        <p:animEffect transition="in" filter="fade">
                                          <p:cBhvr>
                                            <p:cTn id="184" dur="1000"/>
                                            <p:tgtEl>
                                              <p:spTgt spid="50"/>
                                            </p:tgtEl>
                                          </p:cBhvr>
                                        </p:animEffect>
                                      </p:childTnLst>
                                    </p:cTn>
                                  </p:par>
                                  <p:par>
                                    <p:cTn id="185" presetID="10" presetClass="entr" presetSubtype="0" fill="hold" grpId="1" nodeType="withEffect">
                                      <p:stCondLst>
                                        <p:cond delay="0"/>
                                      </p:stCondLst>
                                      <p:childTnLst>
                                        <p:set>
                                          <p:cBhvr>
                                            <p:cTn id="186" dur="1" fill="hold">
                                              <p:stCondLst>
                                                <p:cond delay="0"/>
                                              </p:stCondLst>
                                            </p:cTn>
                                            <p:tgtEl>
                                              <p:spTgt spid="51"/>
                                            </p:tgtEl>
                                            <p:attrNameLst>
                                              <p:attrName>style.visibility</p:attrName>
                                            </p:attrNameLst>
                                          </p:cBhvr>
                                          <p:to>
                                            <p:strVal val="visible"/>
                                          </p:to>
                                        </p:set>
                                        <p:animEffect transition="in" filter="fade">
                                          <p:cBhvr>
                                            <p:cTn id="187" dur="1000"/>
                                            <p:tgtEl>
                                              <p:spTgt spid="51"/>
                                            </p:tgtEl>
                                          </p:cBhvr>
                                        </p:animEffect>
                                      </p:childTnLst>
                                    </p:cTn>
                                  </p:par>
                                  <p:par>
                                    <p:cTn id="188" presetID="10" presetClass="exit" presetSubtype="0" fill="hold" grpId="1" nodeType="withEffect">
                                      <p:stCondLst>
                                        <p:cond delay="0"/>
                                      </p:stCondLst>
                                      <p:childTnLst>
                                        <p:animEffect transition="out" filter="fade">
                                          <p:cBhvr>
                                            <p:cTn id="189" dur="1000"/>
                                            <p:tgtEl>
                                              <p:spTgt spid="24"/>
                                            </p:tgtEl>
                                          </p:cBhvr>
                                        </p:animEffect>
                                        <p:set>
                                          <p:cBhvr>
                                            <p:cTn id="190" dur="1" fill="hold">
                                              <p:stCondLst>
                                                <p:cond delay="999"/>
                                              </p:stCondLst>
                                            </p:cTn>
                                            <p:tgtEl>
                                              <p:spTgt spid="24"/>
                                            </p:tgtEl>
                                            <p:attrNameLst>
                                              <p:attrName>style.visibility</p:attrName>
                                            </p:attrNameLst>
                                          </p:cBhvr>
                                          <p:to>
                                            <p:strVal val="hidden"/>
                                          </p:to>
                                        </p:set>
                                      </p:childTnLst>
                                    </p:cTn>
                                  </p:par>
                                  <p:par>
                                    <p:cTn id="191" presetID="10" presetClass="exit" presetSubtype="0" fill="hold" grpId="1" nodeType="withEffect">
                                      <p:stCondLst>
                                        <p:cond delay="0"/>
                                      </p:stCondLst>
                                      <p:childTnLst>
                                        <p:animEffect transition="out" filter="fade">
                                          <p:cBhvr>
                                            <p:cTn id="192" dur="1000"/>
                                            <p:tgtEl>
                                              <p:spTgt spid="25"/>
                                            </p:tgtEl>
                                          </p:cBhvr>
                                        </p:animEffect>
                                        <p:set>
                                          <p:cBhvr>
                                            <p:cTn id="193" dur="1" fill="hold">
                                              <p:stCondLst>
                                                <p:cond delay="999"/>
                                              </p:stCondLst>
                                            </p:cTn>
                                            <p:tgtEl>
                                              <p:spTgt spid="25"/>
                                            </p:tgtEl>
                                            <p:attrNameLst>
                                              <p:attrName>style.visibility</p:attrName>
                                            </p:attrNameLst>
                                          </p:cBhvr>
                                          <p:to>
                                            <p:strVal val="hidden"/>
                                          </p:to>
                                        </p:set>
                                      </p:childTnLst>
                                    </p:cTn>
                                  </p:par>
                                  <p:par>
                                    <p:cTn id="194" presetID="10" presetClass="exit" presetSubtype="0" fill="hold" grpId="1" nodeType="withEffect">
                                      <p:stCondLst>
                                        <p:cond delay="0"/>
                                      </p:stCondLst>
                                      <p:childTnLst>
                                        <p:animEffect transition="out" filter="fade">
                                          <p:cBhvr>
                                            <p:cTn id="195" dur="1000"/>
                                            <p:tgtEl>
                                              <p:spTgt spid="26"/>
                                            </p:tgtEl>
                                          </p:cBhvr>
                                        </p:animEffect>
                                        <p:set>
                                          <p:cBhvr>
                                            <p:cTn id="196" dur="1" fill="hold">
                                              <p:stCondLst>
                                                <p:cond delay="999"/>
                                              </p:stCondLst>
                                            </p:cTn>
                                            <p:tgtEl>
                                              <p:spTgt spid="26"/>
                                            </p:tgtEl>
                                            <p:attrNameLst>
                                              <p:attrName>style.visibility</p:attrName>
                                            </p:attrNameLst>
                                          </p:cBhvr>
                                          <p:to>
                                            <p:strVal val="hidden"/>
                                          </p:to>
                                        </p:set>
                                      </p:childTnLst>
                                    </p:cTn>
                                  </p:par>
                                  <p:par>
                                    <p:cTn id="197" presetID="10" presetClass="exit" presetSubtype="0" fill="hold" grpId="1" nodeType="withEffect">
                                      <p:stCondLst>
                                        <p:cond delay="0"/>
                                      </p:stCondLst>
                                      <p:childTnLst>
                                        <p:animEffect transition="out" filter="fade">
                                          <p:cBhvr>
                                            <p:cTn id="198" dur="1000"/>
                                            <p:tgtEl>
                                              <p:spTgt spid="27"/>
                                            </p:tgtEl>
                                          </p:cBhvr>
                                        </p:animEffect>
                                        <p:set>
                                          <p:cBhvr>
                                            <p:cTn id="199" dur="1" fill="hold">
                                              <p:stCondLst>
                                                <p:cond delay="999"/>
                                              </p:stCondLst>
                                            </p:cTn>
                                            <p:tgtEl>
                                              <p:spTgt spid="27"/>
                                            </p:tgtEl>
                                            <p:attrNameLst>
                                              <p:attrName>style.visibility</p:attrName>
                                            </p:attrNameLst>
                                          </p:cBhvr>
                                          <p:to>
                                            <p:strVal val="hidden"/>
                                          </p:to>
                                        </p:set>
                                      </p:childTnLst>
                                    </p:cTn>
                                  </p:par>
                                  <p:par>
                                    <p:cTn id="200" presetID="10" presetClass="exit" presetSubtype="0" fill="hold" grpId="1" nodeType="withEffect">
                                      <p:stCondLst>
                                        <p:cond delay="0"/>
                                      </p:stCondLst>
                                      <p:childTnLst>
                                        <p:animEffect transition="out" filter="fade">
                                          <p:cBhvr>
                                            <p:cTn id="201" dur="1000"/>
                                            <p:tgtEl>
                                              <p:spTgt spid="28"/>
                                            </p:tgtEl>
                                          </p:cBhvr>
                                        </p:animEffect>
                                        <p:set>
                                          <p:cBhvr>
                                            <p:cTn id="202" dur="1" fill="hold">
                                              <p:stCondLst>
                                                <p:cond delay="999"/>
                                              </p:stCondLst>
                                            </p:cTn>
                                            <p:tgtEl>
                                              <p:spTgt spid="28"/>
                                            </p:tgtEl>
                                            <p:attrNameLst>
                                              <p:attrName>style.visibility</p:attrName>
                                            </p:attrNameLst>
                                          </p:cBhvr>
                                          <p:to>
                                            <p:strVal val="hidden"/>
                                          </p:to>
                                        </p:set>
                                      </p:childTnLst>
                                    </p:cTn>
                                  </p:par>
                                  <p:par>
                                    <p:cTn id="203" presetID="10" presetClass="exit" presetSubtype="0" fill="hold" grpId="1" nodeType="withEffect">
                                      <p:stCondLst>
                                        <p:cond delay="0"/>
                                      </p:stCondLst>
                                      <p:childTnLst>
                                        <p:animEffect transition="out" filter="fade">
                                          <p:cBhvr>
                                            <p:cTn id="204" dur="1000"/>
                                            <p:tgtEl>
                                              <p:spTgt spid="29"/>
                                            </p:tgtEl>
                                          </p:cBhvr>
                                        </p:animEffect>
                                        <p:set>
                                          <p:cBhvr>
                                            <p:cTn id="205" dur="1" fill="hold">
                                              <p:stCondLst>
                                                <p:cond delay="999"/>
                                              </p:stCondLst>
                                            </p:cTn>
                                            <p:tgtEl>
                                              <p:spTgt spid="29"/>
                                            </p:tgtEl>
                                            <p:attrNameLst>
                                              <p:attrName>style.visibility</p:attrName>
                                            </p:attrNameLst>
                                          </p:cBhvr>
                                          <p:to>
                                            <p:strVal val="hidden"/>
                                          </p:to>
                                        </p:set>
                                      </p:childTnLst>
                                    </p:cTn>
                                  </p:par>
                                  <p:par>
                                    <p:cTn id="206" presetID="10" presetClass="exit" presetSubtype="0" fill="hold" grpId="1" nodeType="withEffect">
                                      <p:stCondLst>
                                        <p:cond delay="0"/>
                                      </p:stCondLst>
                                      <p:childTnLst>
                                        <p:animEffect transition="out" filter="fade">
                                          <p:cBhvr>
                                            <p:cTn id="207" dur="1000"/>
                                            <p:tgtEl>
                                              <p:spTgt spid="30"/>
                                            </p:tgtEl>
                                          </p:cBhvr>
                                        </p:animEffect>
                                        <p:set>
                                          <p:cBhvr>
                                            <p:cTn id="208" dur="1" fill="hold">
                                              <p:stCondLst>
                                                <p:cond delay="999"/>
                                              </p:stCondLst>
                                            </p:cTn>
                                            <p:tgtEl>
                                              <p:spTgt spid="30"/>
                                            </p:tgtEl>
                                            <p:attrNameLst>
                                              <p:attrName>style.visibility</p:attrName>
                                            </p:attrNameLst>
                                          </p:cBhvr>
                                          <p:to>
                                            <p:strVal val="hidden"/>
                                          </p:to>
                                        </p:set>
                                      </p:childTnLst>
                                    </p:cTn>
                                  </p:par>
                                  <p:par>
                                    <p:cTn id="209" presetID="10" presetClass="exit" presetSubtype="0" fill="hold" grpId="1" nodeType="withEffect">
                                      <p:stCondLst>
                                        <p:cond delay="0"/>
                                      </p:stCondLst>
                                      <p:childTnLst>
                                        <p:animEffect transition="out" filter="fade">
                                          <p:cBhvr>
                                            <p:cTn id="210" dur="1000"/>
                                            <p:tgtEl>
                                              <p:spTgt spid="31"/>
                                            </p:tgtEl>
                                          </p:cBhvr>
                                        </p:animEffect>
                                        <p:set>
                                          <p:cBhvr>
                                            <p:cTn id="211" dur="1" fill="hold">
                                              <p:stCondLst>
                                                <p:cond delay="999"/>
                                              </p:stCondLst>
                                            </p:cTn>
                                            <p:tgtEl>
                                              <p:spTgt spid="31"/>
                                            </p:tgtEl>
                                            <p:attrNameLst>
                                              <p:attrName>style.visibility</p:attrName>
                                            </p:attrNameLst>
                                          </p:cBhvr>
                                          <p:to>
                                            <p:strVal val="hidden"/>
                                          </p:to>
                                        </p:set>
                                      </p:childTnLst>
                                    </p:cTn>
                                  </p:par>
                                  <p:par>
                                    <p:cTn id="212" presetID="10" presetClass="exit" presetSubtype="0" fill="hold" grpId="1" nodeType="withEffect">
                                      <p:stCondLst>
                                        <p:cond delay="0"/>
                                      </p:stCondLst>
                                      <p:childTnLst>
                                        <p:animEffect transition="out" filter="fade">
                                          <p:cBhvr>
                                            <p:cTn id="213" dur="1000"/>
                                            <p:tgtEl>
                                              <p:spTgt spid="32"/>
                                            </p:tgtEl>
                                          </p:cBhvr>
                                        </p:animEffect>
                                        <p:set>
                                          <p:cBhvr>
                                            <p:cTn id="214" dur="1" fill="hold">
                                              <p:stCondLst>
                                                <p:cond delay="999"/>
                                              </p:stCondLst>
                                            </p:cTn>
                                            <p:tgtEl>
                                              <p:spTgt spid="32"/>
                                            </p:tgtEl>
                                            <p:attrNameLst>
                                              <p:attrName>style.visibility</p:attrName>
                                            </p:attrNameLst>
                                          </p:cBhvr>
                                          <p:to>
                                            <p:strVal val="hidden"/>
                                          </p:to>
                                        </p:set>
                                      </p:childTnLst>
                                    </p:cTn>
                                  </p:par>
                                  <p:par>
                                    <p:cTn id="215" presetID="10" presetClass="exit" presetSubtype="0" fill="hold" grpId="1" nodeType="withEffect">
                                      <p:stCondLst>
                                        <p:cond delay="0"/>
                                      </p:stCondLst>
                                      <p:childTnLst>
                                        <p:animEffect transition="out" filter="fade">
                                          <p:cBhvr>
                                            <p:cTn id="216" dur="1000"/>
                                            <p:tgtEl>
                                              <p:spTgt spid="33"/>
                                            </p:tgtEl>
                                          </p:cBhvr>
                                        </p:animEffect>
                                        <p:set>
                                          <p:cBhvr>
                                            <p:cTn id="217" dur="1" fill="hold">
                                              <p:stCondLst>
                                                <p:cond delay="999"/>
                                              </p:stCondLst>
                                            </p:cTn>
                                            <p:tgtEl>
                                              <p:spTgt spid="33"/>
                                            </p:tgtEl>
                                            <p:attrNameLst>
                                              <p:attrName>style.visibility</p:attrName>
                                            </p:attrNameLst>
                                          </p:cBhvr>
                                          <p:to>
                                            <p:strVal val="hidden"/>
                                          </p:to>
                                        </p:set>
                                      </p:childTnLst>
                                    </p:cTn>
                                  </p:par>
                                  <p:par>
                                    <p:cTn id="218" presetID="10" presetClass="exit" presetSubtype="0" fill="hold" grpId="1" nodeType="withEffect">
                                      <p:stCondLst>
                                        <p:cond delay="0"/>
                                      </p:stCondLst>
                                      <p:childTnLst>
                                        <p:animEffect transition="out" filter="fade">
                                          <p:cBhvr>
                                            <p:cTn id="219" dur="1000"/>
                                            <p:tgtEl>
                                              <p:spTgt spid="34"/>
                                            </p:tgtEl>
                                          </p:cBhvr>
                                        </p:animEffect>
                                        <p:set>
                                          <p:cBhvr>
                                            <p:cTn id="220" dur="1" fill="hold">
                                              <p:stCondLst>
                                                <p:cond delay="999"/>
                                              </p:stCondLst>
                                            </p:cTn>
                                            <p:tgtEl>
                                              <p:spTgt spid="34"/>
                                            </p:tgtEl>
                                            <p:attrNameLst>
                                              <p:attrName>style.visibility</p:attrName>
                                            </p:attrNameLst>
                                          </p:cBhvr>
                                          <p:to>
                                            <p:strVal val="hidden"/>
                                          </p:to>
                                        </p:set>
                                      </p:childTnLst>
                                    </p:cTn>
                                  </p:par>
                                  <p:par>
                                    <p:cTn id="221" presetID="10" presetClass="exit" presetSubtype="0" fill="hold" grpId="1" nodeType="withEffect">
                                      <p:stCondLst>
                                        <p:cond delay="0"/>
                                      </p:stCondLst>
                                      <p:childTnLst>
                                        <p:animEffect transition="out" filter="fade">
                                          <p:cBhvr>
                                            <p:cTn id="222" dur="1000"/>
                                            <p:tgtEl>
                                              <p:spTgt spid="35"/>
                                            </p:tgtEl>
                                          </p:cBhvr>
                                        </p:animEffect>
                                        <p:set>
                                          <p:cBhvr>
                                            <p:cTn id="223" dur="1" fill="hold">
                                              <p:stCondLst>
                                                <p:cond delay="999"/>
                                              </p:stCondLst>
                                            </p:cTn>
                                            <p:tgtEl>
                                              <p:spTgt spid="35"/>
                                            </p:tgtEl>
                                            <p:attrNameLst>
                                              <p:attrName>style.visibility</p:attrName>
                                            </p:attrNameLst>
                                          </p:cBhvr>
                                          <p:to>
                                            <p:strVal val="hidden"/>
                                          </p:to>
                                        </p:set>
                                      </p:childTnLst>
                                    </p:cTn>
                                  </p:par>
                                  <p:par>
                                    <p:cTn id="224" presetID="10" presetClass="exit" presetSubtype="0" fill="hold" grpId="1" nodeType="withEffect">
                                      <p:stCondLst>
                                        <p:cond delay="0"/>
                                      </p:stCondLst>
                                      <p:childTnLst>
                                        <p:animEffect transition="out" filter="fade">
                                          <p:cBhvr>
                                            <p:cTn id="225" dur="1000"/>
                                            <p:tgtEl>
                                              <p:spTgt spid="36"/>
                                            </p:tgtEl>
                                          </p:cBhvr>
                                        </p:animEffect>
                                        <p:set>
                                          <p:cBhvr>
                                            <p:cTn id="226" dur="1" fill="hold">
                                              <p:stCondLst>
                                                <p:cond delay="999"/>
                                              </p:stCondLst>
                                            </p:cTn>
                                            <p:tgtEl>
                                              <p:spTgt spid="36"/>
                                            </p:tgtEl>
                                            <p:attrNameLst>
                                              <p:attrName>style.visibility</p:attrName>
                                            </p:attrNameLst>
                                          </p:cBhvr>
                                          <p:to>
                                            <p:strVal val="hidden"/>
                                          </p:to>
                                        </p:set>
                                      </p:childTnLst>
                                    </p:cTn>
                                  </p:par>
                                  <p:par>
                                    <p:cTn id="227" presetID="10" presetClass="exit" presetSubtype="0" fill="hold" grpId="1" nodeType="withEffect">
                                      <p:stCondLst>
                                        <p:cond delay="0"/>
                                      </p:stCondLst>
                                      <p:childTnLst>
                                        <p:animEffect transition="out" filter="fade">
                                          <p:cBhvr>
                                            <p:cTn id="228" dur="1000"/>
                                            <p:tgtEl>
                                              <p:spTgt spid="37"/>
                                            </p:tgtEl>
                                          </p:cBhvr>
                                        </p:animEffect>
                                        <p:set>
                                          <p:cBhvr>
                                            <p:cTn id="229" dur="1" fill="hold">
                                              <p:stCondLst>
                                                <p:cond delay="999"/>
                                              </p:stCondLst>
                                            </p:cTn>
                                            <p:tgtEl>
                                              <p:spTgt spid="37"/>
                                            </p:tgtEl>
                                            <p:attrNameLst>
                                              <p:attrName>style.visibility</p:attrName>
                                            </p:attrNameLst>
                                          </p:cBhvr>
                                          <p:to>
                                            <p:strVal val="hidden"/>
                                          </p:to>
                                        </p:set>
                                      </p:childTnLst>
                                    </p:cTn>
                                  </p:par>
                                  <p:par>
                                    <p:cTn id="230" presetID="10" presetClass="entr" presetSubtype="0" fill="hold" grpId="1" nodeType="withEffect">
                                      <p:stCondLst>
                                        <p:cond delay="0"/>
                                      </p:stCondLst>
                                      <p:childTnLst>
                                        <p:set>
                                          <p:cBhvr>
                                            <p:cTn id="231" dur="1" fill="hold">
                                              <p:stCondLst>
                                                <p:cond delay="0"/>
                                              </p:stCondLst>
                                            </p:cTn>
                                            <p:tgtEl>
                                              <p:spTgt spid="56">
                                                <p:txEl>
                                                  <p:pRg st="0" end="0"/>
                                                </p:txEl>
                                              </p:spTgt>
                                            </p:tgtEl>
                                            <p:attrNameLst>
                                              <p:attrName>style.visibility</p:attrName>
                                            </p:attrNameLst>
                                          </p:cBhvr>
                                          <p:to>
                                            <p:strVal val="visible"/>
                                          </p:to>
                                        </p:set>
                                        <p:animEffect transition="in" filter="fade">
                                          <p:cBhvr>
                                            <p:cTn id="232" dur="1000"/>
                                            <p:tgtEl>
                                              <p:spTgt spid="56">
                                                <p:txEl>
                                                  <p:pRg st="0" end="0"/>
                                                </p:txEl>
                                              </p:spTgt>
                                            </p:tgtEl>
                                          </p:cBhvr>
                                        </p:animEffect>
                                      </p:childTnLst>
                                    </p:cTn>
                                  </p:par>
                                  <p:par>
                                    <p:cTn id="233" presetID="10" presetClass="entr" presetSubtype="0" fill="hold" grpId="1" nodeType="withEffect">
                                      <p:stCondLst>
                                        <p:cond delay="0"/>
                                      </p:stCondLst>
                                      <p:childTnLst>
                                        <p:set>
                                          <p:cBhvr>
                                            <p:cTn id="234" dur="1" fill="hold">
                                              <p:stCondLst>
                                                <p:cond delay="0"/>
                                              </p:stCondLst>
                                            </p:cTn>
                                            <p:tgtEl>
                                              <p:spTgt spid="55">
                                                <p:txEl>
                                                  <p:pRg st="0" end="0"/>
                                                </p:txEl>
                                              </p:spTgt>
                                            </p:tgtEl>
                                            <p:attrNameLst>
                                              <p:attrName>style.visibility</p:attrName>
                                            </p:attrNameLst>
                                          </p:cBhvr>
                                          <p:to>
                                            <p:strVal val="visible"/>
                                          </p:to>
                                        </p:set>
                                        <p:animEffect transition="in" filter="fade">
                                          <p:cBhvr>
                                            <p:cTn id="235" dur="1000"/>
                                            <p:tgtEl>
                                              <p:spTgt spid="55">
                                                <p:txEl>
                                                  <p:pRg st="0" end="0"/>
                                                </p:txEl>
                                              </p:spTgt>
                                            </p:tgtEl>
                                          </p:cBhvr>
                                        </p:animEffect>
                                      </p:childTnLst>
                                    </p:cTn>
                                  </p:par>
                                  <p:par>
                                    <p:cTn id="236" presetID="10" presetClass="exit" presetSubtype="0" fill="hold" grpId="1" nodeType="withEffect">
                                      <p:stCondLst>
                                        <p:cond delay="0"/>
                                      </p:stCondLst>
                                      <p:childTnLst>
                                        <p:animEffect transition="out" filter="fade">
                                          <p:cBhvr>
                                            <p:cTn id="237" dur="1000"/>
                                            <p:tgtEl>
                                              <p:spTgt spid="59">
                                                <p:txEl>
                                                  <p:pRg st="0" end="0"/>
                                                </p:txEl>
                                              </p:spTgt>
                                            </p:tgtEl>
                                          </p:cBhvr>
                                        </p:animEffect>
                                        <p:set>
                                          <p:cBhvr>
                                            <p:cTn id="238" dur="1" fill="hold">
                                              <p:stCondLst>
                                                <p:cond delay="999"/>
                                              </p:stCondLst>
                                            </p:cTn>
                                            <p:tgtEl>
                                              <p:spTgt spid="59">
                                                <p:txEl>
                                                  <p:pRg st="0" end="0"/>
                                                </p:txEl>
                                              </p:spTgt>
                                            </p:tgtEl>
                                            <p:attrNameLst>
                                              <p:attrName>style.visibility</p:attrName>
                                            </p:attrNameLst>
                                          </p:cBhvr>
                                          <p:to>
                                            <p:strVal val="hidden"/>
                                          </p:to>
                                        </p:set>
                                      </p:childTnLst>
                                    </p:cTn>
                                  </p:par>
                                  <p:par>
                                    <p:cTn id="239" presetID="10" presetClass="exit" presetSubtype="0" fill="hold" grpId="1" nodeType="withEffect">
                                      <p:stCondLst>
                                        <p:cond delay="0"/>
                                      </p:stCondLst>
                                      <p:childTnLst>
                                        <p:animEffect transition="out" filter="fade">
                                          <p:cBhvr>
                                            <p:cTn id="240" dur="1000"/>
                                            <p:tgtEl>
                                              <p:spTgt spid="58">
                                                <p:txEl>
                                                  <p:pRg st="0" end="0"/>
                                                </p:txEl>
                                              </p:spTgt>
                                            </p:tgtEl>
                                          </p:cBhvr>
                                        </p:animEffect>
                                        <p:set>
                                          <p:cBhvr>
                                            <p:cTn id="241" dur="1" fill="hold">
                                              <p:stCondLst>
                                                <p:cond delay="999"/>
                                              </p:stCondLst>
                                            </p:cTn>
                                            <p:tgtEl>
                                              <p:spTgt spid="58">
                                                <p:txEl>
                                                  <p:pRg st="0" end="0"/>
                                                </p:txEl>
                                              </p:spTgt>
                                            </p:tgtEl>
                                            <p:attrNameLst>
                                              <p:attrName>style.visibility</p:attrName>
                                            </p:attrNameLst>
                                          </p:cBhvr>
                                          <p:to>
                                            <p:strVal val="hidden"/>
                                          </p:to>
                                        </p:set>
                                      </p:childTnLst>
                                    </p:cTn>
                                  </p:par>
                                </p:childTnLst>
                              </p:cTn>
                            </p:par>
                          </p:childTnLst>
                        </p:cTn>
                      </p:par>
                    </p:childTnLst>
                  </p:cTn>
                  <p:nextCondLst>
                    <p:cond evt="onMediaBookmark" delay="0">
                      <p:tgtEl>
                        <p14:bmkTgt spid="12" bmkName="Bookmark 2"/>
                      </p:tgtEl>
                    </p:cond>
                  </p:nextCondLst>
                </p:seq>
              </p:childTnLst>
            </p:cTn>
          </p:par>
        </p:tnLst>
        <p:bldLst>
          <p:bldP spid="10" grpId="0" build="p">
            <p:tmplLst>
              <p:tmpl lvl="1">
                <p:tnLst>
                  <p:par>
                    <p:cTn presetID="10" presetClass="exit" presetSubtype="0" fill="hold" nodeType="withEffect">
                      <p:stCondLst>
                        <p:cond delay="0"/>
                      </p:stCondLst>
                      <p:childTnLst>
                        <p:animEffect transition="out" filter="fade">
                          <p:cBhvr>
                            <p:cTn dur="1000"/>
                            <p:tgtEl>
                              <p:spTgt spid="10"/>
                            </p:tgtEl>
                          </p:cBhvr>
                        </p:animEffect>
                        <p:set>
                          <p:cBhvr>
                            <p:cTn dur="1" fill="hold">
                              <p:stCondLst>
                                <p:cond delay="999"/>
                              </p:stCondLst>
                            </p:cTn>
                            <p:tgtEl>
                              <p:spTgt spid="10"/>
                            </p:tgtEl>
                            <p:attrNameLst>
                              <p:attrName>style.visibility</p:attrName>
                            </p:attrNameLst>
                          </p:cBhvr>
                          <p:to>
                            <p:strVal val="hidden"/>
                          </p:to>
                        </p:set>
                      </p:childTnLst>
                    </p:cTn>
                  </p:par>
                </p:tnLst>
              </p:tmpl>
            </p:tmplLst>
          </p:bldP>
          <p:bldP spid="10" grpId="1"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childTnLst>
                    </p:cTn>
                  </p:par>
                </p:tnLst>
              </p:tmpl>
            </p:tmplLst>
          </p:bldP>
          <p:bldP spid="11" grpId="0" build="p">
            <p:tmplLst>
              <p:tmpl lvl="1">
                <p:tnLst>
                  <p:par>
                    <p:cTn presetID="10" presetClass="exit" presetSubtype="0" fill="hold" nodeType="withEffect">
                      <p:stCondLst>
                        <p:cond delay="0"/>
                      </p:stCondLst>
                      <p:childTnLst>
                        <p:animEffect transition="out" filter="fade">
                          <p:cBhvr>
                            <p:cTn dur="1000"/>
                            <p:tgtEl>
                              <p:spTgt spid="11"/>
                            </p:tgtEl>
                          </p:cBhvr>
                        </p:animEffect>
                        <p:set>
                          <p:cBhvr>
                            <p:cTn dur="1" fill="hold">
                              <p:stCondLst>
                                <p:cond delay="999"/>
                              </p:stCondLst>
                            </p:cTn>
                            <p:tgtEl>
                              <p:spTgt spid="11"/>
                            </p:tgtEl>
                            <p:attrNameLst>
                              <p:attrName>style.visibility</p:attrName>
                            </p:attrNameLst>
                          </p:cBhvr>
                          <p:to>
                            <p:strVal val="hidden"/>
                          </p:to>
                        </p:set>
                      </p:childTnLst>
                    </p:cTn>
                  </p:par>
                </p:tnLst>
              </p:tmpl>
            </p:tmplLst>
          </p:bldP>
          <p:bldP spid="11" grpId="1" build="p">
            <p:tmplLst>
              <p:tmpl lvl="1">
                <p:tnLst>
                  <p:par>
                    <p:cTn presetID="10" presetClass="entr" presetSubtype="0" fill="hold" nodeType="withEffect">
                      <p:stCondLst>
                        <p:cond delay="0"/>
                      </p:stCondLst>
                      <p:childTnLst>
                        <p:set>
                          <p:cBhvr>
                            <p:cTn dur="1" fill="hold">
                              <p:stCondLst>
                                <p:cond delay="0"/>
                              </p:stCondLst>
                            </p:cTn>
                            <p:tgtEl>
                              <p:spTgt spid="11"/>
                            </p:tgtEl>
                            <p:attrNameLst>
                              <p:attrName>style.visibility</p:attrName>
                            </p:attrNameLst>
                          </p:cBhvr>
                          <p:to>
                            <p:strVal val="visible"/>
                          </p:to>
                        </p:set>
                        <p:animEffect transition="in" filter="fade">
                          <p:cBhvr>
                            <p:cTn dur="1000"/>
                            <p:tgtEl>
                              <p:spTgt spid="11"/>
                            </p:tgtEl>
                          </p:cBhvr>
                        </p:animEffect>
                      </p:childTnLst>
                    </p:cTn>
                  </p:par>
                </p:tnLst>
              </p:tmpl>
            </p:tmplLst>
          </p:bldP>
          <p:bldP spid="16" grpId="0" build="p">
            <p:tmplLst>
              <p:tmpl lvl="1">
                <p:tnLst>
                  <p:par>
                    <p:cTn presetID="10" presetClass="entr" presetSubtype="0" fill="hold" nodeType="with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1000"/>
                            <p:tgtEl>
                              <p:spTgt spid="16"/>
                            </p:tgtEl>
                          </p:cBhvr>
                        </p:animEffect>
                      </p:childTnLst>
                    </p:cTn>
                  </p:par>
                </p:tnLst>
              </p:tmpl>
            </p:tmplLst>
          </p:bldP>
          <p:bldP spid="16" grpId="1" build="p">
            <p:tmplLst>
              <p:tmpl lvl="1">
                <p:tnLst>
                  <p:par>
                    <p:cTn presetID="10" presetClass="exit" presetSubtype="0" fill="hold" nodeType="withEffect">
                      <p:stCondLst>
                        <p:cond delay="0"/>
                      </p:stCondLst>
                      <p:childTnLst>
                        <p:animEffect transition="out" filter="fade">
                          <p:cBhvr>
                            <p:cTn dur="1000"/>
                            <p:tgtEl>
                              <p:spTgt spid="16"/>
                            </p:tgtEl>
                          </p:cBhvr>
                        </p:animEffect>
                        <p:set>
                          <p:cBhvr>
                            <p:cTn dur="1" fill="hold">
                              <p:stCondLst>
                                <p:cond delay="999"/>
                              </p:stCondLst>
                            </p:cTn>
                            <p:tgtEl>
                              <p:spTgt spid="16"/>
                            </p:tgtEl>
                            <p:attrNameLst>
                              <p:attrName>style.visibility</p:attrName>
                            </p:attrNameLst>
                          </p:cBhvr>
                          <p:to>
                            <p:strVal val="hidden"/>
                          </p:to>
                        </p:set>
                      </p:childTnLst>
                    </p:cTn>
                  </p:par>
                </p:tnLst>
              </p:tmpl>
            </p:tmplLst>
          </p:bldP>
          <p:bldP spid="19" grpId="0" build="p">
            <p:tmplLst>
              <p:tmpl lvl="1">
                <p:tnLst>
                  <p:par>
                    <p:cTn presetID="10" presetClass="entr" presetSubtype="0" fill="hold" nodeType="withEffect">
                      <p:stCondLst>
                        <p:cond delay="0"/>
                      </p:stCondLst>
                      <p:childTnLst>
                        <p:set>
                          <p:cBhvr>
                            <p:cTn dur="1" fill="hold">
                              <p:stCondLst>
                                <p:cond delay="0"/>
                              </p:stCondLst>
                            </p:cTn>
                            <p:tgtEl>
                              <p:spTgt spid="19"/>
                            </p:tgtEl>
                            <p:attrNameLst>
                              <p:attrName>style.visibility</p:attrName>
                            </p:attrNameLst>
                          </p:cBhvr>
                          <p:to>
                            <p:strVal val="visible"/>
                          </p:to>
                        </p:set>
                        <p:animEffect transition="in" filter="fade">
                          <p:cBhvr>
                            <p:cTn dur="1000"/>
                            <p:tgtEl>
                              <p:spTgt spid="19"/>
                            </p:tgtEl>
                          </p:cBhvr>
                        </p:animEffect>
                      </p:childTnLst>
                    </p:cTn>
                  </p:par>
                </p:tnLst>
              </p:tmpl>
            </p:tmplLst>
          </p:bldP>
          <p:bldP spid="19" grpId="1" build="p">
            <p:tmplLst>
              <p:tmpl lvl="1">
                <p:tnLst>
                  <p:par>
                    <p:cTn presetID="10" presetClass="exit" presetSubtype="0" fill="hold" nodeType="withEffect">
                      <p:stCondLst>
                        <p:cond delay="0"/>
                      </p:stCondLst>
                      <p:childTnLst>
                        <p:animEffect transition="out" filter="fade">
                          <p:cBhvr>
                            <p:cTn dur="1000"/>
                            <p:tgtEl>
                              <p:spTgt spid="19"/>
                            </p:tgtEl>
                          </p:cBhvr>
                        </p:animEffect>
                        <p:set>
                          <p:cBhvr>
                            <p:cTn dur="1" fill="hold">
                              <p:stCondLst>
                                <p:cond delay="999"/>
                              </p:stCondLst>
                            </p:cTn>
                            <p:tgtEl>
                              <p:spTgt spid="19"/>
                            </p:tgtEl>
                            <p:attrNameLst>
                              <p:attrName>style.visibility</p:attrName>
                            </p:attrNameLst>
                          </p:cBhvr>
                          <p:to>
                            <p:strVal val="hidden"/>
                          </p:to>
                        </p:set>
                      </p:childTnLst>
                    </p:cTn>
                  </p:par>
                </p:tnLst>
              </p:tmpl>
            </p:tmplLst>
          </p:bldP>
          <p:bldP spid="55" grpId="0" build="p">
            <p:tmplLst>
              <p:tmpl lvl="1">
                <p:tnLst>
                  <p:par>
                    <p:cTn presetID="10" presetClass="exit" presetSubtype="0" fill="hold" nodeType="withEffect">
                      <p:stCondLst>
                        <p:cond delay="0"/>
                      </p:stCondLst>
                      <p:childTnLst>
                        <p:animEffect transition="out" filter="fade">
                          <p:cBhvr>
                            <p:cTn dur="1000"/>
                            <p:tgtEl>
                              <p:spTgt spid="55"/>
                            </p:tgtEl>
                          </p:cBhvr>
                        </p:animEffect>
                        <p:set>
                          <p:cBhvr>
                            <p:cTn dur="1" fill="hold">
                              <p:stCondLst>
                                <p:cond delay="999"/>
                              </p:stCondLst>
                            </p:cTn>
                            <p:tgtEl>
                              <p:spTgt spid="55"/>
                            </p:tgtEl>
                            <p:attrNameLst>
                              <p:attrName>style.visibility</p:attrName>
                            </p:attrNameLst>
                          </p:cBhvr>
                          <p:to>
                            <p:strVal val="hidden"/>
                          </p:to>
                        </p:set>
                      </p:childTnLst>
                    </p:cTn>
                  </p:par>
                </p:tnLst>
              </p:tmpl>
            </p:tmplLst>
          </p:bldP>
          <p:bldP spid="55" grpId="1" build="p">
            <p:tmplLst>
              <p:tmpl lvl="1">
                <p:tnLst>
                  <p:par>
                    <p:cTn presetID="10" presetClass="entr" presetSubtype="0" fill="hold" nodeType="withEffect">
                      <p:stCondLst>
                        <p:cond delay="0"/>
                      </p:stCondLst>
                      <p:childTnLst>
                        <p:set>
                          <p:cBhvr>
                            <p:cTn dur="1" fill="hold">
                              <p:stCondLst>
                                <p:cond delay="0"/>
                              </p:stCondLst>
                            </p:cTn>
                            <p:tgtEl>
                              <p:spTgt spid="55"/>
                            </p:tgtEl>
                            <p:attrNameLst>
                              <p:attrName>style.visibility</p:attrName>
                            </p:attrNameLst>
                          </p:cBhvr>
                          <p:to>
                            <p:strVal val="visible"/>
                          </p:to>
                        </p:set>
                        <p:animEffect transition="in" filter="fade">
                          <p:cBhvr>
                            <p:cTn dur="1000"/>
                            <p:tgtEl>
                              <p:spTgt spid="55"/>
                            </p:tgtEl>
                          </p:cBhvr>
                        </p:animEffect>
                      </p:childTnLst>
                    </p:cTn>
                  </p:par>
                </p:tnLst>
              </p:tmpl>
            </p:tmplLst>
          </p:bldP>
          <p:bldP spid="56" grpId="0" build="p">
            <p:tmplLst>
              <p:tmpl lvl="1">
                <p:tnLst>
                  <p:par>
                    <p:cTn presetID="10" presetClass="exit" presetSubtype="0" fill="hold" nodeType="withEffect">
                      <p:stCondLst>
                        <p:cond delay="0"/>
                      </p:stCondLst>
                      <p:childTnLst>
                        <p:animEffect transition="out" filter="fade">
                          <p:cBhvr>
                            <p:cTn dur="1000"/>
                            <p:tgtEl>
                              <p:spTgt spid="56"/>
                            </p:tgtEl>
                          </p:cBhvr>
                        </p:animEffect>
                        <p:set>
                          <p:cBhvr>
                            <p:cTn dur="1" fill="hold">
                              <p:stCondLst>
                                <p:cond delay="999"/>
                              </p:stCondLst>
                            </p:cTn>
                            <p:tgtEl>
                              <p:spTgt spid="56"/>
                            </p:tgtEl>
                            <p:attrNameLst>
                              <p:attrName>style.visibility</p:attrName>
                            </p:attrNameLst>
                          </p:cBhvr>
                          <p:to>
                            <p:strVal val="hidden"/>
                          </p:to>
                        </p:set>
                      </p:childTnLst>
                    </p:cTn>
                  </p:par>
                </p:tnLst>
              </p:tmpl>
            </p:tmplLst>
          </p:bldP>
          <p:bldP spid="56" grpId="1" build="p">
            <p:tmplLst>
              <p:tmpl lvl="1">
                <p:tnLst>
                  <p:par>
                    <p:cTn presetID="10" presetClass="entr" presetSubtype="0" fill="hold" nodeType="withEffect">
                      <p:stCondLst>
                        <p:cond delay="0"/>
                      </p:stCondLst>
                      <p:childTnLst>
                        <p:set>
                          <p:cBhvr>
                            <p:cTn dur="1" fill="hold">
                              <p:stCondLst>
                                <p:cond delay="0"/>
                              </p:stCondLst>
                            </p:cTn>
                            <p:tgtEl>
                              <p:spTgt spid="56"/>
                            </p:tgtEl>
                            <p:attrNameLst>
                              <p:attrName>style.visibility</p:attrName>
                            </p:attrNameLst>
                          </p:cBhvr>
                          <p:to>
                            <p:strVal val="visible"/>
                          </p:to>
                        </p:set>
                        <p:animEffect transition="in" filter="fade">
                          <p:cBhvr>
                            <p:cTn dur="1000"/>
                            <p:tgtEl>
                              <p:spTgt spid="56"/>
                            </p:tgtEl>
                          </p:cBhvr>
                        </p:animEffect>
                      </p:childTnLst>
                    </p:cTn>
                  </p:par>
                </p:tnLst>
              </p:tmpl>
            </p:tmplLst>
          </p:bldP>
          <p:bldP spid="58" grpId="0" build="p">
            <p:tmplLst>
              <p:tmpl lvl="1">
                <p:tnLst>
                  <p:par>
                    <p:cTn presetID="10" presetClass="entr" presetSubtype="0" fill="hold" nodeType="withEffect">
                      <p:stCondLst>
                        <p:cond delay="0"/>
                      </p:stCondLst>
                      <p:childTnLst>
                        <p:set>
                          <p:cBhvr>
                            <p:cTn dur="1" fill="hold">
                              <p:stCondLst>
                                <p:cond delay="0"/>
                              </p:stCondLst>
                            </p:cTn>
                            <p:tgtEl>
                              <p:spTgt spid="58"/>
                            </p:tgtEl>
                            <p:attrNameLst>
                              <p:attrName>style.visibility</p:attrName>
                            </p:attrNameLst>
                          </p:cBhvr>
                          <p:to>
                            <p:strVal val="visible"/>
                          </p:to>
                        </p:set>
                        <p:animEffect transition="in" filter="fade">
                          <p:cBhvr>
                            <p:cTn dur="1000"/>
                            <p:tgtEl>
                              <p:spTgt spid="58"/>
                            </p:tgtEl>
                          </p:cBhvr>
                        </p:animEffect>
                      </p:childTnLst>
                    </p:cTn>
                  </p:par>
                </p:tnLst>
              </p:tmpl>
            </p:tmplLst>
          </p:bldP>
          <p:bldP spid="58" grpId="1" build="p">
            <p:tmplLst>
              <p:tmpl lvl="1">
                <p:tnLst>
                  <p:par>
                    <p:cTn presetID="10" presetClass="exit" presetSubtype="0" fill="hold" nodeType="withEffect">
                      <p:stCondLst>
                        <p:cond delay="0"/>
                      </p:stCondLst>
                      <p:childTnLst>
                        <p:animEffect transition="out" filter="fade">
                          <p:cBhvr>
                            <p:cTn dur="1000"/>
                            <p:tgtEl>
                              <p:spTgt spid="58"/>
                            </p:tgtEl>
                          </p:cBhvr>
                        </p:animEffect>
                        <p:set>
                          <p:cBhvr>
                            <p:cTn dur="1" fill="hold">
                              <p:stCondLst>
                                <p:cond delay="999"/>
                              </p:stCondLst>
                            </p:cTn>
                            <p:tgtEl>
                              <p:spTgt spid="58"/>
                            </p:tgtEl>
                            <p:attrNameLst>
                              <p:attrName>style.visibility</p:attrName>
                            </p:attrNameLst>
                          </p:cBhvr>
                          <p:to>
                            <p:strVal val="hidden"/>
                          </p:to>
                        </p:set>
                      </p:childTnLst>
                    </p:cTn>
                  </p:par>
                </p:tnLst>
              </p:tmpl>
            </p:tmplLst>
          </p:bldP>
          <p:bldP spid="59" grpId="0" build="p">
            <p:tmplLst>
              <p:tmpl lvl="1">
                <p:tnLst>
                  <p:par>
                    <p:cTn presetID="10" presetClass="entr" presetSubtype="0" fill="hold" nodeType="withEffect">
                      <p:stCondLst>
                        <p:cond delay="0"/>
                      </p:stCondLst>
                      <p:childTnLst>
                        <p:set>
                          <p:cBhvr>
                            <p:cTn dur="1" fill="hold">
                              <p:stCondLst>
                                <p:cond delay="0"/>
                              </p:stCondLst>
                            </p:cTn>
                            <p:tgtEl>
                              <p:spTgt spid="59"/>
                            </p:tgtEl>
                            <p:attrNameLst>
                              <p:attrName>style.visibility</p:attrName>
                            </p:attrNameLst>
                          </p:cBhvr>
                          <p:to>
                            <p:strVal val="visible"/>
                          </p:to>
                        </p:set>
                        <p:animEffect transition="in" filter="fade">
                          <p:cBhvr>
                            <p:cTn dur="1000"/>
                            <p:tgtEl>
                              <p:spTgt spid="59"/>
                            </p:tgtEl>
                          </p:cBhvr>
                        </p:animEffect>
                      </p:childTnLst>
                    </p:cTn>
                  </p:par>
                </p:tnLst>
              </p:tmpl>
            </p:tmplLst>
          </p:bldP>
          <p:bldP spid="59" grpId="1" build="p">
            <p:tmplLst>
              <p:tmpl lvl="1">
                <p:tnLst>
                  <p:par>
                    <p:cTn presetID="10" presetClass="exit" presetSubtype="0" fill="hold" nodeType="withEffect">
                      <p:stCondLst>
                        <p:cond delay="0"/>
                      </p:stCondLst>
                      <p:childTnLst>
                        <p:animEffect transition="out" filter="fade">
                          <p:cBhvr>
                            <p:cTn dur="1000"/>
                            <p:tgtEl>
                              <p:spTgt spid="59"/>
                            </p:tgtEl>
                          </p:cBhvr>
                        </p:animEffect>
                        <p:set>
                          <p:cBhvr>
                            <p:cTn dur="1" fill="hold">
                              <p:stCondLst>
                                <p:cond delay="999"/>
                              </p:stCondLst>
                            </p:cTn>
                            <p:tgtEl>
                              <p:spTgt spid="59"/>
                            </p:tgtEl>
                            <p:attrNameLst>
                              <p:attrName>style.visibility</p:attrName>
                            </p:attrNameLst>
                          </p:cBhvr>
                          <p:to>
                            <p:strVal val="hidden"/>
                          </p:to>
                        </p:set>
                      </p:childTnLst>
                    </p:cTn>
                  </p:par>
                </p:tnLst>
              </p:tmpl>
            </p:tmplLst>
          </p:bldP>
          <p:bldP spid="24" grpId="0" animBg="1">
            <p:tmplLst>
              <p:tmpl>
                <p:tnLst>
                  <p:par>
                    <p:cTn presetID="10" presetClass="entr" presetSubtype="0" fill="hold" nodeType="withEffect">
                      <p:stCondLst>
                        <p:cond delay="0"/>
                      </p:stCondLst>
                      <p:childTnLst>
                        <p:set>
                          <p:cBhvr>
                            <p:cTn dur="1" fill="hold">
                              <p:stCondLst>
                                <p:cond delay="0"/>
                              </p:stCondLst>
                            </p:cTn>
                            <p:tgtEl>
                              <p:spTgt spid="24"/>
                            </p:tgtEl>
                            <p:attrNameLst>
                              <p:attrName>style.visibility</p:attrName>
                            </p:attrNameLst>
                          </p:cBhvr>
                          <p:to>
                            <p:strVal val="visible"/>
                          </p:to>
                        </p:set>
                        <p:animEffect transition="in" filter="fade">
                          <p:cBhvr>
                            <p:cTn dur="1000"/>
                            <p:tgtEl>
                              <p:spTgt spid="24"/>
                            </p:tgtEl>
                          </p:cBhvr>
                        </p:animEffect>
                      </p:childTnLst>
                    </p:cTn>
                  </p:par>
                </p:tnLst>
              </p:tmpl>
            </p:tmplLst>
          </p:bldP>
          <p:bldP spid="24" grpId="1" animBg="1">
            <p:tmplLst>
              <p:tmpl>
                <p:tnLst>
                  <p:par>
                    <p:cTn presetID="10" presetClass="exit" presetSubtype="0" fill="hold" nodeType="withEffect">
                      <p:stCondLst>
                        <p:cond delay="0"/>
                      </p:stCondLst>
                      <p:childTnLst>
                        <p:animEffect transition="out" filter="fade">
                          <p:cBhvr>
                            <p:cTn dur="1000"/>
                            <p:tgtEl>
                              <p:spTgt spid="24"/>
                            </p:tgtEl>
                          </p:cBhvr>
                        </p:animEffect>
                        <p:set>
                          <p:cBhvr>
                            <p:cTn dur="1" fill="hold">
                              <p:stCondLst>
                                <p:cond delay="999"/>
                              </p:stCondLst>
                            </p:cTn>
                            <p:tgtEl>
                              <p:spTgt spid="24"/>
                            </p:tgtEl>
                            <p:attrNameLst>
                              <p:attrName>style.visibility</p:attrName>
                            </p:attrNameLst>
                          </p:cBhvr>
                          <p:to>
                            <p:strVal val="hidden"/>
                          </p:to>
                        </p:set>
                      </p:childTnLst>
                    </p:cTn>
                  </p:par>
                </p:tnLst>
              </p:tmpl>
            </p:tmplLst>
          </p:bldP>
          <p:bldP spid="25" grpId="0" animBg="1">
            <p:tmplLst>
              <p:tmpl>
                <p:tnLst>
                  <p:par>
                    <p:cTn presetID="10" presetClass="entr" presetSubtype="0" fill="hold" nodeType="withEffect">
                      <p:stCondLst>
                        <p:cond delay="0"/>
                      </p:stCondLst>
                      <p:childTnLst>
                        <p:set>
                          <p:cBhvr>
                            <p:cTn dur="1" fill="hold">
                              <p:stCondLst>
                                <p:cond delay="0"/>
                              </p:stCondLst>
                            </p:cTn>
                            <p:tgtEl>
                              <p:spTgt spid="25"/>
                            </p:tgtEl>
                            <p:attrNameLst>
                              <p:attrName>style.visibility</p:attrName>
                            </p:attrNameLst>
                          </p:cBhvr>
                          <p:to>
                            <p:strVal val="visible"/>
                          </p:to>
                        </p:set>
                        <p:animEffect transition="in" filter="fade">
                          <p:cBhvr>
                            <p:cTn dur="1000"/>
                            <p:tgtEl>
                              <p:spTgt spid="25"/>
                            </p:tgtEl>
                          </p:cBhvr>
                        </p:animEffect>
                      </p:childTnLst>
                    </p:cTn>
                  </p:par>
                </p:tnLst>
              </p:tmpl>
            </p:tmplLst>
          </p:bldP>
          <p:bldP spid="25" grpId="1" animBg="1">
            <p:tmplLst>
              <p:tmpl>
                <p:tnLst>
                  <p:par>
                    <p:cTn presetID="10" presetClass="exit" presetSubtype="0" fill="hold" nodeType="withEffect">
                      <p:stCondLst>
                        <p:cond delay="0"/>
                      </p:stCondLst>
                      <p:childTnLst>
                        <p:animEffect transition="out" filter="fade">
                          <p:cBhvr>
                            <p:cTn dur="1000"/>
                            <p:tgtEl>
                              <p:spTgt spid="25"/>
                            </p:tgtEl>
                          </p:cBhvr>
                        </p:animEffect>
                        <p:set>
                          <p:cBhvr>
                            <p:cTn dur="1" fill="hold">
                              <p:stCondLst>
                                <p:cond delay="999"/>
                              </p:stCondLst>
                            </p:cTn>
                            <p:tgtEl>
                              <p:spTgt spid="25"/>
                            </p:tgtEl>
                            <p:attrNameLst>
                              <p:attrName>style.visibility</p:attrName>
                            </p:attrNameLst>
                          </p:cBhvr>
                          <p:to>
                            <p:strVal val="hidden"/>
                          </p:to>
                        </p:set>
                      </p:childTnLst>
                    </p:cTn>
                  </p:par>
                </p:tnLst>
              </p:tmpl>
            </p:tmplLst>
          </p:bldP>
          <p:bldP spid="26" grpId="0" animBg="1">
            <p:tmplLst>
              <p:tmpl>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1000"/>
                            <p:tgtEl>
                              <p:spTgt spid="26"/>
                            </p:tgtEl>
                          </p:cBhvr>
                        </p:animEffect>
                      </p:childTnLst>
                    </p:cTn>
                  </p:par>
                </p:tnLst>
              </p:tmpl>
            </p:tmplLst>
          </p:bldP>
          <p:bldP spid="26" grpId="1" animBg="1">
            <p:tmplLst>
              <p:tmpl>
                <p:tnLst>
                  <p:par>
                    <p:cTn presetID="10" presetClass="exit" presetSubtype="0" fill="hold" nodeType="withEffect">
                      <p:stCondLst>
                        <p:cond delay="0"/>
                      </p:stCondLst>
                      <p:childTnLst>
                        <p:animEffect transition="out" filter="fade">
                          <p:cBhvr>
                            <p:cTn dur="1000"/>
                            <p:tgtEl>
                              <p:spTgt spid="26"/>
                            </p:tgtEl>
                          </p:cBhvr>
                        </p:animEffect>
                        <p:set>
                          <p:cBhvr>
                            <p:cTn dur="1" fill="hold">
                              <p:stCondLst>
                                <p:cond delay="999"/>
                              </p:stCondLst>
                            </p:cTn>
                            <p:tgtEl>
                              <p:spTgt spid="26"/>
                            </p:tgtEl>
                            <p:attrNameLst>
                              <p:attrName>style.visibility</p:attrName>
                            </p:attrNameLst>
                          </p:cBhvr>
                          <p:to>
                            <p:strVal val="hidden"/>
                          </p:to>
                        </p:set>
                      </p:childTnLst>
                    </p:cTn>
                  </p:par>
                </p:tnLst>
              </p:tmpl>
            </p:tmplLst>
          </p:bldP>
          <p:bldP spid="27" grpId="0" animBg="1">
            <p:tmplLst>
              <p:tmpl>
                <p:tnLst>
                  <p:par>
                    <p:cTn presetID="10" presetClass="entr" presetSubtype="0" fill="hold" nodeType="withEffect">
                      <p:stCondLst>
                        <p:cond delay="0"/>
                      </p:stCondLst>
                      <p:childTnLst>
                        <p:set>
                          <p:cBhvr>
                            <p:cTn dur="1" fill="hold">
                              <p:stCondLst>
                                <p:cond delay="0"/>
                              </p:stCondLst>
                            </p:cTn>
                            <p:tgtEl>
                              <p:spTgt spid="27"/>
                            </p:tgtEl>
                            <p:attrNameLst>
                              <p:attrName>style.visibility</p:attrName>
                            </p:attrNameLst>
                          </p:cBhvr>
                          <p:to>
                            <p:strVal val="visible"/>
                          </p:to>
                        </p:set>
                        <p:animEffect transition="in" filter="fade">
                          <p:cBhvr>
                            <p:cTn dur="1000"/>
                            <p:tgtEl>
                              <p:spTgt spid="27"/>
                            </p:tgtEl>
                          </p:cBhvr>
                        </p:animEffect>
                      </p:childTnLst>
                    </p:cTn>
                  </p:par>
                </p:tnLst>
              </p:tmpl>
            </p:tmplLst>
          </p:bldP>
          <p:bldP spid="27" grpId="1" animBg="1">
            <p:tmplLst>
              <p:tmpl>
                <p:tnLst>
                  <p:par>
                    <p:cTn presetID="10" presetClass="exit" presetSubtype="0" fill="hold" nodeType="withEffect">
                      <p:stCondLst>
                        <p:cond delay="0"/>
                      </p:stCondLst>
                      <p:childTnLst>
                        <p:animEffect transition="out" filter="fade">
                          <p:cBhvr>
                            <p:cTn dur="1000"/>
                            <p:tgtEl>
                              <p:spTgt spid="27"/>
                            </p:tgtEl>
                          </p:cBhvr>
                        </p:animEffect>
                        <p:set>
                          <p:cBhvr>
                            <p:cTn dur="1" fill="hold">
                              <p:stCondLst>
                                <p:cond delay="999"/>
                              </p:stCondLst>
                            </p:cTn>
                            <p:tgtEl>
                              <p:spTgt spid="27"/>
                            </p:tgtEl>
                            <p:attrNameLst>
                              <p:attrName>style.visibility</p:attrName>
                            </p:attrNameLst>
                          </p:cBhvr>
                          <p:to>
                            <p:strVal val="hidden"/>
                          </p:to>
                        </p:set>
                      </p:childTnLst>
                    </p:cTn>
                  </p:par>
                </p:tnLst>
              </p:tmpl>
            </p:tmplLst>
          </p:bldP>
          <p:bldP spid="28" grpId="0" animBg="1">
            <p:tmplLst>
              <p:tmpl>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1000"/>
                            <p:tgtEl>
                              <p:spTgt spid="28"/>
                            </p:tgtEl>
                          </p:cBhvr>
                        </p:animEffect>
                      </p:childTnLst>
                    </p:cTn>
                  </p:par>
                </p:tnLst>
              </p:tmpl>
            </p:tmplLst>
          </p:bldP>
          <p:bldP spid="28" grpId="1" animBg="1">
            <p:tmplLst>
              <p:tmpl>
                <p:tnLst>
                  <p:par>
                    <p:cTn presetID="10" presetClass="exit" presetSubtype="0" fill="hold" nodeType="withEffect">
                      <p:stCondLst>
                        <p:cond delay="0"/>
                      </p:stCondLst>
                      <p:childTnLst>
                        <p:animEffect transition="out" filter="fade">
                          <p:cBhvr>
                            <p:cTn dur="1000"/>
                            <p:tgtEl>
                              <p:spTgt spid="28"/>
                            </p:tgtEl>
                          </p:cBhvr>
                        </p:animEffect>
                        <p:set>
                          <p:cBhvr>
                            <p:cTn dur="1" fill="hold">
                              <p:stCondLst>
                                <p:cond delay="999"/>
                              </p:stCondLst>
                            </p:cTn>
                            <p:tgtEl>
                              <p:spTgt spid="28"/>
                            </p:tgtEl>
                            <p:attrNameLst>
                              <p:attrName>style.visibility</p:attrName>
                            </p:attrNameLst>
                          </p:cBhvr>
                          <p:to>
                            <p:strVal val="hidden"/>
                          </p:to>
                        </p:set>
                      </p:childTnLst>
                    </p:cTn>
                  </p:par>
                </p:tnLst>
              </p:tmpl>
            </p:tmplLst>
          </p:bldP>
          <p:bldP spid="29" grpId="0" animBg="1">
            <p:tmplLst>
              <p:tmpl>
                <p:tnLst>
                  <p:par>
                    <p:cTn presetID="10"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1000"/>
                            <p:tgtEl>
                              <p:spTgt spid="29"/>
                            </p:tgtEl>
                          </p:cBhvr>
                        </p:animEffect>
                      </p:childTnLst>
                    </p:cTn>
                  </p:par>
                </p:tnLst>
              </p:tmpl>
            </p:tmplLst>
          </p:bldP>
          <p:bldP spid="29" grpId="1" animBg="1">
            <p:tmplLst>
              <p:tmpl>
                <p:tnLst>
                  <p:par>
                    <p:cTn presetID="10" presetClass="exit" presetSubtype="0" fill="hold" nodeType="withEffect">
                      <p:stCondLst>
                        <p:cond delay="0"/>
                      </p:stCondLst>
                      <p:childTnLst>
                        <p:animEffect transition="out" filter="fade">
                          <p:cBhvr>
                            <p:cTn dur="1000"/>
                            <p:tgtEl>
                              <p:spTgt spid="29"/>
                            </p:tgtEl>
                          </p:cBhvr>
                        </p:animEffect>
                        <p:set>
                          <p:cBhvr>
                            <p:cTn dur="1" fill="hold">
                              <p:stCondLst>
                                <p:cond delay="999"/>
                              </p:stCondLst>
                            </p:cTn>
                            <p:tgtEl>
                              <p:spTgt spid="29"/>
                            </p:tgtEl>
                            <p:attrNameLst>
                              <p:attrName>style.visibility</p:attrName>
                            </p:attrNameLst>
                          </p:cBhvr>
                          <p:to>
                            <p:strVal val="hidden"/>
                          </p:to>
                        </p:set>
                      </p:childTnLst>
                    </p:cTn>
                  </p:par>
                </p:tnLst>
              </p:tmpl>
            </p:tmplLst>
          </p:bldP>
          <p:bldP spid="30" grpId="0" animBg="1">
            <p:tmplLst>
              <p:tmpl>
                <p:tnLst>
                  <p:par>
                    <p:cTn presetID="10" presetClass="entr" presetSubtype="0" fill="hold" nodeType="withEffect">
                      <p:stCondLst>
                        <p:cond delay="0"/>
                      </p:stCondLst>
                      <p:childTnLst>
                        <p:set>
                          <p:cBhvr>
                            <p:cTn dur="1" fill="hold">
                              <p:stCondLst>
                                <p:cond delay="0"/>
                              </p:stCondLst>
                            </p:cTn>
                            <p:tgtEl>
                              <p:spTgt spid="30"/>
                            </p:tgtEl>
                            <p:attrNameLst>
                              <p:attrName>style.visibility</p:attrName>
                            </p:attrNameLst>
                          </p:cBhvr>
                          <p:to>
                            <p:strVal val="visible"/>
                          </p:to>
                        </p:set>
                        <p:animEffect transition="in" filter="fade">
                          <p:cBhvr>
                            <p:cTn dur="1000"/>
                            <p:tgtEl>
                              <p:spTgt spid="30"/>
                            </p:tgtEl>
                          </p:cBhvr>
                        </p:animEffect>
                      </p:childTnLst>
                    </p:cTn>
                  </p:par>
                </p:tnLst>
              </p:tmpl>
            </p:tmplLst>
          </p:bldP>
          <p:bldP spid="30" grpId="1" animBg="1">
            <p:tmplLst>
              <p:tmpl>
                <p:tnLst>
                  <p:par>
                    <p:cTn presetID="10" presetClass="exit" presetSubtype="0" fill="hold" nodeType="withEffect">
                      <p:stCondLst>
                        <p:cond delay="0"/>
                      </p:stCondLst>
                      <p:childTnLst>
                        <p:animEffect transition="out" filter="fade">
                          <p:cBhvr>
                            <p:cTn dur="1000"/>
                            <p:tgtEl>
                              <p:spTgt spid="30"/>
                            </p:tgtEl>
                          </p:cBhvr>
                        </p:animEffect>
                        <p:set>
                          <p:cBhvr>
                            <p:cTn dur="1" fill="hold">
                              <p:stCondLst>
                                <p:cond delay="999"/>
                              </p:stCondLst>
                            </p:cTn>
                            <p:tgtEl>
                              <p:spTgt spid="30"/>
                            </p:tgtEl>
                            <p:attrNameLst>
                              <p:attrName>style.visibility</p:attrName>
                            </p:attrNameLst>
                          </p:cBhvr>
                          <p:to>
                            <p:strVal val="hidden"/>
                          </p:to>
                        </p:set>
                      </p:childTnLst>
                    </p:cTn>
                  </p:par>
                </p:tnLst>
              </p:tmpl>
            </p:tmplLst>
          </p:bldP>
          <p:bldP spid="31" grpId="0" animBg="1">
            <p:tmplLst>
              <p:tmpl>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1000"/>
                            <p:tgtEl>
                              <p:spTgt spid="31"/>
                            </p:tgtEl>
                          </p:cBhvr>
                        </p:animEffect>
                      </p:childTnLst>
                    </p:cTn>
                  </p:par>
                </p:tnLst>
              </p:tmpl>
            </p:tmplLst>
          </p:bldP>
          <p:bldP spid="31" grpId="1" animBg="1">
            <p:tmplLst>
              <p:tmpl>
                <p:tnLst>
                  <p:par>
                    <p:cTn presetID="10" presetClass="exit" presetSubtype="0" fill="hold" nodeType="withEffect">
                      <p:stCondLst>
                        <p:cond delay="0"/>
                      </p:stCondLst>
                      <p:childTnLst>
                        <p:animEffect transition="out" filter="fade">
                          <p:cBhvr>
                            <p:cTn dur="1000"/>
                            <p:tgtEl>
                              <p:spTgt spid="31"/>
                            </p:tgtEl>
                          </p:cBhvr>
                        </p:animEffect>
                        <p:set>
                          <p:cBhvr>
                            <p:cTn dur="1" fill="hold">
                              <p:stCondLst>
                                <p:cond delay="999"/>
                              </p:stCondLst>
                            </p:cTn>
                            <p:tgtEl>
                              <p:spTgt spid="31"/>
                            </p:tgtEl>
                            <p:attrNameLst>
                              <p:attrName>style.visibility</p:attrName>
                            </p:attrNameLst>
                          </p:cBhvr>
                          <p:to>
                            <p:strVal val="hidden"/>
                          </p:to>
                        </p:set>
                      </p:childTnLst>
                    </p:cTn>
                  </p:par>
                </p:tnLst>
              </p:tmpl>
            </p:tmplLst>
          </p:bldP>
          <p:bldP spid="32" grpId="0" animBg="1">
            <p:tmplLst>
              <p:tmpl>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1000"/>
                            <p:tgtEl>
                              <p:spTgt spid="32"/>
                            </p:tgtEl>
                          </p:cBhvr>
                        </p:animEffect>
                      </p:childTnLst>
                    </p:cTn>
                  </p:par>
                </p:tnLst>
              </p:tmpl>
            </p:tmplLst>
          </p:bldP>
          <p:bldP spid="32" grpId="1" animBg="1">
            <p:tmplLst>
              <p:tmpl>
                <p:tnLst>
                  <p:par>
                    <p:cTn presetID="10" presetClass="exit" presetSubtype="0" fill="hold" nodeType="withEffect">
                      <p:stCondLst>
                        <p:cond delay="0"/>
                      </p:stCondLst>
                      <p:childTnLst>
                        <p:animEffect transition="out" filter="fade">
                          <p:cBhvr>
                            <p:cTn dur="1000"/>
                            <p:tgtEl>
                              <p:spTgt spid="32"/>
                            </p:tgtEl>
                          </p:cBhvr>
                        </p:animEffect>
                        <p:set>
                          <p:cBhvr>
                            <p:cTn dur="1" fill="hold">
                              <p:stCondLst>
                                <p:cond delay="999"/>
                              </p:stCondLst>
                            </p:cTn>
                            <p:tgtEl>
                              <p:spTgt spid="32"/>
                            </p:tgtEl>
                            <p:attrNameLst>
                              <p:attrName>style.visibility</p:attrName>
                            </p:attrNameLst>
                          </p:cBhvr>
                          <p:to>
                            <p:strVal val="hidden"/>
                          </p:to>
                        </p:set>
                      </p:childTnLst>
                    </p:cTn>
                  </p:par>
                </p:tnLst>
              </p:tmpl>
            </p:tmplLst>
          </p:bldP>
          <p:bldP spid="33" grpId="0" animBg="1">
            <p:tmplLst>
              <p:tmpl>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1000"/>
                            <p:tgtEl>
                              <p:spTgt spid="33"/>
                            </p:tgtEl>
                          </p:cBhvr>
                        </p:animEffect>
                      </p:childTnLst>
                    </p:cTn>
                  </p:par>
                </p:tnLst>
              </p:tmpl>
            </p:tmplLst>
          </p:bldP>
          <p:bldP spid="33" grpId="1" animBg="1">
            <p:tmplLst>
              <p:tmpl>
                <p:tnLst>
                  <p:par>
                    <p:cTn presetID="10" presetClass="exit" presetSubtype="0" fill="hold" nodeType="withEffect">
                      <p:stCondLst>
                        <p:cond delay="0"/>
                      </p:stCondLst>
                      <p:childTnLst>
                        <p:animEffect transition="out" filter="fade">
                          <p:cBhvr>
                            <p:cTn dur="1000"/>
                            <p:tgtEl>
                              <p:spTgt spid="33"/>
                            </p:tgtEl>
                          </p:cBhvr>
                        </p:animEffect>
                        <p:set>
                          <p:cBhvr>
                            <p:cTn dur="1" fill="hold">
                              <p:stCondLst>
                                <p:cond delay="999"/>
                              </p:stCondLst>
                            </p:cTn>
                            <p:tgtEl>
                              <p:spTgt spid="33"/>
                            </p:tgtEl>
                            <p:attrNameLst>
                              <p:attrName>style.visibility</p:attrName>
                            </p:attrNameLst>
                          </p:cBhvr>
                          <p:to>
                            <p:strVal val="hidden"/>
                          </p:to>
                        </p:set>
                      </p:childTnLst>
                    </p:cTn>
                  </p:par>
                </p:tnLst>
              </p:tmpl>
            </p:tmplLst>
          </p:bldP>
          <p:bldP spid="34" grpId="0" animBg="1">
            <p:tmplLst>
              <p:tmpl>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1000"/>
                            <p:tgtEl>
                              <p:spTgt spid="34"/>
                            </p:tgtEl>
                          </p:cBhvr>
                        </p:animEffect>
                      </p:childTnLst>
                    </p:cTn>
                  </p:par>
                </p:tnLst>
              </p:tmpl>
            </p:tmplLst>
          </p:bldP>
          <p:bldP spid="34" grpId="1" animBg="1">
            <p:tmplLst>
              <p:tmpl>
                <p:tnLst>
                  <p:par>
                    <p:cTn presetID="10" presetClass="exit" presetSubtype="0" fill="hold" nodeType="withEffect">
                      <p:stCondLst>
                        <p:cond delay="0"/>
                      </p:stCondLst>
                      <p:childTnLst>
                        <p:animEffect transition="out" filter="fade">
                          <p:cBhvr>
                            <p:cTn dur="1000"/>
                            <p:tgtEl>
                              <p:spTgt spid="34"/>
                            </p:tgtEl>
                          </p:cBhvr>
                        </p:animEffect>
                        <p:set>
                          <p:cBhvr>
                            <p:cTn dur="1" fill="hold">
                              <p:stCondLst>
                                <p:cond delay="999"/>
                              </p:stCondLst>
                            </p:cTn>
                            <p:tgtEl>
                              <p:spTgt spid="34"/>
                            </p:tgtEl>
                            <p:attrNameLst>
                              <p:attrName>style.visibility</p:attrName>
                            </p:attrNameLst>
                          </p:cBhvr>
                          <p:to>
                            <p:strVal val="hidden"/>
                          </p:to>
                        </p:set>
                      </p:childTnLst>
                    </p:cTn>
                  </p:par>
                </p:tnLst>
              </p:tmpl>
            </p:tmplLst>
          </p:bldP>
          <p:bldP spid="35" grpId="0" animBg="1">
            <p:tmplLst>
              <p:tmpl>
                <p:tnLst>
                  <p:par>
                    <p:cTn presetID="10" presetClass="entr" presetSubtype="0" fill="hold" nodeType="withEffect">
                      <p:stCondLst>
                        <p:cond delay="0"/>
                      </p:stCondLst>
                      <p:childTnLst>
                        <p:set>
                          <p:cBhvr>
                            <p:cTn dur="1" fill="hold">
                              <p:stCondLst>
                                <p:cond delay="0"/>
                              </p:stCondLst>
                            </p:cTn>
                            <p:tgtEl>
                              <p:spTgt spid="35"/>
                            </p:tgtEl>
                            <p:attrNameLst>
                              <p:attrName>style.visibility</p:attrName>
                            </p:attrNameLst>
                          </p:cBhvr>
                          <p:to>
                            <p:strVal val="visible"/>
                          </p:to>
                        </p:set>
                        <p:animEffect transition="in" filter="fade">
                          <p:cBhvr>
                            <p:cTn dur="1000"/>
                            <p:tgtEl>
                              <p:spTgt spid="35"/>
                            </p:tgtEl>
                          </p:cBhvr>
                        </p:animEffect>
                      </p:childTnLst>
                    </p:cTn>
                  </p:par>
                </p:tnLst>
              </p:tmpl>
            </p:tmplLst>
          </p:bldP>
          <p:bldP spid="35" grpId="1" animBg="1">
            <p:tmplLst>
              <p:tmpl>
                <p:tnLst>
                  <p:par>
                    <p:cTn presetID="10" presetClass="exit" presetSubtype="0" fill="hold" nodeType="withEffect">
                      <p:stCondLst>
                        <p:cond delay="0"/>
                      </p:stCondLst>
                      <p:childTnLst>
                        <p:animEffect transition="out" filter="fade">
                          <p:cBhvr>
                            <p:cTn dur="1000"/>
                            <p:tgtEl>
                              <p:spTgt spid="35"/>
                            </p:tgtEl>
                          </p:cBhvr>
                        </p:animEffect>
                        <p:set>
                          <p:cBhvr>
                            <p:cTn dur="1" fill="hold">
                              <p:stCondLst>
                                <p:cond delay="999"/>
                              </p:stCondLst>
                            </p:cTn>
                            <p:tgtEl>
                              <p:spTgt spid="35"/>
                            </p:tgtEl>
                            <p:attrNameLst>
                              <p:attrName>style.visibility</p:attrName>
                            </p:attrNameLst>
                          </p:cBhvr>
                          <p:to>
                            <p:strVal val="hidden"/>
                          </p:to>
                        </p:set>
                      </p:childTnLst>
                    </p:cTn>
                  </p:par>
                </p:tnLst>
              </p:tmpl>
            </p:tmplLst>
          </p:bldP>
          <p:bldP spid="36" grpId="0" animBg="1">
            <p:tmplLst>
              <p:tmpl>
                <p:tnLst>
                  <p:par>
                    <p:cTn presetID="10" presetClass="entr" presetSubtype="0" fill="hold" nodeType="withEffect">
                      <p:stCondLst>
                        <p:cond delay="0"/>
                      </p:stCondLst>
                      <p:childTnLst>
                        <p:set>
                          <p:cBhvr>
                            <p:cTn dur="1" fill="hold">
                              <p:stCondLst>
                                <p:cond delay="0"/>
                              </p:stCondLst>
                            </p:cTn>
                            <p:tgtEl>
                              <p:spTgt spid="36"/>
                            </p:tgtEl>
                            <p:attrNameLst>
                              <p:attrName>style.visibility</p:attrName>
                            </p:attrNameLst>
                          </p:cBhvr>
                          <p:to>
                            <p:strVal val="visible"/>
                          </p:to>
                        </p:set>
                        <p:animEffect transition="in" filter="fade">
                          <p:cBhvr>
                            <p:cTn dur="1000"/>
                            <p:tgtEl>
                              <p:spTgt spid="36"/>
                            </p:tgtEl>
                          </p:cBhvr>
                        </p:animEffect>
                      </p:childTnLst>
                    </p:cTn>
                  </p:par>
                </p:tnLst>
              </p:tmpl>
            </p:tmplLst>
          </p:bldP>
          <p:bldP spid="36" grpId="1" animBg="1">
            <p:tmplLst>
              <p:tmpl>
                <p:tnLst>
                  <p:par>
                    <p:cTn presetID="10" presetClass="exit" presetSubtype="0" fill="hold" nodeType="withEffect">
                      <p:stCondLst>
                        <p:cond delay="0"/>
                      </p:stCondLst>
                      <p:childTnLst>
                        <p:animEffect transition="out" filter="fade">
                          <p:cBhvr>
                            <p:cTn dur="1000"/>
                            <p:tgtEl>
                              <p:spTgt spid="36"/>
                            </p:tgtEl>
                          </p:cBhvr>
                        </p:animEffect>
                        <p:set>
                          <p:cBhvr>
                            <p:cTn dur="1" fill="hold">
                              <p:stCondLst>
                                <p:cond delay="999"/>
                              </p:stCondLst>
                            </p:cTn>
                            <p:tgtEl>
                              <p:spTgt spid="36"/>
                            </p:tgtEl>
                            <p:attrNameLst>
                              <p:attrName>style.visibility</p:attrName>
                            </p:attrNameLst>
                          </p:cBhvr>
                          <p:to>
                            <p:strVal val="hidden"/>
                          </p:to>
                        </p:set>
                      </p:childTnLst>
                    </p:cTn>
                  </p:par>
                </p:tnLst>
              </p:tmpl>
            </p:tmplLst>
          </p:bldP>
          <p:bldP spid="37" grpId="0" animBg="1">
            <p:tmplLst>
              <p:tmpl>
                <p:tnLst>
                  <p:par>
                    <p:cTn presetID="10" presetClass="entr" presetSubtype="0" fill="hold" nodeType="withEffect">
                      <p:stCondLst>
                        <p:cond delay="0"/>
                      </p:stCondLst>
                      <p:childTnLst>
                        <p:set>
                          <p:cBhvr>
                            <p:cTn dur="1" fill="hold">
                              <p:stCondLst>
                                <p:cond delay="0"/>
                              </p:stCondLst>
                            </p:cTn>
                            <p:tgtEl>
                              <p:spTgt spid="37"/>
                            </p:tgtEl>
                            <p:attrNameLst>
                              <p:attrName>style.visibility</p:attrName>
                            </p:attrNameLst>
                          </p:cBhvr>
                          <p:to>
                            <p:strVal val="visible"/>
                          </p:to>
                        </p:set>
                        <p:animEffect transition="in" filter="fade">
                          <p:cBhvr>
                            <p:cTn dur="1000"/>
                            <p:tgtEl>
                              <p:spTgt spid="37"/>
                            </p:tgtEl>
                          </p:cBhvr>
                        </p:animEffect>
                      </p:childTnLst>
                    </p:cTn>
                  </p:par>
                </p:tnLst>
              </p:tmpl>
            </p:tmplLst>
          </p:bldP>
          <p:bldP spid="37" grpId="1" animBg="1">
            <p:tmplLst>
              <p:tmpl>
                <p:tnLst>
                  <p:par>
                    <p:cTn presetID="10" presetClass="exit" presetSubtype="0" fill="hold" nodeType="withEffect">
                      <p:stCondLst>
                        <p:cond delay="0"/>
                      </p:stCondLst>
                      <p:childTnLst>
                        <p:animEffect transition="out" filter="fade">
                          <p:cBhvr>
                            <p:cTn dur="1000"/>
                            <p:tgtEl>
                              <p:spTgt spid="37"/>
                            </p:tgtEl>
                          </p:cBhvr>
                        </p:animEffect>
                        <p:set>
                          <p:cBhvr>
                            <p:cTn dur="1" fill="hold">
                              <p:stCondLst>
                                <p:cond delay="999"/>
                              </p:stCondLst>
                            </p:cTn>
                            <p:tgtEl>
                              <p:spTgt spid="37"/>
                            </p:tgtEl>
                            <p:attrNameLst>
                              <p:attrName>style.visibility</p:attrName>
                            </p:attrNameLst>
                          </p:cBhvr>
                          <p:to>
                            <p:strVal val="hidden"/>
                          </p:to>
                        </p:set>
                      </p:childTnLst>
                    </p:cTn>
                  </p:par>
                </p:tnLst>
              </p:tmpl>
            </p:tmplLst>
          </p:bldP>
          <p:bldP spid="38" grpId="0" animBg="1">
            <p:tmplLst>
              <p:tmpl>
                <p:tnLst>
                  <p:par>
                    <p:cTn presetID="10" presetClass="exit" presetSubtype="0" fill="hold" nodeType="withEffect">
                      <p:stCondLst>
                        <p:cond delay="0"/>
                      </p:stCondLst>
                      <p:childTnLst>
                        <p:animEffect transition="out" filter="fade">
                          <p:cBhvr>
                            <p:cTn dur="1000"/>
                            <p:tgtEl>
                              <p:spTgt spid="38"/>
                            </p:tgtEl>
                          </p:cBhvr>
                        </p:animEffect>
                        <p:set>
                          <p:cBhvr>
                            <p:cTn dur="1" fill="hold">
                              <p:stCondLst>
                                <p:cond delay="999"/>
                              </p:stCondLst>
                            </p:cTn>
                            <p:tgtEl>
                              <p:spTgt spid="38"/>
                            </p:tgtEl>
                            <p:attrNameLst>
                              <p:attrName>style.visibility</p:attrName>
                            </p:attrNameLst>
                          </p:cBhvr>
                          <p:to>
                            <p:strVal val="hidden"/>
                          </p:to>
                        </p:set>
                      </p:childTnLst>
                    </p:cTn>
                  </p:par>
                </p:tnLst>
              </p:tmpl>
            </p:tmplLst>
          </p:bldP>
          <p:bldP spid="38" grpId="1" animBg="1">
            <p:tmplLst>
              <p:tmpl>
                <p:tnLst>
                  <p:par>
                    <p:cTn presetID="10" presetClass="entr" presetSubtype="0" fill="hold" nodeType="withEffect">
                      <p:stCondLst>
                        <p:cond delay="0"/>
                      </p:stCondLst>
                      <p:childTnLst>
                        <p:set>
                          <p:cBhvr>
                            <p:cTn dur="1" fill="hold">
                              <p:stCondLst>
                                <p:cond delay="0"/>
                              </p:stCondLst>
                            </p:cTn>
                            <p:tgtEl>
                              <p:spTgt spid="38"/>
                            </p:tgtEl>
                            <p:attrNameLst>
                              <p:attrName>style.visibility</p:attrName>
                            </p:attrNameLst>
                          </p:cBhvr>
                          <p:to>
                            <p:strVal val="visible"/>
                          </p:to>
                        </p:set>
                        <p:animEffect transition="in" filter="fade">
                          <p:cBhvr>
                            <p:cTn dur="1000"/>
                            <p:tgtEl>
                              <p:spTgt spid="38"/>
                            </p:tgtEl>
                          </p:cBhvr>
                        </p:animEffect>
                      </p:childTnLst>
                    </p:cTn>
                  </p:par>
                </p:tnLst>
              </p:tmpl>
            </p:tmplLst>
          </p:bldP>
          <p:bldP spid="39" grpId="0" animBg="1">
            <p:tmplLst>
              <p:tmpl>
                <p:tnLst>
                  <p:par>
                    <p:cTn presetID="10" presetClass="exit" presetSubtype="0" fill="hold" nodeType="withEffect">
                      <p:stCondLst>
                        <p:cond delay="0"/>
                      </p:stCondLst>
                      <p:childTnLst>
                        <p:animEffect transition="out" filter="fade">
                          <p:cBhvr>
                            <p:cTn dur="1000"/>
                            <p:tgtEl>
                              <p:spTgt spid="39"/>
                            </p:tgtEl>
                          </p:cBhvr>
                        </p:animEffect>
                        <p:set>
                          <p:cBhvr>
                            <p:cTn dur="1" fill="hold">
                              <p:stCondLst>
                                <p:cond delay="999"/>
                              </p:stCondLst>
                            </p:cTn>
                            <p:tgtEl>
                              <p:spTgt spid="39"/>
                            </p:tgtEl>
                            <p:attrNameLst>
                              <p:attrName>style.visibility</p:attrName>
                            </p:attrNameLst>
                          </p:cBhvr>
                          <p:to>
                            <p:strVal val="hidden"/>
                          </p:to>
                        </p:set>
                      </p:childTnLst>
                    </p:cTn>
                  </p:par>
                </p:tnLst>
              </p:tmpl>
            </p:tmplLst>
          </p:bldP>
          <p:bldP spid="39" grpId="1" animBg="1">
            <p:tmplLst>
              <p:tmpl>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1000"/>
                            <p:tgtEl>
                              <p:spTgt spid="39"/>
                            </p:tgtEl>
                          </p:cBhvr>
                        </p:animEffect>
                      </p:childTnLst>
                    </p:cTn>
                  </p:par>
                </p:tnLst>
              </p:tmpl>
            </p:tmplLst>
          </p:bldP>
          <p:bldP spid="40" grpId="0" animBg="1">
            <p:tmplLst>
              <p:tmpl>
                <p:tnLst>
                  <p:par>
                    <p:cTn presetID="10" presetClass="exit" presetSubtype="0" fill="hold" nodeType="withEffect">
                      <p:stCondLst>
                        <p:cond delay="0"/>
                      </p:stCondLst>
                      <p:childTnLst>
                        <p:animEffect transition="out" filter="fade">
                          <p:cBhvr>
                            <p:cTn dur="1000"/>
                            <p:tgtEl>
                              <p:spTgt spid="40"/>
                            </p:tgtEl>
                          </p:cBhvr>
                        </p:animEffect>
                        <p:set>
                          <p:cBhvr>
                            <p:cTn dur="1" fill="hold">
                              <p:stCondLst>
                                <p:cond delay="999"/>
                              </p:stCondLst>
                            </p:cTn>
                            <p:tgtEl>
                              <p:spTgt spid="40"/>
                            </p:tgtEl>
                            <p:attrNameLst>
                              <p:attrName>style.visibility</p:attrName>
                            </p:attrNameLst>
                          </p:cBhvr>
                          <p:to>
                            <p:strVal val="hidden"/>
                          </p:to>
                        </p:set>
                      </p:childTnLst>
                    </p:cTn>
                  </p:par>
                </p:tnLst>
              </p:tmpl>
            </p:tmplLst>
          </p:bldP>
          <p:bldP spid="40" grpId="1" animBg="1">
            <p:tmplLst>
              <p:tmpl>
                <p:tnLst>
                  <p:par>
                    <p:cTn presetID="10" presetClass="entr" presetSubtype="0" fill="hold" nodeType="withEffect">
                      <p:stCondLst>
                        <p:cond delay="0"/>
                      </p:stCondLst>
                      <p:childTnLst>
                        <p:set>
                          <p:cBhvr>
                            <p:cTn dur="1" fill="hold">
                              <p:stCondLst>
                                <p:cond delay="0"/>
                              </p:stCondLst>
                            </p:cTn>
                            <p:tgtEl>
                              <p:spTgt spid="40"/>
                            </p:tgtEl>
                            <p:attrNameLst>
                              <p:attrName>style.visibility</p:attrName>
                            </p:attrNameLst>
                          </p:cBhvr>
                          <p:to>
                            <p:strVal val="visible"/>
                          </p:to>
                        </p:set>
                        <p:animEffect transition="in" filter="fade">
                          <p:cBhvr>
                            <p:cTn dur="1000"/>
                            <p:tgtEl>
                              <p:spTgt spid="40"/>
                            </p:tgtEl>
                          </p:cBhvr>
                        </p:animEffect>
                      </p:childTnLst>
                    </p:cTn>
                  </p:par>
                </p:tnLst>
              </p:tmpl>
            </p:tmplLst>
          </p:bldP>
          <p:bldP spid="41" grpId="0" animBg="1">
            <p:tmplLst>
              <p:tmpl>
                <p:tnLst>
                  <p:par>
                    <p:cTn presetID="10" presetClass="exit" presetSubtype="0" fill="hold" nodeType="withEffect">
                      <p:stCondLst>
                        <p:cond delay="0"/>
                      </p:stCondLst>
                      <p:childTnLst>
                        <p:animEffect transition="out" filter="fade">
                          <p:cBhvr>
                            <p:cTn dur="1000"/>
                            <p:tgtEl>
                              <p:spTgt spid="41"/>
                            </p:tgtEl>
                          </p:cBhvr>
                        </p:animEffect>
                        <p:set>
                          <p:cBhvr>
                            <p:cTn dur="1" fill="hold">
                              <p:stCondLst>
                                <p:cond delay="999"/>
                              </p:stCondLst>
                            </p:cTn>
                            <p:tgtEl>
                              <p:spTgt spid="41"/>
                            </p:tgtEl>
                            <p:attrNameLst>
                              <p:attrName>style.visibility</p:attrName>
                            </p:attrNameLst>
                          </p:cBhvr>
                          <p:to>
                            <p:strVal val="hidden"/>
                          </p:to>
                        </p:set>
                      </p:childTnLst>
                    </p:cTn>
                  </p:par>
                </p:tnLst>
              </p:tmpl>
            </p:tmplLst>
          </p:bldP>
          <p:bldP spid="41" grpId="1" animBg="1">
            <p:tmplLst>
              <p:tmpl>
                <p:tnLst>
                  <p:par>
                    <p:cTn presetID="10" presetClass="entr" presetSubtype="0" fill="hold" nodeType="withEffect">
                      <p:stCondLst>
                        <p:cond delay="0"/>
                      </p:stCondLst>
                      <p:childTnLst>
                        <p:set>
                          <p:cBhvr>
                            <p:cTn dur="1" fill="hold">
                              <p:stCondLst>
                                <p:cond delay="0"/>
                              </p:stCondLst>
                            </p:cTn>
                            <p:tgtEl>
                              <p:spTgt spid="41"/>
                            </p:tgtEl>
                            <p:attrNameLst>
                              <p:attrName>style.visibility</p:attrName>
                            </p:attrNameLst>
                          </p:cBhvr>
                          <p:to>
                            <p:strVal val="visible"/>
                          </p:to>
                        </p:set>
                        <p:animEffect transition="in" filter="fade">
                          <p:cBhvr>
                            <p:cTn dur="1000"/>
                            <p:tgtEl>
                              <p:spTgt spid="41"/>
                            </p:tgtEl>
                          </p:cBhvr>
                        </p:animEffect>
                      </p:childTnLst>
                    </p:cTn>
                  </p:par>
                </p:tnLst>
              </p:tmpl>
            </p:tmplLst>
          </p:bldP>
          <p:bldP spid="42" grpId="0" animBg="1">
            <p:tmplLst>
              <p:tmpl>
                <p:tnLst>
                  <p:par>
                    <p:cTn presetID="10" presetClass="exit" presetSubtype="0" fill="hold" nodeType="withEffect">
                      <p:stCondLst>
                        <p:cond delay="0"/>
                      </p:stCondLst>
                      <p:childTnLst>
                        <p:animEffect transition="out" filter="fade">
                          <p:cBhvr>
                            <p:cTn dur="1000"/>
                            <p:tgtEl>
                              <p:spTgt spid="42"/>
                            </p:tgtEl>
                          </p:cBhvr>
                        </p:animEffect>
                        <p:set>
                          <p:cBhvr>
                            <p:cTn dur="1" fill="hold">
                              <p:stCondLst>
                                <p:cond delay="999"/>
                              </p:stCondLst>
                            </p:cTn>
                            <p:tgtEl>
                              <p:spTgt spid="42"/>
                            </p:tgtEl>
                            <p:attrNameLst>
                              <p:attrName>style.visibility</p:attrName>
                            </p:attrNameLst>
                          </p:cBhvr>
                          <p:to>
                            <p:strVal val="hidden"/>
                          </p:to>
                        </p:set>
                      </p:childTnLst>
                    </p:cTn>
                  </p:par>
                </p:tnLst>
              </p:tmpl>
            </p:tmplLst>
          </p:bldP>
          <p:bldP spid="42" grpId="1" animBg="1">
            <p:tmplLst>
              <p:tmpl>
                <p:tnLst>
                  <p:par>
                    <p:cTn presetID="10" presetClass="entr" presetSubtype="0" fill="hold" nodeType="withEffect">
                      <p:stCondLst>
                        <p:cond delay="0"/>
                      </p:stCondLst>
                      <p:childTnLst>
                        <p:set>
                          <p:cBhvr>
                            <p:cTn dur="1" fill="hold">
                              <p:stCondLst>
                                <p:cond delay="0"/>
                              </p:stCondLst>
                            </p:cTn>
                            <p:tgtEl>
                              <p:spTgt spid="42"/>
                            </p:tgtEl>
                            <p:attrNameLst>
                              <p:attrName>style.visibility</p:attrName>
                            </p:attrNameLst>
                          </p:cBhvr>
                          <p:to>
                            <p:strVal val="visible"/>
                          </p:to>
                        </p:set>
                        <p:animEffect transition="in" filter="fade">
                          <p:cBhvr>
                            <p:cTn dur="1000"/>
                            <p:tgtEl>
                              <p:spTgt spid="42"/>
                            </p:tgtEl>
                          </p:cBhvr>
                        </p:animEffect>
                      </p:childTnLst>
                    </p:cTn>
                  </p:par>
                </p:tnLst>
              </p:tmpl>
            </p:tmplLst>
          </p:bldP>
          <p:bldP spid="43" grpId="0" animBg="1">
            <p:tmplLst>
              <p:tmpl>
                <p:tnLst>
                  <p:par>
                    <p:cTn presetID="10" presetClass="exit" presetSubtype="0" fill="hold" nodeType="withEffect">
                      <p:stCondLst>
                        <p:cond delay="0"/>
                      </p:stCondLst>
                      <p:childTnLst>
                        <p:animEffect transition="out" filter="fade">
                          <p:cBhvr>
                            <p:cTn dur="1000"/>
                            <p:tgtEl>
                              <p:spTgt spid="43"/>
                            </p:tgtEl>
                          </p:cBhvr>
                        </p:animEffect>
                        <p:set>
                          <p:cBhvr>
                            <p:cTn dur="1" fill="hold">
                              <p:stCondLst>
                                <p:cond delay="999"/>
                              </p:stCondLst>
                            </p:cTn>
                            <p:tgtEl>
                              <p:spTgt spid="43"/>
                            </p:tgtEl>
                            <p:attrNameLst>
                              <p:attrName>style.visibility</p:attrName>
                            </p:attrNameLst>
                          </p:cBhvr>
                          <p:to>
                            <p:strVal val="hidden"/>
                          </p:to>
                        </p:set>
                      </p:childTnLst>
                    </p:cTn>
                  </p:par>
                </p:tnLst>
              </p:tmpl>
            </p:tmplLst>
          </p:bldP>
          <p:bldP spid="43" grpId="1" animBg="1">
            <p:tmplLst>
              <p:tmpl>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1000"/>
                            <p:tgtEl>
                              <p:spTgt spid="43"/>
                            </p:tgtEl>
                          </p:cBhvr>
                        </p:animEffect>
                      </p:childTnLst>
                    </p:cTn>
                  </p:par>
                </p:tnLst>
              </p:tmpl>
            </p:tmplLst>
          </p:bldP>
          <p:bldP spid="44" grpId="0" animBg="1">
            <p:tmplLst>
              <p:tmpl>
                <p:tnLst>
                  <p:par>
                    <p:cTn presetID="10" presetClass="exit" presetSubtype="0" fill="hold" nodeType="withEffect">
                      <p:stCondLst>
                        <p:cond delay="0"/>
                      </p:stCondLst>
                      <p:childTnLst>
                        <p:animEffect transition="out" filter="fade">
                          <p:cBhvr>
                            <p:cTn dur="1000"/>
                            <p:tgtEl>
                              <p:spTgt spid="44"/>
                            </p:tgtEl>
                          </p:cBhvr>
                        </p:animEffect>
                        <p:set>
                          <p:cBhvr>
                            <p:cTn dur="1" fill="hold">
                              <p:stCondLst>
                                <p:cond delay="999"/>
                              </p:stCondLst>
                            </p:cTn>
                            <p:tgtEl>
                              <p:spTgt spid="44"/>
                            </p:tgtEl>
                            <p:attrNameLst>
                              <p:attrName>style.visibility</p:attrName>
                            </p:attrNameLst>
                          </p:cBhvr>
                          <p:to>
                            <p:strVal val="hidden"/>
                          </p:to>
                        </p:set>
                      </p:childTnLst>
                    </p:cTn>
                  </p:par>
                </p:tnLst>
              </p:tmpl>
            </p:tmplLst>
          </p:bldP>
          <p:bldP spid="44" grpId="1" animBg="1">
            <p:tmplLst>
              <p:tmpl>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1000"/>
                            <p:tgtEl>
                              <p:spTgt spid="44"/>
                            </p:tgtEl>
                          </p:cBhvr>
                        </p:animEffect>
                      </p:childTnLst>
                    </p:cTn>
                  </p:par>
                </p:tnLst>
              </p:tmpl>
            </p:tmplLst>
          </p:bldP>
          <p:bldP spid="45" grpId="0" animBg="1">
            <p:tmplLst>
              <p:tmpl>
                <p:tnLst>
                  <p:par>
                    <p:cTn presetID="10" presetClass="exit" presetSubtype="0" fill="hold" nodeType="withEffect">
                      <p:stCondLst>
                        <p:cond delay="0"/>
                      </p:stCondLst>
                      <p:childTnLst>
                        <p:animEffect transition="out" filter="fade">
                          <p:cBhvr>
                            <p:cTn dur="1000"/>
                            <p:tgtEl>
                              <p:spTgt spid="45"/>
                            </p:tgtEl>
                          </p:cBhvr>
                        </p:animEffect>
                        <p:set>
                          <p:cBhvr>
                            <p:cTn dur="1" fill="hold">
                              <p:stCondLst>
                                <p:cond delay="999"/>
                              </p:stCondLst>
                            </p:cTn>
                            <p:tgtEl>
                              <p:spTgt spid="45"/>
                            </p:tgtEl>
                            <p:attrNameLst>
                              <p:attrName>style.visibility</p:attrName>
                            </p:attrNameLst>
                          </p:cBhvr>
                          <p:to>
                            <p:strVal val="hidden"/>
                          </p:to>
                        </p:set>
                      </p:childTnLst>
                    </p:cTn>
                  </p:par>
                </p:tnLst>
              </p:tmpl>
            </p:tmplLst>
          </p:bldP>
          <p:bldP spid="45" grpId="1" animBg="1">
            <p:tmplLst>
              <p:tmpl>
                <p:tnLst>
                  <p:par>
                    <p:cTn presetID="10" presetClass="entr" presetSubtype="0" fill="hold" nodeType="with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1000"/>
                            <p:tgtEl>
                              <p:spTgt spid="45"/>
                            </p:tgtEl>
                          </p:cBhvr>
                        </p:animEffect>
                      </p:childTnLst>
                    </p:cTn>
                  </p:par>
                </p:tnLst>
              </p:tmpl>
            </p:tmplLst>
          </p:bldP>
          <p:bldP spid="46" grpId="0" animBg="1">
            <p:tmplLst>
              <p:tmpl>
                <p:tnLst>
                  <p:par>
                    <p:cTn presetID="10" presetClass="exit" presetSubtype="0" fill="hold" nodeType="withEffect">
                      <p:stCondLst>
                        <p:cond delay="0"/>
                      </p:stCondLst>
                      <p:childTnLst>
                        <p:animEffect transition="out" filter="fade">
                          <p:cBhvr>
                            <p:cTn dur="1000"/>
                            <p:tgtEl>
                              <p:spTgt spid="46"/>
                            </p:tgtEl>
                          </p:cBhvr>
                        </p:animEffect>
                        <p:set>
                          <p:cBhvr>
                            <p:cTn dur="1" fill="hold">
                              <p:stCondLst>
                                <p:cond delay="999"/>
                              </p:stCondLst>
                            </p:cTn>
                            <p:tgtEl>
                              <p:spTgt spid="46"/>
                            </p:tgtEl>
                            <p:attrNameLst>
                              <p:attrName>style.visibility</p:attrName>
                            </p:attrNameLst>
                          </p:cBhvr>
                          <p:to>
                            <p:strVal val="hidden"/>
                          </p:to>
                        </p:set>
                      </p:childTnLst>
                    </p:cTn>
                  </p:par>
                </p:tnLst>
              </p:tmpl>
            </p:tmplLst>
          </p:bldP>
          <p:bldP spid="46" grpId="1" animBg="1">
            <p:tmplLst>
              <p:tmpl>
                <p:tnLst>
                  <p:par>
                    <p:cTn presetID="10" presetClass="entr" presetSubtype="0" fill="hold" nodeType="withEffect">
                      <p:stCondLst>
                        <p:cond delay="0"/>
                      </p:stCondLst>
                      <p:childTnLst>
                        <p:set>
                          <p:cBhvr>
                            <p:cTn dur="1" fill="hold">
                              <p:stCondLst>
                                <p:cond delay="0"/>
                              </p:stCondLst>
                            </p:cTn>
                            <p:tgtEl>
                              <p:spTgt spid="46"/>
                            </p:tgtEl>
                            <p:attrNameLst>
                              <p:attrName>style.visibility</p:attrName>
                            </p:attrNameLst>
                          </p:cBhvr>
                          <p:to>
                            <p:strVal val="visible"/>
                          </p:to>
                        </p:set>
                        <p:animEffect transition="in" filter="fade">
                          <p:cBhvr>
                            <p:cTn dur="1000"/>
                            <p:tgtEl>
                              <p:spTgt spid="46"/>
                            </p:tgtEl>
                          </p:cBhvr>
                        </p:animEffect>
                      </p:childTnLst>
                    </p:cTn>
                  </p:par>
                </p:tnLst>
              </p:tmpl>
            </p:tmplLst>
          </p:bldP>
          <p:bldP spid="47" grpId="0" animBg="1">
            <p:tmplLst>
              <p:tmpl>
                <p:tnLst>
                  <p:par>
                    <p:cTn presetID="10" presetClass="exit" presetSubtype="0" fill="hold" nodeType="withEffect">
                      <p:stCondLst>
                        <p:cond delay="0"/>
                      </p:stCondLst>
                      <p:childTnLst>
                        <p:animEffect transition="out" filter="fade">
                          <p:cBhvr>
                            <p:cTn dur="1000"/>
                            <p:tgtEl>
                              <p:spTgt spid="47"/>
                            </p:tgtEl>
                          </p:cBhvr>
                        </p:animEffect>
                        <p:set>
                          <p:cBhvr>
                            <p:cTn dur="1" fill="hold">
                              <p:stCondLst>
                                <p:cond delay="999"/>
                              </p:stCondLst>
                            </p:cTn>
                            <p:tgtEl>
                              <p:spTgt spid="47"/>
                            </p:tgtEl>
                            <p:attrNameLst>
                              <p:attrName>style.visibility</p:attrName>
                            </p:attrNameLst>
                          </p:cBhvr>
                          <p:to>
                            <p:strVal val="hidden"/>
                          </p:to>
                        </p:set>
                      </p:childTnLst>
                    </p:cTn>
                  </p:par>
                </p:tnLst>
              </p:tmpl>
            </p:tmplLst>
          </p:bldP>
          <p:bldP spid="47" grpId="1" animBg="1">
            <p:tmplLst>
              <p:tmpl>
                <p:tnLst>
                  <p:par>
                    <p:cTn presetID="10" presetClass="entr" presetSubtype="0" fill="hold" nodeType="withEffect">
                      <p:stCondLst>
                        <p:cond delay="0"/>
                      </p:stCondLst>
                      <p:childTnLst>
                        <p:set>
                          <p:cBhvr>
                            <p:cTn dur="1" fill="hold">
                              <p:stCondLst>
                                <p:cond delay="0"/>
                              </p:stCondLst>
                            </p:cTn>
                            <p:tgtEl>
                              <p:spTgt spid="47"/>
                            </p:tgtEl>
                            <p:attrNameLst>
                              <p:attrName>style.visibility</p:attrName>
                            </p:attrNameLst>
                          </p:cBhvr>
                          <p:to>
                            <p:strVal val="visible"/>
                          </p:to>
                        </p:set>
                        <p:animEffect transition="in" filter="fade">
                          <p:cBhvr>
                            <p:cTn dur="1000"/>
                            <p:tgtEl>
                              <p:spTgt spid="47"/>
                            </p:tgtEl>
                          </p:cBhvr>
                        </p:animEffect>
                      </p:childTnLst>
                    </p:cTn>
                  </p:par>
                </p:tnLst>
              </p:tmpl>
            </p:tmplLst>
          </p:bldP>
          <p:bldP spid="48" grpId="0" animBg="1">
            <p:tmplLst>
              <p:tmpl>
                <p:tnLst>
                  <p:par>
                    <p:cTn presetID="10" presetClass="exit" presetSubtype="0" fill="hold" nodeType="withEffect">
                      <p:stCondLst>
                        <p:cond delay="0"/>
                      </p:stCondLst>
                      <p:childTnLst>
                        <p:animEffect transition="out" filter="fade">
                          <p:cBhvr>
                            <p:cTn dur="1000"/>
                            <p:tgtEl>
                              <p:spTgt spid="48"/>
                            </p:tgtEl>
                          </p:cBhvr>
                        </p:animEffect>
                        <p:set>
                          <p:cBhvr>
                            <p:cTn dur="1" fill="hold">
                              <p:stCondLst>
                                <p:cond delay="999"/>
                              </p:stCondLst>
                            </p:cTn>
                            <p:tgtEl>
                              <p:spTgt spid="48"/>
                            </p:tgtEl>
                            <p:attrNameLst>
                              <p:attrName>style.visibility</p:attrName>
                            </p:attrNameLst>
                          </p:cBhvr>
                          <p:to>
                            <p:strVal val="hidden"/>
                          </p:to>
                        </p:set>
                      </p:childTnLst>
                    </p:cTn>
                  </p:par>
                </p:tnLst>
              </p:tmpl>
            </p:tmplLst>
          </p:bldP>
          <p:bldP spid="48" grpId="1" animBg="1">
            <p:tmplLst>
              <p:tmpl>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1000"/>
                            <p:tgtEl>
                              <p:spTgt spid="48"/>
                            </p:tgtEl>
                          </p:cBhvr>
                        </p:animEffect>
                      </p:childTnLst>
                    </p:cTn>
                  </p:par>
                </p:tnLst>
              </p:tmpl>
            </p:tmplLst>
          </p:bldP>
          <p:bldP spid="49" grpId="0" animBg="1">
            <p:tmplLst>
              <p:tmpl>
                <p:tnLst>
                  <p:par>
                    <p:cTn presetID="10" presetClass="exit" presetSubtype="0" fill="hold" nodeType="withEffect">
                      <p:stCondLst>
                        <p:cond delay="0"/>
                      </p:stCondLst>
                      <p:childTnLst>
                        <p:animEffect transition="out" filter="fade">
                          <p:cBhvr>
                            <p:cTn dur="1000"/>
                            <p:tgtEl>
                              <p:spTgt spid="49"/>
                            </p:tgtEl>
                          </p:cBhvr>
                        </p:animEffect>
                        <p:set>
                          <p:cBhvr>
                            <p:cTn dur="1" fill="hold">
                              <p:stCondLst>
                                <p:cond delay="999"/>
                              </p:stCondLst>
                            </p:cTn>
                            <p:tgtEl>
                              <p:spTgt spid="49"/>
                            </p:tgtEl>
                            <p:attrNameLst>
                              <p:attrName>style.visibility</p:attrName>
                            </p:attrNameLst>
                          </p:cBhvr>
                          <p:to>
                            <p:strVal val="hidden"/>
                          </p:to>
                        </p:set>
                      </p:childTnLst>
                    </p:cTn>
                  </p:par>
                </p:tnLst>
              </p:tmpl>
            </p:tmplLst>
          </p:bldP>
          <p:bldP spid="49" grpId="1" animBg="1">
            <p:tmplLst>
              <p:tmpl>
                <p:tnLst>
                  <p:par>
                    <p:cTn presetID="10" presetClass="entr" presetSubtype="0" fill="hold" nodeType="withEffect">
                      <p:stCondLst>
                        <p:cond delay="0"/>
                      </p:stCondLst>
                      <p:childTnLst>
                        <p:set>
                          <p:cBhvr>
                            <p:cTn dur="1" fill="hold">
                              <p:stCondLst>
                                <p:cond delay="0"/>
                              </p:stCondLst>
                            </p:cTn>
                            <p:tgtEl>
                              <p:spTgt spid="49"/>
                            </p:tgtEl>
                            <p:attrNameLst>
                              <p:attrName>style.visibility</p:attrName>
                            </p:attrNameLst>
                          </p:cBhvr>
                          <p:to>
                            <p:strVal val="visible"/>
                          </p:to>
                        </p:set>
                        <p:animEffect transition="in" filter="fade">
                          <p:cBhvr>
                            <p:cTn dur="1000"/>
                            <p:tgtEl>
                              <p:spTgt spid="49"/>
                            </p:tgtEl>
                          </p:cBhvr>
                        </p:animEffect>
                      </p:childTnLst>
                    </p:cTn>
                  </p:par>
                </p:tnLst>
              </p:tmpl>
            </p:tmplLst>
          </p:bldP>
          <p:bldP spid="50" grpId="0" animBg="1">
            <p:tmplLst>
              <p:tmpl>
                <p:tnLst>
                  <p:par>
                    <p:cTn presetID="10" presetClass="exit" presetSubtype="0" fill="hold" nodeType="withEffect">
                      <p:stCondLst>
                        <p:cond delay="0"/>
                      </p:stCondLst>
                      <p:childTnLst>
                        <p:animEffect transition="out" filter="fade">
                          <p:cBhvr>
                            <p:cTn dur="1000"/>
                            <p:tgtEl>
                              <p:spTgt spid="50"/>
                            </p:tgtEl>
                          </p:cBhvr>
                        </p:animEffect>
                        <p:set>
                          <p:cBhvr>
                            <p:cTn dur="1" fill="hold">
                              <p:stCondLst>
                                <p:cond delay="999"/>
                              </p:stCondLst>
                            </p:cTn>
                            <p:tgtEl>
                              <p:spTgt spid="50"/>
                            </p:tgtEl>
                            <p:attrNameLst>
                              <p:attrName>style.visibility</p:attrName>
                            </p:attrNameLst>
                          </p:cBhvr>
                          <p:to>
                            <p:strVal val="hidden"/>
                          </p:to>
                        </p:set>
                      </p:childTnLst>
                    </p:cTn>
                  </p:par>
                </p:tnLst>
              </p:tmpl>
            </p:tmplLst>
          </p:bldP>
          <p:bldP spid="50" grpId="1" animBg="1">
            <p:tmplLst>
              <p:tmpl>
                <p:tnLst>
                  <p:par>
                    <p:cTn presetID="10" presetClass="entr" presetSubtype="0" fill="hold" nodeType="withEffect">
                      <p:stCondLst>
                        <p:cond delay="0"/>
                      </p:stCondLst>
                      <p:childTnLst>
                        <p:set>
                          <p:cBhvr>
                            <p:cTn dur="1" fill="hold">
                              <p:stCondLst>
                                <p:cond delay="0"/>
                              </p:stCondLst>
                            </p:cTn>
                            <p:tgtEl>
                              <p:spTgt spid="50"/>
                            </p:tgtEl>
                            <p:attrNameLst>
                              <p:attrName>style.visibility</p:attrName>
                            </p:attrNameLst>
                          </p:cBhvr>
                          <p:to>
                            <p:strVal val="visible"/>
                          </p:to>
                        </p:set>
                        <p:animEffect transition="in" filter="fade">
                          <p:cBhvr>
                            <p:cTn dur="1000"/>
                            <p:tgtEl>
                              <p:spTgt spid="50"/>
                            </p:tgtEl>
                          </p:cBhvr>
                        </p:animEffect>
                      </p:childTnLst>
                    </p:cTn>
                  </p:par>
                </p:tnLst>
              </p:tmpl>
            </p:tmplLst>
          </p:bldP>
          <p:bldP spid="51" grpId="0" animBg="1">
            <p:tmplLst>
              <p:tmpl>
                <p:tnLst>
                  <p:par>
                    <p:cTn presetID="10" presetClass="exit" presetSubtype="0" fill="hold" nodeType="withEffect">
                      <p:stCondLst>
                        <p:cond delay="0"/>
                      </p:stCondLst>
                      <p:childTnLst>
                        <p:animEffect transition="out" filter="fade">
                          <p:cBhvr>
                            <p:cTn dur="1000"/>
                            <p:tgtEl>
                              <p:spTgt spid="51"/>
                            </p:tgtEl>
                          </p:cBhvr>
                        </p:animEffect>
                        <p:set>
                          <p:cBhvr>
                            <p:cTn dur="1" fill="hold">
                              <p:stCondLst>
                                <p:cond delay="999"/>
                              </p:stCondLst>
                            </p:cTn>
                            <p:tgtEl>
                              <p:spTgt spid="51"/>
                            </p:tgtEl>
                            <p:attrNameLst>
                              <p:attrName>style.visibility</p:attrName>
                            </p:attrNameLst>
                          </p:cBhvr>
                          <p:to>
                            <p:strVal val="hidden"/>
                          </p:to>
                        </p:set>
                      </p:childTnLst>
                    </p:cTn>
                  </p:par>
                </p:tnLst>
              </p:tmpl>
            </p:tmplLst>
          </p:bldP>
          <p:bldP spid="51" grpId="1" animBg="1">
            <p:tmplLst>
              <p:tmpl>
                <p:tnLst>
                  <p:par>
                    <p:cTn presetID="10" presetClass="entr" presetSubtype="0" fill="hold" nodeType="withEffect">
                      <p:stCondLst>
                        <p:cond delay="0"/>
                      </p:stCondLst>
                      <p:childTnLst>
                        <p:set>
                          <p:cBhvr>
                            <p:cTn dur="1" fill="hold">
                              <p:stCondLst>
                                <p:cond delay="0"/>
                              </p:stCondLst>
                            </p:cTn>
                            <p:tgtEl>
                              <p:spTgt spid="51"/>
                            </p:tgtEl>
                            <p:attrNameLst>
                              <p:attrName>style.visibility</p:attrName>
                            </p:attrNameLst>
                          </p:cBhvr>
                          <p:to>
                            <p:strVal val="visible"/>
                          </p:to>
                        </p:set>
                        <p:animEffect transition="in" filter="fade">
                          <p:cBhvr>
                            <p:cTn dur="1000"/>
                            <p:tgtEl>
                              <p:spTgt spid="51"/>
                            </p:tgtEl>
                          </p:cBhvr>
                        </p:animEffect>
                      </p:childTnLst>
                    </p:cTn>
                  </p:par>
                </p:tnLst>
              </p:tmpl>
            </p:tmplLst>
          </p:bldP>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3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mute="1" showWhenStopped="0">
                    <p:cTn id="7" repeatCount="indefinite" fill="hold" display="0">
                      <p:stCondLst>
                        <p:cond delay="indefinite"/>
                      </p:stCondLst>
                      <p:endCondLst>
                        <p:cond evt="onStopAudio" delay="0">
                          <p:tgtEl>
                            <p:sldTgt/>
                          </p:tgtEl>
                        </p:cond>
                      </p:endCondLst>
                    </p:cTn>
                    <p:tgtEl>
                      <p:spTgt spid="12"/>
                    </p:tgtEl>
                  </p:cMediaNode>
                </p:audio>
              </p:childTnLst>
            </p:cTn>
          </p:par>
        </p:tnLst>
      </p:timing>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3125526"/>
      </p:ext>
    </p:extLst>
  </p:cSld>
  <p:clrMapOvr>
    <a:masterClrMapping/>
  </p:clrMapOvr>
  <mc:AlternateContent xmlns:mc="http://schemas.openxmlformats.org/markup-compatibility/2006" xmlns:p14="http://schemas.microsoft.com/office/powerpoint/2010/main">
    <mc:Choice Requires="p14">
      <p:transition spd="slow" p14:dur="2000">
        <p:fad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0081238"/>
      </p:ext>
    </p:extLst>
  </p:cSld>
  <p:clrMap bg1="lt1" tx1="dk1" bg2="lt2" tx2="dk2" accent1="accent1" accent2="accent2" accent3="accent3" accent4="accent4" accent5="accent5" accent6="accent6" hlink="hlink" folHlink="folHlink"/>
  <p:sldLayoutIdLst>
    <p:sldLayoutId id="2147483694" r:id="rId1"/>
    <p:sldLayoutId id="2147483707" r:id="rId2"/>
    <p:sldLayoutId id="2147483708" r:id="rId3"/>
    <p:sldLayoutId id="2147483709" r:id="rId4"/>
    <p:sldLayoutId id="2147483731" r:id="rId5"/>
    <p:sldLayoutId id="2147483733" r:id="rId6"/>
    <p:sldLayoutId id="2147483734" r:id="rId7"/>
    <p:sldLayoutId id="2147483732" r:id="rId8"/>
    <p:sldLayoutId id="2147483735"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0460156"/>
      </p:ext>
    </p:extLst>
  </p:cSld>
  <p:clrMap bg1="lt1" tx1="dk1" bg2="lt2" tx2="dk2" accent1="accent1" accent2="accent2" accent3="accent3" accent4="accent4" accent5="accent5" accent6="accent6" hlink="hlink" folHlink="folHlink"/>
  <p:sldLayoutIdLst>
    <p:sldLayoutId id="214748370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0.png"/><Relationship Id="rId5"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1.png"/><Relationship Id="rId5"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2.png"/><Relationship Id="rId5"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5.png"/><Relationship Id="rId5"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2.png"/><Relationship Id="rId5"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6.png"/><Relationship Id="rId5"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7.png"/><Relationship Id="rId5"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2.png"/><Relationship Id="rId5"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28.png"/><Relationship Id="rId5"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9.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0.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14.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33.png"/><Relationship Id="rId5" Type="http://schemas.openxmlformats.org/officeDocument/2006/relationships/image" Target="../media/image1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34.png"/><Relationship Id="rId5" Type="http://schemas.openxmlformats.org/officeDocument/2006/relationships/image" Target="../media/image1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35.png"/><Relationship Id="rId5" Type="http://schemas.openxmlformats.org/officeDocument/2006/relationships/image" Target="../media/image1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36.png"/><Relationship Id="rId5" Type="http://schemas.openxmlformats.org/officeDocument/2006/relationships/image" Target="../media/image1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37.png"/><Relationship Id="rId5" Type="http://schemas.openxmlformats.org/officeDocument/2006/relationships/image" Target="../media/image1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38.png"/><Relationship Id="rId5" Type="http://schemas.openxmlformats.org/officeDocument/2006/relationships/image" Target="../media/image1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39.png"/><Relationship Id="rId5" Type="http://schemas.openxmlformats.org/officeDocument/2006/relationships/image" Target="../media/image1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40.png"/><Relationship Id="rId5" Type="http://schemas.openxmlformats.org/officeDocument/2006/relationships/image" Target="../media/image1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41.png"/><Relationship Id="rId5" Type="http://schemas.openxmlformats.org/officeDocument/2006/relationships/image" Target="../media/image14.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42.png"/><Relationship Id="rId5" Type="http://schemas.openxmlformats.org/officeDocument/2006/relationships/image" Target="../media/image1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12.png"/><Relationship Id="rId4" Type="http://schemas.openxmlformats.org/officeDocument/2006/relationships/image" Target="../media/image43.png"/><Relationship Id="rId5" Type="http://schemas.openxmlformats.org/officeDocument/2006/relationships/image" Target="../media/image1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5.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6.png"/><Relationship Id="rId3" Type="http://schemas.openxmlformats.org/officeDocument/2006/relationships/image" Target="../media/image12.png"/><Relationship Id="rId4" Type="http://schemas.openxmlformats.org/officeDocument/2006/relationships/image" Target="../media/image47.png"/><Relationship Id="rId5" Type="http://schemas.openxmlformats.org/officeDocument/2006/relationships/image" Target="../media/image1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12.png"/><Relationship Id="rId4" Type="http://schemas.openxmlformats.org/officeDocument/2006/relationships/image" Target="../media/image48.png"/><Relationship Id="rId5" Type="http://schemas.openxmlformats.org/officeDocument/2006/relationships/image" Target="../media/image14.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12.png"/><Relationship Id="rId4" Type="http://schemas.openxmlformats.org/officeDocument/2006/relationships/image" Target="../media/image49.png"/><Relationship Id="rId5" Type="http://schemas.openxmlformats.org/officeDocument/2006/relationships/image" Target="../media/image1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12.png"/><Relationship Id="rId4" Type="http://schemas.openxmlformats.org/officeDocument/2006/relationships/image" Target="../media/image50.png"/><Relationship Id="rId5" Type="http://schemas.openxmlformats.org/officeDocument/2006/relationships/image" Target="../media/image1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12.png"/><Relationship Id="rId4" Type="http://schemas.openxmlformats.org/officeDocument/2006/relationships/image" Target="../media/image51.png"/><Relationship Id="rId5" Type="http://schemas.openxmlformats.org/officeDocument/2006/relationships/image" Target="../media/image1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12.png"/><Relationship Id="rId4" Type="http://schemas.openxmlformats.org/officeDocument/2006/relationships/image" Target="../media/image52.png"/><Relationship Id="rId5" Type="http://schemas.openxmlformats.org/officeDocument/2006/relationships/image" Target="../media/image1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12.png"/><Relationship Id="rId4" Type="http://schemas.openxmlformats.org/officeDocument/2006/relationships/image" Target="../media/image49.png"/><Relationship Id="rId5" Type="http://schemas.openxmlformats.org/officeDocument/2006/relationships/image" Target="../media/image14.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png"/><Relationship Id="rId3" Type="http://schemas.openxmlformats.org/officeDocument/2006/relationships/image" Target="../media/image12.png"/><Relationship Id="rId4" Type="http://schemas.openxmlformats.org/officeDocument/2006/relationships/image" Target="../media/image50.png"/><Relationship Id="rId5" Type="http://schemas.openxmlformats.org/officeDocument/2006/relationships/image" Target="../media/image1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3.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54.png"/><Relationship Id="rId5" Type="http://schemas.openxmlformats.org/officeDocument/2006/relationships/image" Target="../media/image1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55.png"/><Relationship Id="rId5" Type="http://schemas.openxmlformats.org/officeDocument/2006/relationships/image" Target="../media/image14.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56.png"/><Relationship Id="rId5" Type="http://schemas.openxmlformats.org/officeDocument/2006/relationships/image" Target="../media/image14.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57.png"/><Relationship Id="rId5" Type="http://schemas.openxmlformats.org/officeDocument/2006/relationships/image" Target="../media/image14.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55.png"/><Relationship Id="rId5" Type="http://schemas.openxmlformats.org/officeDocument/2006/relationships/image" Target="../media/image14.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56.png"/><Relationship Id="rId5" Type="http://schemas.openxmlformats.org/officeDocument/2006/relationships/image" Target="../media/image14.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58.png"/><Relationship Id="rId5" Type="http://schemas.openxmlformats.org/officeDocument/2006/relationships/image" Target="../media/image14.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55.png"/><Relationship Id="rId5" Type="http://schemas.openxmlformats.org/officeDocument/2006/relationships/image" Target="../media/image14.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56.png"/><Relationship Id="rId5" Type="http://schemas.openxmlformats.org/officeDocument/2006/relationships/image" Target="../media/image1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welcome-brown.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pic>
        <p:nvPicPr>
          <p:cNvPr id="4" name="Picture Placeholder 3"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5" name="Text Placeholder 4"/>
          <p:cNvSpPr>
            <a:spLocks noGrp="1"/>
          </p:cNvSpPr>
          <p:nvPr>
            <p:ph type="body" idx="23" sz="quarter"/>
          </p:nvPr>
        </p:nvSpPr>
        <p:spPr/>
        <p:txBody>
          <a:bodyPr/>
          <a:lstStyle/>
          <a:p>
            <a:r>
              <a:rPr sz="2200" b="0"/>
              <a:t>Welcome &amp; Announcements</a:t>
            </a:r>
          </a:p>
          <a:p>
            <a:r>
              <a:rPr sz="2200" b="0"/>
              <a:t>Isaiah 40:1-11</a:t>
            </a:r>
          </a:p>
          <a:p>
            <a:r>
              <a:rPr sz="2200" b="0"/>
              <a:t> </a:t>
            </a:r>
          </a:p>
          <a:p>
            <a:r>
              <a:rPr sz="2200" b="1"/>
              <a:t>Crown Him with Many Crowns</a:t>
            </a:r>
          </a:p>
          <a:p>
            <a:r>
              <a:rPr sz="2200" b="1"/>
              <a:t>Lamb of God</a:t>
            </a:r>
          </a:p>
          <a:p>
            <a:r>
              <a:rPr sz="2200" b="0"/>
              <a:t>John 6:48-51</a:t>
            </a:r>
          </a:p>
          <a:p>
            <a:r>
              <a:rPr sz="2200" b="1"/>
              <a:t>Theophany</a:t>
            </a:r>
          </a:p>
          <a:p>
            <a:r>
              <a:rPr sz="2200" b="0"/>
              <a:t> </a:t>
            </a:r>
          </a:p>
          <a:p>
            <a:r>
              <a:rPr sz="2200" b="1"/>
              <a:t>He Is in Our Midst</a:t>
            </a:r>
          </a:p>
          <a:p>
            <a:r>
              <a:rPr sz="2200" b="0"/>
              <a:t>The Goal of our Instruction is Love</a:t>
            </a:r>
          </a:p>
          <a:p>
            <a:r>
              <a:rPr sz="2200" b="1"/>
              <a:t>What Will You Do with Jesus?</a:t>
            </a:r>
          </a:p>
          <a:p>
            <a:r>
              <a:rPr sz="2200" b="0"/>
              <a:t> </a:t>
            </a:r>
          </a:p>
        </p:txBody>
      </p:sp>
      <p:sp>
        <p:nvSpPr>
          <p:cNvPr id="6" name="Content Placeholder 5"/>
          <p:cNvSpPr>
            <a:spLocks noGrp="1"/>
          </p:cNvSpPr>
          <p:nvPr>
            <p:ph idx="22" sz="quarter"/>
          </p:nvPr>
        </p:nvSpPr>
        <p:spPr>
          <a:xfrm>
            <a:off x="521207" y="537209"/>
            <a:ext cx="996696" cy="274320"/>
          </a:xfrm>
        </p:spPr>
        <p:txBody>
          <a:bodyPr/>
          <a:lstStyle/>
          <a:p>
            <a:r>
              <a:t> </a:t>
            </a:r>
          </a:p>
        </p:txBody>
      </p:sp>
      <p:sp>
        <p:nvSpPr>
          <p:cNvPr id="7" name="Text Placeholder 6"/>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sp>
        <p:nvSpPr>
          <p:cNvPr id="8" name="Text Placeholder 7"/>
          <p:cNvSpPr>
            <a:spLocks noGrp="1"/>
          </p:cNvSpPr>
          <p:nvPr>
            <p:ph type="body" idx="24" sz="quarter"/>
          </p:nvPr>
        </p:nvSpPr>
        <p:spPr/>
        <p:txBody>
          <a:bodyPr/>
          <a:lstStyle/>
          <a:p>
            <a:r>
              <a:t>December 1, 2019</a:t>
            </a:r>
          </a:p>
          <a:p>
            <a:r>
              <a:t>Sunday • 8:30am</a:t>
            </a:r>
          </a:p>
        </p:txBody>
      </p:sp>
      <p:sp>
        <p:nvSpPr>
          <p:cNvPr id="9" name="Text Placeholder 8"/>
          <p:cNvSpPr>
            <a:spLocks noGrp="1"/>
          </p:cNvSpPr>
          <p:nvPr>
            <p:ph type="body" idx="25" sz="quarter"/>
          </p:nvPr>
        </p:nvSpPr>
        <p:spPr/>
        <p:txBody>
          <a:bodyPr/>
          <a:lstStyle/>
          <a:p>
            <a:r>
              <a:t>Please silence your phone</a:t>
            </a:r>
          </a:p>
        </p:txBody>
      </p:sp>
      <p:sp>
        <p:nvSpPr>
          <p:cNvPr id="10" name="Text Placeholder 9"/>
          <p:cNvSpPr>
            <a:spLocks noGrp="1"/>
          </p:cNvSpPr>
          <p:nvPr>
            <p:ph type="body" idx="26" sz="quarter"/>
          </p:nvPr>
        </p:nvSpPr>
        <p:spPr/>
        <p:txBody>
          <a:bodyPr/>
          <a:lstStyle/>
          <a:p>
            <a:r>
              <a:rPr sz="2200"/>
              <a:t>Stuart Shannon</a:t>
            </a:r>
          </a:p>
          <a:p>
            <a:r>
              <a:rPr sz="2200"/>
              <a:t>Nate Creekmore</a:t>
            </a:r>
          </a:p>
          <a:p>
            <a:r>
              <a:rPr sz="2200"/>
              <a:t>Marty Broadwell</a:t>
            </a:r>
          </a:p>
          <a:p>
            <a:r>
              <a:rPr sz="2200"/>
              <a:t> </a:t>
            </a:r>
          </a:p>
          <a:p>
            <a:r>
              <a:rPr sz="2200"/>
              <a:t> </a:t>
            </a:r>
          </a:p>
          <a:p>
            <a:r>
              <a:rPr sz="2200"/>
              <a:t>Barry Caudill</a:t>
            </a:r>
          </a:p>
          <a:p>
            <a:r>
              <a:rPr sz="2200"/>
              <a:t> </a:t>
            </a:r>
          </a:p>
          <a:p>
            <a:r>
              <a:rPr sz="2200"/>
              <a:t> </a:t>
            </a:r>
          </a:p>
          <a:p>
            <a:r>
              <a:rPr sz="2200"/>
              <a:t> </a:t>
            </a:r>
          </a:p>
          <a:p>
            <a:r>
              <a:rPr sz="2200"/>
              <a:t> </a:t>
            </a:r>
          </a:p>
          <a:p>
            <a:r>
              <a:rPr sz="2200"/>
              <a:t> </a:t>
            </a:r>
          </a:p>
          <a:p>
            <a:r>
              <a:rPr sz="2200"/>
              <a:t> </a:t>
            </a:r>
          </a:p>
        </p:txBody>
      </p:sp>
      <p:pic>
        <p:nvPicPr>
          <p:cNvPr id="11" name="Picture 10"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2" name="Picture 11" descr="phss-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podium.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3200400" y="2308860"/>
            <a:ext cx="4297680" cy="1097280"/>
          </a:xfrm>
        </p:spPr>
        <p:txBody>
          <a:bodyPr wrap="square">
            <a:noAutofit/>
          </a:bodyPr>
          <a:lstStyle/>
          <a:p>
            <a:r>
              <a:rPr sz="4600" b="0" i="0">
                <a:latin typeface="Avenir Next LT Pro"/>
              </a:rPr>
              <a:t>ISAIAH 40:1-11</a:t>
            </a:r>
            <a:endParaRPr sz="4600" b="0" i="0">
              <a:latin typeface="Avenir Next LT Pro"/>
            </a:endParaRPr>
          </a:p>
        </p:txBody>
      </p:sp>
      <p:sp>
        <p:nvSpPr>
          <p:cNvPr id="6" name="Text Placeholder 5"/>
          <p:cNvSpPr>
            <a:spLocks noGrp="1"/>
          </p:cNvSpPr>
          <p:nvPr>
            <p:ph type="body" idx="13" sz="quarter"/>
          </p:nvPr>
        </p:nvSpPr>
        <p:spPr>
          <a:xfrm>
            <a:off x="3063240" y="1394460"/>
            <a:ext cx="4572000" cy="914400"/>
          </a:xfrm>
        </p:spPr>
        <p:txBody>
          <a:bodyPr wrap="square">
            <a:noAutofit/>
          </a:bodyPr>
          <a:lstStyle/>
          <a:p>
            <a:r>
              <a:rPr sz="6300" b="1" i="0">
                <a:latin typeface="Avenir Next LT Pro"/>
              </a:rPr>
              <a:t>READING</a:t>
            </a:r>
            <a:endParaRPr sz="6300" b="1" i="0">
              <a:latin typeface="Avenir Next LT Pro"/>
            </a:endParaRPr>
          </a:p>
        </p:txBody>
      </p:sp>
      <p:sp>
        <p:nvSpPr>
          <p:cNvPr id="7" name="Text Placeholder 6"/>
          <p:cNvSpPr>
            <a:spLocks noGrp="1"/>
          </p:cNvSpPr>
          <p:nvPr>
            <p:ph type="body" idx="15" sz="quarter"/>
          </p:nvPr>
        </p:nvSpPr>
        <p:spPr>
          <a:xfrm>
            <a:off x="3520440" y="4009644"/>
            <a:ext cx="3657600" cy="365760"/>
          </a:xfrm>
        </p:spPr>
        <p:txBody>
          <a:bodyPr wrap="square">
            <a:noAutofit/>
          </a:bodyPr>
          <a:lstStyle/>
          <a:p>
            <a:r>
              <a:rPr sz="1600" b="0" i="0">
                <a:latin typeface="Avenir Next LT Pro"/>
              </a:rPr>
              <a:t>“HAVE THIS LETTER READ TO ALL”</a:t>
            </a:r>
            <a:endParaRPr sz="1600" b="0" i="0">
              <a:latin typeface="Avenir Next LT Pro"/>
            </a:endParaRPr>
          </a:p>
        </p:txBody>
      </p:sp>
      <p:sp>
        <p:nvSpPr>
          <p:cNvPr id="9" name="Text Placeholder 8"/>
          <p:cNvSpPr>
            <a:spLocks noGrp="1"/>
          </p:cNvSpPr>
          <p:nvPr>
            <p:ph type="body" idx="20" sz="quarter"/>
          </p:nvPr>
        </p:nvSpPr>
        <p:spPr>
          <a:xfrm>
            <a:off x="3977639" y="4320540"/>
            <a:ext cx="2743200" cy="457200"/>
          </a:xfrm>
        </p:spPr>
        <p:txBody>
          <a:bodyPr wrap="square">
            <a:noAutofit/>
          </a:bodyPr>
          <a:lstStyle/>
          <a:p>
            <a:r>
              <a:rPr sz="1600" b="0" i="0">
                <a:latin typeface="Avenir Next LT Pro"/>
              </a:rPr>
              <a:t>1 THESSALONIANS 5:27</a:t>
            </a:r>
            <a:endParaRPr sz="16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621792" y="880109"/>
            <a:ext cx="896112"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sp>
        <p:nvSpPr>
          <p:cNvPr id="13" name="Text Placeholder 12"/>
          <p:cNvSpPr>
            <a:spLocks noGrp="1"/>
          </p:cNvSpPr>
          <p:nvPr>
            <p:ph type="body" idx="23" sz="quarter"/>
          </p:nvPr>
        </p:nvSpPr>
        <p:spPr>
          <a:xfrm>
            <a:off x="4078224" y="3447288"/>
            <a:ext cx="2624328" cy="402336"/>
          </a:xfrm>
        </p:spPr>
        <p:txBody>
          <a:bodyPr wrap="square">
            <a:noAutofit/>
          </a:bodyPr>
          <a:lstStyle/>
          <a:p>
            <a:r>
              <a:rPr sz="1800" b="0" i="0">
                <a:latin typeface="Avenir Next LT Pro"/>
              </a:rPr>
              <a:t>Pew Bible: Page 485</a:t>
            </a:r>
            <a:endParaRPr sz="1800" b="0" i="0">
              <a:latin typeface="Avenir Next LT Pro"/>
            </a:endParaRPr>
          </a:p>
        </p:txBody>
      </p:sp>
      <p:sp>
        <p:nvSpPr>
          <p:cNvPr id="15" name="Text Placeholder 14"/>
          <p:cNvSpPr>
            <a:spLocks noGrp="1"/>
          </p:cNvSpPr>
          <p:nvPr>
            <p:ph type="body" idx="25" sz="quarter"/>
          </p:nvPr>
        </p:nvSpPr>
        <p:spPr/>
        <p:txBody>
          <a:bodyPr wrap="square">
            <a:noAutofit/>
          </a:bodyPr>
          <a:lstStyle/>
          <a:p>
            <a:r>
              <a:rPr sz="2000" b="0" i="0">
                <a:latin typeface="Avenir Next LT Pro"/>
              </a:rPr>
              <a:t>Nate Creekmore</a:t>
            </a:r>
            <a:endParaRPr sz="2000" b="0" i="0">
              <a:latin typeface="Avenir Next LT Pro"/>
            </a:endParaRPr>
          </a:p>
        </p:txBody>
      </p:sp>
      <p:pic>
        <p:nvPicPr>
          <p:cNvPr id="16" name="Picture 15"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7" name="Picture 16" descr="phss-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prayer-wheat.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531620"/>
            <a:ext cx="4572000" cy="1645920"/>
          </a:xfrm>
        </p:spPr>
        <p:txBody>
          <a:bodyPr wrap="square">
            <a:noAutofit/>
          </a:bodyPr>
          <a:lstStyle/>
          <a:p>
            <a:r>
              <a:rPr sz="8000" b="1" i="0">
                <a:latin typeface="Avenir Next LT Pro"/>
              </a:rPr>
              <a:t>PRAYER</a:t>
            </a:r>
            <a:endParaRPr sz="8000" b="1" i="0">
              <a:latin typeface="Avenir Next LT Pro"/>
            </a:endParaRPr>
          </a:p>
        </p:txBody>
      </p:sp>
      <p:sp>
        <p:nvSpPr>
          <p:cNvPr id="7" name="Text Placeholder 6"/>
          <p:cNvSpPr>
            <a:spLocks noGrp="1"/>
          </p:cNvSpPr>
          <p:nvPr>
            <p:ph type="body" idx="15" sz="quarter"/>
          </p:nvPr>
        </p:nvSpPr>
        <p:spPr>
          <a:xfrm>
            <a:off x="3566160" y="3040380"/>
            <a:ext cx="3566160" cy="914400"/>
          </a:xfrm>
        </p:spPr>
        <p:txBody>
          <a:bodyPr wrap="square">
            <a:noAutofit/>
          </a:bodyPr>
          <a:lstStyle/>
          <a:p>
            <a:r>
              <a:rPr sz="2400" b="0" i="0">
                <a:latin typeface="Avenir Next LT Pro"/>
              </a:rPr>
              <a:t>“DEVOTE YOURSELVES TO PRAYER”</a:t>
            </a:r>
            <a:endParaRPr sz="2400" b="0" i="0">
              <a:latin typeface="Avenir Next LT Pro"/>
            </a:endParaRPr>
          </a:p>
        </p:txBody>
      </p:sp>
      <p:sp>
        <p:nvSpPr>
          <p:cNvPr id="9" name="Text Placeholder 8"/>
          <p:cNvSpPr>
            <a:spLocks noGrp="1"/>
          </p:cNvSpPr>
          <p:nvPr>
            <p:ph type="body" idx="20" sz="quarter"/>
          </p:nvPr>
        </p:nvSpPr>
        <p:spPr>
          <a:xfrm>
            <a:off x="3291840" y="3863339"/>
            <a:ext cx="4133087" cy="914400"/>
          </a:xfrm>
        </p:spPr>
        <p:txBody>
          <a:bodyPr wrap="square">
            <a:noAutofit/>
          </a:bodyPr>
          <a:lstStyle/>
          <a:p>
            <a:r>
              <a:rPr sz="2000" b="0" i="0">
                <a:latin typeface="Avenir Next LT Pro"/>
              </a:rPr>
              <a:t>COLOSSIANS 4:2</a:t>
            </a:r>
            <a:endParaRPr sz="20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813815" y="1223010"/>
            <a:ext cx="70408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wrap="square">
            <a:noAutofit/>
          </a:bodyPr>
          <a:lstStyle/>
          <a:p>
            <a:r>
              <a:rPr sz="2000" b="0" i="0">
                <a:latin typeface="Avenir Next LT Pro"/>
              </a:rPr>
              <a:t>Marty Broadwell</a:t>
            </a:r>
            <a:endParaRPr sz="2000" b="0" i="0">
              <a:latin typeface="Avenir Next LT Pro"/>
            </a:endParaRPr>
          </a:p>
        </p:txBody>
      </p:sp>
      <p:pic>
        <p:nvPicPr>
          <p:cNvPr id="16" name="Picture 15"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7" name="Picture 16" descr="phss-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4206240" y="617220"/>
            <a:ext cx="2286000" cy="914400"/>
          </a:xfrm>
        </p:spPr>
        <p:txBody>
          <a:bodyPr wrap="square">
            <a:noAutofit/>
          </a:bodyPr>
          <a:lstStyle/>
          <a:p>
            <a:r>
              <a:rPr sz="6000" b="1" i="0">
                <a:latin typeface="Avenir Next LT Pro"/>
              </a:rPr>
              <a:t>115</a:t>
            </a:r>
            <a:endParaRPr sz="6000" b="1" i="0">
              <a:latin typeface="Avenir Next LT Pro"/>
            </a:endParaRPr>
          </a:p>
        </p:txBody>
      </p:sp>
      <p:sp>
        <p:nvSpPr>
          <p:cNvPr id="6" name="Text Placeholder 5"/>
          <p:cNvSpPr>
            <a:spLocks noGrp="1"/>
          </p:cNvSpPr>
          <p:nvPr>
            <p:ph type="body" idx="13" sz="quarter"/>
          </p:nvPr>
        </p:nvSpPr>
        <p:spPr>
          <a:xfrm>
            <a:off x="3429000" y="1531620"/>
            <a:ext cx="3840480" cy="1645920"/>
          </a:xfrm>
        </p:spPr>
        <p:txBody>
          <a:bodyPr wrap="square">
            <a:noAutofit/>
          </a:bodyPr>
          <a:lstStyle/>
          <a:p>
            <a:r>
              <a:rPr sz="3900" b="1" i="0">
                <a:latin typeface="Avenir Next LT Pro"/>
              </a:rPr>
              <a:t>CROWN HIM WITH MANY CROWNS</a:t>
            </a:r>
            <a:endParaRPr sz="3900" b="1" i="0">
              <a:latin typeface="Avenir Next LT Pro"/>
            </a:endParaRPr>
          </a:p>
        </p:txBody>
      </p:sp>
      <p:sp>
        <p:nvSpPr>
          <p:cNvPr id="7" name="Text Placeholder 6"/>
          <p:cNvSpPr>
            <a:spLocks noGrp="1"/>
          </p:cNvSpPr>
          <p:nvPr>
            <p:ph type="body" idx="15" sz="quarter"/>
          </p:nvPr>
        </p:nvSpPr>
        <p:spPr>
          <a:xfrm>
            <a:off x="3749039" y="3954780"/>
            <a:ext cx="3200400" cy="640080"/>
          </a:xfrm>
        </p:spPr>
        <p:txBody>
          <a:bodyPr wrap="square">
            <a:noAutofit/>
          </a:bodyPr>
          <a:lstStyle/>
          <a:p>
            <a:r>
              <a:rPr sz="1900" b="0" i="0">
                <a:latin typeface="Avenir Next LT Pro"/>
              </a:rPr>
              <a:t>“SINGING...TO THE LORD”
COLOSSIANS 3:16</a:t>
            </a:r>
            <a:endParaRPr sz="1900" b="0" i="0">
              <a:latin typeface="Avenir Next LT Pro"/>
            </a:endParaRPr>
          </a:p>
        </p:txBody>
      </p:sp>
      <p:sp>
        <p:nvSpPr>
          <p:cNvPr id="8" name="Text Placeholder 7"/>
          <p:cNvSpPr>
            <a:spLocks noGrp="1"/>
          </p:cNvSpPr>
          <p:nvPr>
            <p:ph type="body" idx="16" sz="quarter"/>
          </p:nvPr>
        </p:nvSpPr>
        <p:spPr/>
        <p:txBody>
          <a:bodyPr wrap="square">
            <a:noAutofit/>
          </a:bodyPr>
          <a:lstStyle/>
          <a:p>
            <a:r>
              <a:rPr sz="1200" b="0" i="0">
                <a:latin typeface="Avenir Next LT Pro"/>
              </a:rPr>
              <a:t>Words by: Matthew Bridges, st.2: Godfrey Thring
Music by: George J. Elvey</a:t>
            </a:r>
            <a:endParaRPr sz="12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950976" y="1547622"/>
            <a:ext cx="56692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4" name="Picture 13" descr="phss-xcircle-white.png"/>
          <p:cNvPicPr>
            <a:picLocks noChangeAspect="1"/>
          </p:cNvPicPr>
          <p:nvPr/>
        </p:nvPicPr>
        <p:blipFill>
          <a:blip r:embed="rId5"/>
          <a:stretch>
            <a:fillRect/>
          </a:stretch>
        </p:blipFill>
        <p:spPr>
          <a:xfrm>
            <a:off x="658368" y="3218688"/>
            <a:ext cx="365760" cy="365760"/>
          </a:xfrm>
          <a:prstGeom prst="rect">
            <a:avLst/>
          </a:prstGeom>
        </p:spPr>
      </p:pic>
      <p:sp>
        <p:nvSpPr>
          <p:cNvPr id="15" name="Oval 14"/>
          <p:cNvSpPr/>
          <p:nvPr/>
        </p:nvSpPr>
        <p:spPr>
          <a:xfrm>
            <a:off x="456285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1</a:t>
            </a:r>
          </a:p>
        </p:txBody>
      </p:sp>
      <p:sp>
        <p:nvSpPr>
          <p:cNvPr id="16" name="Oval 15"/>
          <p:cNvSpPr/>
          <p:nvPr/>
        </p:nvSpPr>
        <p:spPr>
          <a:xfrm>
            <a:off x="496519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2</a:t>
            </a:r>
          </a:p>
        </p:txBody>
      </p:sp>
      <p:sp>
        <p:nvSpPr>
          <p:cNvPr id="17" name="Oval 16"/>
          <p:cNvSpPr/>
          <p:nvPr/>
        </p:nvSpPr>
        <p:spPr>
          <a:xfrm>
            <a:off x="5367528" y="3406140"/>
            <a:ext cx="365760" cy="365760"/>
          </a:xfrm>
          <a:prstGeom prst="ellipse">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3</a:t>
            </a:r>
          </a:p>
        </p:txBody>
      </p:sp>
      <p:sp>
        <p:nvSpPr>
          <p:cNvPr id="18" name="Oval 17"/>
          <p:cNvSpPr/>
          <p:nvPr/>
        </p:nvSpPr>
        <p:spPr>
          <a:xfrm>
            <a:off x="576986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15" sz="quarter"/>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idx="14"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CROWN HIM WITH MANY CROWNS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115-01.png"/>
          <p:cNvPicPr>
            <a:picLocks noGrp="1" noChangeAspect="1"/>
          </p:cNvPicPr>
          <p:nvPr>
            <p:ph type="pic" idx="10" sz="quarter"/>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4" sz="quarter"/>
          </p:nvPr>
        </p:nvSpPr>
        <p:spPr>
          <a:xfrm>
            <a:off x="228600" y="698112"/>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3702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1484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CROWN HIM WITH MANY CROWNS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115-02.png"/>
          <p:cNvPicPr>
            <a:picLocks noGrp="1" noChangeAspect="1"/>
          </p:cNvPicPr>
          <p:nvPr>
            <p:ph type="pic" idx="10" sz="quarter"/>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98112"/>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3702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1484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CROWN HIM WITH MANY CROWNS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115-03.png"/>
          <p:cNvPicPr>
            <a:picLocks noGrp="1" noChangeAspect="1"/>
          </p:cNvPicPr>
          <p:nvPr>
            <p:ph type="pic" idx="10" sz="quarter"/>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9811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37024"/>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1484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CROWN HIM WITH MANY CROWNS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115-04.png"/>
          <p:cNvPicPr>
            <a:picLocks noGrp="1" noChangeAspect="1"/>
          </p:cNvPicPr>
          <p:nvPr>
            <p:ph type="pic" idx="10" sz="quarter"/>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3" name="Content Placeholder 12"/>
          <p:cNvSpPr>
            <a:spLocks noGrp="1"/>
          </p:cNvSpPr>
          <p:nvPr>
            <p:ph idx="42" sz="quarter"/>
          </p:nvPr>
        </p:nvSpPr>
        <p:spPr>
          <a:xfrm>
            <a:off x="228600" y="1137024"/>
            <a:ext cx="365760" cy="1243584"/>
          </a:xfrm>
          <a:solidFill>
            <a:srgbClr val="1C81B9"/>
          </a:solidFill>
          <a:ln>
            <a:noFill/>
          </a:ln>
        </p:spPr>
        <p:txBody>
          <a:bodyPr/>
          <a:lstStyle/>
          <a:p>
            <a:r>
              <a:t> </a:t>
            </a:r>
          </a:p>
        </p:txBody>
      </p:sp>
      <p:sp>
        <p:nvSpPr>
          <p:cNvPr id="14" name="Text Placeholder 13"/>
          <p:cNvSpPr>
            <a:spLocks noGrp="1"/>
          </p:cNvSpPr>
          <p:nvPr>
            <p:ph type="body" idx="26" sz="quarter"/>
          </p:nvPr>
        </p:nvSpPr>
        <p:spPr>
          <a:xfrm>
            <a:off x="228600" y="69811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37024"/>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14848"/>
            <a:ext cx="365760" cy="365760"/>
          </a:xfrm>
          <a:solidFill>
            <a:srgbClr val="ED595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CROWN HIM WITH MANY CROWNS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115-07.png"/>
          <p:cNvPicPr>
            <a:picLocks noGrp="1" noChangeAspect="1"/>
          </p:cNvPicPr>
          <p:nvPr>
            <p:ph type="pic" idx="10" sz="quarter"/>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9811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3702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1484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115</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CROWN HIM WITH MANY CROWNS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2001 The Paperless Hymnal™</a:t>
            </a:r>
          </a:p>
        </p:txBody>
      </p:sp>
      <p:pic>
        <p:nvPicPr>
          <p:cNvPr id="9" name="Picture Placeholder 8" descr="pftl-115-08.png"/>
          <p:cNvPicPr>
            <a:picLocks noGrp="1" noChangeAspect="1"/>
          </p:cNvPicPr>
          <p:nvPr>
            <p:ph type="pic" idx="10" sz="quarter"/>
          </p:nvPr>
        </p:nvPicPr>
        <p:blipFill>
          <a:blip r:embed="rId4"/>
          <a:srcRect l="37" r="37"/>
          <a:stretch>
            <a:fillRect/>
          </a:stretch>
        </p:blipFill>
        <p:spPr>
          <a:xfrm>
            <a:off x="731520" y="387216"/>
            <a:ext cx="8229600" cy="4391926"/>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69811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113702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201484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4</a:t>
            </a:r>
          </a:p>
        </p:txBody>
      </p:sp>
      <p:sp>
        <p:nvSpPr>
          <p:cNvPr id="26" name="Content Placeholder 25"/>
          <p:cNvSpPr>
            <a:spLocks noGrp="1"/>
          </p:cNvSpPr>
          <p:nvPr>
            <p:ph idx="38" sz="quarter"/>
          </p:nvPr>
        </p:nvSpPr>
        <p:spPr>
          <a:xfrm>
            <a:off x="310896" y="1575936"/>
            <a:ext cx="201168" cy="365760"/>
          </a:xfrm>
          <a:solidFill>
            <a:srgbClr val="FFFFFF"/>
          </a:solidFill>
          <a:ln>
            <a:noFill/>
          </a:ln>
        </p:spPr>
        <p:txBody>
          <a:bodyPr/>
          <a:lstStyle/>
          <a:p>
            <a:r>
              <a:t>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4206240" y="617220"/>
            <a:ext cx="2286000" cy="914400"/>
          </a:xfrm>
        </p:spPr>
        <p:txBody>
          <a:bodyPr wrap="square">
            <a:noAutofit/>
          </a:bodyPr>
          <a:lstStyle/>
          <a:p>
            <a:r>
              <a:rPr sz="6000" b="1" i="0">
                <a:latin typeface="Avenir Next LT Pro"/>
              </a:rPr>
              <a:t>950</a:t>
            </a:r>
            <a:endParaRPr sz="6000" b="1" i="0">
              <a:latin typeface="Avenir Next LT Pro"/>
            </a:endParaRPr>
          </a:p>
        </p:txBody>
      </p:sp>
      <p:sp>
        <p:nvSpPr>
          <p:cNvPr id="6" name="Text Placeholder 5"/>
          <p:cNvSpPr>
            <a:spLocks noGrp="1"/>
          </p:cNvSpPr>
          <p:nvPr>
            <p:ph type="body" idx="13" sz="quarter"/>
          </p:nvPr>
        </p:nvSpPr>
        <p:spPr>
          <a:xfrm>
            <a:off x="3429000" y="1531620"/>
            <a:ext cx="3840480" cy="1645920"/>
          </a:xfrm>
        </p:spPr>
        <p:txBody>
          <a:bodyPr wrap="square">
            <a:noAutofit/>
          </a:bodyPr>
          <a:lstStyle/>
          <a:p>
            <a:r>
              <a:rPr sz="5400" b="1" i="0">
                <a:latin typeface="Avenir Next LT Pro"/>
              </a:rPr>
              <a:t>LAMB OF GOD</a:t>
            </a:r>
            <a:endParaRPr sz="5400" b="1" i="0">
              <a:latin typeface="Avenir Next LT Pro"/>
            </a:endParaRPr>
          </a:p>
        </p:txBody>
      </p:sp>
      <p:sp>
        <p:nvSpPr>
          <p:cNvPr id="7" name="Text Placeholder 6"/>
          <p:cNvSpPr>
            <a:spLocks noGrp="1"/>
          </p:cNvSpPr>
          <p:nvPr>
            <p:ph type="body" idx="15" sz="quarter"/>
          </p:nvPr>
        </p:nvSpPr>
        <p:spPr>
          <a:xfrm>
            <a:off x="3749039" y="3954780"/>
            <a:ext cx="3200400" cy="640080"/>
          </a:xfrm>
        </p:spPr>
        <p:txBody>
          <a:bodyPr wrap="square">
            <a:noAutofit/>
          </a:bodyPr>
          <a:lstStyle/>
          <a:p>
            <a:r>
              <a:rPr sz="1900" b="0" i="0">
                <a:latin typeface="Avenir Next LT Pro"/>
              </a:rPr>
              <a:t>“SINGING...TO THE LORD”
COLOSSIANS 3:16</a:t>
            </a:r>
            <a:endParaRPr sz="1900" b="0" i="0">
              <a:latin typeface="Avenir Next LT Pro"/>
            </a:endParaRPr>
          </a:p>
        </p:txBody>
      </p:sp>
      <p:sp>
        <p:nvSpPr>
          <p:cNvPr id="8" name="Text Placeholder 7"/>
          <p:cNvSpPr>
            <a:spLocks noGrp="1"/>
          </p:cNvSpPr>
          <p:nvPr>
            <p:ph type="body" idx="16" sz="quarter"/>
          </p:nvPr>
        </p:nvSpPr>
        <p:spPr/>
        <p:txBody>
          <a:bodyPr wrap="square">
            <a:noAutofit/>
          </a:bodyPr>
          <a:lstStyle/>
          <a:p>
            <a:r>
              <a:rPr sz="1200" b="0" i="0">
                <a:latin typeface="Avenir Next LT Pro"/>
              </a:rPr>
              <a:t>Words and Music by: Twila Paris</a:t>
            </a:r>
            <a:endParaRPr sz="12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950976" y="1890522"/>
            <a:ext cx="56692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4" name="Picture 13" descr="phss-xcircle-white.png"/>
          <p:cNvPicPr>
            <a:picLocks noChangeAspect="1"/>
          </p:cNvPicPr>
          <p:nvPr/>
        </p:nvPicPr>
        <p:blipFill>
          <a:blip r:embed="rId5"/>
          <a:stretch>
            <a:fillRect/>
          </a:stretch>
        </p:blipFill>
        <p:spPr>
          <a:xfrm>
            <a:off x="658368" y="3218688"/>
            <a:ext cx="365760" cy="365760"/>
          </a:xfrm>
          <a:prstGeom prst="rect">
            <a:avLst/>
          </a:prstGeom>
        </p:spPr>
      </p:pic>
      <p:sp>
        <p:nvSpPr>
          <p:cNvPr id="15" name="Oval 14"/>
          <p:cNvSpPr/>
          <p:nvPr/>
        </p:nvSpPr>
        <p:spPr>
          <a:xfrm>
            <a:off x="476402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1</a:t>
            </a:r>
          </a:p>
        </p:txBody>
      </p:sp>
      <p:sp>
        <p:nvSpPr>
          <p:cNvPr id="16" name="Oval 15"/>
          <p:cNvSpPr/>
          <p:nvPr/>
        </p:nvSpPr>
        <p:spPr>
          <a:xfrm>
            <a:off x="5166360"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2</a:t>
            </a:r>
          </a:p>
        </p:txBody>
      </p:sp>
      <p:sp>
        <p:nvSpPr>
          <p:cNvPr id="17" name="Oval 16"/>
          <p:cNvSpPr/>
          <p:nvPr/>
        </p:nvSpPr>
        <p:spPr>
          <a:xfrm>
            <a:off x="556869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15"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14"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1.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4" sz="quarter"/>
          </p:nvPr>
        </p:nvSpPr>
        <p:spPr>
          <a:xfrm>
            <a:off x="277827"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2.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3.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4.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5.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6.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3.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4.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9.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10.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03.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950</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LAMB OF GOD</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2005 The Paperless Hymnal™</a:t>
            </a:r>
          </a:p>
        </p:txBody>
      </p:sp>
      <p:pic>
        <p:nvPicPr>
          <p:cNvPr id="9" name="Picture Placeholder 8" descr="pftl-950-12.png"/>
          <p:cNvPicPr>
            <a:picLocks noGrp="1" noChangeAspect="1"/>
          </p:cNvPicPr>
          <p:nvPr>
            <p:ph type="pic" idx="10" sz="quarter"/>
          </p:nvPr>
        </p:nvPicPr>
        <p:blipFill>
          <a:blip r:embed="rId4"/>
          <a:srcRect l="2" r="2"/>
          <a:stretch>
            <a:fillRect/>
          </a:stretch>
        </p:blipFill>
        <p:spPr>
          <a:xfrm>
            <a:off x="780747" y="114300"/>
            <a:ext cx="813114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77827"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77827"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77827"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77827"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77827" y="2180844"/>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77827" y="261975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upper-vial.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330452"/>
            <a:ext cx="4572000" cy="1371600"/>
          </a:xfrm>
        </p:spPr>
        <p:txBody>
          <a:bodyPr wrap="square">
            <a:noAutofit/>
          </a:bodyPr>
          <a:lstStyle/>
          <a:p>
            <a:r>
              <a:rPr sz="7200" b="1" i="0">
                <a:latin typeface="Avenir Next LT Pro"/>
              </a:rPr>
              <a:t>LORD’S</a:t>
            </a:r>
            <a:endParaRPr sz="7200" b="1" i="0">
              <a:latin typeface="Avenir Next LT Pro"/>
            </a:endParaRPr>
          </a:p>
        </p:txBody>
      </p:sp>
      <p:sp>
        <p:nvSpPr>
          <p:cNvPr id="7" name="Text Placeholder 6"/>
          <p:cNvSpPr>
            <a:spLocks noGrp="1"/>
          </p:cNvSpPr>
          <p:nvPr>
            <p:ph type="body" idx="15" sz="quarter"/>
          </p:nvPr>
        </p:nvSpPr>
        <p:spPr>
          <a:xfrm>
            <a:off x="3355848" y="3589020"/>
            <a:ext cx="3986784" cy="914400"/>
          </a:xfrm>
        </p:spPr>
        <p:txBody>
          <a:bodyPr wrap="square">
            <a:noAutofit/>
          </a:bodyPr>
          <a:lstStyle/>
          <a:p>
            <a:r>
              <a:rPr sz="2200" b="0" i="0">
                <a:latin typeface="Avenir Next LT Pro"/>
              </a:rPr>
              <a:t>“DO THIS IN REMEMBRANCE OF ME” LUKE 22:19</a:t>
            </a:r>
            <a:endParaRPr sz="2200" b="0" i="0">
              <a:latin typeface="Avenir Next LT Pro"/>
            </a:endParaRPr>
          </a:p>
        </p:txBody>
      </p:sp>
      <p:sp>
        <p:nvSpPr>
          <p:cNvPr id="9" name="Text Placeholder 8"/>
          <p:cNvSpPr>
            <a:spLocks noGrp="1"/>
          </p:cNvSpPr>
          <p:nvPr>
            <p:ph type="body" idx="20" sz="quarter"/>
          </p:nvPr>
        </p:nvSpPr>
        <p:spPr>
          <a:xfrm>
            <a:off x="3063240" y="2354580"/>
            <a:ext cx="4572000" cy="2194560"/>
          </a:xfrm>
        </p:spPr>
        <p:txBody>
          <a:bodyPr wrap="square">
            <a:noAutofit/>
          </a:bodyPr>
          <a:lstStyle/>
          <a:p>
            <a:r>
              <a:rPr sz="7200" b="1" i="0">
                <a:latin typeface="Avenir Next LT Pro"/>
              </a:rPr>
              <a:t>SUPPER</a:t>
            </a:r>
            <a:endParaRPr sz="7200" b="1"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146303" y="2251710"/>
            <a:ext cx="1371600"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wrap="square">
            <a:noAutofit/>
          </a:bodyPr>
          <a:lstStyle/>
          <a:p>
            <a:r>
              <a:rPr sz="2000" b="0" i="0">
                <a:latin typeface="Avenir Next LT Pro"/>
              </a:rPr>
              <a:t>Barry Caudill</a:t>
            </a:r>
            <a:endParaRPr sz="2000" b="0" i="0">
              <a:latin typeface="Avenir Next LT Pro"/>
            </a:endParaRPr>
          </a:p>
        </p:txBody>
      </p:sp>
      <p:pic>
        <p:nvPicPr>
          <p:cNvPr id="16" name="Picture 15"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7" name="Picture 16" descr="phss-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transition spd="med" advTm="5000">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upper-vial-zoom.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5" name="Text Placeholder 4"/>
          <p:cNvSpPr>
            <a:spLocks noGrp="1"/>
          </p:cNvSpPr>
          <p:nvPr>
            <p:ph type="body" idx="12" sz="quarter"/>
          </p:nvPr>
        </p:nvSpPr>
        <p:spPr>
          <a:xfrm>
            <a:off x="1828800" y="182880"/>
            <a:ext cx="7086600" cy="4800600"/>
          </a:xfrm>
        </p:spPr>
        <p:txBody>
          <a:bodyPr wrap="square">
            <a:noAutofit/>
          </a:bodyPr>
          <a:lstStyle/>
          <a:p>
            <a:pPr>
              <a:lnSpc>
                <a:spcPts val="3600"/>
              </a:lnSpc>
            </a:pPr>
            <a:r>
              <a:rPr sz="3100" b="0">
                <a:solidFill>
                  <a:srgbClr val="FFFFFF"/>
                </a:solidFill>
              </a:rPr>
              <a:t>I am the bread of life. Your fathers ate the manna in the wilderness, and they died. This is the bread that comes down from heaven, so that one may eat of it and not die. I am the living bread that came down from heaven. If anyone eats of this bread, he will live forever. And the bread that I will give for the life of the world is my flesh.</a:t>
            </a:r>
            <a:endParaRPr sz="3100" b="0" i="0">
              <a:latin typeface="Avenir Next LT Pro"/>
            </a:endParaRPr>
          </a:p>
        </p:txBody>
      </p:sp>
      <p:sp>
        <p:nvSpPr>
          <p:cNvPr id="8" name="Text Placeholder 7"/>
          <p:cNvSpPr>
            <a:spLocks noGrp="1"/>
          </p:cNvSpPr>
          <p:nvPr>
            <p:ph type="body" idx="16" sz="quarter"/>
          </p:nvPr>
        </p:nvSpPr>
        <p:spPr>
          <a:xfrm>
            <a:off x="6583680" y="5120640"/>
            <a:ext cx="2377440" cy="365760"/>
          </a:xfrm>
        </p:spPr>
        <p:txBody>
          <a:bodyPr wrap="square">
            <a:noAutofit/>
          </a:bodyPr>
          <a:lstStyle/>
          <a:p>
            <a:pPr>
              <a:lnSpc>
                <a:spcPts val="1800"/>
              </a:lnSpc>
            </a:pPr>
            <a:r>
              <a:rPr sz="1800" b="0"/>
              <a:t>John 6:48-51</a:t>
            </a:r>
            <a:endParaRPr sz="18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146303" y="2251710"/>
            <a:ext cx="1371600"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4" name="Picture 13" descr="phss-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4206240" y="617220"/>
            <a:ext cx="2286000" cy="914400"/>
          </a:xfrm>
        </p:spPr>
        <p:txBody>
          <a:bodyPr wrap="square">
            <a:noAutofit/>
          </a:bodyPr>
          <a:lstStyle/>
          <a:p>
            <a:r>
              <a:rPr sz="6000" b="1" i="0">
                <a:latin typeface="Avenir Next LT Pro"/>
              </a:rPr>
              <a:t>32</a:t>
            </a:r>
            <a:endParaRPr sz="6000" b="1" i="0">
              <a:latin typeface="Avenir Next LT Pro"/>
            </a:endParaRPr>
          </a:p>
        </p:txBody>
      </p:sp>
      <p:sp>
        <p:nvSpPr>
          <p:cNvPr id="6" name="Text Placeholder 5"/>
          <p:cNvSpPr>
            <a:spLocks noGrp="1"/>
          </p:cNvSpPr>
          <p:nvPr>
            <p:ph type="body" idx="13" sz="quarter"/>
          </p:nvPr>
        </p:nvSpPr>
        <p:spPr>
          <a:xfrm>
            <a:off x="3429000" y="1531620"/>
            <a:ext cx="3840480" cy="1645920"/>
          </a:xfrm>
        </p:spPr>
        <p:txBody>
          <a:bodyPr wrap="square">
            <a:noAutofit/>
          </a:bodyPr>
          <a:lstStyle/>
          <a:p>
            <a:r>
              <a:rPr sz="3600" b="1" i="0">
                <a:latin typeface="Avenir Next LT Pro"/>
              </a:rPr>
              <a:t>THEOPHANY (HIGH ABOVE THE SERAPHIM)</a:t>
            </a:r>
            <a:endParaRPr sz="3600" b="1" i="0">
              <a:latin typeface="Avenir Next LT Pro"/>
            </a:endParaRPr>
          </a:p>
        </p:txBody>
      </p:sp>
      <p:sp>
        <p:nvSpPr>
          <p:cNvPr id="7" name="Text Placeholder 6"/>
          <p:cNvSpPr>
            <a:spLocks noGrp="1"/>
          </p:cNvSpPr>
          <p:nvPr>
            <p:ph type="body" idx="15" sz="quarter"/>
          </p:nvPr>
        </p:nvSpPr>
        <p:spPr>
          <a:xfrm>
            <a:off x="3749039" y="3954780"/>
            <a:ext cx="3200400" cy="640080"/>
          </a:xfrm>
        </p:spPr>
        <p:txBody>
          <a:bodyPr wrap="square">
            <a:noAutofit/>
          </a:bodyPr>
          <a:lstStyle/>
          <a:p>
            <a:r>
              <a:rPr sz="1900" b="0" i="0">
                <a:latin typeface="Avenir Next LT Pro"/>
              </a:rPr>
              <a:t>“SINGING...TO THE LORD”
COLOSSIANS 3:16</a:t>
            </a:r>
            <a:endParaRPr sz="1900" b="0" i="0">
              <a:latin typeface="Avenir Next LT Pro"/>
            </a:endParaRPr>
          </a:p>
        </p:txBody>
      </p:sp>
      <p:sp>
        <p:nvSpPr>
          <p:cNvPr id="8" name="Text Placeholder 7"/>
          <p:cNvSpPr>
            <a:spLocks noGrp="1"/>
          </p:cNvSpPr>
          <p:nvPr>
            <p:ph type="body" idx="16" sz="quarter"/>
          </p:nvPr>
        </p:nvSpPr>
        <p:spPr/>
        <p:txBody>
          <a:bodyPr wrap="square">
            <a:noAutofit/>
          </a:bodyPr>
          <a:lstStyle/>
          <a:p>
            <a:r>
              <a:rPr sz="1200" b="0" i="0">
                <a:latin typeface="Avenir Next LT Pro"/>
              </a:rPr>
              <a:t>Theophany
© 2001 David and Jimona Maravilla
Tune: MAZURKA • Frederic Chopin (1829); arr. C. A. Roberts (2001)
Hymn: C. A. Roberts (2001)</a:t>
            </a:r>
            <a:endParaRPr sz="12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850392" y="2576322"/>
            <a:ext cx="667512"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4" name="Picture 13" descr="phss-xcircle-white.png"/>
          <p:cNvPicPr>
            <a:picLocks noChangeAspect="1"/>
          </p:cNvPicPr>
          <p:nvPr/>
        </p:nvPicPr>
        <p:blipFill>
          <a:blip r:embed="rId5"/>
          <a:stretch>
            <a:fillRect/>
          </a:stretch>
        </p:blipFill>
        <p:spPr>
          <a:xfrm>
            <a:off x="658368" y="3218688"/>
            <a:ext cx="365760" cy="365760"/>
          </a:xfrm>
          <a:prstGeom prst="rect">
            <a:avLst/>
          </a:prstGeom>
        </p:spPr>
      </p:pic>
      <p:sp>
        <p:nvSpPr>
          <p:cNvPr id="15" name="Oval 14"/>
          <p:cNvSpPr/>
          <p:nvPr/>
        </p:nvSpPr>
        <p:spPr>
          <a:xfrm>
            <a:off x="476402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1</a:t>
            </a:r>
          </a:p>
        </p:txBody>
      </p:sp>
      <p:sp>
        <p:nvSpPr>
          <p:cNvPr id="16" name="Oval 15"/>
          <p:cNvSpPr/>
          <p:nvPr/>
        </p:nvSpPr>
        <p:spPr>
          <a:xfrm>
            <a:off x="5166360"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2</a:t>
            </a:r>
          </a:p>
        </p:txBody>
      </p:sp>
      <p:sp>
        <p:nvSpPr>
          <p:cNvPr id="17" name="Oval 16"/>
          <p:cNvSpPr/>
          <p:nvPr/>
        </p:nvSpPr>
        <p:spPr>
          <a:xfrm>
            <a:off x="556869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1.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2.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3.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4.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5.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6.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7.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8.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09.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10.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11.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0"/>
            <a:ext cx="1440180" cy="5715000"/>
          </a:xfrm>
        </p:spPr>
        <p:txBody>
          <a:bodyPr/>
          <a:lstStyle/>
          <a:p>
            <a:r>
              <a:t> </a:t>
            </a:r>
          </a:p>
        </p:txBody>
      </p:sp>
      <p:sp>
        <p:nvSpPr>
          <p:cNvPr id="4" name="Text Placeholder 3"/>
          <p:cNvSpPr>
            <a:spLocks noGrp="1"/>
          </p:cNvSpPr>
          <p:nvPr>
            <p:ph type="body" idx="15" sz="quarter"/>
          </p:nvPr>
        </p:nvSpPr>
        <p:spPr>
          <a:xfrm>
            <a:off x="114300" y="425196"/>
            <a:ext cx="914400" cy="365760"/>
          </a:xfrm>
          <a:noFill/>
        </p:spPr>
        <p:txBody>
          <a:bodyPr/>
          <a:lstStyle/>
          <a:p>
            <a:r>
              <a:t>32</a:t>
            </a:r>
          </a:p>
        </p:txBody>
      </p:sp>
      <p:pic>
        <p:nvPicPr>
          <p:cNvPr id="5" name="Picture Placeholder 4" descr="shs-circle.png"/>
          <p:cNvPicPr>
            <a:picLocks noGrp="1" noChangeAspect="1"/>
          </p:cNvPicPr>
          <p:nvPr>
            <p:ph type="pic" idx="14" sz="quarter"/>
          </p:nvPr>
        </p:nvPicPr>
        <p:blipFill>
          <a:blip r:embed="rId2"/>
          <a:srcRect t="526" b="526"/>
          <a:stretch>
            <a:fillRect/>
          </a:stretch>
        </p:blipFill>
        <p:spPr>
          <a:xfrm>
            <a:off x="982980" y="425196"/>
            <a:ext cx="365760" cy="361915"/>
          </a:xfrm>
        </p:spPr>
      </p:pic>
      <p:sp>
        <p:nvSpPr>
          <p:cNvPr id="6" name="Text Placeholder 5"/>
          <p:cNvSpPr>
            <a:spLocks noGrp="1"/>
          </p:cNvSpPr>
          <p:nvPr>
            <p:ph type="body" idx="16" sz="quarter"/>
          </p:nvPr>
        </p:nvSpPr>
        <p:spPr>
          <a:xfrm>
            <a:off x="91440" y="882396"/>
            <a:ext cx="1257300" cy="1164831"/>
          </a:xfrm>
        </p:spPr>
        <p:txBody>
          <a:bodyPr wrap="square">
            <a:noAutofit/>
          </a:bodyPr>
          <a:lstStyle/>
          <a:p>
            <a:r>
              <a:rPr sz="1300" b="1" i="0"/>
              <a:t>THEOPHANY (HIGH ABOVE THE SERAPHIM)</a:t>
            </a:r>
            <a:endParaRPr sz="1300" b="1" i="0"/>
          </a:p>
        </p:txBody>
      </p:sp>
      <p:sp>
        <p:nvSpPr>
          <p:cNvPr id="7" name="Text Placeholder 6"/>
          <p:cNvSpPr>
            <a:spLocks noGrp="1"/>
          </p:cNvSpPr>
          <p:nvPr>
            <p:ph type="body" idx="17" sz="quarter"/>
          </p:nvPr>
        </p:nvSpPr>
        <p:spPr>
          <a:xfrm>
            <a:off x="91440" y="4422523"/>
            <a:ext cx="1257300" cy="365760"/>
          </a:xfrm>
        </p:spPr>
        <p:txBody>
          <a:bodyPr tIns="0" bIns="0" wrap="square">
            <a:noAutofit/>
          </a:bodyPr>
          <a:lstStyle/>
          <a:p>
            <a:r>
              <a:rPr sz="800" b="0" i="0"/>
              <a:t>© 2014 Sumphonia Productions, LLC</a:t>
            </a:r>
            <a:endParaRPr sz="800" b="0" i="0"/>
          </a:p>
        </p:txBody>
      </p:sp>
      <p:pic>
        <p:nvPicPr>
          <p:cNvPr id="9" name="Picture Placeholder 8" descr="phss-088-12.png"/>
          <p:cNvPicPr>
            <a:picLocks noGrp="1" noChangeAspect="1"/>
          </p:cNvPicPr>
          <p:nvPr>
            <p:ph type="pic" idx="10" sz="quarter"/>
          </p:nvPr>
        </p:nvPicPr>
        <p:blipFill>
          <a:blip r:embed="rId4"/>
          <a:srcRect l="10" r="10"/>
          <a:stretch>
            <a:fillRect/>
          </a:stretch>
        </p:blipFill>
        <p:spPr>
          <a:xfrm>
            <a:off x="2653899" y="114300"/>
            <a:ext cx="5893600" cy="548640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982980" y="4831811"/>
            <a:ext cx="367371" cy="365760"/>
          </a:xfrm>
        </p:spPr>
      </p:pic>
      <p:sp>
        <p:nvSpPr>
          <p:cNvPr id="14" name="Text Placeholder 13"/>
          <p:cNvSpPr>
            <a:spLocks noGrp="1"/>
          </p:cNvSpPr>
          <p:nvPr>
            <p:ph type="body" idx="24" sz="quarter"/>
          </p:nvPr>
        </p:nvSpPr>
        <p:spPr>
          <a:xfrm>
            <a:off x="2150979"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150979"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6" name="Text Placeholder 15"/>
          <p:cNvSpPr>
            <a:spLocks noGrp="1"/>
          </p:cNvSpPr>
          <p:nvPr>
            <p:ph type="body" idx="28" sz="quarter"/>
          </p:nvPr>
        </p:nvSpPr>
        <p:spPr>
          <a:xfrm>
            <a:off x="2150979"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giving-map.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101852"/>
            <a:ext cx="4572000" cy="1371600"/>
          </a:xfrm>
        </p:spPr>
        <p:txBody>
          <a:bodyPr wrap="square">
            <a:noAutofit/>
          </a:bodyPr>
          <a:lstStyle/>
          <a:p>
            <a:r>
              <a:rPr sz="8000" b="1" i="0">
                <a:latin typeface="Avenir Next LT Pro"/>
              </a:rPr>
              <a:t>GIVING</a:t>
            </a:r>
            <a:endParaRPr sz="8000" b="1" i="0">
              <a:latin typeface="Avenir Next LT Pro"/>
            </a:endParaRPr>
          </a:p>
        </p:txBody>
      </p:sp>
      <p:sp>
        <p:nvSpPr>
          <p:cNvPr id="7" name="Text Placeholder 6"/>
          <p:cNvSpPr>
            <a:spLocks noGrp="1"/>
          </p:cNvSpPr>
          <p:nvPr>
            <p:ph type="body" idx="15" sz="quarter"/>
          </p:nvPr>
        </p:nvSpPr>
        <p:spPr>
          <a:xfrm>
            <a:off x="3227832" y="2308860"/>
            <a:ext cx="4224528" cy="1188720"/>
          </a:xfrm>
        </p:spPr>
        <p:txBody>
          <a:bodyPr wrap="square">
            <a:noAutofit/>
          </a:bodyPr>
          <a:lstStyle/>
          <a:p>
            <a:r>
              <a:rPr sz="3600" b="1" i="0">
                <a:latin typeface="Avenir Next LT Pro"/>
              </a:rPr>
              <a:t>THE COLLECTION FOR THE SAINTS</a:t>
            </a:r>
            <a:endParaRPr sz="3600" b="1" i="0">
              <a:latin typeface="Avenir Next LT Pro"/>
            </a:endParaRPr>
          </a:p>
        </p:txBody>
      </p:sp>
      <p:sp>
        <p:nvSpPr>
          <p:cNvPr id="9" name="Text Placeholder 8"/>
          <p:cNvSpPr>
            <a:spLocks noGrp="1"/>
          </p:cNvSpPr>
          <p:nvPr>
            <p:ph type="body" idx="20" sz="quarter"/>
          </p:nvPr>
        </p:nvSpPr>
        <p:spPr>
          <a:xfrm>
            <a:off x="3291840" y="3589020"/>
            <a:ext cx="4133087" cy="914400"/>
          </a:xfrm>
        </p:spPr>
        <p:txBody>
          <a:bodyPr wrap="square">
            <a:noAutofit/>
          </a:bodyPr>
          <a:lstStyle/>
          <a:p>
            <a:r>
              <a:rPr sz="2000" b="0" i="0">
                <a:latin typeface="Avenir Next LT Pro"/>
              </a:rPr>
              <a:t>“FOR GOD LOVES A CHEERFUL GIVER” 2 CORINTHIANS 9:7</a:t>
            </a:r>
            <a:endParaRPr sz="20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457200" y="2937510"/>
            <a:ext cx="1060704"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a:lstStyle/>
          <a:p/>
        </p:txBody>
      </p:sp>
      <p:pic>
        <p:nvPicPr>
          <p:cNvPr id="16" name="Picture 15"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7" name="Picture 16" descr="phss-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transition spd="med" advTm="5000">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giving-map-zoom.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5" name="Text Placeholder 4"/>
          <p:cNvSpPr>
            <a:spLocks noGrp="1"/>
          </p:cNvSpPr>
          <p:nvPr>
            <p:ph type="body" idx="12" sz="quarter"/>
          </p:nvPr>
        </p:nvSpPr>
        <p:spPr>
          <a:xfrm>
            <a:off x="1828800" y="182880"/>
            <a:ext cx="7086600" cy="4800600"/>
          </a:xfrm>
        </p:spPr>
        <p:txBody>
          <a:bodyPr wrap="square">
            <a:noAutofit/>
          </a:bodyPr>
          <a:lstStyle/>
          <a:p>
            <a:pPr>
              <a:lnSpc>
                <a:spcPts val="4600"/>
              </a:lnSpc>
            </a:pPr>
            <a:r>
              <a:rPr sz="4100" b="0">
                <a:solidFill>
                  <a:srgbClr val="FFFFFF"/>
                </a:solidFill>
              </a:rPr>
              <a:t>“I have shown you in every way, by laboring like this, that you must support the weak. And remember the words of the Lord Jesus, that He said, ‘It is more blessed to give than to receive.’”</a:t>
            </a:r>
            <a:endParaRPr sz="4100" b="0" i="0">
              <a:latin typeface="Avenir Next LT Pro"/>
            </a:endParaRPr>
          </a:p>
        </p:txBody>
      </p:sp>
      <p:sp>
        <p:nvSpPr>
          <p:cNvPr id="8" name="Text Placeholder 7"/>
          <p:cNvSpPr>
            <a:spLocks noGrp="1"/>
          </p:cNvSpPr>
          <p:nvPr>
            <p:ph type="body" idx="16" sz="quarter"/>
          </p:nvPr>
        </p:nvSpPr>
        <p:spPr>
          <a:xfrm>
            <a:off x="6583680" y="5120640"/>
            <a:ext cx="2377440" cy="365760"/>
          </a:xfrm>
        </p:spPr>
        <p:txBody>
          <a:bodyPr wrap="square">
            <a:noAutofit/>
          </a:bodyPr>
          <a:lstStyle/>
          <a:p>
            <a:pPr>
              <a:lnSpc>
                <a:spcPts val="1800"/>
              </a:lnSpc>
            </a:pPr>
            <a:r>
              <a:rPr sz="1800" b="0"/>
              <a:t>Acts 20:35</a:t>
            </a:r>
            <a:endParaRPr sz="18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457200" y="2937510"/>
            <a:ext cx="1060704"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4" name="Picture 13" descr="phss-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4206240" y="617220"/>
            <a:ext cx="2286000" cy="914400"/>
          </a:xfrm>
        </p:spPr>
        <p:txBody>
          <a:bodyPr wrap="square">
            <a:noAutofit/>
          </a:bodyPr>
          <a:lstStyle/>
          <a:p>
            <a:r>
              <a:rPr sz="6000" b="1" i="0">
                <a:latin typeface="Avenir Next LT Pro"/>
              </a:rPr>
              <a:t>739</a:t>
            </a:r>
            <a:endParaRPr sz="6000" b="1" i="0">
              <a:latin typeface="Avenir Next LT Pro"/>
            </a:endParaRPr>
          </a:p>
        </p:txBody>
      </p:sp>
      <p:sp>
        <p:nvSpPr>
          <p:cNvPr id="6" name="Text Placeholder 5"/>
          <p:cNvSpPr>
            <a:spLocks noGrp="1"/>
          </p:cNvSpPr>
          <p:nvPr>
            <p:ph type="body" idx="13" sz="quarter"/>
          </p:nvPr>
        </p:nvSpPr>
        <p:spPr>
          <a:xfrm>
            <a:off x="3429000" y="1531620"/>
            <a:ext cx="3840480" cy="1645920"/>
          </a:xfrm>
        </p:spPr>
        <p:txBody>
          <a:bodyPr wrap="square">
            <a:noAutofit/>
          </a:bodyPr>
          <a:lstStyle/>
          <a:p>
            <a:r>
              <a:rPr sz="3900" b="1" i="0">
                <a:latin typeface="Avenir Next LT Pro"/>
              </a:rPr>
              <a:t>WHAT WILL YOU DO WITH JESUS?</a:t>
            </a:r>
            <a:endParaRPr sz="3900" b="1" i="0">
              <a:latin typeface="Avenir Next LT Pro"/>
            </a:endParaRPr>
          </a:p>
        </p:txBody>
      </p:sp>
      <p:sp>
        <p:nvSpPr>
          <p:cNvPr id="7" name="Text Placeholder 6"/>
          <p:cNvSpPr>
            <a:spLocks noGrp="1"/>
          </p:cNvSpPr>
          <p:nvPr>
            <p:ph type="body" idx="15" sz="quarter"/>
          </p:nvPr>
        </p:nvSpPr>
        <p:spPr>
          <a:xfrm>
            <a:off x="3749039" y="3954780"/>
            <a:ext cx="3200400" cy="640080"/>
          </a:xfrm>
        </p:spPr>
        <p:txBody>
          <a:bodyPr wrap="square">
            <a:noAutofit/>
          </a:bodyPr>
          <a:lstStyle/>
          <a:p>
            <a:r>
              <a:rPr sz="1900" b="0" i="0">
                <a:latin typeface="Avenir Next LT Pro"/>
              </a:rPr>
              <a:t>“SINGING...TO THE LORD”
COLOSSIANS 3:16</a:t>
            </a:r>
            <a:endParaRPr sz="1900" b="0" i="0">
              <a:latin typeface="Avenir Next LT Pro"/>
            </a:endParaRPr>
          </a:p>
        </p:txBody>
      </p:sp>
      <p:sp>
        <p:nvSpPr>
          <p:cNvPr id="8" name="Text Placeholder 7"/>
          <p:cNvSpPr>
            <a:spLocks noGrp="1"/>
          </p:cNvSpPr>
          <p:nvPr>
            <p:ph type="body" idx="16" sz="quarter"/>
          </p:nvPr>
        </p:nvSpPr>
        <p:spPr/>
        <p:txBody>
          <a:bodyPr wrap="square">
            <a:noAutofit/>
          </a:bodyPr>
          <a:lstStyle/>
          <a:p>
            <a:r>
              <a:rPr sz="1200" b="0" i="0">
                <a:latin typeface="Avenir Next LT Pro"/>
              </a:rPr>
              <a:t>Words: James Robinson
Music: Bentley D. Ackley</a:t>
            </a:r>
            <a:endParaRPr sz="12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950976" y="3947922"/>
            <a:ext cx="56692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sp>
        <p:nvSpPr>
          <p:cNvPr id="13" name="Text Placeholder 12"/>
          <p:cNvSpPr>
            <a:spLocks noGrp="1"/>
          </p:cNvSpPr>
          <p:nvPr>
            <p:ph type="body" idx="23" sz="quarter"/>
          </p:nvPr>
        </p:nvSpPr>
        <p:spPr>
          <a:xfrm>
            <a:off x="6766560" y="228600"/>
            <a:ext cx="2743200" cy="402336"/>
          </a:xfrm>
        </p:spPr>
        <p:txBody>
          <a:bodyPr wrap="square">
            <a:noAutofit/>
          </a:bodyPr>
          <a:lstStyle/>
          <a:p>
            <a:pPr algn="l"/>
            <a:r>
              <a:rPr sz="1800" b="0" i="0">
                <a:latin typeface="Avenir Next LT Pro"/>
              </a:rPr>
              <a:t>INVITATION SONG</a:t>
            </a:r>
            <a:endParaRPr sz="1800" b="0" i="0">
              <a:latin typeface="Avenir Next LT Pro"/>
            </a:endParaRPr>
          </a:p>
        </p:txBody>
      </p:sp>
      <p:pic>
        <p:nvPicPr>
          <p:cNvPr id="14" name="Picture 13"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5" name="Picture 14" descr="phss-xcircle-white.png"/>
          <p:cNvPicPr>
            <a:picLocks noChangeAspect="1"/>
          </p:cNvPicPr>
          <p:nvPr/>
        </p:nvPicPr>
        <p:blipFill>
          <a:blip r:embed="rId5"/>
          <a:stretch>
            <a:fillRect/>
          </a:stretch>
        </p:blipFill>
        <p:spPr>
          <a:xfrm>
            <a:off x="658368" y="3218688"/>
            <a:ext cx="365760" cy="365760"/>
          </a:xfrm>
          <a:prstGeom prst="rect">
            <a:avLst/>
          </a:prstGeom>
        </p:spPr>
      </p:pic>
      <p:sp>
        <p:nvSpPr>
          <p:cNvPr id="16" name="Oval 15"/>
          <p:cNvSpPr/>
          <p:nvPr/>
        </p:nvSpPr>
        <p:spPr>
          <a:xfrm>
            <a:off x="4764024"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1</a:t>
            </a:r>
          </a:p>
        </p:txBody>
      </p:sp>
      <p:sp>
        <p:nvSpPr>
          <p:cNvPr id="17" name="Oval 16"/>
          <p:cNvSpPr/>
          <p:nvPr/>
        </p:nvSpPr>
        <p:spPr>
          <a:xfrm>
            <a:off x="5166360"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2</a:t>
            </a:r>
          </a:p>
        </p:txBody>
      </p:sp>
      <p:sp>
        <p:nvSpPr>
          <p:cNvPr id="18" name="Oval 17"/>
          <p:cNvSpPr/>
          <p:nvPr/>
        </p:nvSpPr>
        <p:spPr>
          <a:xfrm>
            <a:off x="5568696"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5" name="Text Placeholder 4"/>
          <p:cNvSpPr>
            <a:spLocks noGrp="1"/>
          </p:cNvSpPr>
          <p:nvPr>
            <p:ph type="body" idx="12" sz="quarter"/>
          </p:nvPr>
        </p:nvSpPr>
        <p:spPr>
          <a:xfrm>
            <a:off x="4206240" y="617220"/>
            <a:ext cx="2286000" cy="914400"/>
          </a:xfrm>
        </p:spPr>
        <p:txBody>
          <a:bodyPr wrap="square">
            <a:noAutofit/>
          </a:bodyPr>
          <a:lstStyle/>
          <a:p>
            <a:r>
              <a:rPr sz="6000" b="1" i="0">
                <a:latin typeface="Avenir Next LT Pro"/>
              </a:rPr>
              <a:t>105</a:t>
            </a:r>
            <a:endParaRPr sz="6000" b="1" i="0">
              <a:latin typeface="Avenir Next LT Pro"/>
            </a:endParaRPr>
          </a:p>
        </p:txBody>
      </p:sp>
      <p:sp>
        <p:nvSpPr>
          <p:cNvPr id="6" name="Text Placeholder 5"/>
          <p:cNvSpPr>
            <a:spLocks noGrp="1"/>
          </p:cNvSpPr>
          <p:nvPr>
            <p:ph type="body" idx="13" sz="quarter"/>
          </p:nvPr>
        </p:nvSpPr>
        <p:spPr>
          <a:xfrm>
            <a:off x="3429000" y="1531620"/>
            <a:ext cx="3840480" cy="1645920"/>
          </a:xfrm>
        </p:spPr>
        <p:txBody>
          <a:bodyPr wrap="square">
            <a:noAutofit/>
          </a:bodyPr>
          <a:lstStyle/>
          <a:p>
            <a:r>
              <a:rPr sz="5000" b="1" i="0">
                <a:latin typeface="Avenir Next LT Pro"/>
              </a:rPr>
              <a:t>HE IS IN OUR MIDST</a:t>
            </a:r>
            <a:endParaRPr sz="5000" b="1" i="0">
              <a:latin typeface="Avenir Next LT Pro"/>
            </a:endParaRPr>
          </a:p>
        </p:txBody>
      </p:sp>
      <p:sp>
        <p:nvSpPr>
          <p:cNvPr id="7" name="Text Placeholder 6"/>
          <p:cNvSpPr>
            <a:spLocks noGrp="1"/>
          </p:cNvSpPr>
          <p:nvPr>
            <p:ph type="body" idx="15" sz="quarter"/>
          </p:nvPr>
        </p:nvSpPr>
        <p:spPr>
          <a:xfrm>
            <a:off x="3749039" y="3954780"/>
            <a:ext cx="3200400" cy="640080"/>
          </a:xfrm>
        </p:spPr>
        <p:txBody>
          <a:bodyPr wrap="square">
            <a:noAutofit/>
          </a:bodyPr>
          <a:lstStyle/>
          <a:p>
            <a:r>
              <a:rPr sz="1900" b="0" i="0">
                <a:latin typeface="Avenir Next LT Pro"/>
              </a:rPr>
              <a:t>“SINGING...TO THE LORD”
COLOSSIANS 3:16</a:t>
            </a:r>
            <a:endParaRPr sz="1900" b="0" i="0">
              <a:latin typeface="Avenir Next LT Pro"/>
            </a:endParaRPr>
          </a:p>
        </p:txBody>
      </p:sp>
      <p:sp>
        <p:nvSpPr>
          <p:cNvPr id="8" name="Text Placeholder 7"/>
          <p:cNvSpPr>
            <a:spLocks noGrp="1"/>
          </p:cNvSpPr>
          <p:nvPr>
            <p:ph type="body" idx="16" sz="quarter"/>
          </p:nvPr>
        </p:nvSpPr>
        <p:spPr/>
        <p:txBody>
          <a:bodyPr wrap="square">
            <a:noAutofit/>
          </a:bodyPr>
          <a:lstStyle/>
          <a:p>
            <a:r>
              <a:rPr sz="1200" b="0" i="0">
                <a:latin typeface="Avenir Next LT Pro"/>
              </a:rPr>
              <a:t>© 1982 Glenda B. Schales
Tune: Glenda B. Schales (1982)
Hymn: Glenda B. Schales (1982)</a:t>
            </a:r>
            <a:endParaRPr sz="12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694944" y="3262122"/>
            <a:ext cx="822960"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pic>
        <p:nvPicPr>
          <p:cNvPr id="13" name="Picture 12"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4" name="Picture 13" descr="phss-xcircle-white.png"/>
          <p:cNvPicPr>
            <a:picLocks noChangeAspect="1"/>
          </p:cNvPicPr>
          <p:nvPr/>
        </p:nvPicPr>
        <p:blipFill>
          <a:blip r:embed="rId5"/>
          <a:stretch>
            <a:fillRect/>
          </a:stretch>
        </p:blipFill>
        <p:spPr>
          <a:xfrm>
            <a:off x="658368" y="3218688"/>
            <a:ext cx="365760" cy="365760"/>
          </a:xfrm>
          <a:prstGeom prst="rect">
            <a:avLst/>
          </a:prstGeom>
        </p:spPr>
      </p:pic>
      <p:sp>
        <p:nvSpPr>
          <p:cNvPr id="15" name="Oval 14"/>
          <p:cNvSpPr/>
          <p:nvPr/>
        </p:nvSpPr>
        <p:spPr>
          <a:xfrm>
            <a:off x="4965192"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1</a:t>
            </a:r>
          </a:p>
        </p:txBody>
      </p:sp>
      <p:sp>
        <p:nvSpPr>
          <p:cNvPr id="16" name="Oval 15"/>
          <p:cNvSpPr/>
          <p:nvPr/>
        </p:nvSpPr>
        <p:spPr>
          <a:xfrm>
            <a:off x="5367528" y="3406140"/>
            <a:ext cx="365760" cy="365760"/>
          </a:xfrm>
          <a:prstGeom prst="ellipse">
            <a:avLst/>
          </a:prstGeom>
          <a:solidFill>
            <a:srgbClr val="014A81"/>
          </a:solidFill>
          <a:ln>
            <a:noFill/>
          </a:ln>
        </p:spPr>
        <p:style>
          <a:lnRef idx="1">
            <a:schemeClr val="accent1"/>
          </a:lnRef>
          <a:fillRef idx="3">
            <a:schemeClr val="accent1"/>
          </a:fillRef>
          <a:effectRef idx="2">
            <a:schemeClr val="accent1"/>
          </a:effectRef>
          <a:fontRef idx="minor">
            <a:schemeClr val="lt1"/>
          </a:fontRef>
        </p:style>
        <p:txBody>
          <a:bodyPr rtlCol="0" anchor="ctr" bIns="0" lIns="0" tIns="0" rIns="0"/>
          <a:lstStyle/>
          <a:p>
            <a:pPr algn="ctr">
              <a:lnSpc>
                <a:spcPct val="90000"/>
              </a:lnSpc>
            </a:pPr>
            <a:r>
              <a:rPr sz="1600" b="1">
                <a:solidFill>
                  <a:srgbClr val="FFFFFF"/>
                </a:solidFill>
                <a:latin typeface="Avenir Next LT Pro"/>
              </a:rPr>
              <a:t>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15" sz="quarter"/>
          </p:nvPr>
        </p:nvSpPr>
        <p:spPr>
          <a:xfrm>
            <a:off x="-228600" y="5257800"/>
            <a:ext cx="914400" cy="365760"/>
          </a:xfrm>
          <a:noFill/>
        </p:spPr>
        <p:txBody>
          <a:bodyPr/>
          <a:lstStyle/>
          <a:p>
            <a:r>
              <a:t>105</a:t>
            </a:r>
          </a:p>
        </p:txBody>
      </p:sp>
      <p:pic>
        <p:nvPicPr>
          <p:cNvPr id="5" name="Picture Placeholder 4" descr="phss-circle.png"/>
          <p:cNvPicPr>
            <a:picLocks noGrp="1" noChangeAspect="1"/>
          </p:cNvPicPr>
          <p:nvPr>
            <p:ph type="pic" idx="14"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HE IS IN OUR MIDST</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2014 Sumphonia Productions, LLC</a:t>
            </a:r>
          </a:p>
        </p:txBody>
      </p:sp>
      <p:pic>
        <p:nvPicPr>
          <p:cNvPr id="9" name="Picture Placeholder 8" descr="phss-105-01.png"/>
          <p:cNvPicPr>
            <a:picLocks noGrp="1" noChangeAspect="1"/>
          </p:cNvPicPr>
          <p:nvPr>
            <p:ph type="pic" idx="10" sz="quarter"/>
          </p:nvPr>
        </p:nvPicPr>
        <p:blipFill>
          <a:blip r:embed="rId4"/>
          <a:srcRect l="11" r="11"/>
          <a:stretch>
            <a:fillRect/>
          </a:stretch>
        </p:blipFill>
        <p:spPr>
          <a:xfrm>
            <a:off x="1054942" y="114300"/>
            <a:ext cx="758275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4" sz="quarter"/>
          </p:nvPr>
        </p:nvSpPr>
        <p:spPr>
          <a:xfrm>
            <a:off x="552022"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552022"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552022"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552022"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105</a:t>
            </a:r>
          </a:p>
        </p:txBody>
      </p:sp>
      <p:pic>
        <p:nvPicPr>
          <p:cNvPr id="5" name="Picture Placeholder 4" descr="phss-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HE IS IN OUR MIDST</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2014 Sumphonia Productions, LLC</a:t>
            </a:r>
          </a:p>
        </p:txBody>
      </p:sp>
      <p:pic>
        <p:nvPicPr>
          <p:cNvPr id="9" name="Picture Placeholder 8" descr="phss-105-02.png"/>
          <p:cNvPicPr>
            <a:picLocks noGrp="1" noChangeAspect="1"/>
          </p:cNvPicPr>
          <p:nvPr>
            <p:ph type="pic" idx="10" sz="quarter"/>
          </p:nvPr>
        </p:nvPicPr>
        <p:blipFill>
          <a:blip r:embed="rId4"/>
          <a:srcRect l="11" r="11"/>
          <a:stretch>
            <a:fillRect/>
          </a:stretch>
        </p:blipFill>
        <p:spPr>
          <a:xfrm>
            <a:off x="1054942" y="114300"/>
            <a:ext cx="758275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552022" y="425196"/>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552022"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552022"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552022"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105</a:t>
            </a:r>
          </a:p>
        </p:txBody>
      </p:sp>
      <p:pic>
        <p:nvPicPr>
          <p:cNvPr id="5" name="Picture Placeholder 4" descr="phss-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HE IS IN OUR MIDST</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2014 Sumphonia Productions, LLC</a:t>
            </a:r>
          </a:p>
        </p:txBody>
      </p:sp>
      <p:pic>
        <p:nvPicPr>
          <p:cNvPr id="9" name="Picture Placeholder 8" descr="phss-105-03.png"/>
          <p:cNvPicPr>
            <a:picLocks noGrp="1" noChangeAspect="1"/>
          </p:cNvPicPr>
          <p:nvPr>
            <p:ph type="pic" idx="10" sz="quarter"/>
          </p:nvPr>
        </p:nvPicPr>
        <p:blipFill>
          <a:blip r:embed="rId4"/>
          <a:srcRect l="11" r="11"/>
          <a:stretch>
            <a:fillRect/>
          </a:stretch>
        </p:blipFill>
        <p:spPr>
          <a:xfrm>
            <a:off x="1054942" y="114300"/>
            <a:ext cx="758275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552022"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552022" y="86410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552022"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552022"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105</a:t>
            </a:r>
          </a:p>
        </p:txBody>
      </p:sp>
      <p:pic>
        <p:nvPicPr>
          <p:cNvPr id="5" name="Picture Placeholder 4" descr="phss-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HE IS IN OUR MIDST</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2014 Sumphonia Productions, LLC</a:t>
            </a:r>
          </a:p>
        </p:txBody>
      </p:sp>
      <p:pic>
        <p:nvPicPr>
          <p:cNvPr id="9" name="Picture Placeholder 8" descr="phss-105-04.png"/>
          <p:cNvPicPr>
            <a:picLocks noGrp="1" noChangeAspect="1"/>
          </p:cNvPicPr>
          <p:nvPr>
            <p:ph type="pic" idx="10" sz="quarter"/>
          </p:nvPr>
        </p:nvPicPr>
        <p:blipFill>
          <a:blip r:embed="rId4"/>
          <a:srcRect l="11" r="11"/>
          <a:stretch>
            <a:fillRect/>
          </a:stretch>
        </p:blipFill>
        <p:spPr>
          <a:xfrm>
            <a:off x="1054942" y="114300"/>
            <a:ext cx="758275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552022"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552022" y="864108"/>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552022"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552022"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105</a:t>
            </a:r>
          </a:p>
        </p:txBody>
      </p:sp>
      <p:pic>
        <p:nvPicPr>
          <p:cNvPr id="5" name="Picture Placeholder 4" descr="phss-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HE IS IN OUR MIDST</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2014 Sumphonia Productions, LLC</a:t>
            </a:r>
          </a:p>
        </p:txBody>
      </p:sp>
      <p:pic>
        <p:nvPicPr>
          <p:cNvPr id="9" name="Picture Placeholder 8" descr="phss-105-05.png"/>
          <p:cNvPicPr>
            <a:picLocks noGrp="1" noChangeAspect="1"/>
          </p:cNvPicPr>
          <p:nvPr>
            <p:ph type="pic" idx="10" sz="quarter"/>
          </p:nvPr>
        </p:nvPicPr>
        <p:blipFill>
          <a:blip r:embed="rId4"/>
          <a:srcRect l="11" r="11"/>
          <a:stretch>
            <a:fillRect/>
          </a:stretch>
        </p:blipFill>
        <p:spPr>
          <a:xfrm>
            <a:off x="1054942" y="114300"/>
            <a:ext cx="758275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552022"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552022"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552022"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552022"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105</a:t>
            </a:r>
          </a:p>
        </p:txBody>
      </p:sp>
      <p:pic>
        <p:nvPicPr>
          <p:cNvPr id="5" name="Picture Placeholder 4" descr="phss-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HE IS IN OUR MIDST</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2014 Sumphonia Productions, LLC</a:t>
            </a:r>
          </a:p>
        </p:txBody>
      </p:sp>
      <p:pic>
        <p:nvPicPr>
          <p:cNvPr id="9" name="Picture Placeholder 8" descr="phss-105-06.png"/>
          <p:cNvPicPr>
            <a:picLocks noGrp="1" noChangeAspect="1"/>
          </p:cNvPicPr>
          <p:nvPr>
            <p:ph type="pic" idx="10" sz="quarter"/>
          </p:nvPr>
        </p:nvPicPr>
        <p:blipFill>
          <a:blip r:embed="rId4"/>
          <a:srcRect l="11" r="11"/>
          <a:stretch>
            <a:fillRect/>
          </a:stretch>
        </p:blipFill>
        <p:spPr>
          <a:xfrm>
            <a:off x="1054942" y="114300"/>
            <a:ext cx="758275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552022"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552022"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552022" y="1303020"/>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552022" y="1741932"/>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105</a:t>
            </a:r>
          </a:p>
        </p:txBody>
      </p:sp>
      <p:pic>
        <p:nvPicPr>
          <p:cNvPr id="5" name="Picture Placeholder 4" descr="phss-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HE IS IN OUR MIDST</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2014 Sumphonia Productions, LLC</a:t>
            </a:r>
          </a:p>
        </p:txBody>
      </p:sp>
      <p:pic>
        <p:nvPicPr>
          <p:cNvPr id="9" name="Picture Placeholder 8" descr="phss-105-03.png"/>
          <p:cNvPicPr>
            <a:picLocks noGrp="1" noChangeAspect="1"/>
          </p:cNvPicPr>
          <p:nvPr>
            <p:ph type="pic" idx="10" sz="quarter"/>
          </p:nvPr>
        </p:nvPicPr>
        <p:blipFill>
          <a:blip r:embed="rId4"/>
          <a:srcRect l="11" r="11"/>
          <a:stretch>
            <a:fillRect/>
          </a:stretch>
        </p:blipFill>
        <p:spPr>
          <a:xfrm>
            <a:off x="1054942" y="114300"/>
            <a:ext cx="758275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552022"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552022"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552022"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552022" y="1741932"/>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105</a:t>
            </a:r>
          </a:p>
        </p:txBody>
      </p:sp>
      <p:pic>
        <p:nvPicPr>
          <p:cNvPr id="5" name="Picture Placeholder 4" descr="phss-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HE IS IN OUR MIDST</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2014 Sumphonia Productions, LLC</a:t>
            </a:r>
          </a:p>
        </p:txBody>
      </p:sp>
      <p:pic>
        <p:nvPicPr>
          <p:cNvPr id="9" name="Picture Placeholder 8" descr="phss-105-04.png"/>
          <p:cNvPicPr>
            <a:picLocks noGrp="1" noChangeAspect="1"/>
          </p:cNvPicPr>
          <p:nvPr>
            <p:ph type="pic" idx="10" sz="quarter"/>
          </p:nvPr>
        </p:nvPicPr>
        <p:blipFill>
          <a:blip r:embed="rId4"/>
          <a:srcRect l="11" r="11"/>
          <a:stretch>
            <a:fillRect/>
          </a:stretch>
        </p:blipFill>
        <p:spPr>
          <a:xfrm>
            <a:off x="1054942" y="114300"/>
            <a:ext cx="7582755" cy="4937760"/>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552022" y="425196"/>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552022" y="864108"/>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552022" y="1303020"/>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552022" y="1741932"/>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ermon-notes.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531620"/>
            <a:ext cx="4572000" cy="1645920"/>
          </a:xfrm>
        </p:spPr>
        <p:txBody>
          <a:bodyPr wrap="square">
            <a:noAutofit/>
          </a:bodyPr>
          <a:lstStyle/>
          <a:p>
            <a:r>
              <a:rPr sz="7200" b="1" i="0">
                <a:latin typeface="Avenir Next LT Pro"/>
              </a:rPr>
              <a:t>SERMON</a:t>
            </a:r>
            <a:endParaRPr sz="7200" b="1" i="0">
              <a:latin typeface="Avenir Next LT Pro"/>
            </a:endParaRPr>
          </a:p>
        </p:txBody>
      </p:sp>
      <p:sp>
        <p:nvSpPr>
          <p:cNvPr id="7" name="Text Placeholder 6"/>
          <p:cNvSpPr>
            <a:spLocks noGrp="1"/>
          </p:cNvSpPr>
          <p:nvPr>
            <p:ph type="body" idx="15" sz="quarter"/>
          </p:nvPr>
        </p:nvSpPr>
        <p:spPr>
          <a:xfrm>
            <a:off x="3172968" y="3044952"/>
            <a:ext cx="4370832" cy="914400"/>
          </a:xfrm>
        </p:spPr>
        <p:txBody>
          <a:bodyPr wrap="square">
            <a:noAutofit/>
          </a:bodyPr>
          <a:lstStyle/>
          <a:p>
            <a:r>
              <a:rPr sz="2400" b="0" i="0">
                <a:latin typeface="Avenir Next LT Pro"/>
              </a:rPr>
              <a:t>“HE COMMANDED US TO PREACH TO THE PEOPLE”</a:t>
            </a:r>
            <a:endParaRPr sz="2400" b="0" i="0">
              <a:latin typeface="Avenir Next LT Pro"/>
            </a:endParaRPr>
          </a:p>
        </p:txBody>
      </p:sp>
      <p:sp>
        <p:nvSpPr>
          <p:cNvPr id="9" name="Text Placeholder 8"/>
          <p:cNvSpPr>
            <a:spLocks noGrp="1"/>
          </p:cNvSpPr>
          <p:nvPr>
            <p:ph type="body" idx="20" sz="quarter"/>
          </p:nvPr>
        </p:nvSpPr>
        <p:spPr>
          <a:xfrm>
            <a:off x="3291840" y="3863339"/>
            <a:ext cx="4133087" cy="914400"/>
          </a:xfrm>
        </p:spPr>
        <p:txBody>
          <a:bodyPr wrap="square">
            <a:noAutofit/>
          </a:bodyPr>
          <a:lstStyle/>
          <a:p>
            <a:r>
              <a:rPr sz="2000" b="0" i="0">
                <a:latin typeface="Avenir Next LT Pro"/>
              </a:rPr>
              <a:t>ACTS 10:42</a:t>
            </a:r>
            <a:endParaRPr sz="20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685799" y="3623310"/>
            <a:ext cx="832104"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a:lstStyle/>
          <a:p/>
        </p:txBody>
      </p:sp>
      <p:pic>
        <p:nvPicPr>
          <p:cNvPr id="16" name="Picture 15"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7" name="Picture 16" descr="phss-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transition spd="med" advTm="5000">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WHAT WILL YOU DO WITH JESUS?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2004 The Paperless Hymnal™</a:t>
            </a:r>
          </a:p>
        </p:txBody>
      </p:sp>
      <p:pic>
        <p:nvPicPr>
          <p:cNvPr id="9" name="Picture Placeholder 8" descr="pftl-739-01.png"/>
          <p:cNvPicPr>
            <a:picLocks noGrp="1" noChangeAspect="1"/>
          </p:cNvPicPr>
          <p:nvPr>
            <p:ph type="pic" idx="10" sz="quarter"/>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0682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9457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28600" y="138464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8235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28600" y="2262471"/>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28600" y="270138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WHAT WILL YOU DO WITH JESUS?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2004 The Paperless Hymnal™</a:t>
            </a:r>
          </a:p>
        </p:txBody>
      </p:sp>
      <p:pic>
        <p:nvPicPr>
          <p:cNvPr id="9" name="Picture Placeholder 8" descr="pftl-739-02.png"/>
          <p:cNvPicPr>
            <a:picLocks noGrp="1" noChangeAspect="1"/>
          </p:cNvPicPr>
          <p:nvPr>
            <p:ph type="pic" idx="10" sz="quarter"/>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068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945735"/>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28600" y="138464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8235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28600" y="2262471"/>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28600" y="270138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WHAT WILL YOU DO WITH JESUS?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2004 The Paperless Hymnal™</a:t>
            </a:r>
          </a:p>
        </p:txBody>
      </p:sp>
      <p:pic>
        <p:nvPicPr>
          <p:cNvPr id="9" name="Picture Placeholder 8" descr="pftl-739-03.png"/>
          <p:cNvPicPr>
            <a:picLocks noGrp="1" noChangeAspect="1"/>
          </p:cNvPicPr>
          <p:nvPr>
            <p:ph type="pic" idx="10" sz="quarter"/>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068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945735"/>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28600" y="138464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8235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28600" y="2262471"/>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28600" y="270138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WHAT WILL YOU DO WITH JESUS?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2004 The Paperless Hymnal™</a:t>
            </a:r>
          </a:p>
        </p:txBody>
      </p:sp>
      <p:pic>
        <p:nvPicPr>
          <p:cNvPr id="9" name="Picture Placeholder 8" descr="pftl-739-04.png"/>
          <p:cNvPicPr>
            <a:picLocks noGrp="1" noChangeAspect="1"/>
          </p:cNvPicPr>
          <p:nvPr>
            <p:ph type="pic" idx="10" sz="quarter"/>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068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9457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28600" y="1384647"/>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8235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28600" y="2262471"/>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28600" y="270138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WHAT WILL YOU DO WITH JESUS?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2004 The Paperless Hymnal™</a:t>
            </a:r>
          </a:p>
        </p:txBody>
      </p:sp>
      <p:pic>
        <p:nvPicPr>
          <p:cNvPr id="9" name="Picture Placeholder 8" descr="pftl-739-02.png"/>
          <p:cNvPicPr>
            <a:picLocks noGrp="1" noChangeAspect="1"/>
          </p:cNvPicPr>
          <p:nvPr>
            <p:ph type="pic" idx="10" sz="quarter"/>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068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9457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28600" y="138464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82355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28600" y="2262471"/>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28600" y="270138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WHAT WILL YOU DO WITH JESUS?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2004 The Paperless Hymnal™</a:t>
            </a:r>
          </a:p>
        </p:txBody>
      </p:sp>
      <p:pic>
        <p:nvPicPr>
          <p:cNvPr id="9" name="Picture Placeholder 8" descr="pftl-739-03.png"/>
          <p:cNvPicPr>
            <a:picLocks noGrp="1" noChangeAspect="1"/>
          </p:cNvPicPr>
          <p:nvPr>
            <p:ph type="pic" idx="10" sz="quarter"/>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068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9457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28600" y="138464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823559"/>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28600" y="2262471"/>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28600" y="270138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WHAT WILL YOU DO WITH JESUS?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2004 The Paperless Hymnal™</a:t>
            </a:r>
          </a:p>
        </p:txBody>
      </p:sp>
      <p:pic>
        <p:nvPicPr>
          <p:cNvPr id="9" name="Picture Placeholder 8" descr="pftl-739-07.png"/>
          <p:cNvPicPr>
            <a:picLocks noGrp="1" noChangeAspect="1"/>
          </p:cNvPicPr>
          <p:nvPr>
            <p:ph type="pic" idx="10" sz="quarter"/>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068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9457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28600" y="138464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8235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28600" y="2262471"/>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28600" y="270138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WHAT WILL YOU DO WITH JESUS?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2004 The Paperless Hymnal™</a:t>
            </a:r>
          </a:p>
        </p:txBody>
      </p:sp>
      <p:pic>
        <p:nvPicPr>
          <p:cNvPr id="9" name="Picture Placeholder 8" descr="pftl-739-02.png"/>
          <p:cNvPicPr>
            <a:picLocks noGrp="1" noChangeAspect="1"/>
          </p:cNvPicPr>
          <p:nvPr>
            <p:ph type="pic" idx="10" sz="quarter"/>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068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9457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28600" y="138464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8235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28600" y="2262471"/>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28600" y="270138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ng-beige-blur.jpg"/>
          <p:cNvPicPr>
            <a:picLocks noGrp="1" noChangeAspect="1"/>
          </p:cNvPicPr>
          <p:nvPr>
            <p:ph type="pic" idx="23" sz="quarter"/>
          </p:nvPr>
        </p:nvPicPr>
        <p:blipFill>
          <a:blip r:embed="rId5"/>
          <a:srcRect/>
          <a:stretch>
            <a:fillRect/>
          </a:stretch>
        </p:blipFill>
        <p:spPr>
          <a:xfrm>
            <a:off x="0" y="0"/>
            <a:ext cx="9144000" cy="5715000"/>
          </a:xfrm>
        </p:spPr>
      </p:pic>
      <p:sp>
        <p:nvSpPr>
          <p:cNvPr id="3" name="Text Placeholder 2"/>
          <p:cNvSpPr>
            <a:spLocks noGrp="1"/>
          </p:cNvSpPr>
          <p:nvPr>
            <p:ph type="body" idx="19" sz="quarter"/>
          </p:nvPr>
        </p:nvSpPr>
        <p:spPr>
          <a:xfrm>
            <a:off x="0" y="5166360"/>
            <a:ext cx="9144000" cy="548640"/>
          </a:xfrm>
        </p:spPr>
        <p:txBody>
          <a:bodyPr/>
          <a:lstStyle/>
          <a:p>
            <a:r>
              <a:t> </a:t>
            </a:r>
          </a:p>
        </p:txBody>
      </p:sp>
      <p:sp>
        <p:nvSpPr>
          <p:cNvPr id="4" name="Text Placeholder 3"/>
          <p:cNvSpPr>
            <a:spLocks noGrp="1"/>
          </p:cNvSpPr>
          <p:nvPr>
            <p:ph type="body" idx="24" sz="quarter"/>
          </p:nvPr>
        </p:nvSpPr>
        <p:spPr>
          <a:xfrm>
            <a:off x="-228600" y="5257800"/>
            <a:ext cx="914400" cy="365760"/>
          </a:xfrm>
          <a:noFill/>
        </p:spPr>
        <p:txBody>
          <a:bodyPr/>
          <a:lstStyle/>
          <a:p>
            <a:r>
              <a:t>739</a:t>
            </a:r>
          </a:p>
        </p:txBody>
      </p:sp>
      <p:pic>
        <p:nvPicPr>
          <p:cNvPr id="5" name="Picture Placeholder 4" descr="pftl-circle.png"/>
          <p:cNvPicPr>
            <a:picLocks noGrp="1" noChangeAspect="1"/>
          </p:cNvPicPr>
          <p:nvPr>
            <p:ph type="pic" idx="25" sz="quarter"/>
          </p:nvPr>
        </p:nvPicPr>
        <p:blipFill>
          <a:blip r:embed="rId2"/>
          <a:srcRect t="526" b="526"/>
          <a:stretch>
            <a:fillRect/>
          </a:stretch>
        </p:blipFill>
        <p:spPr>
          <a:xfrm>
            <a:off x="731520" y="5257800"/>
            <a:ext cx="365760" cy="361915"/>
          </a:xfrm>
        </p:spPr>
      </p:pic>
      <p:sp>
        <p:nvSpPr>
          <p:cNvPr id="6" name="Text Placeholder 5"/>
          <p:cNvSpPr>
            <a:spLocks noGrp="1"/>
          </p:cNvSpPr>
          <p:nvPr>
            <p:ph type="body" idx="16" sz="quarter"/>
          </p:nvPr>
        </p:nvSpPr>
        <p:spPr>
          <a:xfrm>
            <a:off x="1188720" y="5212080"/>
            <a:ext cx="7315200" cy="361915"/>
          </a:xfrm>
        </p:spPr>
        <p:txBody>
          <a:bodyPr/>
          <a:lstStyle/>
          <a:p>
            <a:r>
              <a:rPr sz="1600" b="1">
                <a:solidFill>
                  <a:srgbClr val="FFFFFF"/>
                </a:solidFill>
                <a:latin typeface="Avenir Next LT Pro"/>
              </a:rPr>
              <a:t>WHAT WILL YOU DO WITH JESUS?</a:t>
            </a:r>
          </a:p>
        </p:txBody>
      </p:sp>
      <p:sp>
        <p:nvSpPr>
          <p:cNvPr id="7" name="Text Placeholder 6"/>
          <p:cNvSpPr>
            <a:spLocks noGrp="1"/>
          </p:cNvSpPr>
          <p:nvPr>
            <p:ph type="body" idx="17" sz="quarter"/>
          </p:nvPr>
        </p:nvSpPr>
        <p:spPr>
          <a:xfrm>
            <a:off x="1280160" y="5486400"/>
            <a:ext cx="7315200" cy="180975"/>
          </a:xfrm>
        </p:spPr>
        <p:txBody>
          <a:bodyPr tIns="0" bIns="0"/>
          <a:lstStyle/>
          <a:p>
            <a:r>
              <a:rPr sz="800" b="0">
                <a:solidFill>
                  <a:srgbClr val="FFFFFF"/>
                </a:solidFill>
                <a:latin typeface="Avenir Next LT Pro"/>
              </a:rPr>
              <a:t>© 2004 The Paperless Hymnal™</a:t>
            </a:r>
          </a:p>
        </p:txBody>
      </p:sp>
      <p:pic>
        <p:nvPicPr>
          <p:cNvPr id="9" name="Picture Placeholder 8" descr="pftl-739-03.png"/>
          <p:cNvPicPr>
            <a:picLocks noGrp="1" noChangeAspect="1"/>
          </p:cNvPicPr>
          <p:nvPr>
            <p:ph type="pic" idx="10" sz="quarter"/>
          </p:nvPr>
        </p:nvPicPr>
        <p:blipFill>
          <a:blip r:embed="rId4"/>
          <a:srcRect t="4" b="4"/>
          <a:stretch>
            <a:fillRect/>
          </a:stretch>
        </p:blipFill>
        <p:spPr>
          <a:xfrm>
            <a:off x="731520" y="195927"/>
            <a:ext cx="8229600" cy="4774505"/>
          </a:xfrm>
        </p:spPr>
      </p:pic>
      <p:pic>
        <p:nvPicPr>
          <p:cNvPr id="10" name="Picture Placeholder 9" descr="eh-circle.png"/>
          <p:cNvPicPr>
            <a:picLocks noGrp="1" noChangeAspect="1"/>
          </p:cNvPicPr>
          <p:nvPr>
            <p:ph type="pic" idx="20" sz="quarter"/>
          </p:nvPr>
        </p:nvPicPr>
        <p:blipFill>
          <a:blip r:embed="rId3"/>
          <a:srcRect t="219" b="219"/>
          <a:stretch>
            <a:fillRect/>
          </a:stretch>
        </p:blipFill>
        <p:spPr>
          <a:xfrm>
            <a:off x="8595360" y="5257800"/>
            <a:ext cx="367371" cy="365760"/>
          </a:xfrm>
        </p:spPr>
      </p:pic>
      <p:sp>
        <p:nvSpPr>
          <p:cNvPr id="14" name="Text Placeholder 13"/>
          <p:cNvSpPr>
            <a:spLocks noGrp="1"/>
          </p:cNvSpPr>
          <p:nvPr>
            <p:ph type="body" idx="26" sz="quarter"/>
          </p:nvPr>
        </p:nvSpPr>
        <p:spPr>
          <a:xfrm>
            <a:off x="228600" y="506823"/>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1</a:t>
            </a:r>
          </a:p>
        </p:txBody>
      </p:sp>
      <p:sp>
        <p:nvSpPr>
          <p:cNvPr id="15" name="Text Placeholder 14"/>
          <p:cNvSpPr>
            <a:spLocks noGrp="1"/>
          </p:cNvSpPr>
          <p:nvPr>
            <p:ph type="body" idx="27" sz="quarter"/>
          </p:nvPr>
        </p:nvSpPr>
        <p:spPr>
          <a:xfrm>
            <a:off x="228600" y="945735"/>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6" name="Text Placeholder 15"/>
          <p:cNvSpPr>
            <a:spLocks noGrp="1"/>
          </p:cNvSpPr>
          <p:nvPr>
            <p:ph type="body" idx="28" sz="quarter"/>
          </p:nvPr>
        </p:nvSpPr>
        <p:spPr>
          <a:xfrm>
            <a:off x="228600" y="1384647"/>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2</a:t>
            </a:r>
          </a:p>
        </p:txBody>
      </p:sp>
      <p:sp>
        <p:nvSpPr>
          <p:cNvPr id="17" name="Text Placeholder 16"/>
          <p:cNvSpPr>
            <a:spLocks noGrp="1"/>
          </p:cNvSpPr>
          <p:nvPr>
            <p:ph type="body" idx="29" sz="quarter"/>
          </p:nvPr>
        </p:nvSpPr>
        <p:spPr>
          <a:xfrm>
            <a:off x="228600" y="1823559"/>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C</a:t>
            </a:r>
          </a:p>
        </p:txBody>
      </p:sp>
      <p:sp>
        <p:nvSpPr>
          <p:cNvPr id="18" name="Text Placeholder 17"/>
          <p:cNvSpPr>
            <a:spLocks noGrp="1"/>
          </p:cNvSpPr>
          <p:nvPr>
            <p:ph type="body" idx="30" sz="quarter"/>
          </p:nvPr>
        </p:nvSpPr>
        <p:spPr>
          <a:xfrm>
            <a:off x="228600" y="2262471"/>
            <a:ext cx="365760" cy="365760"/>
          </a:xfrm>
          <a:solidFill>
            <a:srgbClr val="7F7F7F"/>
          </a:solidFill>
          <a:ln>
            <a:noFill/>
          </a:ln>
        </p:spPr>
        <p:txBody>
          <a:bodyPr bIns="0" lIns="0" tIns="0" rIns="0"/>
          <a:lstStyle/>
          <a:p>
            <a:pPr>
              <a:lnSpc>
                <a:spcPct val="90000"/>
              </a:lnSpc>
            </a:pPr>
            <a:r>
              <a:rPr sz="1600" b="1">
                <a:solidFill>
                  <a:srgbClr val="FFFFFF"/>
                </a:solidFill>
                <a:latin typeface="Avenir Next LT Pro"/>
              </a:rPr>
              <a:t>3</a:t>
            </a:r>
          </a:p>
        </p:txBody>
      </p:sp>
      <p:sp>
        <p:nvSpPr>
          <p:cNvPr id="19" name="Text Placeholder 18"/>
          <p:cNvSpPr>
            <a:spLocks noGrp="1"/>
          </p:cNvSpPr>
          <p:nvPr>
            <p:ph type="body" idx="31" sz="quarter"/>
          </p:nvPr>
        </p:nvSpPr>
        <p:spPr>
          <a:xfrm>
            <a:off x="228600" y="2701383"/>
            <a:ext cx="365760" cy="365760"/>
          </a:xfrm>
          <a:solidFill>
            <a:srgbClr val="1C81B9"/>
          </a:solidFill>
          <a:ln>
            <a:noFill/>
          </a:ln>
        </p:spPr>
        <p:txBody>
          <a:bodyPr bIns="0" lIns="0" tIns="0" rIns="0"/>
          <a:lstStyle/>
          <a:p>
            <a:pPr>
              <a:lnSpc>
                <a:spcPct val="90000"/>
              </a:lnSpc>
            </a:pPr>
            <a:r>
              <a:rPr sz="1600" b="1">
                <a:solidFill>
                  <a:srgbClr val="FFFFFF"/>
                </a:solidFill>
                <a:latin typeface="Avenir Next LT Pro"/>
              </a:rPr>
              <a:t>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prayer-wheat.jpg"/>
          <p:cNvPicPr>
            <a:picLocks noGrp="1" noChangeAspect="1"/>
          </p:cNvPicPr>
          <p:nvPr>
            <p:ph type="pic" idx="10" sz="quarter"/>
          </p:nvPr>
        </p:nvPicPr>
        <p:blipFill>
          <a:blip r:embed="rId2"/>
          <a:srcRect/>
          <a:stretch>
            <a:fillRect/>
          </a:stretch>
        </p:blipFill>
        <p:spPr>
          <a:xfrm>
            <a:off x="0" y="0"/>
            <a:ext cx="9144000" cy="5715000"/>
          </a:xfrm>
        </p:spPr>
      </p:pic>
      <p:sp>
        <p:nvSpPr>
          <p:cNvPr id="3" name="Content Placeholder 2"/>
          <p:cNvSpPr>
            <a:spLocks noGrp="1"/>
          </p:cNvSpPr>
          <p:nvPr>
            <p:ph idx="17" sz="quarter"/>
          </p:nvPr>
        </p:nvSpPr>
        <p:spPr/>
        <p:txBody>
          <a:bodyPr/>
          <a:lstStyle/>
          <a:p>
            <a:r>
              <a:t> </a:t>
            </a:r>
          </a:p>
        </p:txBody>
      </p:sp>
      <p:sp>
        <p:nvSpPr>
          <p:cNvPr id="4" name="Content Placeholder 3"/>
          <p:cNvSpPr>
            <a:spLocks noGrp="1"/>
          </p:cNvSpPr>
          <p:nvPr>
            <p:ph idx="18" sz="quarter"/>
          </p:nvPr>
        </p:nvSpPr>
        <p:spPr/>
        <p:txBody>
          <a:bodyPr/>
          <a:lstStyle/>
          <a:p>
            <a:r>
              <a:t> </a:t>
            </a:r>
          </a:p>
        </p:txBody>
      </p:sp>
      <p:sp>
        <p:nvSpPr>
          <p:cNvPr id="6" name="Text Placeholder 5"/>
          <p:cNvSpPr>
            <a:spLocks noGrp="1"/>
          </p:cNvSpPr>
          <p:nvPr>
            <p:ph type="body" idx="13" sz="quarter"/>
          </p:nvPr>
        </p:nvSpPr>
        <p:spPr>
          <a:xfrm>
            <a:off x="3063240" y="1531620"/>
            <a:ext cx="4572000" cy="1645920"/>
          </a:xfrm>
        </p:spPr>
        <p:txBody>
          <a:bodyPr wrap="square">
            <a:noAutofit/>
          </a:bodyPr>
          <a:lstStyle/>
          <a:p>
            <a:r>
              <a:rPr sz="8000" b="1" i="0">
                <a:latin typeface="Avenir Next LT Pro"/>
              </a:rPr>
              <a:t>PRAYER</a:t>
            </a:r>
            <a:endParaRPr sz="8000" b="1" i="0">
              <a:latin typeface="Avenir Next LT Pro"/>
            </a:endParaRPr>
          </a:p>
        </p:txBody>
      </p:sp>
      <p:sp>
        <p:nvSpPr>
          <p:cNvPr id="7" name="Text Placeholder 6"/>
          <p:cNvSpPr>
            <a:spLocks noGrp="1"/>
          </p:cNvSpPr>
          <p:nvPr>
            <p:ph type="body" idx="15" sz="quarter"/>
          </p:nvPr>
        </p:nvSpPr>
        <p:spPr>
          <a:xfrm>
            <a:off x="3566160" y="3040380"/>
            <a:ext cx="3566160" cy="914400"/>
          </a:xfrm>
        </p:spPr>
        <p:txBody>
          <a:bodyPr wrap="square">
            <a:noAutofit/>
          </a:bodyPr>
          <a:lstStyle/>
          <a:p>
            <a:r>
              <a:rPr sz="2400" b="0" i="0">
                <a:latin typeface="Avenir Next LT Pro"/>
              </a:rPr>
              <a:t>“DEVOTE YOURSELVES TO PRAYER”</a:t>
            </a:r>
            <a:endParaRPr sz="2400" b="0" i="0">
              <a:latin typeface="Avenir Next LT Pro"/>
            </a:endParaRPr>
          </a:p>
        </p:txBody>
      </p:sp>
      <p:sp>
        <p:nvSpPr>
          <p:cNvPr id="9" name="Text Placeholder 8"/>
          <p:cNvSpPr>
            <a:spLocks noGrp="1"/>
          </p:cNvSpPr>
          <p:nvPr>
            <p:ph type="body" idx="20" sz="quarter"/>
          </p:nvPr>
        </p:nvSpPr>
        <p:spPr>
          <a:xfrm>
            <a:off x="3291840" y="3863339"/>
            <a:ext cx="4133087" cy="914400"/>
          </a:xfrm>
        </p:spPr>
        <p:txBody>
          <a:bodyPr wrap="square">
            <a:noAutofit/>
          </a:bodyPr>
          <a:lstStyle/>
          <a:p>
            <a:r>
              <a:rPr sz="2000" b="0" i="0">
                <a:latin typeface="Avenir Next LT Pro"/>
              </a:rPr>
              <a:t>COLOSSIANS 4:2</a:t>
            </a:r>
            <a:endParaRPr sz="2000" b="0" i="0">
              <a:latin typeface="Avenir Next LT Pro"/>
            </a:endParaRPr>
          </a:p>
        </p:txBody>
      </p:sp>
      <p:pic>
        <p:nvPicPr>
          <p:cNvPr id="10" name="Picture Placeholder 9" descr="eh20-eng-432.png"/>
          <p:cNvPicPr>
            <a:picLocks noGrp="1" noChangeAspect="1"/>
          </p:cNvPicPr>
          <p:nvPr>
            <p:ph type="pic" idx="19" sz="quarter"/>
          </p:nvPr>
        </p:nvPicPr>
        <p:blipFill>
          <a:blip r:embed="rId3"/>
          <a:srcRect t="459" b="459"/>
          <a:stretch>
            <a:fillRect/>
          </a:stretch>
        </p:blipFill>
        <p:spPr>
          <a:xfrm>
            <a:off x="1668537" y="5029200"/>
            <a:ext cx="1828800" cy="457200"/>
          </a:xfrm>
        </p:spPr>
      </p:pic>
      <p:sp>
        <p:nvSpPr>
          <p:cNvPr id="11" name="Content Placeholder 10"/>
          <p:cNvSpPr>
            <a:spLocks noGrp="1"/>
          </p:cNvSpPr>
          <p:nvPr>
            <p:ph idx="22" sz="quarter"/>
          </p:nvPr>
        </p:nvSpPr>
        <p:spPr>
          <a:xfrm>
            <a:off x="813815" y="4309109"/>
            <a:ext cx="704088" cy="274320"/>
          </a:xfrm>
        </p:spPr>
        <p:txBody>
          <a:bodyPr/>
          <a:lstStyle/>
          <a:p>
            <a:r>
              <a:t> </a:t>
            </a:r>
          </a:p>
        </p:txBody>
      </p:sp>
      <p:sp>
        <p:nvSpPr>
          <p:cNvPr id="12" name="Text Placeholder 11"/>
          <p:cNvSpPr>
            <a:spLocks noGrp="1"/>
          </p:cNvSpPr>
          <p:nvPr>
            <p:ph type="body" idx="21" sz="quarter"/>
          </p:nvPr>
        </p:nvSpPr>
        <p:spPr/>
        <p:txBody>
          <a:bodyPr/>
          <a:lstStyle/>
          <a:p>
            <a:pPr>
              <a:lnSpc>
                <a:spcPts val="1800"/>
              </a:lnSpc>
              <a:spcBef>
                <a:spcPts val="0"/>
              </a:spcBef>
              <a:spcAft>
                <a:spcPts val="900"/>
              </a:spcAft>
            </a:pPr>
            <a:r>
              <a:rPr sz="1600" b="0">
                <a:latin typeface="Avenir Next LT Pro"/>
              </a:rPr>
              <a:t>Welcome</a:t>
            </a:r>
          </a:p>
          <a:p>
            <a:pPr>
              <a:lnSpc>
                <a:spcPts val="1800"/>
              </a:lnSpc>
              <a:spcBef>
                <a:spcPts val="0"/>
              </a:spcBef>
              <a:spcAft>
                <a:spcPts val="900"/>
              </a:spcAft>
            </a:pPr>
            <a:r>
              <a:rPr sz="1600" b="0">
                <a:latin typeface="Avenir Next LT Pro"/>
              </a:rPr>
              <a:t>Reading</a:t>
            </a:r>
          </a:p>
          <a:p>
            <a:pPr>
              <a:lnSpc>
                <a:spcPts val="1800"/>
              </a:lnSpc>
              <a:spcBef>
                <a:spcPts val="0"/>
              </a:spcBef>
              <a:spcAft>
                <a:spcPts val="900"/>
              </a:spcAft>
            </a:pPr>
            <a:r>
              <a:rPr sz="1600" b="0">
                <a:latin typeface="Avenir Next LT Pro"/>
              </a:rPr>
              <a:t>Prayer</a:t>
            </a:r>
          </a:p>
          <a:p>
            <a:pPr>
              <a:lnSpc>
                <a:spcPts val="1800"/>
              </a:lnSpc>
              <a:spcBef>
                <a:spcPts val="100"/>
              </a:spcBef>
              <a:spcAft>
                <a:spcPts val="800"/>
              </a:spcAft>
            </a:pPr>
            <a:r>
              <a:rPr sz="1800" b="1">
                <a:latin typeface="Avenir Next LT Pro"/>
              </a:rPr>
              <a:t>115</a:t>
            </a:r>
          </a:p>
          <a:p>
            <a:pPr>
              <a:lnSpc>
                <a:spcPts val="1800"/>
              </a:lnSpc>
              <a:spcBef>
                <a:spcPts val="100"/>
              </a:spcBef>
              <a:spcAft>
                <a:spcPts val="800"/>
              </a:spcAft>
            </a:pPr>
            <a:r>
              <a:rPr sz="1800" b="1">
                <a:latin typeface="Avenir Next LT Pro"/>
              </a:rPr>
              <a:t>950</a:t>
            </a:r>
          </a:p>
          <a:p>
            <a:pPr>
              <a:lnSpc>
                <a:spcPts val="1800"/>
              </a:lnSpc>
              <a:spcBef>
                <a:spcPts val="0"/>
              </a:spcBef>
              <a:spcAft>
                <a:spcPts val="900"/>
              </a:spcAft>
            </a:pPr>
            <a:r>
              <a:rPr sz="1600" b="0">
                <a:latin typeface="Avenir Next LT Pro"/>
              </a:rPr>
              <a:t>Lord’s Supper</a:t>
            </a:r>
          </a:p>
          <a:p>
            <a:pPr>
              <a:lnSpc>
                <a:spcPts val="1800"/>
              </a:lnSpc>
              <a:spcBef>
                <a:spcPts val="100"/>
              </a:spcBef>
              <a:spcAft>
                <a:spcPts val="800"/>
              </a:spcAft>
            </a:pPr>
            <a:r>
              <a:rPr sz="1800" b="1">
                <a:latin typeface="Avenir Next LT Pro"/>
              </a:rPr>
              <a:t>32</a:t>
            </a:r>
          </a:p>
          <a:p>
            <a:pPr>
              <a:lnSpc>
                <a:spcPts val="1800"/>
              </a:lnSpc>
              <a:spcBef>
                <a:spcPts val="0"/>
              </a:spcBef>
              <a:spcAft>
                <a:spcPts val="900"/>
              </a:spcAft>
            </a:pPr>
            <a:r>
              <a:rPr sz="1600" b="0">
                <a:latin typeface="Avenir Next LT Pro"/>
              </a:rPr>
              <a:t>Collection</a:t>
            </a:r>
          </a:p>
          <a:p>
            <a:pPr>
              <a:lnSpc>
                <a:spcPts val="1800"/>
              </a:lnSpc>
              <a:spcBef>
                <a:spcPts val="100"/>
              </a:spcBef>
              <a:spcAft>
                <a:spcPts val="800"/>
              </a:spcAft>
            </a:pPr>
            <a:r>
              <a:rPr sz="1800" b="1">
                <a:latin typeface="Avenir Next LT Pro"/>
              </a:rPr>
              <a:t>105</a:t>
            </a:r>
          </a:p>
          <a:p>
            <a:pPr>
              <a:lnSpc>
                <a:spcPts val="1800"/>
              </a:lnSpc>
              <a:spcBef>
                <a:spcPts val="0"/>
              </a:spcBef>
              <a:spcAft>
                <a:spcPts val="900"/>
              </a:spcAft>
            </a:pPr>
            <a:r>
              <a:rPr sz="1600" b="0">
                <a:latin typeface="Avenir Next LT Pro"/>
              </a:rPr>
              <a:t>Sermon</a:t>
            </a:r>
          </a:p>
          <a:p>
            <a:pPr>
              <a:lnSpc>
                <a:spcPts val="1800"/>
              </a:lnSpc>
              <a:spcBef>
                <a:spcPts val="100"/>
              </a:spcBef>
              <a:spcAft>
                <a:spcPts val="800"/>
              </a:spcAft>
            </a:pPr>
            <a:r>
              <a:rPr sz="1800" b="1">
                <a:latin typeface="Avenir Next LT Pro"/>
              </a:rPr>
              <a:t>739</a:t>
            </a:r>
          </a:p>
          <a:p>
            <a:pPr>
              <a:lnSpc>
                <a:spcPts val="1800"/>
              </a:lnSpc>
              <a:spcBef>
                <a:spcPts val="0"/>
              </a:spcBef>
              <a:spcAft>
                <a:spcPts val="900"/>
              </a:spcAft>
            </a:pPr>
            <a:r>
              <a:rPr sz="1600" b="0">
                <a:latin typeface="Avenir Next LT Pro"/>
              </a:rPr>
              <a:t>Prayer</a:t>
            </a:r>
          </a:p>
        </p:txBody>
      </p:sp>
      <p:sp>
        <p:nvSpPr>
          <p:cNvPr id="15" name="Text Placeholder 14"/>
          <p:cNvSpPr>
            <a:spLocks noGrp="1"/>
          </p:cNvSpPr>
          <p:nvPr>
            <p:ph type="body" idx="25" sz="quarter"/>
          </p:nvPr>
        </p:nvSpPr>
        <p:spPr/>
        <p:txBody>
          <a:bodyPr/>
          <a:lstStyle/>
          <a:p/>
        </p:txBody>
      </p:sp>
      <p:pic>
        <p:nvPicPr>
          <p:cNvPr id="16" name="Picture 15" descr="shs-xcircle-white.png"/>
          <p:cNvPicPr>
            <a:picLocks noChangeAspect="1"/>
          </p:cNvPicPr>
          <p:nvPr/>
        </p:nvPicPr>
        <p:blipFill>
          <a:blip r:embed="rId4"/>
          <a:stretch>
            <a:fillRect/>
          </a:stretch>
        </p:blipFill>
        <p:spPr>
          <a:xfrm>
            <a:off x="841247" y="2532888"/>
            <a:ext cx="365760" cy="365760"/>
          </a:xfrm>
          <a:prstGeom prst="rect">
            <a:avLst/>
          </a:prstGeom>
        </p:spPr>
      </p:pic>
      <p:pic>
        <p:nvPicPr>
          <p:cNvPr id="17" name="Picture 16" descr="phss-xcircle-white.png"/>
          <p:cNvPicPr>
            <a:picLocks noChangeAspect="1"/>
          </p:cNvPicPr>
          <p:nvPr/>
        </p:nvPicPr>
        <p:blipFill>
          <a:blip r:embed="rId5"/>
          <a:stretch>
            <a:fillRect/>
          </a:stretch>
        </p:blipFill>
        <p:spPr>
          <a:xfrm>
            <a:off x="658368" y="3218688"/>
            <a:ext cx="365760" cy="365760"/>
          </a:xfrm>
          <a:prstGeom prst="rect">
            <a:avLst/>
          </a:prstGeom>
        </p:spPr>
      </p:pic>
    </p:spTree>
  </p:cSld>
  <p:clrMapOvr>
    <a:masterClrMapping/>
  </p:clrMapOvr>
</p:sld>
</file>

<file path=ppt/theme/theme1.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162760</TotalTime>
  <Words>0</Words>
  <Application>Microsoft Office PowerPoint</Application>
  <PresentationFormat>On-screen Show (16:10)</PresentationFormat>
  <Paragraphs>0</Paragraphs>
  <Slides>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0</vt:i4>
      </vt:variant>
    </vt:vector>
  </HeadingPairs>
  <TitlesOfParts>
    <vt:vector size="8" baseType="lpstr">
      <vt:lpstr>Alegreya Sans Light</vt:lpstr>
      <vt:lpstr>Alegreya Sans Medium</vt:lpstr>
      <vt:lpstr>Arial</vt:lpstr>
      <vt:lpstr>Avenir Next LT Pro</vt:lpstr>
      <vt:lpstr>Calibri</vt:lpstr>
      <vt:lpstr>Century Gothic</vt:lpstr>
      <vt:lpstr>3_Custom Design</vt:lpstr>
      <vt:lpstr>6_Custom Design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Williams David</dc:creator>
  <cp:lastModifiedBy>David Williams</cp:lastModifiedBy>
  <cp:revision>625</cp:revision>
  <dcterms:created xsi:type="dcterms:W3CDTF">2019-05-01T02:25:12Z</dcterms:created>
  <dcterms:modified xsi:type="dcterms:W3CDTF">2021-06-11T16:19:38Z</dcterms:modified>
</cp:coreProperties>
</file>