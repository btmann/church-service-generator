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203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300" b="1" i="0">
                <a:latin typeface="Avenir Next LT Pro"/>
              </a:rPr>
              <a:t>ONLY A HOLY GOD</a:t>
            </a:r>
            <a:endParaRPr sz="53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Arr: Mark Sullivan, Shane Coffman and Mike Rogers
Words and Music by: Michael Farren, Jonny Robinson, Dustin Smith and Rich Thompson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2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2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2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ONLY A HOLY GOD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2019 The Acapella Company</a:t>
            </a:r>
            <a:endParaRPr sz="800" b="0" i="0"/>
          </a:p>
        </p:txBody>
      </p:sp>
      <p:pic>
        <p:nvPicPr>
          <p:cNvPr id="9" name="Picture Placeholder 8" descr="eh-203-3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176285" y="114300"/>
            <a:ext cx="6848829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733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733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733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733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733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733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673365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673365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