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1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77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200" b="1" i="0">
                <a:latin typeface="Avenir Next LT Pro"/>
              </a:rPr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5383957" y="4538133"/>
            <a:ext cx="3565866" cy="940894"/>
          </a:xfrm>
        </p:spPr>
        <p:txBody>
          <a:bodyPr wrap="square">
            <a:noAutofit/>
          </a:bodyPr>
          <a:lstStyle/>
          <a:p>
            <a:r>
              <a:rPr sz="1200" b="0" i="0" dirty="0">
                <a:latin typeface="Avenir Next LT Pro"/>
              </a:rPr>
              <a:t>Tune: CWM RHONDDA • John Hughes (1907)
Hymn: Thomas Kelly (1809)</a:t>
            </a: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5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6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7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8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09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10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1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song-beige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14300" y="540748"/>
            <a:ext cx="914400" cy="365760"/>
          </a:xfrm>
          <a:noFill/>
        </p:spPr>
        <p:txBody>
          <a:bodyPr/>
          <a:lstStyle/>
          <a:p>
            <a:r>
              <a:t>77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982980" y="540748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91440" y="997948"/>
            <a:ext cx="12573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LOOK, YE SAINTS! THE SIGHT IS GLORIOUS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1440" y="4422523"/>
            <a:ext cx="1257300" cy="365760"/>
          </a:xfrm>
        </p:spPr>
        <p:txBody>
          <a:bodyPr wrap="square" tIns="0" bIns="0">
            <a:noAutofit/>
          </a:bodyPr>
          <a:lstStyle/>
          <a:p>
            <a:r>
              <a:rPr sz="800" b="0" i="0"/>
              <a:t>© 2014 Sumphonia Productions, LLC</a:t>
            </a:r>
          </a:p>
        </p:txBody>
      </p:sp>
      <p:pic>
        <p:nvPicPr>
          <p:cNvPr id="9" name="Picture Placeholder 8" descr="eh-077-1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2171700" y="229852"/>
            <a:ext cx="6858000" cy="5255294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1668780" y="540748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1668780" y="979660"/>
            <a:ext cx="365760" cy="365760"/>
          </a:xfrm>
          <a:solidFill>
            <a:srgbClr val="7F7F7F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1668780" y="1418572"/>
            <a:ext cx="365760" cy="365760"/>
          </a:xfrm>
          <a:solidFill>
            <a:srgbClr val="1C81B9"/>
          </a:solidFill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283</Words>
  <Application>Microsoft Office PowerPoint</Application>
  <PresentationFormat>On-screen Show (16:10)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2022-01-28T22:56:29Z</dcterms:modified>
</cp:coreProperties>
</file>