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4987" autoAdjust="0"/>
    <p:restoredTop sz="94660"/>
  </p:normalViewPr>
  <p:slideViewPr>
    <p:cSldViewPr snapToGrid="0">
      <p:cViewPr>
        <p:scale>
          <a:sx n="90" d="100"/>
          <a:sy n="90" d="100"/>
        </p:scale>
        <p:origin x="907" y="53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Song Leader: Larry Brown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Layouts/_rels/slideLayout12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738" y="5001768"/>
            <a:ext cx="1421719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738" y="5001768"/>
            <a:ext cx="1421719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7967" y="5000140"/>
            <a:ext cx="1421719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10" presetClass="exit" presetSubtype="0" fill="hold" grpId="0" nodeType="withEffect">
                                      <p:stCondLst>
                                        <p:cond delay="15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10" presetClass="entr" presetSubtype="0" fill="hold" grpId="1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3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35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3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3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9" fill="hold">
                          <p:stCondLst>
                            <p:cond delay="0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afterEffect">
                                      <p:stCondLst>
                                        <p:cond delay="150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15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48" presetID="10" presetClass="exit" presetSubtype="0" fill="hold" grpId="1" nodeType="afterEffect">
                                      <p:stCondLst>
                                        <p:cond delay="10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1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50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00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afterEffect">
                      <p:stCondLst>
                        <p:cond delay="150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afterEffect">
                      <p:stCondLst>
                        <p:cond delay="100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50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00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  <p:par>
                                    <p:cTn id="7" presetID="10" presetClass="exit" presetSubtype="0" fill="hold" grpId="0" nodeType="withEffect">
                                      <p:stCondLst>
                                        <p:cond delay="15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" presetID="10" presetClass="entr" presetSubtype="0" fill="hold" grpId="1" nodeType="withEffect">
                                      <p:stCondLst>
                                        <p:cond delay="1000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3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35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3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  <p:bldLst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50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00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4296EF3B-86DC-4D12-9A9D-E6A40A1C8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0AC850-BFDE-4F9D-8A53-20C7E2BB2084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322026-93A3-4BCD-B71B-F509241943B9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05694-6F5E-40C0-A361-EFFCC988504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3B885D6-1467-47BE-BAD3-EAAFF5AAE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0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D1A-F0B8-4482-ADFA-04E9A09E2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Picture 3" descr="A drawing of a face&#10;&#10;Description automatically generated">
            <a:extLst>
              <a:ext uri="{FF2B5EF4-FFF2-40B4-BE49-F238E27FC236}">
                <a16:creationId xmlns:a16="http://schemas.microsoft.com/office/drawing/2014/main" id="{A945F061-02DC-453B-81E4-C48A61A959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table, sitting, paper&#10;&#10;Description automatically generated">
            <a:extLst>
              <a:ext uri="{FF2B5EF4-FFF2-40B4-BE49-F238E27FC236}">
                <a16:creationId xmlns:a16="http://schemas.microsoft.com/office/drawing/2014/main" id="{39B35DE4-926F-4673-8006-BBEBE2D76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26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087E3-7321-48B0-AE6A-5BE1E35A979E}"/>
              </a:ext>
            </a:extLst>
          </p:cNvPr>
          <p:cNvSpPr/>
          <p:nvPr userDrawn="1"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751B2-9DAE-4F05-9F58-579C980FFBB1}"/>
              </a:ext>
            </a:extLst>
          </p:cNvPr>
          <p:cNvSpPr/>
          <p:nvPr userDrawn="1"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4B33B-593B-4162-89DC-67A6C58C3C02}"/>
              </a:ext>
            </a:extLst>
          </p:cNvPr>
          <p:cNvSpPr/>
          <p:nvPr userDrawn="1"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5F36-3824-4155-9DCB-0578ACCD3867}"/>
              </a:ext>
            </a:extLst>
          </p:cNvPr>
          <p:cNvSpPr txBox="1"/>
          <p:nvPr userDrawn="1"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BEFA6F-B836-4445-857E-DC29CC15D67F}"/>
              </a:ext>
            </a:extLst>
          </p:cNvPr>
          <p:cNvSpPr/>
          <p:nvPr userDrawn="1"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4FD39-9662-44A8-A861-33633C62064D}"/>
              </a:ext>
            </a:extLst>
          </p:cNvPr>
          <p:cNvSpPr/>
          <p:nvPr userDrawn="1"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58BF84-EC4E-4552-A68D-3CC0F1E630D0}"/>
              </a:ext>
            </a:extLst>
          </p:cNvPr>
          <p:cNvSpPr/>
          <p:nvPr userDrawn="1"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B321D7-6A67-4641-B151-90AC7C8B1268}"/>
              </a:ext>
            </a:extLst>
          </p:cNvPr>
          <p:cNvSpPr/>
          <p:nvPr userDrawn="1"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0BADE-102C-49F8-A035-C0C5F95E9961}"/>
              </a:ext>
            </a:extLst>
          </p:cNvPr>
          <p:cNvSpPr txBox="1"/>
          <p:nvPr userDrawn="1"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5A34-1396-4D13-99B6-EA9354295241}"/>
              </a:ext>
            </a:extLst>
          </p:cNvPr>
          <p:cNvSpPr txBox="1"/>
          <p:nvPr userDrawn="1"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7C1D0F-410E-4754-9D75-F70681E68200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A034591-9BBC-4255-A9B8-55A5B8B5F380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15FB5808-09F3-4E57-AB30-0905797A5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8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face&#10;&#10;Description automatically generated">
            <a:extLst>
              <a:ext uri="{FF2B5EF4-FFF2-40B4-BE49-F238E27FC236}">
                <a16:creationId xmlns:a16="http://schemas.microsoft.com/office/drawing/2014/main" id="{526BF870-3C21-4FE5-8BED-CB2A3F215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85100-DB93-4854-90DD-5B690740542D}"/>
              </a:ext>
            </a:extLst>
          </p:cNvPr>
          <p:cNvSpPr txBox="1"/>
          <p:nvPr userDrawn="1"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97620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1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1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5" Type="http://schemas.openxmlformats.org/officeDocument/2006/relationships/image" Target="../media/image1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1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1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1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28.png"/><Relationship Id="rId5" Type="http://schemas.openxmlformats.org/officeDocument/2006/relationships/image" Target="../media/image1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29.png"/><Relationship Id="rId5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Relationship Id="rId5" Type="http://schemas.openxmlformats.org/officeDocument/2006/relationships/image" Target="../media/image19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31.png"/><Relationship Id="rId5" Type="http://schemas.openxmlformats.org/officeDocument/2006/relationships/image" Target="../media/image1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32.png"/><Relationship Id="rId5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33.png"/><Relationship Id="rId5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34.png"/><Relationship Id="rId5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35.png"/><Relationship Id="rId5" Type="http://schemas.openxmlformats.org/officeDocument/2006/relationships/image" Target="../media/image1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36.png"/><Relationship Id="rId5" Type="http://schemas.openxmlformats.org/officeDocument/2006/relationships/image" Target="../media/image1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42.png"/><Relationship Id="rId5" Type="http://schemas.openxmlformats.org/officeDocument/2006/relationships/image" Target="../media/image4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Relationship Id="rId5" Type="http://schemas.openxmlformats.org/officeDocument/2006/relationships/image" Target="../media/image4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45.png"/><Relationship Id="rId5" Type="http://schemas.openxmlformats.org/officeDocument/2006/relationships/image" Target="../media/image4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46.png"/><Relationship Id="rId5" Type="http://schemas.openxmlformats.org/officeDocument/2006/relationships/image" Target="../media/image4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47.png"/><Relationship Id="rId5" Type="http://schemas.openxmlformats.org/officeDocument/2006/relationships/image" Target="../media/image4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48.png"/><Relationship Id="rId5" Type="http://schemas.openxmlformats.org/officeDocument/2006/relationships/image" Target="../media/image4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49.png"/><Relationship Id="rId5" Type="http://schemas.openxmlformats.org/officeDocument/2006/relationships/image" Target="../media/image43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50.png"/><Relationship Id="rId5" Type="http://schemas.openxmlformats.org/officeDocument/2006/relationships/image" Target="../media/image43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51.png"/><Relationship Id="rId5" Type="http://schemas.openxmlformats.org/officeDocument/2006/relationships/image" Target="../media/image4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52.png"/><Relationship Id="rId5" Type="http://schemas.openxmlformats.org/officeDocument/2006/relationships/image" Target="../media/image4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53.png"/><Relationship Id="rId5" Type="http://schemas.openxmlformats.org/officeDocument/2006/relationships/image" Target="../media/image4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54.png"/><Relationship Id="rId5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56.png"/><Relationship Id="rId5" Type="http://schemas.openxmlformats.org/officeDocument/2006/relationships/image" Target="../media/image19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57.png"/><Relationship Id="rId5" Type="http://schemas.openxmlformats.org/officeDocument/2006/relationships/image" Target="../media/image1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58.png"/><Relationship Id="rId5" Type="http://schemas.openxmlformats.org/officeDocument/2006/relationships/image" Target="../media/image19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59.png"/><Relationship Id="rId5" Type="http://schemas.openxmlformats.org/officeDocument/2006/relationships/image" Target="../media/image1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60.png"/><Relationship Id="rId5" Type="http://schemas.openxmlformats.org/officeDocument/2006/relationships/image" Target="../media/image1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3" Type="http://schemas.openxmlformats.org/officeDocument/2006/relationships/image" Target="../media/image17.png"/><Relationship Id="rId4" Type="http://schemas.openxmlformats.org/officeDocument/2006/relationships/image" Target="../media/image61.png"/><Relationship Id="rId5" Type="http://schemas.openxmlformats.org/officeDocument/2006/relationships/image" Target="../media/image1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welcome-brown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 sz="2200" b="0"/>
              <a:t>Bienvenido y anuncios</a:t>
            </a:r>
          </a:p>
          <a:p>
            <a:r>
              <a:rPr sz="2200" b="0"/>
              <a:t>Juan 8:1-11</a:t>
            </a:r>
          </a:p>
          <a:p>
            <a:r>
              <a:rPr sz="2200" b="0"/>
              <a:t> </a:t>
            </a:r>
          </a:p>
          <a:p>
            <a:r>
              <a:rPr sz="2200" b="1"/>
              <a:t>Teofanía</a:t>
            </a:r>
          </a:p>
          <a:p>
            <a:r>
              <a:rPr sz="2200" b="1"/>
              <a:t>Go to Dark Gethsemane</a:t>
            </a:r>
          </a:p>
          <a:p>
            <a:r>
              <a:rPr sz="2200" b="0"/>
              <a:t> </a:t>
            </a:r>
          </a:p>
          <a:p>
            <a:r>
              <a:rPr sz="2200" b="0"/>
              <a:t> </a:t>
            </a:r>
          </a:p>
          <a:p>
            <a:r>
              <a:rPr sz="2200" b="1"/>
              <a:t>Solo En Ti</a:t>
            </a:r>
          </a:p>
          <a:p>
            <a:r>
              <a:rPr sz="2200" b="0"/>
              <a:t>Inamovible contra las tentaciones</a:t>
            </a:r>
          </a:p>
          <a:p>
            <a:r>
              <a:rPr sz="2200" b="1"/>
              <a:t>Tal Como Soy</a:t>
            </a:r>
          </a:p>
          <a:p>
            <a:r>
              <a:rPr sz="2200" b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22" sz="quarter"/>
          </p:nvPr>
        </p:nvSpPr>
        <p:spPr>
          <a:xfrm>
            <a:off x="402335" y="690371"/>
            <a:ext cx="111556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February 21, 2021</a:t>
            </a:r>
          </a:p>
          <a:p>
            <a:r>
              <a:t>Sunday • 8:30am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Favor de apagar los celulares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 sz="2200"/>
              <a:t>James Newman</a:t>
            </a:r>
          </a:p>
          <a:p>
            <a:r>
              <a:rPr sz="2200"/>
              <a:t>Blaine Mellor, Jr.</a:t>
            </a:r>
          </a:p>
          <a:p>
            <a:r>
              <a:rPr sz="2200"/>
              <a:t>Stuart Shannon</a:t>
            </a:r>
          </a:p>
          <a:p>
            <a:r>
              <a:rPr sz="2200"/>
              <a:t>Larry Brown</a:t>
            </a:r>
          </a:p>
          <a:p>
            <a:r>
              <a:rPr sz="2200"/>
              <a:t> </a:t>
            </a:r>
          </a:p>
          <a:p>
            <a:r>
              <a:rPr sz="2200"/>
              <a:t>Marty Broadwell</a:t>
            </a:r>
          </a:p>
          <a:p>
            <a:r>
              <a:rPr sz="2200"/>
              <a:t>Marty Broadwell</a:t>
            </a:r>
          </a:p>
          <a:p>
            <a:r>
              <a:rPr sz="2200"/>
              <a:t> </a:t>
            </a:r>
          </a:p>
          <a:p>
            <a:r>
              <a:rPr sz="2200"/>
              <a:t>Bill Sanchez</a:t>
            </a:r>
          </a:p>
          <a:p>
            <a:r>
              <a:rPr sz="2200"/>
              <a:t> </a:t>
            </a:r>
          </a:p>
          <a:p>
            <a:r>
              <a:rPr sz="2200"/>
              <a:t>Maurice Norman</a:t>
            </a:r>
          </a:p>
        </p:txBody>
      </p:sp>
      <p:pic>
        <p:nvPicPr>
          <p:cNvPr id="11" name="Picture 10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odium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3200400" y="2308860"/>
            <a:ext cx="4297680" cy="1097280"/>
          </a:xfrm>
        </p:spPr>
        <p:txBody>
          <a:bodyPr wrap="square">
            <a:noAutofit/>
          </a:bodyPr>
          <a:lstStyle/>
          <a:p>
            <a:r>
              <a:rPr sz="6500" b="0" i="0">
                <a:latin typeface="Alegreya Sans Medium"/>
              </a:rPr>
              <a:t>JUAN 8:1-11</a:t>
            </a:r>
            <a:endParaRPr sz="6500" b="0" i="0">
              <a:latin typeface="Alegreya Sans Medium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225296"/>
            <a:ext cx="4572000" cy="1097280"/>
          </a:xfrm>
        </p:spPr>
        <p:txBody>
          <a:bodyPr wrap="square">
            <a:noAutofit/>
          </a:bodyPr>
          <a:lstStyle/>
          <a:p>
            <a:r>
              <a:rPr sz="7200" b="1" i="0">
                <a:latin typeface="Alegreya Sans ExtraBold"/>
              </a:rPr>
              <a:t>LECTURA</a:t>
            </a:r>
            <a:endParaRPr sz="7200" b="1" i="0">
              <a:latin typeface="Alegreya Sans Extra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520440" y="4009644"/>
            <a:ext cx="3657600" cy="457200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Alegreya Sans Medium"/>
              </a:rPr>
              <a:t>“QUE ESTA CARTA SE LEA A TODOS”</a:t>
            </a:r>
            <a:endParaRPr sz="1800" b="0" i="0">
              <a:latin typeface="Alegreya Sans Medium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977639" y="4320540"/>
            <a:ext cx="2743200" cy="457200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Alegreya Sans Medium"/>
              </a:rPr>
              <a:t>1 TESALONICENSES 5:27</a:t>
            </a:r>
            <a:endParaRPr sz="1800" b="0" i="0">
              <a:latin typeface="Alegreya Sans Medium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731519" y="1033271"/>
            <a:ext cx="78638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 wrap="square">
            <a:noAutofit/>
          </a:bodyPr>
          <a:lstStyle/>
          <a:p>
            <a:r>
              <a:rPr sz="2000" b="0" i="0">
                <a:latin typeface="Avenir Next LT Pro"/>
              </a:rPr>
              <a:t>Blaine Mellor, Jr.</a:t>
            </a:r>
            <a:endParaRPr sz="2000" b="0" i="0">
              <a:latin typeface="Avenir Next LT Pro"/>
            </a:endParaRPr>
          </a:p>
        </p:txBody>
      </p:sp>
      <p:pic>
        <p:nvPicPr>
          <p:cNvPr id="16" name="Picture 15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rayer-wheat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453896"/>
            <a:ext cx="4572000" cy="1645920"/>
          </a:xfrm>
        </p:spPr>
        <p:txBody>
          <a:bodyPr wrap="square">
            <a:noAutofit/>
          </a:bodyPr>
          <a:lstStyle/>
          <a:p>
            <a:r>
              <a:rPr sz="8000" b="1" i="0">
                <a:latin typeface="Alegreya Sans ExtraBold"/>
              </a:rPr>
              <a:t>ORACIÓN</a:t>
            </a:r>
            <a:endParaRPr sz="8000" b="1" i="0">
              <a:latin typeface="Alegreya Sans Extra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566160" y="3040380"/>
            <a:ext cx="3566160" cy="914400"/>
          </a:xfrm>
        </p:spPr>
        <p:txBody>
          <a:bodyPr wrap="square">
            <a:noAutofit/>
          </a:bodyPr>
          <a:lstStyle/>
          <a:p>
            <a:r>
              <a:rPr sz="2600" b="0" i="0">
                <a:latin typeface="Alegreya Sans Medium"/>
              </a:rPr>
              <a:t>“PERSEVERAD EN LA ORACIÓN”</a:t>
            </a:r>
            <a:endParaRPr sz="2600" b="0" i="0">
              <a:latin typeface="Alegreya Sans Medium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291840" y="3863339"/>
            <a:ext cx="4133087" cy="914400"/>
          </a:xfrm>
        </p:spPr>
        <p:txBody>
          <a:bodyPr wrap="square">
            <a:noAutofit/>
          </a:bodyPr>
          <a:lstStyle/>
          <a:p>
            <a:r>
              <a:rPr sz="2400" b="0" i="0">
                <a:latin typeface="Alegreya Sans Medium"/>
              </a:rPr>
              <a:t>COLOSENSES 4:2</a:t>
            </a:r>
            <a:endParaRPr sz="2400" b="0" i="0">
              <a:latin typeface="Alegreya Sans Medium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685799" y="1376172"/>
            <a:ext cx="8321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 wrap="square">
            <a:noAutofit/>
          </a:bodyPr>
          <a:lstStyle/>
          <a:p>
            <a:r>
              <a:rPr sz="2000" b="0" i="0">
                <a:latin typeface="Avenir Next LT Pro"/>
              </a:rPr>
              <a:t>Stuart Shannon</a:t>
            </a:r>
            <a:endParaRPr sz="2000" b="0" i="0">
              <a:latin typeface="Avenir Next LT Pro"/>
            </a:endParaRPr>
          </a:p>
        </p:txBody>
      </p:sp>
      <p:pic>
        <p:nvPicPr>
          <p:cNvPr id="16" name="Picture 15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32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4000" b="1" i="0">
                <a:latin typeface="Alegreya Sans ExtraBold"/>
              </a:rPr>
              <a:t>TEOFANÍA (MÁS ALTO QUE UN SERAFÍN)</a:t>
            </a:r>
            <a:endParaRPr sz="4000" b="1" i="0">
              <a:latin typeface="Alegreya Sans Extra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100" b="0" i="0">
                <a:latin typeface="Alegreya Sans Medium"/>
              </a:rPr>
              <a:t>Teofanía
© 2001 David and Jimona Maravilla
Muscia por: MAZURKA • Frederic Chopin (1829); arr. C. A. Roberts (2001)
Palabras por: C. A. Roberts (2001)</a:t>
            </a:r>
            <a:endParaRPr sz="1100" b="0" i="0">
              <a:latin typeface="Alegreya Sans Medium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877824" y="1719072"/>
            <a:ext cx="64008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pic>
        <p:nvPicPr>
          <p:cNvPr id="13" name="Picture 12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5544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74320" y="425196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0972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3716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THEOPHANY (HIGH ABOVE THE SERAPHIM)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3716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088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3142463" y="114300"/>
            <a:ext cx="5145072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10972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3716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TEOFANÍA (MÁS ALTO QUE UN SERAFÍN)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371600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639543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63954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2721839" y="864108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5544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74320" y="425196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0972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3716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THEOPHANY (HIGH ABOVE THE SERAPHIM)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3716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088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3142463" y="114300"/>
            <a:ext cx="5145072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10972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3716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TEOFANÍA (MÁS ALTO QUE UN SERAFÍN)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371600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639543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63954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2721839" y="864108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5544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74320" y="425196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0972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3716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THEOPHANY (HIGH ABOVE THE SERAPHIM)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3716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088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3142463" y="114300"/>
            <a:ext cx="5145072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10972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3716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TEOFANÍA (MÁS ALTO QUE UN SERAFÍN)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371600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639543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63954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2721839" y="864108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5544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74320" y="425196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0972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3716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THEOPHANY (HIGH ABOVE THE SERAPHIM)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3716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088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3142463" y="114300"/>
            <a:ext cx="5145072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10972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3716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TEOFANÍA (MÁS ALTO QUE UN SERAFÍN)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371600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42" sz="quarter"/>
          </p:nvPr>
        </p:nvSpPr>
        <p:spPr>
          <a:xfrm>
            <a:off x="2639543" y="425196"/>
            <a:ext cx="365760" cy="1243584"/>
          </a:xfrm>
          <a:solidFill>
            <a:srgbClr val="1C81B9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639543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639543" y="1303020"/>
            <a:ext cx="365760" cy="365760"/>
          </a:xfrm>
          <a:solidFill>
            <a:srgbClr val="ED595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2721839" y="864108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5544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74320" y="425196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0972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3716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THEOPHANY (HIGH ABOVE THE SERAPHIM)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3716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088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3142463" y="114300"/>
            <a:ext cx="5145072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10972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3716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TEOFANÍA (MÁS ALTO QUE UN SERAFÍN)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371600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63954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639543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2721839" y="864108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5544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74320" y="425196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0972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3716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THEOPHANY (HIGH ABOVE THE SERAPHIM)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3716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088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3142463" y="114300"/>
            <a:ext cx="5145072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10972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3716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TEOFANÍA (MÁS ALTO QUE UN SERAFÍN)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371600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63954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639543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2721839" y="864108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5544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74320" y="425196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0972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3716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THEOPHANY (HIGH ABOVE THE SERAPHIM)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3716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088-1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3142463" y="114300"/>
            <a:ext cx="5145072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10972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3716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TEOFANÍA (MÁS ALTO QUE UN SERAFÍN)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371600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63954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639543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2721839" y="864108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5544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274320" y="425196"/>
            <a:ext cx="914400" cy="365760"/>
          </a:xfrm>
          <a:noFill/>
        </p:spPr>
        <p:txBody>
          <a:bodyPr/>
          <a:lstStyle/>
          <a:p>
            <a:r>
              <a:t>32</a:t>
            </a:r>
          </a:p>
        </p:txBody>
      </p:sp>
      <p:pic>
        <p:nvPicPr>
          <p:cNvPr id="5" name="Picture Placeholder 4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0972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371600" cy="1164831"/>
          </a:xfrm>
        </p:spPr>
        <p:txBody>
          <a:bodyPr wrap="square">
            <a:noAutofit/>
          </a:bodyPr>
          <a:lstStyle/>
          <a:p>
            <a:r>
              <a:rPr sz="1500" b="1" i="0"/>
              <a:t>THEOPHANY (HIGH ABOVE THE SERAPHIM)</a:t>
            </a:r>
            <a:endParaRPr sz="15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3716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088-1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3142463" y="114300"/>
            <a:ext cx="5145072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10972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3716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TEOFANÍA (MÁS ALTO QUE UN SERAFÍN)</a:t>
            </a:r>
            <a:endParaRPr sz="18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371600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63954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639543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2721839" y="864108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legreya Sans ExtraBold"/>
              </a:rPr>
              <a:t>168</a:t>
            </a:r>
            <a:endParaRPr sz="6000" b="1" i="0">
              <a:latin typeface="Alegreya Sans ExtraBold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4800" b="1" i="0">
                <a:latin typeface="Alegreya Sans ExtraBold"/>
              </a:rPr>
              <a:t>GO TO DARK GETHSEMANE</a:t>
            </a:r>
            <a:endParaRPr sz="4800" b="1" i="0">
              <a:latin typeface="Alegreya Sans Extra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Alegreya Sans Medium"/>
              </a:rPr>
              <a:t>“SINGING...TO THE LORD”
COLOSSIANS 3:16</a:t>
            </a:r>
            <a:endParaRPr sz="1600" b="0" i="0">
              <a:latin typeface="Alegreya Sans Medium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legreya Sans Medium"/>
              </a:rPr>
              <a:t>Words: James Montgomery
Music: Richard Redhead</a:t>
            </a:r>
            <a:endParaRPr sz="1200" b="0" i="0">
              <a:latin typeface="Alegreya Sans Medium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950976" y="206197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pic>
        <p:nvPicPr>
          <p:cNvPr id="13" name="Picture 12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168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GO TO DARK GETHSEMANE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2010 The Paperless Hymnal®</a:t>
            </a:r>
          </a:p>
        </p:txBody>
      </p:sp>
      <p:pic>
        <p:nvPicPr>
          <p:cNvPr id="9" name="Picture Placeholder 8" descr="pftl-168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31520" y="364001"/>
            <a:ext cx="8229600" cy="44383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28600" y="67489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11380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9163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310896" y="1552721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168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GO TO DARK GETHSEMANE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2010 The Paperless Hymnal®</a:t>
            </a:r>
          </a:p>
        </p:txBody>
      </p:sp>
      <p:pic>
        <p:nvPicPr>
          <p:cNvPr id="9" name="Picture Placeholder 8" descr="pftl-168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31520" y="364001"/>
            <a:ext cx="8229600" cy="44383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67489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11380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9163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310896" y="1552721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168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GO TO DARK GETHSEMANE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2010 The Paperless Hymnal®</a:t>
            </a:r>
          </a:p>
        </p:txBody>
      </p:sp>
      <p:pic>
        <p:nvPicPr>
          <p:cNvPr id="9" name="Picture Placeholder 8" descr="pftl-168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31520" y="364001"/>
            <a:ext cx="8229600" cy="44383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67489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11380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9163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310896" y="1552721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168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GO TO DARK GETHSEMANE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2010 The Paperless Hymnal®</a:t>
            </a:r>
          </a:p>
        </p:txBody>
      </p:sp>
      <p:pic>
        <p:nvPicPr>
          <p:cNvPr id="9" name="Picture Placeholder 8" descr="pftl-168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31520" y="364001"/>
            <a:ext cx="8229600" cy="44383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67489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11380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9163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310896" y="1552721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168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GO TO DARK GETHSEMANE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2010 The Paperless Hymnal®</a:t>
            </a:r>
          </a:p>
        </p:txBody>
      </p:sp>
      <p:pic>
        <p:nvPicPr>
          <p:cNvPr id="9" name="Picture Placeholder 8" descr="pftl-168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31520" y="364001"/>
            <a:ext cx="8229600" cy="44383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67489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11380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9163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310896" y="1552721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168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GO TO DARK GETHSEMANE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2010 The Paperless Hymnal®</a:t>
            </a:r>
          </a:p>
        </p:txBody>
      </p:sp>
      <p:pic>
        <p:nvPicPr>
          <p:cNvPr id="9" name="Picture Placeholder 8" descr="pftl-168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31520" y="364001"/>
            <a:ext cx="8229600" cy="44383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3" name="Content Placeholder 12"/>
          <p:cNvSpPr>
            <a:spLocks noGrp="1"/>
          </p:cNvSpPr>
          <p:nvPr>
            <p:ph idx="42" sz="quarter"/>
          </p:nvPr>
        </p:nvSpPr>
        <p:spPr>
          <a:xfrm>
            <a:off x="228600" y="1113809"/>
            <a:ext cx="365760" cy="1243584"/>
          </a:xfrm>
          <a:solidFill>
            <a:srgbClr val="1C81B9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67489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11380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91633"/>
            <a:ext cx="365760" cy="365760"/>
          </a:xfrm>
          <a:solidFill>
            <a:srgbClr val="ED595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310896" y="1552721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168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GO TO DARK GETHSEMANE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2010 The Paperless Hymnal®</a:t>
            </a:r>
          </a:p>
        </p:txBody>
      </p:sp>
      <p:pic>
        <p:nvPicPr>
          <p:cNvPr id="9" name="Picture Placeholder 8" descr="pftl-168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31520" y="364001"/>
            <a:ext cx="8229600" cy="44383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67489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11380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9163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310896" y="1552721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168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GO TO DARK GETHSEMANE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2010 The Paperless Hymnal®</a:t>
            </a:r>
          </a:p>
        </p:txBody>
      </p:sp>
      <p:pic>
        <p:nvPicPr>
          <p:cNvPr id="9" name="Picture Placeholder 8" descr="pftl-168-1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31520" y="364001"/>
            <a:ext cx="8229600" cy="44383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67489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11380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9163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310896" y="1552721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168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GO TO DARK GETHSEMANE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2010 The Paperless Hymnal®</a:t>
            </a:r>
          </a:p>
        </p:txBody>
      </p:sp>
      <p:pic>
        <p:nvPicPr>
          <p:cNvPr id="9" name="Picture Placeholder 8" descr="pftl-168-1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31520" y="364001"/>
            <a:ext cx="8229600" cy="4438356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67489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111380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99163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310896" y="1552721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upper-vial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188720"/>
            <a:ext cx="4572000" cy="1371600"/>
          </a:xfrm>
        </p:spPr>
        <p:txBody>
          <a:bodyPr wrap="square">
            <a:noAutofit/>
          </a:bodyPr>
          <a:lstStyle/>
          <a:p>
            <a:r>
              <a:rPr sz="7200" b="1" i="0">
                <a:latin typeface="Alegreya Sans ExtraBold"/>
              </a:rPr>
              <a:t>CENA DEL</a:t>
            </a:r>
            <a:endParaRPr sz="7200" b="1" i="0">
              <a:latin typeface="Alegreya Sans Extra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355848" y="3589020"/>
            <a:ext cx="3986784" cy="914400"/>
          </a:xfrm>
        </p:spPr>
        <p:txBody>
          <a:bodyPr wrap="square">
            <a:noAutofit/>
          </a:bodyPr>
          <a:lstStyle/>
          <a:p>
            <a:r>
              <a:rPr sz="2400" b="0" i="0">
                <a:latin typeface="Alegreya Sans Medium"/>
              </a:rPr>
              <a:t>“HACED ESTO EN MEMORIA DE MÍ” LUCAS 22:19</a:t>
            </a:r>
            <a:endParaRPr sz="2400" b="0" i="0">
              <a:latin typeface="Alegreya Sans Medium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063240" y="2354580"/>
            <a:ext cx="4572000" cy="2194560"/>
          </a:xfrm>
        </p:spPr>
        <p:txBody>
          <a:bodyPr wrap="square">
            <a:noAutofit/>
          </a:bodyPr>
          <a:lstStyle/>
          <a:p>
            <a:r>
              <a:rPr sz="7200" b="1" i="0">
                <a:latin typeface="Alegreya Sans ExtraBold"/>
              </a:rPr>
              <a:t>SEÑOR</a:t>
            </a:r>
            <a:endParaRPr sz="7200" b="1" i="0">
              <a:latin typeface="Alegreya Sans ExtraBold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91439" y="2404872"/>
            <a:ext cx="142646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 wrap="square">
            <a:noAutofit/>
          </a:bodyPr>
          <a:lstStyle/>
          <a:p>
            <a:r>
              <a:rPr sz="2000" b="0" i="0">
                <a:latin typeface="Avenir Next LT Pro"/>
              </a:rPr>
              <a:t>Marty Broadwell</a:t>
            </a:r>
            <a:endParaRPr sz="2000" b="0" i="0">
              <a:latin typeface="Avenir Next LT Pro"/>
            </a:endParaRPr>
          </a:p>
        </p:txBody>
      </p:sp>
      <p:pic>
        <p:nvPicPr>
          <p:cNvPr id="16" name="Picture 15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</p:spTree>
  </p:cSld>
  <p:clrMapOvr>
    <a:masterClrMapping/>
  </p:clrMapOvr>
  <p:transition spd="med" advTm="5000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upper-vial-zoom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1828800" y="182880"/>
            <a:ext cx="7086600" cy="4800600"/>
          </a:xfrm>
        </p:spPr>
        <p:txBody>
          <a:bodyPr wrap="square">
            <a:noAutofit/>
          </a:bodyPr>
          <a:lstStyle/>
          <a:p>
            <a:pPr>
              <a:lnSpc>
                <a:spcPts val="2500"/>
              </a:lnSpc>
            </a:pPr>
            <a:r>
              <a:rPr sz="2000" b="0">
                <a:solidFill>
                  <a:srgbClr val="FFFFFF"/>
                </a:solidFill>
              </a:rPr>
              <a:t>Porque el amor de Cristo nos constriñe, pensando esto: que si uno murió por todos, luego todos murieron; y por todos murió, para que los que viven, ya no vivan para sí, sino para aquel que murió y resucitó por ellos. De manera que nosotros de aquí en adelante a nadie conocemos según la carne; y aun si a Cristo conocimos según la carne, ya no lo conocemos así. De modo que si alguno está en Cristo, nueva criatura es; las cosas viejas pasaron; he aquí todas son hechas nuevas. </a:t>
            </a:r>
            <a:r>
              <a:rPr sz="2000" b="0">
                <a:solidFill>
                  <a:srgbClr val="FFFFFF"/>
                </a:solidFill>
              </a:rPr>
              <a:t>Y </a:t>
            </a:r>
            <a:r>
              <a:rPr sz="2000" b="0">
                <a:solidFill>
                  <a:srgbClr val="FFFFFF"/>
                </a:solidFill>
              </a:rPr>
              <a:t>todo esto proviene de Dios, quien nos reconcilió consigo mismo por Cristo, y nos dio el ministerio de la reconciliación</a:t>
            </a:r>
            <a:r>
              <a:rPr sz="2000" b="0">
                <a:solidFill>
                  <a:srgbClr val="FFFFFF"/>
                </a:solidFill>
              </a:rPr>
              <a:t>; que </a:t>
            </a:r>
            <a:r>
              <a:rPr sz="2000" b="0">
                <a:solidFill>
                  <a:srgbClr val="FFFFFF"/>
                </a:solidFill>
              </a:rPr>
              <a:t>Dios estaba en Cristo reconciliando consigo al mundo, no tomándoles en cuenta a los hombres sus pecados, y nos encargó a nosotros la palabra de la reconciliación.</a:t>
            </a:r>
            <a:endParaRPr sz="2000" b="0" i="0">
              <a:latin typeface="Alegreya Sans Medium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>
          <a:xfrm>
            <a:off x="6583680" y="5120640"/>
            <a:ext cx="2377440" cy="365760"/>
          </a:xfrm>
        </p:spPr>
        <p:txBody>
          <a:bodyPr wrap="square">
            <a:noAutofit/>
          </a:bodyPr>
          <a:lstStyle/>
          <a:p>
            <a:pPr>
              <a:lnSpc>
                <a:spcPts val="1600"/>
              </a:lnSpc>
            </a:pPr>
            <a:r>
              <a:rPr sz="1600" b="0"/>
              <a:t>2 </a:t>
            </a:r>
            <a:r>
              <a:rPr sz="1600" b="0"/>
              <a:t>Corintios</a:t>
            </a:r>
            <a:r>
              <a:rPr sz="1600" b="0"/>
              <a:t> 5:14-19</a:t>
            </a:r>
            <a:endParaRPr sz="1600" b="0" i="0">
              <a:latin typeface="Alegreya Sans Medium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91439" y="2404872"/>
            <a:ext cx="142646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pic>
        <p:nvPicPr>
          <p:cNvPr id="13" name="Picture 12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giving-map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26664" y="1463040"/>
            <a:ext cx="4754880" cy="1371600"/>
          </a:xfrm>
        </p:spPr>
        <p:txBody>
          <a:bodyPr wrap="square">
            <a:noAutofit/>
          </a:bodyPr>
          <a:lstStyle/>
          <a:p>
            <a:r>
              <a:rPr sz="7600" b="1" i="0">
                <a:latin typeface="Alegreya Sans ExtraBold"/>
              </a:rPr>
              <a:t>OFRENDA</a:t>
            </a:r>
            <a:endParaRPr sz="7600" b="1" i="0">
              <a:latin typeface="Alegreya Sans Extra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227832" y="2743200"/>
            <a:ext cx="4224528" cy="777240"/>
          </a:xfrm>
        </p:spPr>
        <p:txBody>
          <a:bodyPr wrap="square">
            <a:noAutofit/>
          </a:bodyPr>
          <a:lstStyle/>
          <a:p>
            <a:r>
              <a:rPr sz="3600" b="1" i="0">
                <a:latin typeface="Alegreya Sans ExtraBold"/>
              </a:rPr>
              <a:t>PARA LOS SANTOS</a:t>
            </a:r>
            <a:endParaRPr sz="3600" b="1" i="0">
              <a:latin typeface="Alegreya Sans ExtraBold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291840" y="3529584"/>
            <a:ext cx="4133087" cy="914400"/>
          </a:xfrm>
        </p:spPr>
        <p:txBody>
          <a:bodyPr wrap="square">
            <a:noAutofit/>
          </a:bodyPr>
          <a:lstStyle/>
          <a:p>
            <a:r>
              <a:rPr sz="2400" b="0" i="0">
                <a:latin typeface="Alegreya Sans Medium"/>
              </a:rPr>
              <a:t>“PORQUE DIOS AMA AL DADOR ALEGRE” 2 CORINTIOS 9:7</a:t>
            </a:r>
            <a:endParaRPr sz="2400" b="0" i="0">
              <a:latin typeface="Alegreya Sans Medium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667511" y="2747772"/>
            <a:ext cx="850392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 wrap="square">
            <a:noAutofit/>
          </a:bodyPr>
          <a:lstStyle/>
          <a:p>
            <a:r>
              <a:rPr sz="2000" b="0" i="0">
                <a:latin typeface="Avenir Next LT Pro"/>
              </a:rPr>
              <a:t>Marty Broadwell</a:t>
            </a:r>
            <a:endParaRPr sz="2000" b="0" i="0">
              <a:latin typeface="Avenir Next LT Pro"/>
            </a:endParaRPr>
          </a:p>
        </p:txBody>
      </p:sp>
      <p:pic>
        <p:nvPicPr>
          <p:cNvPr id="16" name="Picture 15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</p:spTree>
  </p:cSld>
  <p:clrMapOvr>
    <a:masterClrMapping/>
  </p:clrMapOvr>
  <p:transition spd="med" advTm="5000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giving-map-zoom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1828800" y="182880"/>
            <a:ext cx="7086600" cy="4800600"/>
          </a:xfrm>
        </p:spPr>
        <p:txBody>
          <a:bodyPr wrap="square">
            <a:noAutofit/>
          </a:bodyPr>
          <a:lstStyle/>
          <a:p>
            <a:pPr>
              <a:lnSpc>
                <a:spcPts val="4500"/>
              </a:lnSpc>
            </a:pPr>
            <a:r>
              <a:rPr sz="4000" b="0">
                <a:solidFill>
                  <a:srgbClr val="FFFFFF"/>
                </a:solidFill>
              </a:rPr>
              <a:t>“</a:t>
            </a:r>
            <a:r>
              <a:rPr sz="4000" b="0">
                <a:solidFill>
                  <a:srgbClr val="FFFFFF"/>
                </a:solidFill>
              </a:rPr>
              <a:t>Doy</a:t>
            </a:r>
            <a:r>
              <a:rPr sz="4000" b="0">
                <a:solidFill>
                  <a:srgbClr val="FFFFFF"/>
                </a:solidFill>
              </a:rPr>
              <a:t> gracias a mi Dios </a:t>
            </a:r>
            <a:r>
              <a:rPr sz="4000" b="0">
                <a:solidFill>
                  <a:srgbClr val="FFFFFF"/>
                </a:solidFill>
              </a:rPr>
              <a:t>siempre</a:t>
            </a:r>
            <a:r>
              <a:rPr sz="4000" b="0">
                <a:solidFill>
                  <a:srgbClr val="FFFFFF"/>
                </a:solidFill>
              </a:rPr>
              <a:t> que me </a:t>
            </a:r>
            <a:r>
              <a:rPr sz="4000" b="0">
                <a:solidFill>
                  <a:srgbClr val="FFFFFF"/>
                </a:solidFill>
              </a:rPr>
              <a:t>acuerdo</a:t>
            </a:r>
            <a:r>
              <a:rPr sz="4000" b="0">
                <a:solidFill>
                  <a:srgbClr val="FFFFFF"/>
                </a:solidFill>
              </a:rPr>
              <a:t> de </a:t>
            </a:r>
            <a:r>
              <a:rPr sz="4000" b="0">
                <a:solidFill>
                  <a:srgbClr val="FFFFFF"/>
                </a:solidFill>
              </a:rPr>
              <a:t>vosotros</a:t>
            </a:r>
            <a:r>
              <a:rPr sz="4000" b="0">
                <a:solidFill>
                  <a:srgbClr val="FFFFFF"/>
                </a:solidFill>
              </a:rPr>
              <a:t>, </a:t>
            </a:r>
            <a:r>
              <a:rPr sz="4000" b="0">
                <a:solidFill>
                  <a:srgbClr val="FFFFFF"/>
                </a:solidFill>
              </a:rPr>
              <a:t>siempre</a:t>
            </a:r>
            <a:r>
              <a:rPr sz="4000" b="0">
                <a:solidFill>
                  <a:srgbClr val="FFFFFF"/>
                </a:solidFill>
              </a:rPr>
              <a:t> </a:t>
            </a:r>
            <a:r>
              <a:rPr sz="4000" b="0">
                <a:solidFill>
                  <a:srgbClr val="FFFFFF"/>
                </a:solidFill>
              </a:rPr>
              <a:t>en</a:t>
            </a:r>
            <a:r>
              <a:rPr sz="4000" b="0">
                <a:solidFill>
                  <a:srgbClr val="FFFFFF"/>
                </a:solidFill>
              </a:rPr>
              <a:t> </a:t>
            </a:r>
            <a:r>
              <a:rPr sz="4000" b="0">
                <a:solidFill>
                  <a:srgbClr val="FFFFFF"/>
                </a:solidFill>
              </a:rPr>
              <a:t>todas</a:t>
            </a:r>
            <a:r>
              <a:rPr sz="4000" b="0">
                <a:solidFill>
                  <a:srgbClr val="FFFFFF"/>
                </a:solidFill>
              </a:rPr>
              <a:t> mis </a:t>
            </a:r>
            <a:r>
              <a:rPr sz="4000" b="0">
                <a:solidFill>
                  <a:srgbClr val="FFFFFF"/>
                </a:solidFill>
              </a:rPr>
              <a:t>oraciones</a:t>
            </a:r>
            <a:r>
              <a:rPr sz="4000" b="0">
                <a:solidFill>
                  <a:srgbClr val="FFFFFF"/>
                </a:solidFill>
              </a:rPr>
              <a:t> </a:t>
            </a:r>
            <a:r>
              <a:rPr sz="4000" b="0">
                <a:solidFill>
                  <a:srgbClr val="FFFFFF"/>
                </a:solidFill>
              </a:rPr>
              <a:t>rogando</a:t>
            </a:r>
            <a:r>
              <a:rPr sz="4000" b="0">
                <a:solidFill>
                  <a:srgbClr val="FFFFFF"/>
                </a:solidFill>
              </a:rPr>
              <a:t> con </a:t>
            </a:r>
            <a:r>
              <a:rPr sz="4000" b="0">
                <a:solidFill>
                  <a:srgbClr val="FFFFFF"/>
                </a:solidFill>
              </a:rPr>
              <a:t>gozo</a:t>
            </a:r>
            <a:r>
              <a:rPr sz="4000" b="0">
                <a:solidFill>
                  <a:srgbClr val="FFFFFF"/>
                </a:solidFill>
              </a:rPr>
              <a:t> por </a:t>
            </a:r>
            <a:r>
              <a:rPr sz="4000" b="0">
                <a:solidFill>
                  <a:srgbClr val="FFFFFF"/>
                </a:solidFill>
              </a:rPr>
              <a:t>todos</a:t>
            </a:r>
            <a:r>
              <a:rPr sz="4000" b="0">
                <a:solidFill>
                  <a:srgbClr val="FFFFFF"/>
                </a:solidFill>
              </a:rPr>
              <a:t> </a:t>
            </a:r>
            <a:r>
              <a:rPr sz="4000" b="0">
                <a:solidFill>
                  <a:srgbClr val="FFFFFF"/>
                </a:solidFill>
              </a:rPr>
              <a:t>vosotros</a:t>
            </a:r>
            <a:r>
              <a:rPr sz="4000" b="0">
                <a:solidFill>
                  <a:srgbClr val="FFFFFF"/>
                </a:solidFill>
              </a:rPr>
              <a:t>, por </a:t>
            </a:r>
            <a:r>
              <a:rPr sz="4000" b="0">
                <a:solidFill>
                  <a:srgbClr val="FFFFFF"/>
                </a:solidFill>
              </a:rPr>
              <a:t>vuestra</a:t>
            </a:r>
            <a:r>
              <a:rPr sz="4000" b="0">
                <a:solidFill>
                  <a:srgbClr val="FFFFFF"/>
                </a:solidFill>
              </a:rPr>
              <a:t> </a:t>
            </a:r>
            <a:r>
              <a:rPr sz="4000" b="0">
                <a:solidFill>
                  <a:srgbClr val="FFFFFF"/>
                </a:solidFill>
              </a:rPr>
              <a:t>comunión</a:t>
            </a:r>
            <a:r>
              <a:rPr sz="4000" b="0">
                <a:solidFill>
                  <a:srgbClr val="FFFFFF"/>
                </a:solidFill>
              </a:rPr>
              <a:t> </a:t>
            </a:r>
            <a:r>
              <a:rPr sz="4000" b="0">
                <a:solidFill>
                  <a:srgbClr val="FFFFFF"/>
                </a:solidFill>
              </a:rPr>
              <a:t>en</a:t>
            </a:r>
            <a:r>
              <a:rPr sz="4000" b="0">
                <a:solidFill>
                  <a:srgbClr val="FFFFFF"/>
                </a:solidFill>
              </a:rPr>
              <a:t> el </a:t>
            </a:r>
            <a:r>
              <a:rPr sz="4000" b="0">
                <a:solidFill>
                  <a:srgbClr val="FFFFFF"/>
                </a:solidFill>
              </a:rPr>
              <a:t>evangelio</a:t>
            </a:r>
            <a:r>
              <a:rPr sz="4000" b="0">
                <a:solidFill>
                  <a:srgbClr val="FFFFFF"/>
                </a:solidFill>
              </a:rPr>
              <a:t>, </a:t>
            </a:r>
            <a:r>
              <a:rPr sz="4000" b="0">
                <a:solidFill>
                  <a:srgbClr val="FFFFFF"/>
                </a:solidFill>
              </a:rPr>
              <a:t>desde</a:t>
            </a:r>
            <a:r>
              <a:rPr sz="4000" b="0">
                <a:solidFill>
                  <a:srgbClr val="FFFFFF"/>
                </a:solidFill>
              </a:rPr>
              <a:t> el primer </a:t>
            </a:r>
            <a:r>
              <a:rPr sz="4000" b="0">
                <a:solidFill>
                  <a:srgbClr val="FFFFFF"/>
                </a:solidFill>
              </a:rPr>
              <a:t>día</a:t>
            </a:r>
            <a:r>
              <a:rPr sz="4000" b="0">
                <a:solidFill>
                  <a:srgbClr val="FFFFFF"/>
                </a:solidFill>
              </a:rPr>
              <a:t> hasta </a:t>
            </a:r>
            <a:r>
              <a:rPr sz="4000" b="0">
                <a:solidFill>
                  <a:srgbClr val="FFFFFF"/>
                </a:solidFill>
              </a:rPr>
              <a:t>ahora</a:t>
            </a:r>
            <a:r>
              <a:rPr sz="4000" b="0">
                <a:solidFill>
                  <a:srgbClr val="FFFFFF"/>
                </a:solidFill>
              </a:rPr>
              <a:t>.”</a:t>
            </a:r>
            <a:endParaRPr sz="4000" b="0" i="0">
              <a:latin typeface="Alegreya Sans Medium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>
          <a:xfrm>
            <a:off x="6583680" y="5120640"/>
            <a:ext cx="2377440" cy="365760"/>
          </a:xfrm>
        </p:spPr>
        <p:txBody>
          <a:bodyPr wrap="square">
            <a:noAutofit/>
          </a:bodyPr>
          <a:lstStyle/>
          <a:p>
            <a:pPr>
              <a:lnSpc>
                <a:spcPts val="1600"/>
              </a:lnSpc>
            </a:pPr>
            <a:r>
              <a:rPr sz="1600" b="0"/>
              <a:t>Filipenses</a:t>
            </a:r>
            <a:r>
              <a:rPr sz="1600" b="0"/>
              <a:t> 1:3-5</a:t>
            </a:r>
            <a:endParaRPr sz="1600" b="0" i="0">
              <a:latin typeface="Alegreya Sans Medium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667511" y="2747772"/>
            <a:ext cx="850392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pic>
        <p:nvPicPr>
          <p:cNvPr id="13" name="Picture 12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380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5600" b="1" i="0">
                <a:latin typeface="Alegreya Sans ExtraBold"/>
              </a:rPr>
              <a:t>TAL COMO SOY</a:t>
            </a:r>
            <a:endParaRPr sz="5600" b="1" i="0">
              <a:latin typeface="Alegreya Sans Extra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300" b="0" i="0">
                <a:latin typeface="Alegreya Sans Medium"/>
              </a:rPr>
              <a:t>Palabras por: Charlotte Elliott / Musica por: William Bradbury</a:t>
            </a:r>
            <a:endParaRPr sz="1300" b="0" i="0">
              <a:latin typeface="Alegreya Sans Medium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950976" y="377647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3" sz="quarter"/>
          </p:nvPr>
        </p:nvSpPr>
        <p:spPr>
          <a:xfrm>
            <a:off x="6766560" y="228600"/>
            <a:ext cx="2743200" cy="402336"/>
          </a:xfrm>
        </p:spPr>
        <p:txBody>
          <a:bodyPr wrap="square">
            <a:noAutofit/>
          </a:bodyPr>
          <a:lstStyle/>
          <a:p>
            <a:pPr algn="l"/>
            <a:r>
              <a:rPr sz="1800" b="0" i="0">
                <a:latin typeface="Alegreya Sans Medium"/>
              </a:rPr>
              <a:t>HIMNO DE INVITACIÓN</a:t>
            </a:r>
            <a:endParaRPr sz="1800" b="0" i="0">
              <a:latin typeface="Alegreya Sans Medium"/>
            </a:endParaRPr>
          </a:p>
        </p:txBody>
      </p:sp>
      <p:pic>
        <p:nvPicPr>
          <p:cNvPr id="14" name="Picture 13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16052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8" name="Oval 17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6172200" y="3406140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519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5600" b="1" i="0">
                <a:latin typeface="Alegreya Sans ExtraBold"/>
              </a:rPr>
              <a:t>SOLO EN TI</a:t>
            </a:r>
            <a:endParaRPr sz="5600" b="1" i="0">
              <a:latin typeface="Alegreya Sans Extra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300" b="0" i="0">
                <a:latin typeface="Alegreya Sans Medium"/>
              </a:rPr>
              <a:t>Palabras: T. O. Chisholm
Musica: Charles H. Gabriel</a:t>
            </a:r>
            <a:endParaRPr sz="1300" b="0" i="0">
              <a:latin typeface="Alegreya Sans Medium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950976" y="309067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pic>
        <p:nvPicPr>
          <p:cNvPr id="13" name="Picture 12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519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ONLY IN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SOLO EN TI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Josue Ramirez</a:t>
            </a:r>
          </a:p>
        </p:txBody>
      </p:sp>
      <p:pic>
        <p:nvPicPr>
          <p:cNvPr id="9" name="Picture Placeholder 8" descr="pftl-519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1109675" y="114300"/>
            <a:ext cx="747328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60675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675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0675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689051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519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ONLY IN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SOLO EN TI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Josue Ramirez</a:t>
            </a:r>
          </a:p>
        </p:txBody>
      </p:sp>
      <p:pic>
        <p:nvPicPr>
          <p:cNvPr id="9" name="Picture Placeholder 8" descr="pftl-519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1109675" y="114300"/>
            <a:ext cx="747328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675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675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0675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689051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519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ONLY IN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SOLO EN TI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Josue Ramirez</a:t>
            </a:r>
          </a:p>
        </p:txBody>
      </p:sp>
      <p:pic>
        <p:nvPicPr>
          <p:cNvPr id="9" name="Picture Placeholder 8" descr="pftl-519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1109675" y="114300"/>
            <a:ext cx="747328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675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675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0675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689051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519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ONLY IN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SOLO EN TI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Josue Ramirez</a:t>
            </a:r>
          </a:p>
        </p:txBody>
      </p:sp>
      <p:pic>
        <p:nvPicPr>
          <p:cNvPr id="9" name="Picture Placeholder 8" descr="pftl-519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1109675" y="114300"/>
            <a:ext cx="747328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6755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675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0675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689051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519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ONLY IN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SOLO EN TI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Josue Ramirez</a:t>
            </a:r>
          </a:p>
        </p:txBody>
      </p:sp>
      <p:pic>
        <p:nvPicPr>
          <p:cNvPr id="9" name="Picture Placeholder 8" descr="pftl-519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1109675" y="114300"/>
            <a:ext cx="747328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675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675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0675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689051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519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ONLY IN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SOLO EN TI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Josue Ramirez</a:t>
            </a:r>
          </a:p>
        </p:txBody>
      </p:sp>
      <p:pic>
        <p:nvPicPr>
          <p:cNvPr id="9" name="Picture Placeholder 8" descr="pftl-519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1109675" y="114300"/>
            <a:ext cx="747328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675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675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0675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689051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519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ONLY IN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SOLO EN TI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Josue Ramirez</a:t>
            </a:r>
          </a:p>
        </p:txBody>
      </p:sp>
      <p:pic>
        <p:nvPicPr>
          <p:cNvPr id="9" name="Picture Placeholder 8" descr="pftl-519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1109675" y="114300"/>
            <a:ext cx="747328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675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675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06755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689051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519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ONLY IN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SOLO EN TI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Josue Ramirez</a:t>
            </a:r>
          </a:p>
        </p:txBody>
      </p:sp>
      <p:pic>
        <p:nvPicPr>
          <p:cNvPr id="9" name="Picture Placeholder 8" descr="pftl-519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1109675" y="114300"/>
            <a:ext cx="747328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3" name="Content Placeholder 12"/>
          <p:cNvSpPr>
            <a:spLocks noGrp="1"/>
          </p:cNvSpPr>
          <p:nvPr>
            <p:ph idx="42" sz="quarter"/>
          </p:nvPr>
        </p:nvSpPr>
        <p:spPr>
          <a:xfrm>
            <a:off x="606755" y="864108"/>
            <a:ext cx="365760" cy="1243584"/>
          </a:xfrm>
          <a:solidFill>
            <a:srgbClr val="1C81B9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675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6755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06755" y="1741932"/>
            <a:ext cx="365760" cy="365760"/>
          </a:xfrm>
          <a:solidFill>
            <a:srgbClr val="ED595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689051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519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ONLY IN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SOLO EN TI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Josue Ramirez</a:t>
            </a:r>
          </a:p>
        </p:txBody>
      </p:sp>
      <p:pic>
        <p:nvPicPr>
          <p:cNvPr id="9" name="Picture Placeholder 8" descr="pftl-519-1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1109675" y="114300"/>
            <a:ext cx="747328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675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675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06755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689051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519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ONLY IN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SOLO EN TI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Josue Ramirez</a:t>
            </a:r>
          </a:p>
        </p:txBody>
      </p:sp>
      <p:pic>
        <p:nvPicPr>
          <p:cNvPr id="9" name="Picture Placeholder 8" descr="pftl-519-1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1109675" y="114300"/>
            <a:ext cx="747328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675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675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06755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689051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519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ONLY IN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SOLO EN TI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Josue Ramirez</a:t>
            </a:r>
          </a:p>
        </p:txBody>
      </p:sp>
      <p:pic>
        <p:nvPicPr>
          <p:cNvPr id="9" name="Picture Placeholder 8" descr="pftl-519-1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1109675" y="114300"/>
            <a:ext cx="747328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675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675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06755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689051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s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519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ONLY IN THEE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SOLO EN TI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Josue Ramirez</a:t>
            </a:r>
          </a:p>
        </p:txBody>
      </p:sp>
      <p:pic>
        <p:nvPicPr>
          <p:cNvPr id="9" name="Picture Placeholder 8" descr="pftl-519-1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4" b="14"/>
          <a:stretch>
            <a:fillRect/>
          </a:stretch>
        </p:blipFill>
        <p:spPr>
          <a:xfrm>
            <a:off x="1109675" y="114300"/>
            <a:ext cx="747328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606755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606755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606755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689051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ermon-notes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453896"/>
            <a:ext cx="4572000" cy="1645920"/>
          </a:xfrm>
        </p:spPr>
        <p:txBody>
          <a:bodyPr wrap="square">
            <a:noAutofit/>
          </a:bodyPr>
          <a:lstStyle/>
          <a:p>
            <a:r>
              <a:rPr sz="8000" b="1" i="0">
                <a:latin typeface="Alegreya Sans ExtraBold"/>
              </a:rPr>
              <a:t>SERMÓN</a:t>
            </a:r>
            <a:endParaRPr sz="8000" b="1" i="0">
              <a:latin typeface="Alegreya Sans Extra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172968" y="3008376"/>
            <a:ext cx="4370832" cy="914400"/>
          </a:xfrm>
        </p:spPr>
        <p:txBody>
          <a:bodyPr wrap="square">
            <a:noAutofit/>
          </a:bodyPr>
          <a:lstStyle/>
          <a:p>
            <a:r>
              <a:rPr sz="2600" b="0" i="0">
                <a:latin typeface="Alegreya Sans Medium"/>
              </a:rPr>
              <a:t>“NOS MANDÓ QUE PREDICÁSEMOS AL PUEBLO”</a:t>
            </a:r>
            <a:endParaRPr sz="2600" b="0" i="0">
              <a:latin typeface="Alegreya Sans Medium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291840" y="3840480"/>
            <a:ext cx="4133087" cy="914400"/>
          </a:xfrm>
        </p:spPr>
        <p:txBody>
          <a:bodyPr wrap="square">
            <a:noAutofit/>
          </a:bodyPr>
          <a:lstStyle/>
          <a:p>
            <a:r>
              <a:rPr sz="2400" b="0" i="0">
                <a:latin typeface="Alegreya Sans Medium"/>
              </a:rPr>
              <a:t>HECHOS 10:42</a:t>
            </a:r>
            <a:endParaRPr sz="2400" b="0" i="0">
              <a:latin typeface="Alegreya Sans Medium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685799" y="3433572"/>
            <a:ext cx="8321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 wrap="square">
            <a:noAutofit/>
          </a:bodyPr>
          <a:lstStyle/>
          <a:p>
            <a:r>
              <a:rPr sz="2000" b="0" i="0">
                <a:latin typeface="Avenir Next LT Pro"/>
              </a:rPr>
              <a:t>Bill Sanchez</a:t>
            </a:r>
            <a:endParaRPr sz="2000" b="0" i="0">
              <a:latin typeface="Avenir Next LT Pro"/>
            </a:endParaRPr>
          </a:p>
        </p:txBody>
      </p:sp>
      <p:pic>
        <p:nvPicPr>
          <p:cNvPr id="16" name="Picture 15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</p:spTree>
  </p:cSld>
  <p:clrMapOvr>
    <a:masterClrMapping/>
  </p:clrMapOvr>
  <p:transition spd="med" advTm="5000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TAL COMO SOY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H. W. Cragin</a:t>
            </a:r>
          </a:p>
        </p:txBody>
      </p:sp>
      <p:pic>
        <p:nvPicPr>
          <p:cNvPr id="9" name="Picture Placeholder 8" descr="pftl-380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1229410" y="114300"/>
            <a:ext cx="723381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72649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7264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7264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808786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TAL COMO SOY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H. W. Cragin</a:t>
            </a:r>
          </a:p>
        </p:txBody>
      </p:sp>
      <p:pic>
        <p:nvPicPr>
          <p:cNvPr id="9" name="Picture Placeholder 8" descr="pftl-380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1229410" y="114300"/>
            <a:ext cx="723381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726490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7264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7264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808786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TAL COMO SOY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H. W. Cragin</a:t>
            </a:r>
          </a:p>
        </p:txBody>
      </p:sp>
      <p:pic>
        <p:nvPicPr>
          <p:cNvPr id="9" name="Picture Placeholder 8" descr="pftl-380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1229410" y="114300"/>
            <a:ext cx="723381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7264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72649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726490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808786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TAL COMO SOY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H. W. Cragin</a:t>
            </a:r>
          </a:p>
        </p:txBody>
      </p:sp>
      <p:pic>
        <p:nvPicPr>
          <p:cNvPr id="9" name="Picture Placeholder 8" descr="pftl-380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1229410" y="114300"/>
            <a:ext cx="723381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3" name="Content Placeholder 12"/>
          <p:cNvSpPr>
            <a:spLocks noGrp="1"/>
          </p:cNvSpPr>
          <p:nvPr>
            <p:ph idx="42" sz="quarter"/>
          </p:nvPr>
        </p:nvSpPr>
        <p:spPr>
          <a:xfrm>
            <a:off x="726490" y="864108"/>
            <a:ext cx="365760" cy="1243584"/>
          </a:xfrm>
          <a:solidFill>
            <a:srgbClr val="1C81B9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7264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726490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726490" y="1741932"/>
            <a:ext cx="365760" cy="365760"/>
          </a:xfrm>
          <a:solidFill>
            <a:srgbClr val="ED595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808786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TAL COMO SOY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H. W. Cragin</a:t>
            </a:r>
          </a:p>
        </p:txBody>
      </p:sp>
      <p:pic>
        <p:nvPicPr>
          <p:cNvPr id="9" name="Picture Placeholder 8" descr="pftl-380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1229410" y="114300"/>
            <a:ext cx="723381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7264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7264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726490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808786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380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JUST AS I AM • </a:t>
            </a:r>
            <a:r>
              <a:rPr sz="1800" b="1">
                <a:solidFill>
                  <a:srgbClr val="FFFFFF"/>
                </a:solidFill>
                <a:latin typeface="Alegreya Sans ExtraBold"/>
              </a:rPr>
              <a:t>TAL COMO SOY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 • </a:t>
            </a:r>
            <a:r>
              <a:rPr sz="900" b="0">
                <a:solidFill>
                  <a:srgbClr val="FFFFFF"/>
                </a:solidFill>
                <a:latin typeface="Alegreya Sans Medium"/>
              </a:rPr>
              <a:t>Traducción H. W. Cragin</a:t>
            </a:r>
          </a:p>
        </p:txBody>
      </p:sp>
      <p:pic>
        <p:nvPicPr>
          <p:cNvPr id="9" name="Picture Placeholder 8" descr="pftl-380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4" b="4"/>
          <a:stretch>
            <a:fillRect/>
          </a:stretch>
        </p:blipFill>
        <p:spPr>
          <a:xfrm>
            <a:off x="1229410" y="114300"/>
            <a:ext cx="7233818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726490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726490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726490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5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38" sz="quarter"/>
          </p:nvPr>
        </p:nvSpPr>
        <p:spPr>
          <a:xfrm>
            <a:off x="808786" y="1303020"/>
            <a:ext cx="201168" cy="365760"/>
          </a:xfrm>
          <a:solidFill>
            <a:srgbClr val="FFFFFF"/>
          </a:solidFill>
          <a:ln>
            <a:noFill/>
          </a:ln>
        </p:spPr>
        <p:txBody>
          <a:bodyPr/>
          <a:lstStyle/>
          <a:p>
            <a:r>
              <a:t>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mountain-ocean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453896"/>
            <a:ext cx="4572000" cy="1645920"/>
          </a:xfrm>
        </p:spPr>
        <p:txBody>
          <a:bodyPr wrap="square">
            <a:noAutofit/>
          </a:bodyPr>
          <a:lstStyle/>
          <a:p>
            <a:r>
              <a:rPr sz="8000" b="1" i="0">
                <a:latin typeface="Alegreya Sans ExtraBold"/>
              </a:rPr>
              <a:t>ORACIÓN</a:t>
            </a:r>
            <a:endParaRPr sz="8000" b="1" i="0">
              <a:latin typeface="Alegreya Sans ExtraBold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566160" y="3040380"/>
            <a:ext cx="3566160" cy="914400"/>
          </a:xfrm>
        </p:spPr>
        <p:txBody>
          <a:bodyPr wrap="square">
            <a:noAutofit/>
          </a:bodyPr>
          <a:lstStyle/>
          <a:p>
            <a:r>
              <a:rPr sz="2600" b="0" i="0">
                <a:latin typeface="Alegreya Sans Medium"/>
              </a:rPr>
              <a:t>“PERSEVERAD EN LA ORACIÓN”</a:t>
            </a:r>
            <a:endParaRPr sz="2600" b="0" i="0">
              <a:latin typeface="Alegreya Sans Medium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291840" y="3863339"/>
            <a:ext cx="4133087" cy="914400"/>
          </a:xfrm>
        </p:spPr>
        <p:txBody>
          <a:bodyPr wrap="square">
            <a:noAutofit/>
          </a:bodyPr>
          <a:lstStyle/>
          <a:p>
            <a:r>
              <a:rPr sz="2400" b="0" i="0">
                <a:latin typeface="Alegreya Sans Medium"/>
              </a:rPr>
              <a:t>COLOSENSES 4:2</a:t>
            </a:r>
            <a:endParaRPr sz="2400" b="0" i="0">
              <a:latin typeface="Alegreya Sans Medium"/>
            </a:endParaRPr>
          </a:p>
        </p:txBody>
      </p:sp>
      <p:pic>
        <p:nvPicPr>
          <p:cNvPr id="10" name="Picture Placeholder 9" descr="eh20-esp-600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331" b="331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Content Placeholder 10"/>
          <p:cNvSpPr>
            <a:spLocks noGrp="1"/>
          </p:cNvSpPr>
          <p:nvPr>
            <p:ph idx="22" sz="quarter"/>
          </p:nvPr>
        </p:nvSpPr>
        <p:spPr>
          <a:xfrm>
            <a:off x="685799" y="4119372"/>
            <a:ext cx="8321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519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380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 wrap="square">
            <a:noAutofit/>
          </a:bodyPr>
          <a:lstStyle/>
          <a:p>
            <a:r>
              <a:rPr sz="2000" b="0" i="0">
                <a:latin typeface="Avenir Next LT Pro"/>
              </a:rPr>
              <a:t>Maurice Norman</a:t>
            </a:r>
            <a:endParaRPr sz="2000" b="0" i="0">
              <a:latin typeface="Avenir Next LT Pro"/>
            </a:endParaRPr>
          </a:p>
        </p:txBody>
      </p:sp>
      <p:pic>
        <p:nvPicPr>
          <p:cNvPr id="16" name="Picture 15" descr="shs-xcircle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1675637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162444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617</cp:revision>
  <dcterms:created xsi:type="dcterms:W3CDTF">2019-05-01T02:25:12Z</dcterms:created>
  <dcterms:modified xsi:type="dcterms:W3CDTF">2021-04-10T19:55:53Z</dcterms:modified>
</cp:coreProperties>
</file>