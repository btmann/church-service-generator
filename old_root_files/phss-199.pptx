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199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>
                <a:latin typeface="Avenir Next LT Pro"/>
              </a:rPr>
              <a:t>JESUS, NAME ABOVE ALL NAMES</a:t>
            </a:r>
            <a:endParaRPr sz="39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800" b="0" i="0">
                <a:latin typeface="Avenir Next LT Pro"/>
              </a:rPr>
              <a:t>© 1974, 1978 Scripture in Song (admin. by Maranatha! Music/Brentwood-Benson Music Publishing, Inc.)
Tune: HEARN • Naida Hearn (1974); Naida Hearn (1978); arr. Stevens and Shepard's Hymns for Worship (1987)
Hymn: Naida Hearn (1974); optional st. 2 Dane K. Shepard (1987)</a:t>
            </a:r>
            <a:endParaRPr sz="8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199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200" b="1" i="0">
                <a:latin typeface="Alegreya Sans ExtraBold"/>
              </a:rPr>
              <a:t>JESÚS, NOMBRE SUBLIME</a:t>
            </a:r>
            <a:endParaRPr sz="42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800" b="0" i="0">
                <a:latin typeface="Alegreya Sans Medium"/>
              </a:rPr>
              <a:t>© 1974, 1978 Scripture in Song (admin. by Maranatha! Music/Brentwood-Benson Music Publishing, Inc.)
Música: HEARN • Naida Hearn (1974); Naida Hearn (1978); arr. Stevens and Shepard's Hymns for Worship (1987)
Palabras: Naida Hearn (1974); optional st. 2 Dane K. Shepard (1987)</a:t>
            </a:r>
            <a:endParaRPr sz="8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Oval 21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540164"/>
            <a:ext cx="914400" cy="365760"/>
          </a:xfrm>
          <a:noFill/>
        </p:spPr>
        <p:txBody>
          <a:bodyPr/>
          <a:lstStyle/>
          <a:p>
            <a:r>
              <a:t>199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5401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97364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JESUS, NAME ABOVE ALL NAMES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99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229268"/>
            <a:ext cx="6858000" cy="5256462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53635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JESÚS, NOMBRE SUBLIME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5401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790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540164"/>
            <a:ext cx="914400" cy="365760"/>
          </a:xfrm>
          <a:noFill/>
        </p:spPr>
        <p:txBody>
          <a:bodyPr/>
          <a:lstStyle/>
          <a:p>
            <a:r>
              <a:t>199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5401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97364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JESUS, NAME ABOVE ALL NAMES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99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229268"/>
            <a:ext cx="6858000" cy="5256462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53635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JESÚS, NOMBRE SUBLIME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5401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790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540164"/>
            <a:ext cx="914400" cy="365760"/>
          </a:xfrm>
          <a:noFill/>
        </p:spPr>
        <p:txBody>
          <a:bodyPr/>
          <a:lstStyle/>
          <a:p>
            <a:r>
              <a:t>199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5401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97364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JESUS, NAME ABOVE ALL NAMES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99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229268"/>
            <a:ext cx="6858000" cy="5256462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53635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JESÚS, NOMBRE SUBLIME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5401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7907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540164"/>
            <a:ext cx="914400" cy="365760"/>
          </a:xfrm>
          <a:noFill/>
        </p:spPr>
        <p:txBody>
          <a:bodyPr/>
          <a:lstStyle/>
          <a:p>
            <a:r>
              <a:t>199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5401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97364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JESUS, NAME ABOVE ALL NAMES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99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229268"/>
            <a:ext cx="6858000" cy="5256462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53635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JESÚS, NOMBRE SUBLIME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5401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7907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