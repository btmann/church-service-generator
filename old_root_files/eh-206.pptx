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206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800" b="1" i="0">
                <a:latin typeface="Avenir Next LT Pro"/>
              </a:rPr>
              <a:t>BEAUTIFUL LAMB</a:t>
            </a:r>
            <a:endParaRPr sz="48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Gary Miller
© 1996 by Anthony K. Music/ASCAP. All rights reserved. Used by permission.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62647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BEAUTIFUL LAMB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6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1129391" y="114300"/>
            <a:ext cx="743385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2647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2647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2647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