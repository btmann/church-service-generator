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  <p:sldMasterId id="2147483724" r:id="rId9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9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2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29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3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61559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2349668"/>
            <a:ext cx="4371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10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Invitation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Invitación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90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Masters/_rels/slideMaster5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1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5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F32A12B-6997-460A-9928-356E2E8A5C6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8986D65B-3AA0-423F-BADA-EE7A1C1AE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392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100" b="0" i="0">
                <a:latin typeface="Century Gothic"/>
              </a:rPr>
              <a:t>Let the Beauty of Jesus Be Seen</a:t>
            </a:r>
            <a:endParaRPr sz="41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vs. 1: Albert W. T. Orsborn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Tom M. Jones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033271" y="4410806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178574" y="4874181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632987" y="4868006"/>
            <a:ext cx="365760" cy="365760"/>
          </a:xfrm>
        </p:spPr>
        <p:txBody>
          <a:bodyPr/>
          <a:lstStyle/>
          <a:p>
            <a:r>
              <a:t>392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087400" y="4820691"/>
            <a:ext cx="2951596" cy="361915"/>
          </a:xfrm>
        </p:spPr>
        <p:txBody>
          <a:bodyPr wrap="square">
            <a:noAutofit/>
          </a:bodyPr>
          <a:lstStyle/>
          <a:p>
            <a:r>
              <a:rPr sz="1700" b="0" i="0">
                <a:latin typeface="Calibri"/>
              </a:rPr>
              <a:t>Let the Beauty of Jesus Be Seen</a:t>
            </a:r>
            <a:endParaRPr sz="17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087400" y="5092118"/>
            <a:ext cx="2951596" cy="180975"/>
          </a:xfrm>
        </p:spPr>
        <p:txBody>
          <a:bodyPr/>
          <a:lstStyle/>
          <a:p>
            <a:r>
              <a:t>© 2003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628944"/>
            <a:ext cx="914400" cy="18288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392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731520" y="391200"/>
            <a:ext cx="8229600" cy="4383959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157642" y="4868006"/>
            <a:ext cx="367371" cy="365760"/>
          </a:xfrm>
        </p:spPr>
      </p:pic>
      <p:sp>
        <p:nvSpPr>
          <p:cNvPr id="10" name="Oval 9"/>
          <p:cNvSpPr/>
          <p:nvPr/>
        </p:nvSpPr>
        <p:spPr>
          <a:xfrm>
            <a:off x="228600" y="7020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11410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15799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20188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109244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0</vt:i4>
      </vt:variant>
    </vt:vector>
  </HeadingPairs>
  <TitlesOfParts>
    <vt:vector size="15" baseType="lpstr">
      <vt:lpstr>Alegreya Sans Light</vt:lpstr>
      <vt:lpstr>Alegreya Sans Medium</vt:lpstr>
      <vt:lpstr>Arial</vt:lpstr>
      <vt:lpstr>Calibri</vt:lpstr>
      <vt:lpstr>Century Gothic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</cp:lastModifiedBy>
  <cp:revision>411</cp:revision>
  <dcterms:created xsi:type="dcterms:W3CDTF">2019-05-01T02:25:12Z</dcterms:created>
  <dcterms:modified xsi:type="dcterms:W3CDTF">2020-02-19T20:50:15Z</dcterms:modified>
</cp:coreProperties>
</file>