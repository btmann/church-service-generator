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1" r:id="rId3"/>
    <p:sldMasterId id="2147483683" r:id="rId4"/>
    <p:sldMasterId id="2147483685" r:id="rId5"/>
    <p:sldMasterId id="2147483687" r:id="rId6"/>
    <p:sldMasterId id="2147483696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5" r:id="rId1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0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5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9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3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Mu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ng_picture">
            <a:extLst>
              <a:ext uri="{FF2B5EF4-FFF2-40B4-BE49-F238E27FC236}">
                <a16:creationId xmlns:a16="http://schemas.microsoft.com/office/drawing/2014/main" id="{54860AB3-1E71-4710-8173-1C46088A2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verse_number">
            <a:extLst>
              <a:ext uri="{FF2B5EF4-FFF2-40B4-BE49-F238E27FC236}">
                <a16:creationId xmlns:a16="http://schemas.microsoft.com/office/drawing/2014/main" id="{BE2CA239-9575-452A-B9F4-A12C26E180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3445" y="5279278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100" b="1" dirty="0">
                <a:solidFill>
                  <a:schemeClr val="tx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12515E3D-FE22-4F0B-B913-74A78D9D9DF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62763" y="5279278"/>
            <a:ext cx="2418474" cy="255231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End">
            <a:extLst>
              <a:ext uri="{FF2B5EF4-FFF2-40B4-BE49-F238E27FC236}">
                <a16:creationId xmlns:a16="http://schemas.microsoft.com/office/drawing/2014/main" id="{08492754-5486-4B78-977F-1C81E91334A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47134" y="5279278"/>
            <a:ext cx="555407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FontTx/>
              <a:buNone/>
              <a:defRPr kumimoji="0" lang="en-US" sz="11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171450" marR="0" lvl="0" indent="-17145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End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6F199F54-4A95-4564-830C-7EC21B7CBC3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96075" y="5311334"/>
            <a:ext cx="427195" cy="1911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3" name="next_verse">
            <a:extLst>
              <a:ext uri="{FF2B5EF4-FFF2-40B4-BE49-F238E27FC236}">
                <a16:creationId xmlns:a16="http://schemas.microsoft.com/office/drawing/2014/main" id="{C471D373-0D65-4A13-82F0-32B509F4E1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09120" y="5279277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100" b="1" dirty="0">
                <a:solidFill>
                  <a:schemeClr val="bg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</p:spTree>
    <p:extLst>
      <p:ext uri="{BB962C8B-B14F-4D97-AF65-F5344CB8AC3E}">
        <p14:creationId xmlns:p14="http://schemas.microsoft.com/office/powerpoint/2010/main" val="2463617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49711" y="1012225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056" y="1990636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016" y="2112021"/>
            <a:ext cx="3055938" cy="3374379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056" y="4212166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40016" y="980584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381" y="457200"/>
            <a:ext cx="4800600" cy="4800600"/>
          </a:xfrm>
          <a:prstGeom prst="ellipse">
            <a:avLst/>
          </a:prstGeom>
          <a:solidFill>
            <a:srgbClr val="0070C0">
              <a:alpha val="50000"/>
            </a:srgbClr>
          </a:solidFill>
        </p:spPr>
        <p:txBody>
          <a:bodyPr anchor="ctr"/>
          <a:lstStyle>
            <a:lvl1pPr marL="0" indent="0" algn="ctr">
              <a:buFontTx/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76D9E-C01E-4BD7-B101-35E396BABDF4}"/>
              </a:ext>
            </a:extLst>
          </p:cNvPr>
          <p:cNvSpPr txBox="1">
            <a:spLocks/>
          </p:cNvSpPr>
          <p:nvPr userDrawn="1"/>
        </p:nvSpPr>
        <p:spPr>
          <a:xfrm>
            <a:off x="2394449" y="1949477"/>
            <a:ext cx="4343400" cy="2084832"/>
          </a:xfrm>
          <a:prstGeom prst="rect">
            <a:avLst/>
          </a:prstGeom>
        </p:spPr>
        <p:txBody>
          <a:bodyPr lIns="90102" tIns="45031" rIns="90102" bIns="45031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Prayer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E3796B07-ABEC-4D85-9BF4-580759502B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936" y="4103788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A809C143-8383-436A-A349-E73CE36E1A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935" y="4103787"/>
            <a:ext cx="4200525" cy="1043399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880" y="137160"/>
            <a:ext cx="8778240" cy="4937760"/>
          </a:xfrm>
          <a:prstGeom prst="roundRect">
            <a:avLst>
              <a:gd name="adj" fmla="val 446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7C366B-9D2C-47C6-BD91-BAFF526576AE}"/>
              </a:ext>
            </a:extLst>
          </p:cNvPr>
          <p:cNvSpPr txBox="1">
            <a:spLocks/>
          </p:cNvSpPr>
          <p:nvPr userDrawn="1"/>
        </p:nvSpPr>
        <p:spPr>
          <a:xfrm>
            <a:off x="181325" y="5212080"/>
            <a:ext cx="8781350" cy="756764"/>
          </a:xfrm>
          <a:prstGeom prst="roundRect">
            <a:avLst>
              <a:gd name="adj" fmla="val 34906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69253-F822-4CD2-A6BD-891883E96BA6}"/>
              </a:ext>
            </a:extLst>
          </p:cNvPr>
          <p:cNvSpPr/>
          <p:nvPr userDrawn="1"/>
        </p:nvSpPr>
        <p:spPr>
          <a:xfrm>
            <a:off x="7436235" y="5276088"/>
            <a:ext cx="1437787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467FF-8142-431A-8B4D-79CECE006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3108" y="5246747"/>
            <a:ext cx="1264540" cy="353252"/>
          </a:xfrm>
          <a:prstGeom prst="rect">
            <a:avLst/>
          </a:prstGeom>
        </p:spPr>
      </p:pic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9978" y="5276088"/>
            <a:ext cx="1062022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6769" y="5276088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6764" y="5247624"/>
            <a:ext cx="2310844" cy="301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1618" y="5485313"/>
            <a:ext cx="2245990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49711" y="1012225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056" y="1990636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016" y="2112021"/>
            <a:ext cx="3055938" cy="3374379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056" y="4212166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0070C0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40016" y="980584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381" y="457200"/>
            <a:ext cx="4800600" cy="4800600"/>
          </a:xfrm>
          <a:prstGeom prst="ellipse">
            <a:avLst/>
          </a:prstGeom>
          <a:solidFill>
            <a:srgbClr val="0070C0">
              <a:alpha val="50000"/>
            </a:srgbClr>
          </a:solidFill>
        </p:spPr>
        <p:txBody>
          <a:bodyPr anchor="ctr"/>
          <a:lstStyle>
            <a:lvl1pPr marL="0" indent="0" algn="ctr">
              <a:buFontTx/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147160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C7BC-E488-44F5-B3A9-8814D3B051FD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715000" y="97104"/>
            <a:ext cx="3907496" cy="5518769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" y="4535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E02F818-1DB2-44C1-986D-ECE0272859A9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78A3CD-1EDB-4F0A-94B9-5057D4EE8421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1225F81-F00C-42F7-9C19-9D1CE4EC9E6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6C443E-9CD0-482A-ABB8-3649A5CF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BE760E-F518-44E9-8375-0F7625F939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36F2AA-DC8A-4588-A1CE-1171DFB34D4F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>
              <a:lumMod val="75000"/>
              <a:alpha val="49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AE096-D8F4-4A83-8838-04C534D7E287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3420AB-4874-41F1-9D34-E90307AC2D3A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808E83A-8385-4E62-A820-83B5C1E8D4F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AC822E-3F5D-4220-9F77-7246463C6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5ACDD97-02CC-40E0-AC42-6E7C976D57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468D61-B197-41BB-948E-64131B4C079F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823E305-F923-46AD-9F4A-585FAAE8A49D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4F7241-4582-4351-A86F-21B7BAE49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E8166-DDD3-48FD-B5CA-555128926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715000" y="97104"/>
            <a:ext cx="3907496" cy="5518769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" y="4535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390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4600" b="0" i="0">
                <a:latin typeface="Century Gothic"/>
              </a:rPr>
              <a:t>Be Strong and Courageous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40016" y="2127480"/>
            <a:ext cx="3055938" cy="3045654"/>
          </a:xfrm>
        </p:spPr>
        <p:txBody>
          <a:bodyPr wrap="square">
            <a:noAutofit/>
          </a:bodyPr>
          <a:lstStyle/>
          <a:p>
            <a:r>
              <a:rPr sz="1600" b="0" i="0" dirty="0">
                <a:latin typeface="Century Gothic"/>
              </a:rPr>
              <a:t>Hymn: M. W. </a:t>
            </a:r>
            <a:r>
              <a:rPr sz="1600" b="0" i="0" dirty="0" err="1">
                <a:latin typeface="Century Gothic"/>
              </a:rPr>
              <a:t>Bassford</a:t>
            </a:r>
            <a:r>
              <a:rPr sz="1600" b="0" i="0" dirty="0">
                <a:latin typeface="Century Gothic"/>
              </a:rPr>
              <a:t> (2001)</a:t>
            </a:r>
            <a:br>
              <a:rPr sz="1600" b="0" i="0" dirty="0">
                <a:latin typeface="Century Gothic"/>
              </a:rPr>
            </a:br>
            <a:br>
              <a:rPr sz="1600" b="0" i="0" dirty="0">
                <a:latin typeface="Century Gothic"/>
              </a:rPr>
            </a:br>
            <a:r>
              <a:rPr sz="1600" b="0" i="0" dirty="0">
                <a:latin typeface="Century Gothic"/>
              </a:rPr>
              <a:t>Tune: Glenda B. </a:t>
            </a:r>
            <a:r>
              <a:rPr sz="1600" b="0" i="0" dirty="0" err="1">
                <a:latin typeface="Century Gothic"/>
              </a:rPr>
              <a:t>Schales</a:t>
            </a:r>
            <a:r>
              <a:rPr sz="1600" b="0" i="0" dirty="0">
                <a:latin typeface="Century Gothic"/>
              </a:rPr>
              <a:t> (2001)</a:t>
            </a:r>
            <a:br>
              <a:rPr sz="1600" b="0" i="0" dirty="0">
                <a:latin typeface="Century Gothic"/>
              </a:rPr>
            </a:br>
            <a:br>
              <a:rPr sz="1600" b="0" i="0" dirty="0">
                <a:latin typeface="Century Gothic"/>
              </a:rPr>
            </a:br>
            <a:r>
              <a:rPr sz="1600" b="0" i="0" dirty="0">
                <a:latin typeface="Century Gothic"/>
              </a:rPr>
              <a:t>© 2001 Glenda B. </a:t>
            </a:r>
            <a:r>
              <a:rPr sz="1600" b="0" i="0" dirty="0" err="1">
                <a:latin typeface="Century Gothic"/>
              </a:rPr>
              <a:t>Schales</a:t>
            </a:r>
            <a:endParaRPr sz="1600" b="0" i="0" dirty="0">
              <a:latin typeface="Century Gothic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40521" y="4198871"/>
            <a:ext cx="2444544" cy="657225"/>
          </a:xfrm>
        </p:spPr>
        <p:txBody>
          <a:bodyPr wrap="square">
            <a:noAutofit/>
          </a:bodyPr>
          <a:lstStyle/>
          <a:p>
            <a:r>
              <a:rPr sz="2800" b="0" i="0" dirty="0">
                <a:latin typeface="Calibri"/>
              </a:rPr>
              <a:t>Verses 1 &amp; 2</a:t>
            </a:r>
          </a:p>
        </p:txBody>
      </p:sp>
      <p:pic>
        <p:nvPicPr>
          <p:cNvPr id="6" name="Picture Placeholder 5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1264" y="5212080"/>
            <a:ext cx="914400" cy="5029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7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8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hss-514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" b="17"/>
          <a:stretch>
            <a:fillRect/>
          </a:stretch>
        </p:blipFill>
        <p:spPr>
          <a:xfrm>
            <a:off x="641394" y="137160"/>
            <a:ext cx="7861211" cy="4937760"/>
          </a:xfrm>
        </p:spPr>
      </p:pic>
      <p:pic>
        <p:nvPicPr>
          <p:cNvPr id="3" name="Picture Placeholder 2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500" b="0" i="0" dirty="0">
                <a:latin typeface="Calibri"/>
              </a:rPr>
              <a:t>Be Strong and Courageous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dirty="0"/>
              <a:t>© 2014 </a:t>
            </a:r>
            <a:r>
              <a:rPr dirty="0" err="1"/>
              <a:t>Sumphonia</a:t>
            </a:r>
            <a:r>
              <a:rPr dirty="0"/>
              <a:t> Productions, LLC</a:t>
            </a:r>
          </a:p>
        </p:txBody>
      </p:sp>
      <p:sp>
        <p:nvSpPr>
          <p:cNvPr id="7" name="Oval 6"/>
          <p:cNvSpPr/>
          <p:nvPr/>
        </p:nvSpPr>
        <p:spPr>
          <a:xfrm>
            <a:off x="4718304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57216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0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5276088"/>
            <a:ext cx="365760" cy="36576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912864" y="5276088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527608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514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4600" b="0" i="0">
                <a:latin typeface="Century Gothic"/>
              </a:rPr>
              <a:t>Be Strong and Courageous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40016" y="2127480"/>
            <a:ext cx="3055938" cy="3045654"/>
          </a:xfrm>
        </p:spPr>
        <p:txBody>
          <a:bodyPr wrap="square">
            <a:noAutofit/>
          </a:bodyPr>
          <a:lstStyle/>
          <a:p>
            <a:r>
              <a:rPr sz="1600" b="0" i="0" dirty="0">
                <a:latin typeface="Century Gothic"/>
              </a:rPr>
              <a:t>Hymn: M. W. </a:t>
            </a:r>
            <a:r>
              <a:rPr sz="1600" b="0" i="0" dirty="0" err="1">
                <a:latin typeface="Century Gothic"/>
              </a:rPr>
              <a:t>Bassford</a:t>
            </a:r>
            <a:r>
              <a:rPr sz="1600" b="0" i="0" dirty="0">
                <a:latin typeface="Century Gothic"/>
              </a:rPr>
              <a:t> (2001)</a:t>
            </a:r>
            <a:br>
              <a:rPr sz="1600" b="0" i="0" dirty="0">
                <a:latin typeface="Century Gothic"/>
              </a:rPr>
            </a:br>
            <a:br>
              <a:rPr sz="1600" b="0" i="0" dirty="0">
                <a:latin typeface="Century Gothic"/>
              </a:rPr>
            </a:br>
            <a:r>
              <a:rPr sz="1600" b="0" i="0" dirty="0">
                <a:latin typeface="Century Gothic"/>
              </a:rPr>
              <a:t>Tune: Glenda B. </a:t>
            </a:r>
            <a:r>
              <a:rPr sz="1600" b="0" i="0" dirty="0" err="1">
                <a:latin typeface="Century Gothic"/>
              </a:rPr>
              <a:t>Schales</a:t>
            </a:r>
            <a:r>
              <a:rPr sz="1600" b="0" i="0" dirty="0">
                <a:latin typeface="Century Gothic"/>
              </a:rPr>
              <a:t> (2001)</a:t>
            </a:r>
            <a:br>
              <a:rPr sz="1600" b="0" i="0" dirty="0">
                <a:latin typeface="Century Gothic"/>
              </a:rPr>
            </a:br>
            <a:br>
              <a:rPr sz="1600" b="0" i="0" dirty="0">
                <a:latin typeface="Century Gothic"/>
              </a:rPr>
            </a:br>
            <a:r>
              <a:rPr sz="1600" b="0" i="0" dirty="0">
                <a:latin typeface="Century Gothic"/>
              </a:rPr>
              <a:t>© 2001 Glenda B. </a:t>
            </a:r>
            <a:r>
              <a:rPr sz="1600" b="0" i="0" dirty="0" err="1">
                <a:latin typeface="Century Gothic"/>
              </a:rPr>
              <a:t>Schales</a:t>
            </a:r>
            <a:endParaRPr sz="1600" b="0" i="0" dirty="0">
              <a:latin typeface="Century Gothic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40521" y="4198871"/>
            <a:ext cx="2444544" cy="657225"/>
          </a:xfrm>
          <a:ln w="28575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r>
              <a:rPr sz="2800" b="0" i="0" dirty="0">
                <a:latin typeface="Calibri"/>
              </a:rPr>
              <a:t>Verses 1 &amp; 2</a:t>
            </a:r>
          </a:p>
        </p:txBody>
      </p:sp>
      <p:pic>
        <p:nvPicPr>
          <p:cNvPr id="6" name="Picture Placeholder 5" descr="phss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84628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54304</TotalTime>
  <Words>143</Words>
  <Application>Microsoft Office PowerPoint</Application>
  <PresentationFormat>On-screen Show (16:10)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Wingdings</vt:lpstr>
      <vt:lpstr>Office Theme</vt:lpstr>
      <vt:lpstr>Song Titles</vt:lpstr>
      <vt:lpstr>Custom Design</vt:lpstr>
      <vt:lpstr>1_Custom Design</vt:lpstr>
      <vt:lpstr>2_Custom Design</vt:lpstr>
      <vt:lpstr>3_Custom Design</vt:lpstr>
      <vt:lpstr>1_Song Titles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124</cp:revision>
  <dcterms:created xsi:type="dcterms:W3CDTF">2019-05-01T02:25:12Z</dcterms:created>
  <dcterms:modified xsi:type="dcterms:W3CDTF">2019-07-27T15:21:39Z</dcterms:modified>
</cp:coreProperties>
</file>