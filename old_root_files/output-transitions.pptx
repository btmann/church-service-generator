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7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1" r:id="rId3"/>
    <p:sldMasterId id="2147483683" r:id="rId4"/>
    <p:sldMasterId id="2147483685" r:id="rId5"/>
    <p:sldMasterId id="2147483687" r:id="rId6"/>
    <p:sldMasterId id="2147483695" r:id="rId7"/>
    <p:sldMasterId id="2147483698" r:id="rId8"/>
  </p:sldMasterIdLst>
  <p:sldIdLst>
    <p:sldId id="256" r:id="rId9"/>
    <p:sldId id="257" r:id="rId10"/>
    <p:sldId id="258" r:id="rId11"/>
    <p:sldId id="383" r:id="rId12"/>
    <p:sldId id="382" r:id="rId13"/>
    <p:sldId id="259" r:id="rId14"/>
    <p:sldId id="384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385" r:id="rId26"/>
    <p:sldId id="387" r:id="rId27"/>
    <p:sldId id="388" r:id="rId28"/>
    <p:sldId id="270" r:id="rId29"/>
    <p:sldId id="376" r:id="rId30"/>
    <p:sldId id="378" r:id="rId31"/>
    <p:sldId id="379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380" r:id="rId45"/>
    <p:sldId id="372" r:id="rId46"/>
    <p:sldId id="373" r:id="rId47"/>
    <p:sldId id="284" r:id="rId48"/>
    <p:sldId id="381" r:id="rId4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80AC"/>
    <a:srgbClr val="FF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slide" Target="slides/slide3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8" Type="http://schemas.openxmlformats.org/officeDocument/2006/relationships/slideMaster" Target="slideMasters/slideMaster8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09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9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0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5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98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0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6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6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1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9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33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ng Mu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ng_picture">
            <a:extLst>
              <a:ext uri="{FF2B5EF4-FFF2-40B4-BE49-F238E27FC236}">
                <a16:creationId xmlns:a16="http://schemas.microsoft.com/office/drawing/2014/main" id="{54860AB3-1E71-4710-8173-1C46088A28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verse_number">
            <a:extLst>
              <a:ext uri="{FF2B5EF4-FFF2-40B4-BE49-F238E27FC236}">
                <a16:creationId xmlns:a16="http://schemas.microsoft.com/office/drawing/2014/main" id="{BE2CA239-9575-452A-B9F4-A12C26E180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03445" y="5279278"/>
            <a:ext cx="793421" cy="25523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100" b="1" dirty="0">
                <a:solidFill>
                  <a:schemeClr val="tx1"/>
                </a:solidFill>
              </a:defRPr>
            </a:lvl1pPr>
          </a:lstStyle>
          <a:p>
            <a:pPr marL="0" lvl="0" algn="ctr" defTabSz="457200"/>
            <a:r>
              <a:rPr lang="en-US" dirty="0"/>
              <a:t>Verse 1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12515E3D-FE22-4F0B-B913-74A78D9D9DF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62763" y="5279278"/>
            <a:ext cx="2418474" cy="255231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End">
            <a:extLst>
              <a:ext uri="{FF2B5EF4-FFF2-40B4-BE49-F238E27FC236}">
                <a16:creationId xmlns:a16="http://schemas.microsoft.com/office/drawing/2014/main" id="{08492754-5486-4B78-977F-1C81E91334A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947134" y="5279278"/>
            <a:ext cx="555407" cy="25523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FontTx/>
              <a:buNone/>
              <a:defRPr kumimoji="0" lang="en-US" sz="11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171450" marR="0" lvl="0" indent="-17145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End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6F199F54-4A95-4564-830C-7EC21B7CBC3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396075" y="5311334"/>
            <a:ext cx="427195" cy="19111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3" name="next_verse">
            <a:extLst>
              <a:ext uri="{FF2B5EF4-FFF2-40B4-BE49-F238E27FC236}">
                <a16:creationId xmlns:a16="http://schemas.microsoft.com/office/drawing/2014/main" id="{C471D373-0D65-4A13-82F0-32B509F4E13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7709120" y="5279277"/>
            <a:ext cx="793421" cy="25523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100" b="1" dirty="0">
                <a:solidFill>
                  <a:schemeClr val="bg1"/>
                </a:solidFill>
              </a:defRPr>
            </a:lvl1pPr>
          </a:lstStyle>
          <a:p>
            <a:pPr marL="0" lvl="0" algn="ctr" defTabSz="457200"/>
            <a:r>
              <a:rPr lang="en-US" dirty="0"/>
              <a:t>Verse 1</a:t>
            </a:r>
          </a:p>
        </p:txBody>
      </p:sp>
    </p:spTree>
    <p:extLst>
      <p:ext uri="{BB962C8B-B14F-4D97-AF65-F5344CB8AC3E}">
        <p14:creationId xmlns:p14="http://schemas.microsoft.com/office/powerpoint/2010/main" val="2463617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F146BD-ACE0-48D0-ACF2-8B4B436A9DB3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9AD125-4FA2-440E-B16B-98F8B97A5432}"/>
              </a:ext>
            </a:extLst>
          </p:cNvPr>
          <p:cNvSpPr/>
          <p:nvPr userDrawn="1"/>
        </p:nvSpPr>
        <p:spPr>
          <a:xfrm>
            <a:off x="347472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0231E3-3E97-4B56-9647-890114A192CB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FB24622-666E-460D-9828-E7E2D6D1745B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3" name="Picture 12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2F34A48B-93F2-4128-A46D-CB5B9B98A8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 hidden="1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472" y="457200"/>
            <a:ext cx="4800600" cy="4800600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sz="6000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7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7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75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7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1" build="p">
        <p:tmplLst>
          <p:tmpl lvl="1">
            <p:tnLst>
              <p:par>
                <p:cTn presetID="10" presetClass="exit" presetSubtype="0" fill="hold" nodeType="withEffect">
                  <p:stCondLst>
                    <p:cond delay="0"/>
                  </p:stCondLst>
                  <p:childTnLst>
                    <p:animEffect transition="out" filter="fade">
                      <p:cBhvr>
                        <p:cTn dur="750"/>
                        <p:tgtEl>
                          <p:spTgt spid="15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749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1" build="p">
        <p:tmplLst>
          <p:tmpl lvl="1">
            <p:tnLst>
              <p:par>
                <p:cTn presetID="10" presetClass="exit" presetSubtype="0" fill="hold" nodeType="withEffect">
                  <p:stCondLst>
                    <p:cond delay="0"/>
                  </p:stCondLst>
                  <p:childTnLst>
                    <p:animEffect transition="out" filter="fade">
                      <p:cBhvr>
                        <p:cTn dur="750"/>
                        <p:tgtEl>
                          <p:spTgt spid="19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749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 lvl="1">
            <p:tnLst>
              <p:par>
                <p:cTn presetID="10" presetClass="exit" presetSubtype="0" fill="hold" nodeType="withEffect">
                  <p:stCondLst>
                    <p:cond delay="0"/>
                  </p:stCondLst>
                  <p:childTnLst>
                    <p:animEffect transition="out" filter="fade">
                      <p:cBhvr>
                        <p:cTn dur="750"/>
                        <p:tgtEl>
                          <p:spTgt spid="28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749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  <p:tmpl>
            <p:tnLst>
              <p:par>
                <p:cTn presetID="10" presetClass="exit" presetSubtype="0" fill="hold" nodeType="withEffect">
                  <p:stCondLst>
                    <p:cond delay="0"/>
                  </p:stCondLst>
                  <p:childTnLst>
                    <p:animEffect transition="out" filter="fade">
                      <p:cBhvr>
                        <p:cTn dur="750"/>
                        <p:tgtEl>
                          <p:spTgt spid="28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749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3" grpId="0"/>
      <p:bldP spid="3" grpId="1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76D9E-C01E-4BD7-B101-35E396BABDF4}"/>
              </a:ext>
            </a:extLst>
          </p:cNvPr>
          <p:cNvSpPr txBox="1">
            <a:spLocks/>
          </p:cNvSpPr>
          <p:nvPr userDrawn="1"/>
        </p:nvSpPr>
        <p:spPr>
          <a:xfrm>
            <a:off x="2394449" y="1949477"/>
            <a:ext cx="4343400" cy="2084832"/>
          </a:xfrm>
          <a:prstGeom prst="rect">
            <a:avLst/>
          </a:prstGeom>
        </p:spPr>
        <p:txBody>
          <a:bodyPr lIns="90102" tIns="45031" rIns="90102" bIns="45031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Prayer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686911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E3796B07-ABEC-4D85-9BF4-580759502B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936" y="4103788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Description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A809C143-8383-436A-A349-E73CE36E1A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935" y="4103787"/>
            <a:ext cx="4200525" cy="1043399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2880" y="137160"/>
            <a:ext cx="8778240" cy="4937760"/>
          </a:xfrm>
          <a:prstGeom prst="roundRect">
            <a:avLst>
              <a:gd name="adj" fmla="val 4465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7C366B-9D2C-47C6-BD91-BAFF526576AE}"/>
              </a:ext>
            </a:extLst>
          </p:cNvPr>
          <p:cNvSpPr txBox="1">
            <a:spLocks/>
          </p:cNvSpPr>
          <p:nvPr userDrawn="1"/>
        </p:nvSpPr>
        <p:spPr>
          <a:xfrm>
            <a:off x="181325" y="5212080"/>
            <a:ext cx="8781350" cy="756764"/>
          </a:xfrm>
          <a:prstGeom prst="roundRect">
            <a:avLst>
              <a:gd name="adj" fmla="val 34906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269253-F822-4CD2-A6BD-891883E96BA6}"/>
              </a:ext>
            </a:extLst>
          </p:cNvPr>
          <p:cNvSpPr/>
          <p:nvPr userDrawn="1"/>
        </p:nvSpPr>
        <p:spPr>
          <a:xfrm>
            <a:off x="7436235" y="5276088"/>
            <a:ext cx="1437787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69978" y="5276088"/>
            <a:ext cx="1062022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96769" y="5276088"/>
            <a:ext cx="64008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36764" y="5247624"/>
            <a:ext cx="2310844" cy="301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01618" y="5485313"/>
            <a:ext cx="2245990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pic>
        <p:nvPicPr>
          <p:cNvPr id="4" name="Picture 3" descr="A picture containing clipart&#10;&#10;Description automatically generated">
            <a:extLst>
              <a:ext uri="{FF2B5EF4-FFF2-40B4-BE49-F238E27FC236}">
                <a16:creationId xmlns:a16="http://schemas.microsoft.com/office/drawing/2014/main" id="{50EC5254-094A-4514-B00A-5CEF4EAF8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740" y="5328933"/>
            <a:ext cx="1250775" cy="2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31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250">
        <p14:pan dir="d"/>
      </p:transition>
    </mc:Choice>
    <mc:Fallback xmlns="">
      <p:transition spd="slow" advClick="0" advTm="25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55804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818061" y="1703338"/>
            <a:ext cx="4371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Lord’s Supper</a:t>
            </a:r>
          </a:p>
        </p:txBody>
      </p:sp>
    </p:spTree>
    <p:extLst>
      <p:ext uri="{BB962C8B-B14F-4D97-AF65-F5344CB8AC3E}">
        <p14:creationId xmlns:p14="http://schemas.microsoft.com/office/powerpoint/2010/main" val="1469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42900"/>
            <a:ext cx="5638800" cy="4762500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Lord’s Supper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9300" y="4733925"/>
            <a:ext cx="2343150" cy="638175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80358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2599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1" y="1426339"/>
            <a:ext cx="43719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Collection from Members</a:t>
            </a:r>
          </a:p>
        </p:txBody>
      </p:sp>
    </p:spTree>
    <p:extLst>
      <p:ext uri="{BB962C8B-B14F-4D97-AF65-F5344CB8AC3E}">
        <p14:creationId xmlns:p14="http://schemas.microsoft.com/office/powerpoint/2010/main" val="96654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1025" y="942975"/>
            <a:ext cx="8105775" cy="4114800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Collection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337" y="4772025"/>
            <a:ext cx="2343150" cy="638175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381385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9C7BC-E488-44F5-B3A9-8814D3B051FD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8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720FB9-FC51-470B-AA2A-7C25EC6616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3E5816-D7A2-4A47-B6C5-57BEF9E485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E02F818-1DB2-44C1-986D-ECE0272859A9}"/>
              </a:ext>
            </a:extLst>
          </p:cNvPr>
          <p:cNvSpPr/>
          <p:nvPr userDrawn="1"/>
        </p:nvSpPr>
        <p:spPr>
          <a:xfrm>
            <a:off x="212014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2F0220-3009-4C7A-82CD-E7692466F5EE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6DB70FF-30FC-42A3-BFB7-451BCDC39ECB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4" name="Picture 13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39EF7290-03B2-4954-ADDA-CC9F372FDA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A7EF29-ABC5-4746-9AAF-7F8158391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D36F2AA-DC8A-4588-A1CE-1171DFB34D4F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F3B976-8323-4344-8C5A-76C02F0B04DE}"/>
              </a:ext>
            </a:extLst>
          </p:cNvPr>
          <p:cNvSpPr/>
          <p:nvPr userDrawn="1"/>
        </p:nvSpPr>
        <p:spPr>
          <a:xfrm>
            <a:off x="0" y="-5822"/>
            <a:ext cx="9144000" cy="5715000"/>
          </a:xfrm>
          <a:prstGeom prst="rect">
            <a:avLst/>
          </a:prstGeom>
          <a:solidFill>
            <a:srgbClr val="5180AC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6DAE096-D8F4-4A83-8838-04C534D7E287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EF2EDB-C7CE-4792-ABE4-206C0F94A812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CB87B0B-6220-410E-8D52-C926581E55E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" name="Picture 11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5702AC11-DC18-43E8-8B18-59E672C026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/>
      <p:bldP spid="9" grpId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60E354-0228-48B8-AA79-83EBC737EE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5F97E7-7739-477C-96BD-38F13BBB5AE3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854DD78-0B4E-4B12-94F2-54A91B80B735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0" name="Picture 9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90404C4B-5850-41CC-931E-358551B9B6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AE8166-DDD3-48FD-B5CA-5551289268E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C9C596-64C3-4753-8817-3CB98D1110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280" y="0"/>
            <a:ext cx="9137720" cy="5715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A41B551-EAC7-4705-AF22-87F569A606A7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90D52A2-2890-43B2-A474-FD3EBA4DB4BA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AED506AA-E79D-42E2-9F67-796A502DF3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29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91573-2EBF-476A-A626-F089ECF8EF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A41B551-EAC7-4705-AF22-87F569A606A7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90D52A2-2890-43B2-A474-FD3EBA4DB4BA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AED506AA-E79D-42E2-9F67-796A502DF3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47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6C7C24-BA0F-49B5-A33E-0D4D0D4BCA1E}"/>
              </a:ext>
            </a:extLst>
          </p:cNvPr>
          <p:cNvSpPr/>
          <p:nvPr/>
        </p:nvSpPr>
        <p:spPr>
          <a:xfrm>
            <a:off x="553845" y="1706136"/>
            <a:ext cx="5311697" cy="2837985"/>
          </a:xfrm>
          <a:prstGeom prst="roundRect">
            <a:avLst/>
          </a:prstGeom>
          <a:solidFill>
            <a:schemeClr val="bg2">
              <a:lumMod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89880" y="1706136"/>
            <a:ext cx="5594194" cy="2837985"/>
          </a:xfrm>
        </p:spPr>
        <p:txBody>
          <a:bodyPr/>
          <a:lstStyle/>
          <a:p>
            <a:pPr>
              <a:lnSpc>
                <a:spcPts val="36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Higher Ground (234)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rPr dirty="0">
                <a:effectLst/>
              </a:rPr>
              <a:t>  </a:t>
            </a:r>
            <a:r>
              <a:rPr lang="en-US" dirty="0">
                <a:effectLst/>
              </a:rPr>
              <a:t>Invitation</a:t>
            </a:r>
            <a:endParaRPr dirty="0">
              <a:effectLst/>
            </a:endParaRP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rPr dirty="0">
                <a:solidFill>
                  <a:schemeClr val="bg1"/>
                </a:solidFill>
                <a:effectLst/>
              </a:rPr>
              <a:t>  </a:t>
            </a:r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Hark! The Gentle Voice (207)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rPr dirty="0">
                <a:effectLst/>
              </a:rPr>
              <a:t>  Announcements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rPr dirty="0">
                <a:effectLst/>
              </a:rPr>
              <a:t>  Closing Prayer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FBBFA1-7202-48EF-8395-179605595CB4}"/>
              </a:ext>
            </a:extLst>
          </p:cNvPr>
          <p:cNvSpPr/>
          <p:nvPr/>
        </p:nvSpPr>
        <p:spPr>
          <a:xfrm>
            <a:off x="864219" y="912078"/>
            <a:ext cx="4690947" cy="517602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Wednesday Night, August 8,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Autofit/>
          </a:bodyPr>
          <a:lstStyle/>
          <a:p>
            <a:r>
              <a:rPr sz="4800" b="0" i="0">
                <a:latin typeface="Century Gothic"/>
              </a:rPr>
              <a:t>Hark! The Gentle Voice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Words: Mary  B. C. Slade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Music: Asa B. Everett</a:t>
            </a:r>
          </a:p>
        </p:txBody>
      </p:sp>
      <p:pic>
        <p:nvPicPr>
          <p:cNvPr id="6" name="Picture Placeholder 5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 wrap="square">
            <a:noAutofit/>
          </a:bodyPr>
          <a:lstStyle/>
          <a:p>
            <a:r>
              <a:rPr sz="6000" b="0" i="0">
                <a:latin typeface="Calibri"/>
              </a:rPr>
              <a:t>Invitation Song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Autofit/>
          </a:bodyPr>
          <a:lstStyle/>
          <a:p>
            <a:r>
              <a:rPr sz="6000" b="0" i="0">
                <a:latin typeface="Century Gothic"/>
              </a:rPr>
              <a:t>Higher Ground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by: Johnson Oatman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 by: Charles H. Gabriel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Autofit/>
          </a:bodyPr>
          <a:lstStyle/>
          <a:p>
            <a:r>
              <a:rPr sz="2800" b="0" i="0">
                <a:latin typeface="Calibri"/>
              </a:rPr>
              <a:t>Omit Verse 3</a:t>
            </a:r>
          </a:p>
        </p:txBody>
      </p:sp>
      <p:pic>
        <p:nvPicPr>
          <p:cNvPr id="6" name="Picture Placeholder 5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1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07221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Autofit/>
          </a:bodyPr>
          <a:lstStyle/>
          <a:p>
            <a:r>
              <a:rPr sz="6000" b="0" i="0">
                <a:latin typeface="Century Gothic"/>
              </a:rPr>
              <a:t>Higher Ground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by: Johnson Oatman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 by: Charles H. Gabriel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Autofit/>
          </a:bodyPr>
          <a:lstStyle/>
          <a:p>
            <a:r>
              <a:rPr sz="2800" b="0" i="0">
                <a:latin typeface="Calibri"/>
              </a:rPr>
              <a:t>Omit Verse 3</a:t>
            </a:r>
          </a:p>
        </p:txBody>
      </p:sp>
      <p:pic>
        <p:nvPicPr>
          <p:cNvPr id="6" name="Picture Placeholder 5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1677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1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69978" y="118872"/>
            <a:ext cx="8722409" cy="5036153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D8F55FE-AB62-416F-AE9D-8325FE40EFE9}"/>
              </a:ext>
            </a:extLst>
          </p:cNvPr>
          <p:cNvSpPr/>
          <p:nvPr/>
        </p:nvSpPr>
        <p:spPr>
          <a:xfrm>
            <a:off x="2647392" y="-211418"/>
            <a:ext cx="3899027" cy="593135"/>
          </a:xfrm>
          <a:prstGeom prst="roundRect">
            <a:avLst>
              <a:gd name="adj" fmla="val 18307"/>
            </a:avLst>
          </a:prstGeom>
          <a:solidFill>
            <a:srgbClr val="5180AC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Estoy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presionando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hacia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arriba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977596F-230B-4880-B546-FE3F8D3E93E5}"/>
              </a:ext>
            </a:extLst>
          </p:cNvPr>
          <p:cNvSpPr/>
          <p:nvPr/>
        </p:nvSpPr>
        <p:spPr>
          <a:xfrm>
            <a:off x="1899073" y="4022644"/>
            <a:ext cx="5621626" cy="353199"/>
          </a:xfrm>
          <a:prstGeom prst="roundRect">
            <a:avLst>
              <a:gd name="adj" fmla="val 50000"/>
            </a:avLst>
          </a:prstGeom>
          <a:solidFill>
            <a:srgbClr val="5180A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nuevas alturas que estoy ganando todos los días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4409D0-9A8C-4180-9D84-ADF604746376}"/>
              </a:ext>
            </a:extLst>
          </p:cNvPr>
          <p:cNvSpPr txBox="1"/>
          <p:nvPr/>
        </p:nvSpPr>
        <p:spPr>
          <a:xfrm>
            <a:off x="2647392" y="1516760"/>
            <a:ext cx="1899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tx1">
                    <a:alpha val="58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presio</a:t>
            </a:r>
            <a:r>
              <a:rPr lang="en-US" dirty="0">
                <a:solidFill>
                  <a:schemeClr val="tx1">
                    <a:alpha val="58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en-US" dirty="0" err="1">
                <a:solidFill>
                  <a:schemeClr val="tx1">
                    <a:alpha val="58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nando</a:t>
            </a:r>
            <a:endParaRPr lang="en-US" dirty="0">
              <a:solidFill>
                <a:schemeClr val="tx1">
                  <a:alpha val="58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6AB9BB-ED78-4FB0-AB12-928CAF4B50E8}"/>
              </a:ext>
            </a:extLst>
          </p:cNvPr>
          <p:cNvSpPr txBox="1"/>
          <p:nvPr/>
        </p:nvSpPr>
        <p:spPr>
          <a:xfrm>
            <a:off x="6620256" y="1516760"/>
            <a:ext cx="218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tx1">
                    <a:alpha val="58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hacia</a:t>
            </a:r>
            <a:r>
              <a:rPr lang="en-US" dirty="0">
                <a:solidFill>
                  <a:schemeClr val="tx1">
                    <a:alpha val="58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dirty="0" err="1">
                <a:solidFill>
                  <a:schemeClr val="tx1">
                    <a:alpha val="58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arriba</a:t>
            </a:r>
            <a:endParaRPr lang="en-US" dirty="0">
              <a:solidFill>
                <a:schemeClr val="tx1">
                  <a:alpha val="58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D8F55FE-AB62-416F-AE9D-8325FE40EFE9}"/>
              </a:ext>
            </a:extLst>
          </p:cNvPr>
          <p:cNvSpPr/>
          <p:nvPr/>
        </p:nvSpPr>
        <p:spPr>
          <a:xfrm>
            <a:off x="2054248" y="283252"/>
            <a:ext cx="5035493" cy="435325"/>
          </a:xfrm>
          <a:prstGeom prst="roundRect">
            <a:avLst>
              <a:gd name="adj" fmla="val 50000"/>
            </a:avLst>
          </a:prstGeom>
          <a:solidFill>
            <a:srgbClr val="518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bg1"/>
                </a:solidFill>
              </a:rPr>
              <a:t>Estoy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presionando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hacia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arriba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977596F-230B-4880-B546-FE3F8D3E93E5}"/>
              </a:ext>
            </a:extLst>
          </p:cNvPr>
          <p:cNvSpPr/>
          <p:nvPr/>
        </p:nvSpPr>
        <p:spPr>
          <a:xfrm>
            <a:off x="1766875" y="4661647"/>
            <a:ext cx="5621626" cy="453445"/>
          </a:xfrm>
          <a:prstGeom prst="roundRect">
            <a:avLst>
              <a:gd name="adj" fmla="val 50000"/>
            </a:avLst>
          </a:prstGeom>
          <a:solidFill>
            <a:srgbClr val="518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nuevas alturas que estoy ganando todos los días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" name="Picture Placeholder 1" descr="pftl-234-01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583581" y="813379"/>
            <a:ext cx="7976826" cy="4605668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29699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 -0.14917 " pathEditMode="relative" rAng="0" ptsTypes="AA">
                                      <p:cBhvr>
                                        <p:cTn id="6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2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5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6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312664"/>
            <a:ext cx="932688" cy="310896"/>
          </a:xfrm>
          <a:prstGeom prst="roundRect">
            <a:avLst>
              <a:gd name="adj" fmla="val 100000"/>
            </a:avLst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1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1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21123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&#10;&#10;Description automatically generated">
            <a:extLst>
              <a:ext uri="{FF2B5EF4-FFF2-40B4-BE49-F238E27FC236}">
                <a16:creationId xmlns:a16="http://schemas.microsoft.com/office/drawing/2014/main" id="{18606BC8-6075-4010-8DDC-86FDB69244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3739"/>
            <a:ext cx="9144000" cy="608873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819F0DF-66D2-455B-8FD5-ED92D9BAB3D2}"/>
              </a:ext>
            </a:extLst>
          </p:cNvPr>
          <p:cNvSpPr/>
          <p:nvPr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Invitation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88E0B0-9851-408C-8935-19365875C5D7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4962F011-F21E-4749-A862-4D85CA44C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071" y="280127"/>
            <a:ext cx="2071785" cy="4244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8F537A-0629-4CBC-8125-09AC4A808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89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521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34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296001" y="137160"/>
            <a:ext cx="8551996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234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Higher Ground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32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250">
        <p14:pan dir="d"/>
      </p:transition>
    </mc:Choice>
    <mc:Fallback xmlns="">
      <p:transition spd="slow" advClick="0" advTm="25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&#10;&#10;Description automatically generated">
            <a:extLst>
              <a:ext uri="{FF2B5EF4-FFF2-40B4-BE49-F238E27FC236}">
                <a16:creationId xmlns:a16="http://schemas.microsoft.com/office/drawing/2014/main" id="{18606BC8-6075-4010-8DDC-86FDB69244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3739"/>
            <a:ext cx="9144000" cy="608873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819F0DF-66D2-455B-8FD5-ED92D9BAB3D2}"/>
              </a:ext>
            </a:extLst>
          </p:cNvPr>
          <p:cNvSpPr/>
          <p:nvPr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88E0B0-9851-408C-8935-19365875C5D7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4962F011-F21E-4749-A862-4D85CA44C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071" y="280127"/>
            <a:ext cx="2071785" cy="42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0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79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50"/>
    </mc:Choice>
    <mc:Fallback xmlns="">
      <p:transition advClick="0" advTm="25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1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1" b="61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2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1" b="61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" b="4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1" b="61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5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" b="4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6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1" b="61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" b="4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1" b="61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9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" b="4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10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1" b="61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" b="4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07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1" b="61"/>
          <a:stretch>
            <a:fillRect/>
          </a:stretch>
        </p:blipFill>
        <p:spPr>
          <a:xfrm>
            <a:off x="182880" y="303673"/>
            <a:ext cx="8778240" cy="4604732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Hark! The Gentle Voice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03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250">
        <p14:pan dir="d"/>
      </p:transition>
    </mc:Choice>
    <mc:Fallback xmlns="">
      <p:transition spd="slow" advClick="0" advTm="25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181A6-3A37-4F44-AF14-C598578DF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7" name="Picture 6" descr="A drawing of a face&#10;&#10;Description automatically generated">
            <a:extLst>
              <a:ext uri="{FF2B5EF4-FFF2-40B4-BE49-F238E27FC236}">
                <a16:creationId xmlns:a16="http://schemas.microsoft.com/office/drawing/2014/main" id="{E906573A-18DA-4A0B-9C28-269D67109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8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53D066-994C-4226-9B9E-E191739CE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C2A17B-7A1B-4C3A-9076-EC6467494192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0A72C4-DE6B-4126-8C7B-06D4003F353C}"/>
              </a:ext>
            </a:extLst>
          </p:cNvPr>
          <p:cNvSpPr/>
          <p:nvPr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6FBAFE-9405-49FA-8DC0-904BA5A717C3}"/>
              </a:ext>
            </a:extLst>
          </p:cNvPr>
          <p:cNvSpPr/>
          <p:nvPr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0860A2-6E0E-4970-8C4E-74D162C893EB}"/>
              </a:ext>
            </a:extLst>
          </p:cNvPr>
          <p:cNvSpPr/>
          <p:nvPr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78A8CF-57A0-49CA-83B7-F603D5ECD40E}"/>
              </a:ext>
            </a:extLst>
          </p:cNvPr>
          <p:cNvSpPr txBox="1"/>
          <p:nvPr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488CF3-C3A7-4464-9D00-10EB93D2F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475" y="297069"/>
            <a:ext cx="1970690" cy="403096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895A3FC-71A5-4342-A110-D5B7BA1578A7}"/>
              </a:ext>
            </a:extLst>
          </p:cNvPr>
          <p:cNvSpPr/>
          <p:nvPr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8C600C-A35B-41DC-990E-35CC3ADA457E}"/>
              </a:ext>
            </a:extLst>
          </p:cNvPr>
          <p:cNvSpPr/>
          <p:nvPr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1530261-18DE-48D1-A71E-4FF53C93757C}"/>
              </a:ext>
            </a:extLst>
          </p:cNvPr>
          <p:cNvSpPr/>
          <p:nvPr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9FA743A-4CE7-4A29-AF80-7AC88324ACAE}"/>
              </a:ext>
            </a:extLst>
          </p:cNvPr>
          <p:cNvSpPr/>
          <p:nvPr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2A4BB2-63F1-40BB-9891-2482368866FA}"/>
              </a:ext>
            </a:extLst>
          </p:cNvPr>
          <p:cNvSpPr txBox="1"/>
          <p:nvPr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FDD4CF-284F-4110-8019-A7986058F13C}"/>
              </a:ext>
            </a:extLst>
          </p:cNvPr>
          <p:cNvSpPr txBox="1"/>
          <p:nvPr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</p:spTree>
    <p:extLst>
      <p:ext uri="{BB962C8B-B14F-4D97-AF65-F5344CB8AC3E}">
        <p14:creationId xmlns:p14="http://schemas.microsoft.com/office/powerpoint/2010/main" val="127582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rawing of a face&#10;&#10;Description automatically generated">
            <a:extLst>
              <a:ext uri="{FF2B5EF4-FFF2-40B4-BE49-F238E27FC236}">
                <a16:creationId xmlns:a16="http://schemas.microsoft.com/office/drawing/2014/main" id="{E906573A-18DA-4A0B-9C28-269D67109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7D1C56-ECF4-40E5-ABB7-6F559BC958B5}"/>
              </a:ext>
            </a:extLst>
          </p:cNvPr>
          <p:cNvSpPr txBox="1"/>
          <p:nvPr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62042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57396</TotalTime>
  <Words>568</Words>
  <Application>Microsoft Office PowerPoint</Application>
  <PresentationFormat>On-screen Show (16:10)</PresentationFormat>
  <Paragraphs>285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Arial</vt:lpstr>
      <vt:lpstr>Calibri</vt:lpstr>
      <vt:lpstr>Calibri Light</vt:lpstr>
      <vt:lpstr>Century Gothic</vt:lpstr>
      <vt:lpstr>Wingdings</vt:lpstr>
      <vt:lpstr>Office Theme</vt:lpstr>
      <vt:lpstr>Song Titles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Williams David</cp:lastModifiedBy>
  <cp:revision>187</cp:revision>
  <dcterms:created xsi:type="dcterms:W3CDTF">2019-05-01T02:25:12Z</dcterms:created>
  <dcterms:modified xsi:type="dcterms:W3CDTF">2019-08-28T19:07:05Z</dcterms:modified>
</cp:coreProperties>
</file>