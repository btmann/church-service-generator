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1" r:id="rId2"/>
    <p:sldMasterId id="2147483683" r:id="rId3"/>
    <p:sldMasterId id="2147483685" r:id="rId4"/>
    <p:sldMasterId id="2147483687" r:id="rId5"/>
    <p:sldMasterId id="2147483695" r:id="rId6"/>
    <p:sldMasterId id="2147483698" r:id="rId7"/>
    <p:sldMasterId id="2147483701" r:id="rId8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06" r:id="rId63"/>
    <p:sldId id="307" r:id="rId64"/>
    <p:sldId id="308" r:id="rId65"/>
    <p:sldId id="309" r:id="rId66"/>
    <p:sldId id="310" r:id="rId67"/>
    <p:sldId id="311" r:id="rId68"/>
    <p:sldId id="312" r:id="rId69"/>
    <p:sldId id="313" r:id="rId70"/>
    <p:sldId id="314" r:id="rId71"/>
    <p:sldId id="315" r:id="rId72"/>
    <p:sldId id="316" r:id="rId73"/>
    <p:sldId id="317" r:id="rId74"/>
    <p:sldId id="318" r:id="rId75"/>
    <p:sldId id="319" r:id="rId76"/>
    <p:sldId id="320" r:id="rId77"/>
    <p:sldId id="321" r:id="rId78"/>
    <p:sldId id="322" r:id="rId79"/>
    <p:sldId id="323" r:id="rId80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912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presProps" Target="presProps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slide" Target="slides/slide24.xml"/><Relationship Id="rId37" Type="http://schemas.openxmlformats.org/officeDocument/2006/relationships/slide" Target="slides/slide25.xml"/><Relationship Id="rId38" Type="http://schemas.openxmlformats.org/officeDocument/2006/relationships/slide" Target="slides/slide26.xml"/><Relationship Id="rId39" Type="http://schemas.openxmlformats.org/officeDocument/2006/relationships/slide" Target="slides/slide27.xml"/><Relationship Id="rId40" Type="http://schemas.openxmlformats.org/officeDocument/2006/relationships/slide" Target="slides/slide28.xml"/><Relationship Id="rId41" Type="http://schemas.openxmlformats.org/officeDocument/2006/relationships/slide" Target="slides/slide29.xml"/><Relationship Id="rId42" Type="http://schemas.openxmlformats.org/officeDocument/2006/relationships/slide" Target="slides/slide30.xml"/><Relationship Id="rId43" Type="http://schemas.openxmlformats.org/officeDocument/2006/relationships/slide" Target="slides/slide31.xml"/><Relationship Id="rId44" Type="http://schemas.openxmlformats.org/officeDocument/2006/relationships/slide" Target="slides/slide32.xml"/><Relationship Id="rId45" Type="http://schemas.openxmlformats.org/officeDocument/2006/relationships/slide" Target="slides/slide33.xml"/><Relationship Id="rId46" Type="http://schemas.openxmlformats.org/officeDocument/2006/relationships/slide" Target="slides/slide34.xml"/><Relationship Id="rId47" Type="http://schemas.openxmlformats.org/officeDocument/2006/relationships/slide" Target="slides/slide35.xml"/><Relationship Id="rId48" Type="http://schemas.openxmlformats.org/officeDocument/2006/relationships/slide" Target="slides/slide36.xml"/><Relationship Id="rId49" Type="http://schemas.openxmlformats.org/officeDocument/2006/relationships/slide" Target="slides/slide37.xml"/><Relationship Id="rId50" Type="http://schemas.openxmlformats.org/officeDocument/2006/relationships/slide" Target="slides/slide38.xml"/><Relationship Id="rId51" Type="http://schemas.openxmlformats.org/officeDocument/2006/relationships/slide" Target="slides/slide39.xml"/><Relationship Id="rId52" Type="http://schemas.openxmlformats.org/officeDocument/2006/relationships/slide" Target="slides/slide40.xml"/><Relationship Id="rId53" Type="http://schemas.openxmlformats.org/officeDocument/2006/relationships/slide" Target="slides/slide41.xml"/><Relationship Id="rId54" Type="http://schemas.openxmlformats.org/officeDocument/2006/relationships/slide" Target="slides/slide42.xml"/><Relationship Id="rId55" Type="http://schemas.openxmlformats.org/officeDocument/2006/relationships/slide" Target="slides/slide43.xml"/><Relationship Id="rId56" Type="http://schemas.openxmlformats.org/officeDocument/2006/relationships/slide" Target="slides/slide44.xml"/><Relationship Id="rId57" Type="http://schemas.openxmlformats.org/officeDocument/2006/relationships/slide" Target="slides/slide45.xml"/><Relationship Id="rId58" Type="http://schemas.openxmlformats.org/officeDocument/2006/relationships/slide" Target="slides/slide46.xml"/><Relationship Id="rId59" Type="http://schemas.openxmlformats.org/officeDocument/2006/relationships/slide" Target="slides/slide47.xml"/><Relationship Id="rId60" Type="http://schemas.openxmlformats.org/officeDocument/2006/relationships/slide" Target="slides/slide48.xml"/><Relationship Id="rId61" Type="http://schemas.openxmlformats.org/officeDocument/2006/relationships/slide" Target="slides/slide49.xml"/><Relationship Id="rId62" Type="http://schemas.openxmlformats.org/officeDocument/2006/relationships/slide" Target="slides/slide50.xml"/><Relationship Id="rId63" Type="http://schemas.openxmlformats.org/officeDocument/2006/relationships/slide" Target="slides/slide51.xml"/><Relationship Id="rId64" Type="http://schemas.openxmlformats.org/officeDocument/2006/relationships/slide" Target="slides/slide52.xml"/><Relationship Id="rId65" Type="http://schemas.openxmlformats.org/officeDocument/2006/relationships/slide" Target="slides/slide53.xml"/><Relationship Id="rId66" Type="http://schemas.openxmlformats.org/officeDocument/2006/relationships/slide" Target="slides/slide54.xml"/><Relationship Id="rId67" Type="http://schemas.openxmlformats.org/officeDocument/2006/relationships/slide" Target="slides/slide55.xml"/><Relationship Id="rId68" Type="http://schemas.openxmlformats.org/officeDocument/2006/relationships/slide" Target="slides/slide56.xml"/><Relationship Id="rId69" Type="http://schemas.openxmlformats.org/officeDocument/2006/relationships/slide" Target="slides/slide57.xml"/><Relationship Id="rId70" Type="http://schemas.openxmlformats.org/officeDocument/2006/relationships/slide" Target="slides/slide58.xml"/><Relationship Id="rId71" Type="http://schemas.openxmlformats.org/officeDocument/2006/relationships/slide" Target="slides/slide59.xml"/><Relationship Id="rId72" Type="http://schemas.openxmlformats.org/officeDocument/2006/relationships/slide" Target="slides/slide60.xml"/><Relationship Id="rId73" Type="http://schemas.openxmlformats.org/officeDocument/2006/relationships/slide" Target="slides/slide61.xml"/><Relationship Id="rId74" Type="http://schemas.openxmlformats.org/officeDocument/2006/relationships/slide" Target="slides/slide62.xml"/><Relationship Id="rId75" Type="http://schemas.openxmlformats.org/officeDocument/2006/relationships/slide" Target="slides/slide63.xml"/><Relationship Id="rId76" Type="http://schemas.openxmlformats.org/officeDocument/2006/relationships/slide" Target="slides/slide64.xml"/><Relationship Id="rId77" Type="http://schemas.openxmlformats.org/officeDocument/2006/relationships/slide" Target="slides/slide65.xml"/><Relationship Id="rId78" Type="http://schemas.openxmlformats.org/officeDocument/2006/relationships/slide" Target="slides/slide66.xml"/><Relationship Id="rId79" Type="http://schemas.openxmlformats.org/officeDocument/2006/relationships/slide" Target="slides/slide67.xml"/><Relationship Id="rId80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8.xml"/></Relationships>
</file>

<file path=ppt/slideLayouts/_rels/slideLayout20.xml.rels><?xml version='1.0' encoding='UTF-8' standalone='yes'?>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21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8.xml"/></Relationships>
</file>

<file path=ppt/slideLayouts/_rels/slideLayout22.xml.rels><?xml version='1.0' encoding='UTF-8' standalone='yes'?>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8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4311" y="1073160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656" y="2051571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24525" y="2111178"/>
            <a:ext cx="3271429" cy="316621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863" y="4229099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2270" y="1041519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472" y="457200"/>
            <a:ext cx="4800600" cy="4800600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sz="6000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2014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17A2C7A-D8B9-40F0-ABF5-0AA4058A20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5C3585-C28D-488C-B183-8FEB3C654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2014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A52EFFE9-C96C-4213-9ECB-F3B274011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8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672BFEEF-BCCD-410E-BF32-2EF6B3AC67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5A0EF9FF-75F4-4BC0-B7C4-B88F7428D7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45C2D233-F577-46D2-98A3-3677A588C7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87074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Oración</a:t>
            </a:r>
            <a:endParaRPr lang="en-US" dirty="0"/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B6D5994B-54E5-4456-946F-375E8A512CC2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3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23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24" fill="hold">
                          <p:stCondLst>
                            <p:cond delay="0"/>
                          </p:stCondLst>
                          <p:childTnLst>
                            <p:par>
                              <p:cTn id="25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6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754536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686911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3038" y="-5822"/>
            <a:ext cx="686911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>
              <a:defRPr>
                <a:latin typeface="Alegreya Sans Medium" panose="00000600000000000000" pitchFamily="50" charset="0"/>
              </a:defRPr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8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4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66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7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0" fill="hold">
                          <p:stCondLst>
                            <p:cond delay="0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6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3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4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5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1" animBg="1"/>
          <p:bldP spid="6" grpId="2" animBg="1"/>
          <p:bldP spid="6" grpId="3" animBg="1"/>
          <p:bldP spid="6" grpId="4" animBg="1"/>
          <p:bldP spid="7" grpId="1"/>
          <p:bldP spid="7" grpId="2"/>
          <p:bldP spid="7" grpId="3"/>
          <p:bldP spid="7" grpId="4"/>
          <p:bldP spid="14" grpId="0" animBg="1"/>
          <p:bldP spid="14" grpId="1" animBg="1"/>
          <p:bldP spid="14" grpId="2" animBg="1"/>
          <p:bldP spid="15" grpId="1"/>
          <p:bldP spid="15" grpId="2"/>
          <p:bldP spid="15" grpId="3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1" animBg="1"/>
          <p:bldP spid="7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pic>
        <p:nvPicPr>
          <p:cNvPr id="6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0CFDA610-DF89-495C-9160-5AE9748CA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7" name="Subtitle Background">
            <a:extLst>
              <a:ext uri="{FF2B5EF4-FFF2-40B4-BE49-F238E27FC236}">
                <a16:creationId xmlns:a16="http://schemas.microsoft.com/office/drawing/2014/main" id="{1D727A55-9D35-4561-8BEE-36D56DF474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English Subtitle">
            <a:extLst>
              <a:ext uri="{FF2B5EF4-FFF2-40B4-BE49-F238E27FC236}">
                <a16:creationId xmlns:a16="http://schemas.microsoft.com/office/drawing/2014/main" id="{8A8EDD1D-3D5F-470B-90BC-984AD5464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nglish Title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7" name="Spanish Title">
            <a:extLst>
              <a:ext uri="{FF2B5EF4-FFF2-40B4-BE49-F238E27FC236}">
                <a16:creationId xmlns:a16="http://schemas.microsoft.com/office/drawing/2014/main" id="{4A44BC82-379B-4384-9B8E-54E679DE41FD}"/>
              </a:ext>
            </a:extLst>
          </p:cNvPr>
          <p:cNvSpPr txBox="1">
            <a:spLocks/>
          </p:cNvSpPr>
          <p:nvPr userDrawn="1"/>
        </p:nvSpPr>
        <p:spPr>
          <a:xfrm>
            <a:off x="2685511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5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sz="4400" b="0" i="0" kern="1200" dirty="0">
                <a:solidFill>
                  <a:schemeClr val="bg1"/>
                </a:solidFill>
                <a:effectLst/>
                <a:latin typeface="Alegreya Sans Medium" panose="00000600000000000000" pitchFamily="50" charset="0"/>
                <a:ea typeface="+mj-ea"/>
                <a:cs typeface="+mj-cs"/>
              </a:rPr>
              <a:t>Lectura de las Escrituras</a:t>
            </a:r>
          </a:p>
          <a:p>
            <a:pPr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D7327975-D9AA-40B4-91F1-024F637899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2122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</a:t>
            </a:r>
          </a:p>
        </p:txBody>
      </p:sp>
      <p:pic>
        <p:nvPicPr>
          <p:cNvPr id="14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0EE380A6-0427-4B8E-BAB8-8A691EAFFF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AF520154-4062-4D8A-89B1-61FF5334297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D73A6B7A-3103-480F-BDAF-404B627BE996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4903" y="1599684"/>
            <a:ext cx="609600" cy="609600"/>
          </a:xfrm>
          <a:prstGeom prst="rect">
            <a:avLst/>
          </a:prstGeom>
        </p:spPr>
      </p:pic>
      <p:sp>
        <p:nvSpPr>
          <p:cNvPr id="5" name="Subtitle Background">
            <a:extLst>
              <a:ext uri="{FF2B5EF4-FFF2-40B4-BE49-F238E27FC236}">
                <a16:creationId xmlns:a16="http://schemas.microsoft.com/office/drawing/2014/main" id="{6C2459A5-5AAE-44C9-AFEA-F14BE8EAF2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English Subtitle">
            <a:extLst>
              <a:ext uri="{FF2B5EF4-FFF2-40B4-BE49-F238E27FC236}">
                <a16:creationId xmlns:a16="http://schemas.microsoft.com/office/drawing/2014/main" id="{51D181A5-1259-4595-9614-2BE1F94F11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Spanish Subtitle">
            <a:extLst>
              <a:ext uri="{FF2B5EF4-FFF2-40B4-BE49-F238E27FC236}">
                <a16:creationId xmlns:a16="http://schemas.microsoft.com/office/drawing/2014/main" id="{175DA522-8FD2-4BB2-B8B1-DDE0F288CA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90725" y="4103688"/>
            <a:ext cx="5154613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034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2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35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36" fill="hold">
                          <p:stCondLst>
                            <p:cond delay="0"/>
                          </p:stCondLst>
                          <p:childTnLst>
                            <p:par>
                              <p:cTn id="3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8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6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8" grpId="1"/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/>
          <p:bldP spid="7" grpId="1"/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E3796B07-ABEC-4D85-9BF4-580759502B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0936" y="4103788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Description</a:t>
            </a:r>
          </a:p>
        </p:txBody>
      </p:sp>
      <p:sp>
        <p:nvSpPr>
          <p:cNvPr id="10" name="Text Placeholder 27">
            <a:extLst>
              <a:ext uri="{FF2B5EF4-FFF2-40B4-BE49-F238E27FC236}">
                <a16:creationId xmlns:a16="http://schemas.microsoft.com/office/drawing/2014/main" id="{A809C143-8383-436A-A349-E73CE36E1A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0935" y="4103787"/>
            <a:ext cx="4200525" cy="1043399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Description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4333AAD-12C4-46C2-8F43-4224AA257FC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E946A27-8457-4B5B-8725-7FFC9B637C48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23192D7-06D4-4175-B29A-CF668D268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6D5A19B-6CEB-43CD-9D25-25E23F52B0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1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8F91DD51-7EDC-4260-99F6-08433E8B83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1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5332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07651" y="2126643"/>
            <a:ext cx="4328699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123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0811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8494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8176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</p:spTree>
    <p:extLst>
      <p:ext uri="{BB962C8B-B14F-4D97-AF65-F5344CB8AC3E}">
        <p14:creationId xmlns:p14="http://schemas.microsoft.com/office/powerpoint/2010/main" val="259900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6165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956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9327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Spanish Verse Info">
            <a:extLst>
              <a:ext uri="{FF2B5EF4-FFF2-40B4-BE49-F238E27FC236}">
                <a16:creationId xmlns:a16="http://schemas.microsoft.com/office/drawing/2014/main" id="{9B2A02D9-3B2E-481C-9E8A-A2FE167372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22" name="Spanish Bubble">
            <a:extLst>
              <a:ext uri="{FF2B5EF4-FFF2-40B4-BE49-F238E27FC236}">
                <a16:creationId xmlns:a16="http://schemas.microsoft.com/office/drawing/2014/main" id="{FD9EB966-00B1-4525-BA7C-755489B63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67500" y="4655772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7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41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42" fill="hold">
                          <p:stCondLst>
                            <p:cond delay="0"/>
                          </p:stCondLst>
                          <p:childTnLst>
                            <p:par>
                              <p:cTn id="4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4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55804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818061" y="1703338"/>
            <a:ext cx="4371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Lord’s Supper</a:t>
            </a:r>
          </a:p>
        </p:txBody>
      </p:sp>
    </p:spTree>
    <p:extLst>
      <p:ext uri="{BB962C8B-B14F-4D97-AF65-F5344CB8AC3E}">
        <p14:creationId xmlns:p14="http://schemas.microsoft.com/office/powerpoint/2010/main" val="146947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1475" y="342900"/>
            <a:ext cx="5638800" cy="4762500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Lord’s Supper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19300" y="4733925"/>
            <a:ext cx="2343150" cy="638175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80358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25992" y="456261"/>
            <a:ext cx="4892015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1" y="1426339"/>
            <a:ext cx="43719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Collection from Members</a:t>
            </a:r>
          </a:p>
        </p:txBody>
      </p:sp>
    </p:spTree>
    <p:extLst>
      <p:ext uri="{BB962C8B-B14F-4D97-AF65-F5344CB8AC3E}">
        <p14:creationId xmlns:p14="http://schemas.microsoft.com/office/powerpoint/2010/main" val="966546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1025" y="942975"/>
            <a:ext cx="8105775" cy="4114800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Collection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2337" y="4772025"/>
            <a:ext cx="2343150" cy="638175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3813851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0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8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9762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jpg"/><Relationship Id="rId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11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theme" Target="../theme/theme8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B9E9FFA-8B02-42AA-BFA1-BAB37C281F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577816" y="93600"/>
            <a:ext cx="3907496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347472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910004-87AD-441C-8F01-3523741F8C2C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89E1A65-CE0A-4483-A4CC-8CF6393956C9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" name="Picture 15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317CF3D6-2336-4F12-ACFE-B07BE35C84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3E5816-D7A2-4A47-B6C5-57BEF9E485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door&#10;&#10;Description automatically generated">
            <a:extLst>
              <a:ext uri="{FF2B5EF4-FFF2-40B4-BE49-F238E27FC236}">
                <a16:creationId xmlns:a16="http://schemas.microsoft.com/office/drawing/2014/main" id="{171FA521-C2F6-4605-96C4-2FA98537515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sitting, paper, white&#10;&#10;Description automatically generated">
            <a:extLst>
              <a:ext uri="{FF2B5EF4-FFF2-40B4-BE49-F238E27FC236}">
                <a16:creationId xmlns:a16="http://schemas.microsoft.com/office/drawing/2014/main" id="{3F456D8C-14F1-40D7-B121-AA84F5180E6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"/>
            <a:ext cx="9144000" cy="571804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54DD78-0B4E-4B12-94F2-54A91B80B735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13" r:id="rId2"/>
    <p:sldLayoutId id="214748371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F32A12B-6997-460A-9928-356E2E8A5C6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11" r:id="rId5"/>
    <p:sldLayoutId id="214748371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C9C596-64C3-4753-8817-3CB98D1110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6280" y="0"/>
            <a:ext cx="9137720" cy="5715000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A41B551-EAC7-4705-AF22-87F569A606A7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90D52A2-2890-43B2-A474-FD3EBA4DB4BA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AED506AA-E79D-42E2-9F67-796A502DF3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829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91573-2EBF-476A-A626-F089ECF8EF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A41B551-EAC7-4705-AF22-87F569A606A7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90D52A2-2890-43B2-A474-FD3EBA4DB4BA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AED506AA-E79D-42E2-9F67-796A502DF3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3479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3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4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4.png"/><Relationship Id="rId3" Type="http://schemas.openxmlformats.org/officeDocument/2006/relationships/image" Target="../media/image17.png"/><Relationship Id="rId4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7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8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9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60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6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6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59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60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Sunday Evening</a:t>
            </a:r>
            <a:br/>
            <a:r>
              <a:t>November 24, 2019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lnSpc>
                <a:spcPts val="3600"/>
              </a:lnSpc>
              <a:spcBef>
                <a:spcPts val="0"/>
              </a:spcBef>
            </a:pPr>
            <a:r>
              <a:t> </a:t>
            </a:r>
            <a:r>
              <a:rPr sz="2800"/>
              <a:t>Scripture Reading: Proverbs 4:14-27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</a:t>
            </a:r>
            <a:r>
              <a:rPr sz="2800">
                <a:solidFill>
                  <a:srgbClr val="FF8C00"/>
                </a:solidFill>
              </a:rPr>
              <a:t>Hallelujah, Praise Jehovah (200)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</a:t>
            </a:r>
            <a:r>
              <a:rPr sz="2800">
                <a:solidFill>
                  <a:srgbClr val="FF8C00"/>
                </a:solidFill>
              </a:rPr>
              <a:t>Ten Thousand Angels (621)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</a:t>
            </a:r>
            <a:r>
              <a:rPr sz="2800"/>
              <a:t>Prayer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</a:t>
            </a:r>
            <a:r>
              <a:rPr sz="2800">
                <a:solidFill>
                  <a:srgbClr val="FF8C00"/>
                </a:solidFill>
              </a:rPr>
              <a:t>Theophany (High above the Seraphim) (S-32)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</a:t>
            </a:r>
            <a:r>
              <a:rPr sz="2800"/>
              <a:t>Sermon: Understanding Angels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</a:t>
            </a:r>
            <a:r>
              <a:rPr sz="2800">
                <a:solidFill>
                  <a:srgbClr val="FF8C00"/>
                </a:solidFill>
              </a:rPr>
              <a:t>To Christ Be Loyal and Be True (707)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</a:t>
            </a:r>
            <a:r>
              <a:rPr sz="2800"/>
              <a:t>Announcements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</a:t>
            </a:r>
            <a:r>
              <a:rPr sz="2800"/>
              <a:t>Lord’s Supper</a:t>
            </a:r>
          </a:p>
          <a:p>
            <a:pPr>
              <a:lnSpc>
                <a:spcPts val="3600"/>
              </a:lnSpc>
              <a:spcBef>
                <a:spcPts val="0"/>
              </a:spcBef>
            </a:pPr>
            <a:r>
              <a:t> </a:t>
            </a:r>
            <a:r>
              <a:rPr sz="2800"/>
              <a:t>Closing Prayer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>
            <a:noAutofit/>
          </a:bodyPr>
          <a:lstStyle/>
          <a:p>
            <a:r>
              <a:rPr sz="5400" b="1" i="0">
                <a:latin typeface="Century Gothic"/>
              </a:rPr>
              <a:t>Proverbs 4:14-27</a:t>
            </a:r>
            <a:endParaRPr sz="5400" b="1" i="0">
              <a:latin typeface="Century Gothic"/>
            </a:endParaRPr>
          </a:p>
          <a:p>
            <a:r>
              <a:rPr sz="3200" b="0"/>
              <a:t>Pew Bible: Page 430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 wrap="square">
            <a:noAutofit/>
          </a:bodyPr>
          <a:lstStyle/>
          <a:p>
            <a:r>
              <a:rPr sz="5400" b="1" i="0"/>
              <a:t>Proverbios 4:14-27</a:t>
            </a:r>
            <a:endParaRPr sz="5400" b="1" i="0"/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 wrap="square">
            <a:noAutofit/>
          </a:bodyPr>
          <a:lstStyle/>
          <a:p>
            <a:r>
              <a:rPr sz="2800" b="0" i="0">
                <a:latin typeface="Calibri"/>
              </a:rPr>
              <a:t>A Father’s Wise Instruction</a:t>
            </a:r>
            <a:endParaRPr sz="2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8" sz="quarter"/>
          </p:nvPr>
        </p:nvSpPr>
        <p:spPr/>
        <p:txBody>
          <a:bodyPr wrap="square">
            <a:noAutofit/>
          </a:bodyPr>
          <a:lstStyle/>
          <a:p>
            <a:r>
              <a:rPr sz="2800" b="0" i="0"/>
              <a:t>La instrucción sabia de un padre</a:t>
            </a:r>
            <a:endParaRPr sz="2800" b="0" i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200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4300" b="0" i="0">
                <a:latin typeface="Century Gothic"/>
              </a:rPr>
              <a:t>Hallelujah, Praise Jehovah</a:t>
            </a:r>
            <a:endParaRPr sz="43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and Music by: William J. Kirkpatrick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 wrap="square">
            <a:noAutofit/>
          </a:bodyPr>
          <a:lstStyle/>
          <a:p>
            <a:r>
              <a:rPr sz="5300" b="0" i="0"/>
              <a:t>¡Aleluya! ¡A Jehova Alaben!</a:t>
            </a:r>
            <a:endParaRPr sz="53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 wrap="square">
            <a:noAutofit/>
          </a:bodyPr>
          <a:lstStyle/>
          <a:p>
            <a:r>
              <a:rPr sz="1600" b="0" i="0"/>
              <a:t>Palabras y Musica: William J. Kirkpatrick</a:t>
            </a:r>
            <a:endParaRPr sz="1600" b="0" i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1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1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1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1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4" r="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11682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61044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61044" y="1024153"/>
            <a:ext cx="365760" cy="365760"/>
          </a:xfrm>
        </p:spPr>
        <p:txBody>
          <a:bodyPr/>
          <a:lstStyle/>
          <a:p>
            <a:r>
              <a:t>200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59433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Hallelujah, Praise Jehovah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59433" y="4422523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34641" y="352044"/>
            <a:ext cx="914400" cy="2706624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200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4" r="24"/>
          <a:stretch>
            <a:fillRect/>
          </a:stretch>
        </p:blipFill>
        <p:spPr>
          <a:xfrm>
            <a:off x="751861" y="114300"/>
            <a:ext cx="6817316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59433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58986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¡Aleluya! ¡A Jehova Alaben!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58985" y="4009512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4894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4894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4894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4894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48941" y="218084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48941" y="261975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621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4800" b="0" i="0">
                <a:latin typeface="Century Gothic"/>
              </a:rPr>
              <a:t>Ten Thousand Angels</a:t>
            </a:r>
            <a:endParaRPr sz="48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300" b="0" i="0">
                <a:latin typeface="Century Gothic"/>
              </a:rPr>
              <a:t>Words and Music by: Ray Overholt</a:t>
            </a:r>
            <a:br>
              <a:rPr sz="1300" b="0" i="0">
                <a:latin typeface="Century Gothic"/>
              </a:rPr>
            </a:br>
            <a:br>
              <a:rPr sz="1300" b="0" i="0">
                <a:latin typeface="Century Gothic"/>
              </a:rPr>
            </a:br>
            <a:r>
              <a:rPr sz="1300" b="0" i="0">
                <a:latin typeface="Century Gothic"/>
              </a:rPr>
              <a:t>Copyright © 1959 Lillenas Publishing Company (Administered by The Copyright Company Nashville, TN)</a:t>
            </a:r>
            <a:br>
              <a:rPr sz="1300" b="0" i="0">
                <a:latin typeface="Century Gothic"/>
              </a:rPr>
            </a:br>
            <a:br>
              <a:rPr sz="1300" b="0" i="0">
                <a:latin typeface="Century Gothic"/>
              </a:rPr>
            </a:br>
            <a:r>
              <a:rPr sz="1300" b="0" i="0">
                <a:latin typeface="Century Gothic"/>
              </a:rPr>
              <a:t>All Rights Reserved. International Copyright Secured. Used By Permission.</a:t>
            </a:r>
            <a:endParaRPr sz="13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 wrap="square">
            <a:noAutofit/>
          </a:bodyPr>
          <a:lstStyle/>
          <a:p>
            <a:r>
              <a:rPr sz="6000" b="0" i="0"/>
              <a:t>Diez Mil Ángeles</a:t>
            </a:r>
            <a:endParaRPr sz="60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 wrap="square">
            <a:noAutofit/>
          </a:bodyPr>
          <a:lstStyle/>
          <a:p>
            <a:r>
              <a:rPr sz="1400" b="0" i="0"/>
              <a:t>Palabras y Musica por: Ray Overholt</a:t>
            </a:r>
            <a:br>
              <a:rPr sz="1400" b="0" i="0"/>
            </a:br>
            <a:br>
              <a:rPr sz="1400" b="0" i="0"/>
            </a:br>
            <a:r>
              <a:rPr sz="1400" b="0" i="0"/>
              <a:t>Los Derechs De Autor © 1959 Lillenas Publishing Company (Administered by The Copyright Company Nashville, TN)</a:t>
            </a:r>
            <a:br>
              <a:rPr sz="1400" b="0" i="0"/>
            </a:br>
            <a:br>
              <a:rPr sz="1400" b="0" i="0"/>
            </a:br>
            <a:r>
              <a:rPr sz="1400" b="0" i="0"/>
              <a:t>Todos Los Derechos Reservados. Derechos De Autor Internacionales Garantizados. Utilizada Con Permiso.</a:t>
            </a:r>
            <a:endParaRPr sz="1400" b="0" i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6" b="16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1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1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6" b="16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492834"/>
            <a:ext cx="2093104" cy="4775052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59814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59787"/>
            <a:ext cx="365760" cy="365760"/>
          </a:xfrm>
        </p:spPr>
        <p:txBody>
          <a:bodyPr/>
          <a:lstStyle/>
          <a:p>
            <a:r>
              <a:t>621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79295"/>
            <a:ext cx="1213847" cy="1129197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Ten Thousand Angels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86889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87677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621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30" r="30"/>
          <a:stretch>
            <a:fillRect/>
          </a:stretch>
        </p:blipFill>
        <p:spPr>
          <a:xfrm>
            <a:off x="731520" y="149933"/>
            <a:ext cx="6858000" cy="5415132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9617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9591"/>
          </a:xfrm>
        </p:spPr>
        <p:txBody>
          <a:bodyPr wrap="square">
            <a:noAutofit/>
          </a:bodyPr>
          <a:lstStyle/>
          <a:p>
            <a:r>
              <a:rPr sz="1800" b="0" i="0"/>
              <a:t>Diez Mil Ángeles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73878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6082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228600" y="89974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228600" y="1338653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77565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16477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655389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228600" y="3094301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33213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>
            <a:noAutofit/>
          </a:bodyPr>
          <a:lstStyle/>
          <a:p>
            <a:r>
              <a:rPr sz="9600" b="1" i="0">
                <a:latin typeface="Century Gothic"/>
              </a:rPr>
              <a:t>Prayer</a:t>
            </a:r>
            <a:endParaRPr sz="9600" b="1" i="0">
              <a:latin typeface="Century Gothic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9600" b="1" i="0"/>
              <a:t>Oración</a:t>
            </a:r>
            <a:endParaRPr sz="9600" b="1" i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707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4100" b="0" i="0">
                <a:latin typeface="Century Gothic"/>
              </a:rPr>
              <a:t>To Christ Be Loyal and Be True</a:t>
            </a:r>
            <a:endParaRPr sz="41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by: Elisha A. Hoffman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 by: D. M. Wilson 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 wrap="square">
            <a:noAutofit/>
          </a:bodyPr>
          <a:lstStyle/>
          <a:p>
            <a:r>
              <a:rPr sz="2800" b="0" i="0">
                <a:latin typeface="Calibri"/>
              </a:rPr>
              <a:t>Chorus After Verses 2 &amp; 4</a:t>
            </a:r>
            <a:endParaRPr sz="2800" b="0" i="0">
              <a:latin typeface="Calibri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9" name="Text Placeholder 8"/>
          <p:cNvSpPr>
            <a:spLocks noGrp="1"/>
          </p:cNvSpPr>
          <p:nvPr>
            <p:ph type="body" idx="17" sz="quarter"/>
          </p:nvPr>
        </p:nvSpPr>
        <p:spPr/>
        <p:txBody>
          <a:bodyPr wrap="square">
            <a:noAutofit/>
          </a:bodyPr>
          <a:lstStyle/>
          <a:p>
            <a:r>
              <a:rPr sz="2400" b="0" i="0">
                <a:latin typeface="Calibri"/>
              </a:rPr>
              <a:t>Invitation Song</a:t>
            </a:r>
            <a:endParaRPr sz="2400" b="0" i="0">
              <a:latin typeface="Calibri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 wrap="square">
            <a:noAutofit/>
          </a:bodyPr>
          <a:lstStyle/>
          <a:p>
            <a:r>
              <a:rPr sz="6000" b="0" i="0"/>
              <a:t>A Jesucristo Sé Fiel</a:t>
            </a:r>
            <a:endParaRPr sz="60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 wrap="square">
            <a:noAutofit/>
          </a:bodyPr>
          <a:lstStyle/>
          <a:p>
            <a:r>
              <a:rPr sz="1600" b="0" i="0"/>
              <a:t>Palabras por: Elisha A. Hoffman</a:t>
            </a:r>
            <a:br>
              <a:rPr sz="1600" b="0" i="0"/>
            </a:br>
            <a:br>
              <a:rPr sz="1600" b="0" i="0"/>
            </a:br>
            <a:r>
              <a:rPr sz="1600" b="0" i="0"/>
              <a:t>Musica por: D. M. Wilson </a:t>
            </a:r>
            <a:endParaRPr sz="1600" b="0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 wrap="square">
            <a:noAutofit/>
          </a:bodyPr>
          <a:lstStyle/>
          <a:p>
            <a:r>
              <a:rPr sz="2800" b="0" i="0"/>
              <a:t>Chorus After Verses 2 &amp; 4</a:t>
            </a:r>
            <a:endParaRPr sz="2800" b="0" i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22" sz="quarter"/>
          </p:nvPr>
        </p:nvSpPr>
        <p:spPr/>
        <p:txBody>
          <a:bodyPr wrap="square">
            <a:noAutofit/>
          </a:bodyPr>
          <a:lstStyle/>
          <a:p>
            <a:r>
              <a:rPr sz="2400" b="0" i="0"/>
              <a:t>Himno de Invitación</a:t>
            </a:r>
            <a:endParaRPr sz="2400" b="0" i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32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4100" b="0" i="0">
                <a:latin typeface="Century Gothic"/>
              </a:rPr>
              <a:t>Theophany (High above the Seraphim)</a:t>
            </a:r>
            <a:endParaRPr sz="41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Theophany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© 2001 David and Jimona Maravilla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Tune: MAZURKA • Frederic Chopin (1829); arr. C. A. Roberts (2001)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Hymn: C. A. Roberts (2001)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shs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 wrap="square">
            <a:noAutofit/>
          </a:bodyPr>
          <a:lstStyle/>
          <a:p>
            <a:r>
              <a:rPr sz="4500" b="0" i="0"/>
              <a:t>Teofanía (Más Alto Que Un Serafín)</a:t>
            </a:r>
            <a:endParaRPr sz="45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 wrap="square">
            <a:noAutofit/>
          </a:bodyPr>
          <a:lstStyle/>
          <a:p>
            <a:r>
              <a:rPr sz="1600" b="0" i="0"/>
              <a:t>Teofanía</a:t>
            </a:r>
            <a:br>
              <a:rPr sz="1600" b="0" i="0"/>
            </a:br>
            <a:br>
              <a:rPr sz="1600" b="0" i="0"/>
            </a:br>
            <a:r>
              <a:rPr sz="1600" b="0" i="0"/>
              <a:t>© 2001 David and Jimona Maravilla</a:t>
            </a:r>
            <a:br>
              <a:rPr sz="1600" b="0" i="0"/>
            </a:br>
            <a:br>
              <a:rPr sz="1600" b="0" i="0"/>
            </a:br>
            <a:r>
              <a:rPr sz="1600" b="0" i="0"/>
              <a:t>Muscia por: MAZURKA • Frederic Chopin (1829); arr. C. A. Roberts (2001)</a:t>
            </a:r>
            <a:br>
              <a:rPr sz="1600" b="0" i="0"/>
            </a:br>
            <a:br>
              <a:rPr sz="1600" b="0" i="0"/>
            </a:br>
            <a:r>
              <a:rPr sz="1600" b="0" i="0"/>
              <a:t>Palabras por: C. A. Roberts (2001)</a:t>
            </a:r>
            <a:endParaRPr sz="1600" b="0" i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08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075560" y="457201"/>
            <a:ext cx="2093104" cy="484632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sh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6824922" y="562509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6824922" y="1024153"/>
            <a:ext cx="365760" cy="365760"/>
          </a:xfrm>
        </p:spPr>
        <p:txBody>
          <a:bodyPr/>
          <a:lstStyle/>
          <a:p>
            <a:r>
              <a:t>32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6823311" y="1543662"/>
            <a:ext cx="1213847" cy="1164831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Theophany (High above the Seraphim)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6823311" y="4422523"/>
            <a:ext cx="1213399" cy="365760"/>
          </a:xfrm>
        </p:spPr>
        <p:txBody>
          <a:bodyPr/>
          <a:lstStyle/>
          <a:p>
            <a:r>
              <a:t>© 2014 Sumphonia Productions, LLC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970763" y="352044"/>
            <a:ext cx="914400" cy="138988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hss-088-1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2" r="12"/>
          <a:stretch>
            <a:fillRect/>
          </a:stretch>
        </p:blipFill>
        <p:spPr>
          <a:xfrm>
            <a:off x="1587983" y="114300"/>
            <a:ext cx="5145072" cy="548640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6823311" y="4831811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6822864" y="2790825"/>
            <a:ext cx="1213847" cy="1165225"/>
          </a:xfrm>
        </p:spPr>
        <p:txBody>
          <a:bodyPr wrap="square">
            <a:noAutofit/>
          </a:bodyPr>
          <a:lstStyle/>
          <a:p>
            <a:r>
              <a:rPr sz="1800" b="0" i="0"/>
              <a:t>Teofanía (Más Alto Que Un Serafín)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6822863" y="4009512"/>
            <a:ext cx="1213847" cy="365125"/>
          </a:xfrm>
        </p:spPr>
        <p:txBody>
          <a:bodyPr/>
          <a:lstStyle/>
          <a:p>
            <a:r>
              <a:t>Traducción Keren Coronado-Mendez</a:t>
            </a:r>
          </a:p>
        </p:txBody>
      </p:sp>
      <p:sp>
        <p:nvSpPr>
          <p:cNvPr id="12" name="Oval 11"/>
          <p:cNvSpPr/>
          <p:nvPr/>
        </p:nvSpPr>
        <p:spPr>
          <a:xfrm>
            <a:off x="1085063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085063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4" name="Oval 13"/>
          <p:cNvSpPr/>
          <p:nvPr/>
        </p:nvSpPr>
        <p:spPr>
          <a:xfrm>
            <a:off x="1085063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502315"/>
            <a:ext cx="2093104" cy="475609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607623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69268"/>
            <a:ext cx="365760" cy="365760"/>
          </a:xfrm>
        </p:spPr>
        <p:txBody>
          <a:bodyPr/>
          <a:lstStyle/>
          <a:p>
            <a:r>
              <a:t>707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88776"/>
            <a:ext cx="1213847" cy="1119716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To Christ Be Loyal and Be True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77408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97158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07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" r="2"/>
          <a:stretch>
            <a:fillRect/>
          </a:stretch>
        </p:blipFill>
        <p:spPr>
          <a:xfrm>
            <a:off x="731520" y="159414"/>
            <a:ext cx="6858000" cy="539617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86696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0110"/>
          </a:xfrm>
        </p:spPr>
        <p:txBody>
          <a:bodyPr wrap="square">
            <a:noAutofit/>
          </a:bodyPr>
          <a:lstStyle/>
          <a:p>
            <a:r>
              <a:rPr sz="1800" b="0" i="0"/>
              <a:t>A Jesucristo Sé Fiel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64397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2024" y="433734"/>
            <a:ext cx="438912" cy="1316736"/>
          </a:xfrm>
          <a:prstGeom prst="roundRect">
            <a:avLst>
              <a:gd name="adj" fmla="val 100000"/>
            </a:avLst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" y="47031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310896" y="909222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8600" y="1348134"/>
            <a:ext cx="365760" cy="3657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178704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7" name="Oval 16"/>
          <p:cNvSpPr/>
          <p:nvPr/>
        </p:nvSpPr>
        <p:spPr>
          <a:xfrm>
            <a:off x="228600" y="222595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10896" y="2664870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8600" y="310378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228600" y="354269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502315"/>
            <a:ext cx="2093104" cy="475609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607623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69268"/>
            <a:ext cx="365760" cy="365760"/>
          </a:xfrm>
        </p:spPr>
        <p:txBody>
          <a:bodyPr/>
          <a:lstStyle/>
          <a:p>
            <a:r>
              <a:t>707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88776"/>
            <a:ext cx="1213847" cy="1119716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To Christ Be Loyal and Be True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77408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97158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07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" r="2"/>
          <a:stretch>
            <a:fillRect/>
          </a:stretch>
        </p:blipFill>
        <p:spPr>
          <a:xfrm>
            <a:off x="731520" y="159414"/>
            <a:ext cx="6858000" cy="539617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86696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0110"/>
          </a:xfrm>
        </p:spPr>
        <p:txBody>
          <a:bodyPr wrap="square">
            <a:noAutofit/>
          </a:bodyPr>
          <a:lstStyle/>
          <a:p>
            <a:r>
              <a:rPr sz="1800" b="0" i="0"/>
              <a:t>A Jesucristo Sé Fiel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64397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7031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0896" y="909222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" y="134813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8704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2595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0896" y="2664870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8600" y="310378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4269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502315"/>
            <a:ext cx="2093104" cy="475609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607623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69268"/>
            <a:ext cx="365760" cy="365760"/>
          </a:xfrm>
        </p:spPr>
        <p:txBody>
          <a:bodyPr/>
          <a:lstStyle/>
          <a:p>
            <a:r>
              <a:t>707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88776"/>
            <a:ext cx="1213847" cy="1119716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To Christ Be Loyal and Be True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77408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97158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07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" r="2"/>
          <a:stretch>
            <a:fillRect/>
          </a:stretch>
        </p:blipFill>
        <p:spPr>
          <a:xfrm>
            <a:off x="731520" y="159414"/>
            <a:ext cx="6858000" cy="539617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86696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0110"/>
          </a:xfrm>
        </p:spPr>
        <p:txBody>
          <a:bodyPr wrap="square">
            <a:noAutofit/>
          </a:bodyPr>
          <a:lstStyle/>
          <a:p>
            <a:r>
              <a:rPr sz="1800" b="0" i="0"/>
              <a:t>A Jesucristo Sé Fiel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64397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7031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0896" y="909222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" y="134813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8704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2595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0896" y="2664870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8600" y="310378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4269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502315"/>
            <a:ext cx="2093104" cy="475609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607623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69268"/>
            <a:ext cx="365760" cy="365760"/>
          </a:xfrm>
        </p:spPr>
        <p:txBody>
          <a:bodyPr/>
          <a:lstStyle/>
          <a:p>
            <a:r>
              <a:t>707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88776"/>
            <a:ext cx="1213847" cy="1119716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To Christ Be Loyal and Be True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77408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97158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07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" r="2"/>
          <a:stretch>
            <a:fillRect/>
          </a:stretch>
        </p:blipFill>
        <p:spPr>
          <a:xfrm>
            <a:off x="731520" y="159414"/>
            <a:ext cx="6858000" cy="539617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86696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0110"/>
          </a:xfrm>
        </p:spPr>
        <p:txBody>
          <a:bodyPr wrap="square">
            <a:noAutofit/>
          </a:bodyPr>
          <a:lstStyle/>
          <a:p>
            <a:r>
              <a:rPr sz="1800" b="0" i="0"/>
              <a:t>A Jesucristo Sé Fiel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64397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7031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0896" y="909222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" y="134813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8704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2595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0896" y="2664870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8600" y="310378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4269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502315"/>
            <a:ext cx="2093104" cy="475609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607623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69268"/>
            <a:ext cx="365760" cy="365760"/>
          </a:xfrm>
        </p:spPr>
        <p:txBody>
          <a:bodyPr/>
          <a:lstStyle/>
          <a:p>
            <a:r>
              <a:t>707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88776"/>
            <a:ext cx="1213847" cy="1119716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To Christ Be Loyal and Be True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77408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97158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07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" r="2"/>
          <a:stretch>
            <a:fillRect/>
          </a:stretch>
        </p:blipFill>
        <p:spPr>
          <a:xfrm>
            <a:off x="731520" y="159414"/>
            <a:ext cx="6858000" cy="539617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86696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0110"/>
          </a:xfrm>
        </p:spPr>
        <p:txBody>
          <a:bodyPr wrap="square">
            <a:noAutofit/>
          </a:bodyPr>
          <a:lstStyle/>
          <a:p>
            <a:r>
              <a:rPr sz="1800" b="0" i="0"/>
              <a:t>A Jesucristo Sé Fiel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64397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7031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0896" y="909222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" y="134813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8704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" y="2189382"/>
            <a:ext cx="438912" cy="1316736"/>
          </a:xfrm>
          <a:prstGeom prst="roundRect">
            <a:avLst>
              <a:gd name="adj" fmla="val 100000"/>
            </a:avLst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8600" y="222595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10896" y="2664870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8600" y="3103782"/>
            <a:ext cx="365760" cy="3657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228600" y="354269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502315"/>
            <a:ext cx="2093104" cy="475609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607623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69268"/>
            <a:ext cx="365760" cy="365760"/>
          </a:xfrm>
        </p:spPr>
        <p:txBody>
          <a:bodyPr/>
          <a:lstStyle/>
          <a:p>
            <a:r>
              <a:t>707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88776"/>
            <a:ext cx="1213847" cy="1119716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To Christ Be Loyal and Be True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77408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97158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07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" r="2"/>
          <a:stretch>
            <a:fillRect/>
          </a:stretch>
        </p:blipFill>
        <p:spPr>
          <a:xfrm>
            <a:off x="731520" y="159414"/>
            <a:ext cx="6858000" cy="539617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86696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0110"/>
          </a:xfrm>
        </p:spPr>
        <p:txBody>
          <a:bodyPr wrap="square">
            <a:noAutofit/>
          </a:bodyPr>
          <a:lstStyle/>
          <a:p>
            <a:r>
              <a:rPr sz="1800" b="0" i="0"/>
              <a:t>A Jesucristo Sé Fiel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64397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7031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0896" y="909222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" y="134813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8704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2595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0896" y="2664870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8600" y="310378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4269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502315"/>
            <a:ext cx="2093104" cy="475609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607623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69268"/>
            <a:ext cx="365760" cy="365760"/>
          </a:xfrm>
        </p:spPr>
        <p:txBody>
          <a:bodyPr/>
          <a:lstStyle/>
          <a:p>
            <a:r>
              <a:t>707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88776"/>
            <a:ext cx="1213847" cy="1119716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To Christ Be Loyal and Be True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77408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97158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07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" r="2"/>
          <a:stretch>
            <a:fillRect/>
          </a:stretch>
        </p:blipFill>
        <p:spPr>
          <a:xfrm>
            <a:off x="731520" y="159414"/>
            <a:ext cx="6858000" cy="539617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86696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0110"/>
          </a:xfrm>
        </p:spPr>
        <p:txBody>
          <a:bodyPr wrap="square">
            <a:noAutofit/>
          </a:bodyPr>
          <a:lstStyle/>
          <a:p>
            <a:r>
              <a:rPr sz="1800" b="0" i="0"/>
              <a:t>A Jesucristo Sé Fiel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64397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7031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0896" y="909222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" y="134813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8704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2595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0896" y="2664870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8600" y="310378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4269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6932024" y="502315"/>
            <a:ext cx="2093104" cy="475609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681386" y="607623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7681386" y="1069268"/>
            <a:ext cx="365760" cy="365760"/>
          </a:xfrm>
        </p:spPr>
        <p:txBody>
          <a:bodyPr/>
          <a:lstStyle/>
          <a:p>
            <a:r>
              <a:t>707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7679775" y="1588776"/>
            <a:ext cx="1213847" cy="1119716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To Christ Be Loyal and Be True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7679775" y="4377408"/>
            <a:ext cx="1213399" cy="365760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114300" y="397158"/>
            <a:ext cx="914400" cy="3584448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707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2" r="2"/>
          <a:stretch>
            <a:fillRect/>
          </a:stretch>
        </p:blipFill>
        <p:spPr>
          <a:xfrm>
            <a:off x="731520" y="159414"/>
            <a:ext cx="6858000" cy="539617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679775" y="4786696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7679328" y="2790825"/>
            <a:ext cx="1213847" cy="1120110"/>
          </a:xfrm>
        </p:spPr>
        <p:txBody>
          <a:bodyPr wrap="square">
            <a:noAutofit/>
          </a:bodyPr>
          <a:lstStyle/>
          <a:p>
            <a:r>
              <a:rPr sz="1800" b="0" i="0"/>
              <a:t>A Jesucristo Sé Fiel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7679327" y="3964397"/>
            <a:ext cx="1213847" cy="365125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228600" y="47031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310896" y="909222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28600" y="1348134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228600" y="178704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Oval 15"/>
          <p:cNvSpPr/>
          <p:nvPr/>
        </p:nvSpPr>
        <p:spPr>
          <a:xfrm>
            <a:off x="228600" y="222595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3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310896" y="2664870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28600" y="310378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228600" y="3542694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>
            <a:noAutofit/>
          </a:bodyPr>
          <a:lstStyle/>
          <a:p>
            <a:r>
              <a:rPr sz="9600" b="1" i="0">
                <a:latin typeface="Century Gothic"/>
              </a:rPr>
              <a:t>Prayer</a:t>
            </a:r>
            <a:endParaRPr sz="9600" b="1" i="0">
              <a:latin typeface="Century Gothic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9600" b="1" i="0"/>
              <a:t>Oración</a:t>
            </a:r>
            <a:endParaRPr sz="9600" b="1" i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99518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0</vt:i4>
      </vt:variant>
    </vt:vector>
  </HeadingPairs>
  <TitlesOfParts>
    <vt:vector size="14" baseType="lpstr">
      <vt:lpstr>Alegreya Sans Light</vt:lpstr>
      <vt:lpstr>Alegreya Sans Medium</vt:lpstr>
      <vt:lpstr>Arial</vt:lpstr>
      <vt:lpstr>Calibri</vt:lpstr>
      <vt:lpstr>Century Gothic</vt:lpstr>
      <vt:lpstr>Wingdings</vt:lpstr>
      <vt:lpstr>Song Titles</vt:lpstr>
      <vt:lpstr>Custom Design</vt:lpstr>
      <vt:lpstr>1_Custom Design</vt:lpstr>
      <vt:lpstr>2_Custom Design</vt:lpstr>
      <vt:lpstr>3_Custom Design</vt:lpstr>
      <vt:lpstr>4_Custom Design</vt:lpstr>
      <vt:lpstr>5_Custom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Williams David</cp:lastModifiedBy>
  <cp:revision>302</cp:revision>
  <dcterms:created xsi:type="dcterms:W3CDTF">2019-05-01T02:25:12Z</dcterms:created>
  <dcterms:modified xsi:type="dcterms:W3CDTF">2019-11-16T23:57:39Z</dcterms:modified>
</cp:coreProperties>
</file>