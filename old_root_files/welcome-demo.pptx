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76" r:id="rId2"/>
    <p:sldId id="377" r:id="rId3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507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4296EF3B-86DC-4D12-9A9D-E6A40A1C8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20AC850-BFDE-4F9D-8A53-20C7E2BB2084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031" rIns="0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</a:rPr>
              <a:t>Invitation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322026-93A3-4BCD-B71B-F509241943B9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205694-6F5E-40C0-A361-EFFCC9885042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C3B885D6-1467-47BE-BAD3-EAAFF5AAE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1555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8CD1A-F0B8-4482-ADFA-04E9A09E23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4" name="Picture 3" descr="A drawing of a face&#10;&#10;Description automatically generated">
            <a:extLst>
              <a:ext uri="{FF2B5EF4-FFF2-40B4-BE49-F238E27FC236}">
                <a16:creationId xmlns:a16="http://schemas.microsoft.com/office/drawing/2014/main" id="{A945F061-02DC-453B-81E4-C48A61A959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912264"/>
            <a:ext cx="3785751" cy="37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89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table, sitting, paper&#10;&#10;Description automatically generated">
            <a:extLst>
              <a:ext uri="{FF2B5EF4-FFF2-40B4-BE49-F238E27FC236}">
                <a16:creationId xmlns:a16="http://schemas.microsoft.com/office/drawing/2014/main" id="{39B35DE4-926F-4673-8006-BBEBE2D76F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26" cy="5715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E087E3-7321-48B0-AE6A-5BE1E35A979E}"/>
              </a:ext>
            </a:extLst>
          </p:cNvPr>
          <p:cNvSpPr/>
          <p:nvPr userDrawn="1"/>
        </p:nvSpPr>
        <p:spPr>
          <a:xfrm>
            <a:off x="5216122" y="1578922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5751B2-9DAE-4F05-9F58-579C980FFBB1}"/>
              </a:ext>
            </a:extLst>
          </p:cNvPr>
          <p:cNvSpPr/>
          <p:nvPr userDrawn="1"/>
        </p:nvSpPr>
        <p:spPr>
          <a:xfrm>
            <a:off x="5351821" y="1684407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9:00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44B33B-593B-4162-89DC-67A6C58C3C02}"/>
              </a:ext>
            </a:extLst>
          </p:cNvPr>
          <p:cNvSpPr/>
          <p:nvPr userDrawn="1"/>
        </p:nvSpPr>
        <p:spPr>
          <a:xfrm>
            <a:off x="392119" y="218772"/>
            <a:ext cx="4417883" cy="4417883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Thanks for being with us tonight.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Please join us again this Sunday!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45F36-3824-4155-9DCB-0578ACCD3867}"/>
              </a:ext>
            </a:extLst>
          </p:cNvPr>
          <p:cNvSpPr txBox="1"/>
          <p:nvPr userDrawn="1"/>
        </p:nvSpPr>
        <p:spPr>
          <a:xfrm>
            <a:off x="6430854" y="1726603"/>
            <a:ext cx="2321024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Bible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BEFA6F-B836-4445-857E-DC29CC15D67F}"/>
              </a:ext>
            </a:extLst>
          </p:cNvPr>
          <p:cNvSpPr/>
          <p:nvPr userDrawn="1"/>
        </p:nvSpPr>
        <p:spPr>
          <a:xfrm>
            <a:off x="5216122" y="2924504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A4FD39-9662-44A8-A861-33633C62064D}"/>
              </a:ext>
            </a:extLst>
          </p:cNvPr>
          <p:cNvSpPr/>
          <p:nvPr userDrawn="1"/>
        </p:nvSpPr>
        <p:spPr>
          <a:xfrm>
            <a:off x="5351821" y="3029989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10:00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58BF84-EC4E-4552-A68D-3CC0F1E630D0}"/>
              </a:ext>
            </a:extLst>
          </p:cNvPr>
          <p:cNvSpPr/>
          <p:nvPr userDrawn="1"/>
        </p:nvSpPr>
        <p:spPr>
          <a:xfrm>
            <a:off x="5216122" y="4270086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B321D7-6A67-4641-B151-90AC7C8B1268}"/>
              </a:ext>
            </a:extLst>
          </p:cNvPr>
          <p:cNvSpPr/>
          <p:nvPr userDrawn="1"/>
        </p:nvSpPr>
        <p:spPr>
          <a:xfrm>
            <a:off x="5351821" y="4375571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6:00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0BADE-102C-49F8-A035-C0C5F95E9961}"/>
              </a:ext>
            </a:extLst>
          </p:cNvPr>
          <p:cNvSpPr txBox="1"/>
          <p:nvPr userDrawn="1"/>
        </p:nvSpPr>
        <p:spPr>
          <a:xfrm>
            <a:off x="6430854" y="3029989"/>
            <a:ext cx="2418543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Morning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05A34-1396-4D13-99B6-EA9354295241}"/>
              </a:ext>
            </a:extLst>
          </p:cNvPr>
          <p:cNvSpPr txBox="1"/>
          <p:nvPr userDrawn="1"/>
        </p:nvSpPr>
        <p:spPr>
          <a:xfrm>
            <a:off x="6430854" y="4383986"/>
            <a:ext cx="2377772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Evening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7C1D0F-410E-4754-9D75-F70681E68200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A034591-9BBC-4255-A9B8-55A5B8B5F380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8" name="Picture 1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15FB5808-09F3-4E57-AB30-0905797A5A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0730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rgbClr val="5180AC"/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face&#10;&#10;Description automatically generated">
            <a:extLst>
              <a:ext uri="{FF2B5EF4-FFF2-40B4-BE49-F238E27FC236}">
                <a16:creationId xmlns:a16="http://schemas.microsoft.com/office/drawing/2014/main" id="{526BF870-3C21-4FE5-8BED-CB2A3F215D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498607"/>
            <a:ext cx="3785751" cy="3785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D85100-DB93-4854-90DD-5B690740542D}"/>
              </a:ext>
            </a:extLst>
          </p:cNvPr>
          <p:cNvSpPr txBox="1"/>
          <p:nvPr userDrawn="1"/>
        </p:nvSpPr>
        <p:spPr>
          <a:xfrm>
            <a:off x="2006599" y="4521199"/>
            <a:ext cx="513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embryhills.com</a:t>
            </a:r>
          </a:p>
        </p:txBody>
      </p:sp>
    </p:spTree>
    <p:extLst>
      <p:ext uri="{BB962C8B-B14F-4D97-AF65-F5344CB8AC3E}">
        <p14:creationId xmlns:p14="http://schemas.microsoft.com/office/powerpoint/2010/main" val="2495988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3760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481071-5E50-44FA-90EC-BE3C960AC901}"/>
              </a:ext>
            </a:extLst>
          </p:cNvPr>
          <p:cNvSpPr txBox="1"/>
          <p:nvPr userDrawn="1"/>
        </p:nvSpPr>
        <p:spPr>
          <a:xfrm>
            <a:off x="853944" y="2072670"/>
            <a:ext cx="76401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SERMON</a:t>
            </a:r>
          </a:p>
        </p:txBody>
      </p:sp>
    </p:spTree>
    <p:extLst>
      <p:ext uri="{BB962C8B-B14F-4D97-AF65-F5344CB8AC3E}">
        <p14:creationId xmlns:p14="http://schemas.microsoft.com/office/powerpoint/2010/main" val="2294540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2180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ightstock_203229_comp">
            <a:hlinkClick r:id="" action="ppaction://media"/>
            <a:extLst>
              <a:ext uri="{FF2B5EF4-FFF2-40B4-BE49-F238E27FC236}">
                <a16:creationId xmlns:a16="http://schemas.microsoft.com/office/drawing/2014/main" id="{804FB1E9-2301-4CC9-8D48-D53AD469EF1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418011" y="0"/>
            <a:ext cx="10157522" cy="5715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073FA19-305C-4EF7-9DAA-2C550FEA0716}"/>
              </a:ext>
            </a:extLst>
          </p:cNvPr>
          <p:cNvSpPr/>
          <p:nvPr/>
        </p:nvSpPr>
        <p:spPr>
          <a:xfrm>
            <a:off x="0" y="1103974"/>
            <a:ext cx="9144000" cy="1042822"/>
          </a:xfrm>
          <a:prstGeom prst="rect">
            <a:avLst/>
          </a:prstGeom>
          <a:solidFill>
            <a:srgbClr val="1B25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0" i="0" u="none" strike="noStrike" kern="1200" cap="sm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Sunday Morning Worship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9A2798-70BB-42B0-9186-568DBA6F6AAE}"/>
              </a:ext>
            </a:extLst>
          </p:cNvPr>
          <p:cNvSpPr txBox="1"/>
          <p:nvPr/>
        </p:nvSpPr>
        <p:spPr>
          <a:xfrm>
            <a:off x="1779515" y="235309"/>
            <a:ext cx="554114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ness" panose="02000500000000000000" pitchFamily="2" charset="0"/>
                <a:ea typeface="+mn-ea"/>
                <a:cs typeface="+mn-cs"/>
              </a:rPr>
              <a:t>Welcome to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EC2495A-D406-4B39-AD2D-2587362D3370}"/>
              </a:ext>
            </a:extLst>
          </p:cNvPr>
          <p:cNvSpPr/>
          <p:nvPr/>
        </p:nvSpPr>
        <p:spPr>
          <a:xfrm>
            <a:off x="1500674" y="4726945"/>
            <a:ext cx="6081649" cy="5760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C48772B5-F4CF-45B8-81C1-FB365E9656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1676" y="4786190"/>
            <a:ext cx="1782830" cy="457593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BEE2BCE-E452-4A19-85E5-B99693155B25}"/>
              </a:ext>
            </a:extLst>
          </p:cNvPr>
          <p:cNvSpPr/>
          <p:nvPr/>
        </p:nvSpPr>
        <p:spPr>
          <a:xfrm>
            <a:off x="3582318" y="4814926"/>
            <a:ext cx="2638830" cy="40011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255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September 27, 2020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A24D5D8-156E-498A-976F-10F409972966}"/>
              </a:ext>
            </a:extLst>
          </p:cNvPr>
          <p:cNvSpPr/>
          <p:nvPr/>
        </p:nvSpPr>
        <p:spPr>
          <a:xfrm>
            <a:off x="6458961" y="4814926"/>
            <a:ext cx="1056982" cy="400110"/>
          </a:xfrm>
          <a:prstGeom prst="roundRect">
            <a:avLst>
              <a:gd name="adj" fmla="val 50000"/>
            </a:avLst>
          </a:prstGeom>
          <a:solidFill>
            <a:srgbClr val="1B25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0:00</a:t>
            </a:r>
          </a:p>
        </p:txBody>
      </p:sp>
    </p:spTree>
    <p:extLst>
      <p:ext uri="{BB962C8B-B14F-4D97-AF65-F5344CB8AC3E}">
        <p14:creationId xmlns:p14="http://schemas.microsoft.com/office/powerpoint/2010/main" val="1275014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remove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ightstock_707805_comp">
            <a:hlinkClick r:id="" action="ppaction://media"/>
            <a:extLst>
              <a:ext uri="{FF2B5EF4-FFF2-40B4-BE49-F238E27FC236}">
                <a16:creationId xmlns:a16="http://schemas.microsoft.com/office/drawing/2014/main" id="{53F41E7A-C949-43E7-A509-16C3AF2E10D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282493"/>
            <a:ext cx="9144000" cy="5144757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E2F2E8-18A8-43F6-B66E-712456D58FDA}"/>
              </a:ext>
            </a:extLst>
          </p:cNvPr>
          <p:cNvSpPr/>
          <p:nvPr/>
        </p:nvSpPr>
        <p:spPr>
          <a:xfrm>
            <a:off x="1178011" y="4709528"/>
            <a:ext cx="6787978" cy="5760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Picture 15" descr="A close up of a sign&#10;&#10;Description automatically generated">
            <a:extLst>
              <a:ext uri="{FF2B5EF4-FFF2-40B4-BE49-F238E27FC236}">
                <a16:creationId xmlns:a16="http://schemas.microsoft.com/office/drawing/2014/main" id="{F5925D9B-804C-451C-85C8-4D1113EAA1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013" y="4768773"/>
            <a:ext cx="1782830" cy="45759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295A45D-1CCD-432D-A472-D0B5232C2419}"/>
              </a:ext>
            </a:extLst>
          </p:cNvPr>
          <p:cNvSpPr txBox="1"/>
          <p:nvPr/>
        </p:nvSpPr>
        <p:spPr>
          <a:xfrm>
            <a:off x="6908209" y="4735954"/>
            <a:ext cx="9967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B255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0:00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7456E2D-B48D-4CCF-8DB9-B8375E34B337}"/>
              </a:ext>
            </a:extLst>
          </p:cNvPr>
          <p:cNvSpPr/>
          <p:nvPr/>
        </p:nvSpPr>
        <p:spPr>
          <a:xfrm>
            <a:off x="0" y="682605"/>
            <a:ext cx="9144000" cy="4202883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1B255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COVID-19 Precautions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B255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55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Social Distancing: Please stay 6 feet apart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55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Face Masks Required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55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Building Cleaning between services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55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No hugs or handshakes please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B255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Worship online if you have symptoms or are high risk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0A48EE7-C553-46F8-A9AF-116FC7426CE0}"/>
              </a:ext>
            </a:extLst>
          </p:cNvPr>
          <p:cNvSpPr/>
          <p:nvPr/>
        </p:nvSpPr>
        <p:spPr>
          <a:xfrm>
            <a:off x="3265581" y="4797509"/>
            <a:ext cx="3398890" cy="400110"/>
          </a:xfrm>
          <a:prstGeom prst="roundRect">
            <a:avLst>
              <a:gd name="adj" fmla="val 50000"/>
            </a:avLst>
          </a:prstGeom>
          <a:solidFill>
            <a:srgbClr val="1B25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 panose="020B0504020202020204" pitchFamily="34" charset="0"/>
                <a:ea typeface="+mn-ea"/>
                <a:cs typeface="+mn-cs"/>
              </a:rPr>
              <a:t>September 27, 2020 • 8:30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7596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8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49</Words>
  <Application>Microsoft Office PowerPoint</Application>
  <PresentationFormat>On-screen Show (16:10)</PresentationFormat>
  <Paragraphs>13</Paragraphs>
  <Slides>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Avenir Next LT Pro</vt:lpstr>
      <vt:lpstr>Calibri</vt:lpstr>
      <vt:lpstr>Century Gothic</vt:lpstr>
      <vt:lpstr>Rockness</vt:lpstr>
      <vt:lpstr>6_Custom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Williams</dc:creator>
  <cp:lastModifiedBy>David Williams</cp:lastModifiedBy>
  <cp:revision>1</cp:revision>
  <dcterms:created xsi:type="dcterms:W3CDTF">2020-10-26T23:24:42Z</dcterms:created>
  <dcterms:modified xsi:type="dcterms:W3CDTF">2020-10-26T23:25:45Z</dcterms:modified>
</cp:coreProperties>
</file>