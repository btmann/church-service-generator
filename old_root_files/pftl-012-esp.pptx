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899" y="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12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5600" b="1" i="0">
                <a:latin typeface="Alegreya Sans ExtraBold"/>
              </a:rPr>
              <a:t>EN LA CRUZ</a:t>
            </a:r>
            <a:endParaRPr sz="56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300" b="0" i="0">
                <a:latin typeface="Alegreya Sans Medium"/>
              </a:rPr>
              <a:t>Palabras por: Isaac Watts, coro por: Ralph E. Hudson
Musica por: Ralph E. Hudson</a:t>
            </a:r>
            <a:endParaRPr sz="13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36168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597103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ALAS! AND DID MY SAVIOR BLEED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EN LA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Pedro Grado</a:t>
            </a:r>
          </a:p>
        </p:txBody>
      </p:sp>
      <p:pic>
        <p:nvPicPr>
          <p:cNvPr id="9" name="Picture Placeholder 8" descr="pftl-012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944696" y="114300"/>
            <a:ext cx="7803247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441776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177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177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177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177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177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ALAS! AND DID MY SAVIOR BLEED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EN LA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Pedro Grado</a:t>
            </a:r>
          </a:p>
        </p:txBody>
      </p:sp>
      <p:pic>
        <p:nvPicPr>
          <p:cNvPr id="9" name="Picture Placeholder 8" descr="pftl-012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944696" y="114300"/>
            <a:ext cx="7803247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177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1776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177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177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177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177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ALAS! AND DID MY SAVIOR BLEED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EN LA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Pedro Grado</a:t>
            </a:r>
          </a:p>
        </p:txBody>
      </p:sp>
      <p:pic>
        <p:nvPicPr>
          <p:cNvPr id="9" name="Picture Placeholder 8" descr="pftl-012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944696" y="114300"/>
            <a:ext cx="7803247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177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177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1776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177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177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177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ALAS! AND DID MY SAVIOR BLEED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EN LA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Pedro Grado</a:t>
            </a:r>
          </a:p>
        </p:txBody>
      </p:sp>
      <p:pic>
        <p:nvPicPr>
          <p:cNvPr id="9" name="Picture Placeholder 8" descr="pftl-012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944696" y="114300"/>
            <a:ext cx="7803247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177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177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177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1776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177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177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ALAS! AND DID MY SAVIOR BLEED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EN LA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Pedro Grado</a:t>
            </a:r>
          </a:p>
        </p:txBody>
      </p:sp>
      <p:pic>
        <p:nvPicPr>
          <p:cNvPr id="9" name="Picture Placeholder 8" descr="pftl-012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944696" y="114300"/>
            <a:ext cx="7803247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177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177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177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177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1776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177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ALAS! AND DID MY SAVIOR BLEED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EN LA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Pedro Grado</a:t>
            </a:r>
          </a:p>
        </p:txBody>
      </p:sp>
      <p:pic>
        <p:nvPicPr>
          <p:cNvPr id="9" name="Picture Placeholder 8" descr="pftl-012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1" r="41"/>
          <a:stretch>
            <a:fillRect/>
          </a:stretch>
        </p:blipFill>
        <p:spPr>
          <a:xfrm>
            <a:off x="944696" y="114300"/>
            <a:ext cx="7803247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177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177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177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177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177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1776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ALAS! AND DID MY SAVIOR BLEED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EN LA CRUZ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Pedro Grado</a:t>
            </a:r>
          </a:p>
        </p:txBody>
      </p:sp>
      <p:pic>
        <p:nvPicPr>
          <p:cNvPr id="9" name="Picture Placeholder 8" descr="pftl-012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1" b="11"/>
          <a:stretch>
            <a:fillRect/>
          </a:stretch>
        </p:blipFill>
        <p:spPr>
          <a:xfrm>
            <a:off x="944696" y="114300"/>
            <a:ext cx="7803247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44177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44177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44177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44177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44177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441776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162754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623</cp:revision>
  <dcterms:created xsi:type="dcterms:W3CDTF">2019-05-01T02:25:12Z</dcterms:created>
  <dcterms:modified xsi:type="dcterms:W3CDTF">2021-04-11T02:49:35Z</dcterms:modified>
</cp:coreProperties>
</file>