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6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4A81"/>
    <a:srgbClr val="057A84"/>
    <a:srgbClr val="113245"/>
    <a:srgbClr val="FFFFFF"/>
    <a:srgbClr val="1B255E"/>
    <a:srgbClr val="C80000"/>
    <a:srgbClr val="000000"/>
    <a:srgbClr val="2F6B33"/>
    <a:srgbClr val="5180AC"/>
    <a:srgbClr val="5A7BA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9" d="100"/>
          <a:sy n="109" d="100"/>
        </p:scale>
        <p:origin x="552" y="45"/>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33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Song Leader: David Williams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6414ACA6-25A9-4915-905A-FD3CBE1D4DCB}"/>
              </a:ext>
            </a:extLst>
          </p:cNvPr>
          <p:cNvSpPr>
            <a:spLocks noGrp="1"/>
          </p:cNvSpPr>
          <p:nvPr>
            <p:ph type="pic" sz="quarter" idx="23"/>
          </p:nvPr>
        </p:nvSpPr>
        <p:spPr>
          <a:xfrm>
            <a:off x="0" y="0"/>
            <a:ext cx="9144000" cy="5715000"/>
          </a:xfrm>
          <a:prstGeom prst="rect">
            <a:avLst/>
          </a:prstGeom>
        </p:spPr>
        <p:txBody>
          <a:bodyPr/>
          <a:lstStyle/>
          <a:p>
            <a:endParaRPr lang="en-US"/>
          </a:p>
        </p:txBody>
      </p:sp>
      <p:sp>
        <p:nvSpPr>
          <p:cNvPr id="31" name="Text Placeholder 10">
            <a:extLst>
              <a:ext uri="{FF2B5EF4-FFF2-40B4-BE49-F238E27FC236}">
                <a16:creationId xmlns:a16="http://schemas.microsoft.com/office/drawing/2014/main" id="{C3E1E18F-61D4-418C-8737-199CE3BC0B40}"/>
              </a:ext>
            </a:extLst>
          </p:cNvPr>
          <p:cNvSpPr>
            <a:spLocks noGrp="1"/>
          </p:cNvSpPr>
          <p:nvPr>
            <p:ph type="body" sz="quarter" idx="19"/>
          </p:nvPr>
        </p:nvSpPr>
        <p:spPr>
          <a:xfrm>
            <a:off x="1033272" y="4687707"/>
            <a:ext cx="7638587" cy="91440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Font typeface="Arial" panose="020B0604020202020204" pitchFamily="34" charset="0"/>
              <a:buNone/>
              <a:defRPr lang="en-US" sz="1404" dirty="0">
                <a:solidFill>
                  <a:schemeClr val="lt1"/>
                </a:solidFill>
              </a:defRPr>
            </a:lvl1pPr>
          </a:lstStyle>
          <a:p>
            <a:pPr marL="0" lvl="0" indent="0" algn="ctr" defTabSz="713232">
              <a:buNone/>
            </a:pPr>
            <a:endParaRPr lang="en-US" dirty="0"/>
          </a:p>
        </p:txBody>
      </p:sp>
      <p:sp>
        <p:nvSpPr>
          <p:cNvPr id="13" name="song_number">
            <a:extLst>
              <a:ext uri="{FF2B5EF4-FFF2-40B4-BE49-F238E27FC236}">
                <a16:creationId xmlns:a16="http://schemas.microsoft.com/office/drawing/2014/main" id="{7C90B4E4-EFB1-4D2F-A03C-85168A647363}"/>
              </a:ext>
            </a:extLst>
          </p:cNvPr>
          <p:cNvSpPr>
            <a:spLocks noGrp="1"/>
          </p:cNvSpPr>
          <p:nvPr>
            <p:ph type="body" sz="quarter" idx="24" hasCustomPrompt="1"/>
          </p:nvPr>
        </p:nvSpPr>
        <p:spPr>
          <a:xfrm>
            <a:off x="1097280" y="5144907"/>
            <a:ext cx="914400" cy="365760"/>
          </a:xfrm>
          <a:prstGeom prst="roundRect">
            <a:avLst>
              <a:gd name="adj" fmla="val 50000"/>
            </a:avLst>
          </a:prstGeom>
          <a:solidFill>
            <a:schemeClr val="bg2">
              <a:lumMod val="50000"/>
            </a:schemeClr>
          </a:solidFill>
        </p:spPr>
        <p:txBody>
          <a:bodyPr lIns="274320" tIns="27432" rIns="0" bIns="0" anchor="ctr"/>
          <a:lstStyle>
            <a:lvl1pPr marL="0" indent="0" algn="r">
              <a:buNone/>
              <a:defRPr sz="1800" b="1">
                <a:solidFill>
                  <a:schemeClr val="bg1"/>
                </a:solidFill>
                <a:latin typeface="Avenir Next LT Pro" panose="020B0504020202020204" pitchFamily="34" charset="0"/>
              </a:defRPr>
            </a:lvl1pPr>
            <a:lvl2pPr marL="457200" indent="0">
              <a:buNone/>
              <a:defRPr sz="1050"/>
            </a:lvl2pPr>
            <a:lvl3pPr marL="914400" indent="0">
              <a:buNone/>
              <a:defRPr sz="1000"/>
            </a:lvl3pPr>
            <a:lvl4pPr marL="1371600" indent="0">
              <a:buNone/>
              <a:defRPr sz="900"/>
            </a:lvl4pPr>
            <a:lvl5pPr marL="1828800" indent="0" algn="l">
              <a:buNone/>
              <a:defRPr sz="900"/>
            </a:lvl5pPr>
          </a:lstStyle>
          <a:p>
            <a:pPr lvl="0"/>
            <a:r>
              <a:rPr lang="en-US" dirty="0"/>
              <a:t>888</a:t>
            </a:r>
          </a:p>
        </p:txBody>
      </p:sp>
      <p:sp>
        <p:nvSpPr>
          <p:cNvPr id="14" name="songbook_logo">
            <a:extLst>
              <a:ext uri="{FF2B5EF4-FFF2-40B4-BE49-F238E27FC236}">
                <a16:creationId xmlns:a16="http://schemas.microsoft.com/office/drawing/2014/main" id="{B974C8F6-19A6-4FED-833E-441EF3906C99}"/>
              </a:ext>
            </a:extLst>
          </p:cNvPr>
          <p:cNvSpPr>
            <a:spLocks noGrp="1"/>
          </p:cNvSpPr>
          <p:nvPr>
            <p:ph type="pic" sz="quarter" idx="25" hasCustomPrompt="1"/>
          </p:nvPr>
        </p:nvSpPr>
        <p:spPr>
          <a:xfrm>
            <a:off x="1097280" y="5146320"/>
            <a:ext cx="365760" cy="361915"/>
          </a:xfrm>
          <a:prstGeom prst="roundRect">
            <a:avLst>
              <a:gd name="adj" fmla="val 50000"/>
            </a:avLst>
          </a:prstGeom>
        </p:spPr>
        <p:txBody>
          <a:bodyPr/>
          <a:lstStyle>
            <a:lvl1pPr marL="0" indent="0" algn="ctr">
              <a:buNone/>
              <a:defRPr sz="1400"/>
            </a:lvl1pPr>
          </a:lstStyle>
          <a:p>
            <a:r>
              <a:rPr lang="en-US" dirty="0"/>
              <a:t>Songbook</a:t>
            </a:r>
          </a:p>
        </p:txBody>
      </p:sp>
      <p:sp>
        <p:nvSpPr>
          <p:cNvPr id="5" name="Text Placeholder 4">
            <a:extLst>
              <a:ext uri="{FF2B5EF4-FFF2-40B4-BE49-F238E27FC236}">
                <a16:creationId xmlns:a16="http://schemas.microsoft.com/office/drawing/2014/main" id="{A604A485-3738-4C04-81B8-D532D3482A4B}"/>
              </a:ext>
            </a:extLst>
          </p:cNvPr>
          <p:cNvSpPr>
            <a:spLocks noGrp="1"/>
          </p:cNvSpPr>
          <p:nvPr>
            <p:ph type="body" sz="quarter" idx="16" hasCustomPrompt="1"/>
          </p:nvPr>
        </p:nvSpPr>
        <p:spPr>
          <a:xfrm>
            <a:off x="2087400" y="5097592"/>
            <a:ext cx="2951596" cy="361915"/>
          </a:xfrm>
          <a:prstGeom prst="rect">
            <a:avLst/>
          </a:prstGeom>
        </p:spPr>
        <p:txBody>
          <a:bodyPr wrap="none" lIns="0" tIns="0" rIns="0" bIns="0" anchor="ctr"/>
          <a:lstStyle>
            <a:lvl1pPr marL="0" indent="0">
              <a:lnSpc>
                <a:spcPts val="1600"/>
              </a:lnSpc>
              <a:spcBef>
                <a:spcPts val="0"/>
              </a:spcBef>
              <a:buNone/>
              <a:defRPr sz="2000" cap="small" baseline="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1600" dirty="0"/>
              <a:t>Song Title</a:t>
            </a:r>
            <a:endParaRPr lang="en-US" dirty="0"/>
          </a:p>
        </p:txBody>
      </p:sp>
      <p:sp>
        <p:nvSpPr>
          <p:cNvPr id="8" name="Text Placeholder 7">
            <a:extLst>
              <a:ext uri="{FF2B5EF4-FFF2-40B4-BE49-F238E27FC236}">
                <a16:creationId xmlns:a16="http://schemas.microsoft.com/office/drawing/2014/main" id="{E50B753F-E541-4C9F-B669-A910A156CE6D}"/>
              </a:ext>
            </a:extLst>
          </p:cNvPr>
          <p:cNvSpPr>
            <a:spLocks noGrp="1"/>
          </p:cNvSpPr>
          <p:nvPr>
            <p:ph type="body" sz="quarter" idx="17" hasCustomPrompt="1"/>
          </p:nvPr>
        </p:nvSpPr>
        <p:spPr>
          <a:xfrm>
            <a:off x="2087400" y="5369019"/>
            <a:ext cx="2951596" cy="180975"/>
          </a:xfrm>
          <a:prstGeom prst="rect">
            <a:avLst/>
          </a:prstGeom>
        </p:spPr>
        <p:txBody>
          <a:bodyPr tIns="0" bIns="0" anchor="ctr"/>
          <a:lstStyle>
            <a:lvl1pPr marL="0" indent="0">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700" dirty="0"/>
              <a:t>Copyright</a:t>
            </a:r>
            <a:endParaRPr lang="en-US" dirty="0"/>
          </a:p>
        </p:txBody>
      </p:sp>
      <p:sp>
        <p:nvSpPr>
          <p:cNvPr id="7" name="Content Placeholder 6">
            <a:extLst>
              <a:ext uri="{FF2B5EF4-FFF2-40B4-BE49-F238E27FC236}">
                <a16:creationId xmlns:a16="http://schemas.microsoft.com/office/drawing/2014/main" id="{2F0ED832-0344-4740-AF3C-8E33EC7E5375}"/>
              </a:ext>
            </a:extLst>
          </p:cNvPr>
          <p:cNvSpPr>
            <a:spLocks noGrp="1"/>
          </p:cNvSpPr>
          <p:nvPr>
            <p:ph sz="quarter" idx="18"/>
          </p:nvPr>
        </p:nvSpPr>
        <p:spPr>
          <a:xfrm>
            <a:off x="118872" y="457200"/>
            <a:ext cx="914400" cy="4297680"/>
          </a:xfrm>
          <a:prstGeom prst="roundRect">
            <a:avLst>
              <a:gd name="adj" fmla="val 28004"/>
            </a:avLst>
          </a:prstGeom>
          <a:solidFill>
            <a:srgbClr val="FFFFFF">
              <a:alpha val="14902"/>
            </a:srgbClr>
          </a:solidFill>
          <a:ln w="6350" cap="flat" cmpd="sng" algn="ctr">
            <a:noFill/>
            <a:prstDash val="solid"/>
            <a:miter lim="800000"/>
          </a:ln>
          <a:effectLst/>
        </p:spPr>
        <p:txBody>
          <a:bodyPr vert="horz" lIns="91440" tIns="45720" rIns="91440" bIns="45720" rtlCol="0" anchor="ctr">
            <a:noAutofit/>
          </a:bodyPr>
          <a:lstStyle>
            <a:lvl1pPr marL="0" indent="0">
              <a:buFontTx/>
              <a:buNone/>
              <a:defRPr lang="en-US" sz="1400" b="0" dirty="0">
                <a:solidFill>
                  <a:schemeClr val="bg1"/>
                </a:solidFill>
              </a:defRPr>
            </a:lvl1pPr>
          </a:lstStyle>
          <a:p>
            <a:pPr marL="228600" lvl="0" indent="-228600" algn="ctr" defTabSz="685800">
              <a:spcBef>
                <a:spcPts val="750"/>
              </a:spcBef>
            </a:pPr>
            <a:endParaRPr lang="en-US" dirty="0"/>
          </a:p>
        </p:txBody>
      </p:sp>
      <p:sp>
        <p:nvSpPr>
          <p:cNvPr id="10" name="Picture Placeholder 9">
            <a:extLst>
              <a:ext uri="{FF2B5EF4-FFF2-40B4-BE49-F238E27FC236}">
                <a16:creationId xmlns:a16="http://schemas.microsoft.com/office/drawing/2014/main" id="{D0E80279-BD62-43D8-9181-D59FD7657BAC}"/>
              </a:ext>
            </a:extLst>
          </p:cNvPr>
          <p:cNvSpPr>
            <a:spLocks noGrp="1"/>
          </p:cNvSpPr>
          <p:nvPr>
            <p:ph type="pic" sz="quarter" idx="10"/>
          </p:nvPr>
        </p:nvSpPr>
        <p:spPr>
          <a:xfrm>
            <a:off x="731520" y="118872"/>
            <a:ext cx="8229600" cy="4937760"/>
          </a:xfrm>
          <a:prstGeom prst="roundRect">
            <a:avLst>
              <a:gd name="adj" fmla="val 4465"/>
            </a:avLst>
          </a:prstGeom>
          <a:effectLst>
            <a:outerShdw blurRad="127000" sx="101000" sy="101000" algn="ctr" rotWithShape="0">
              <a:prstClr val="black">
                <a:alpha val="40000"/>
              </a:prstClr>
            </a:outerShdw>
          </a:effectLst>
        </p:spPr>
        <p:txBody>
          <a:bodyPr/>
          <a:lstStyle/>
          <a:p>
            <a:endParaRPr lang="en-US" dirty="0"/>
          </a:p>
        </p:txBody>
      </p:sp>
      <p:sp>
        <p:nvSpPr>
          <p:cNvPr id="18" name="Picture Placeholder 17">
            <a:extLst>
              <a:ext uri="{FF2B5EF4-FFF2-40B4-BE49-F238E27FC236}">
                <a16:creationId xmlns:a16="http://schemas.microsoft.com/office/drawing/2014/main" id="{DA5B166A-A382-4219-AA09-0C1C23FB1184}"/>
              </a:ext>
            </a:extLst>
          </p:cNvPr>
          <p:cNvSpPr>
            <a:spLocks noGrp="1" noChangeAspect="1"/>
          </p:cNvSpPr>
          <p:nvPr>
            <p:ph type="pic" sz="quarter" idx="20"/>
          </p:nvPr>
        </p:nvSpPr>
        <p:spPr>
          <a:xfrm>
            <a:off x="8157642" y="5144907"/>
            <a:ext cx="367371" cy="365760"/>
          </a:xfrm>
          <a:prstGeom prst="ellipse">
            <a:avLst/>
          </a:prstGeom>
        </p:spPr>
        <p:txBody>
          <a:bodyPr/>
          <a:lstStyle/>
          <a:p>
            <a:endParaRPr lang="en-US" dirty="0"/>
          </a:p>
        </p:txBody>
      </p:sp>
      <p:sp>
        <p:nvSpPr>
          <p:cNvPr id="20" name="Text Placeholder 19">
            <a:extLst>
              <a:ext uri="{FF2B5EF4-FFF2-40B4-BE49-F238E27FC236}">
                <a16:creationId xmlns:a16="http://schemas.microsoft.com/office/drawing/2014/main" id="{B8B0EA83-2871-4B3A-BFBF-045B9CAC9BD1}"/>
              </a:ext>
            </a:extLst>
          </p:cNvPr>
          <p:cNvSpPr>
            <a:spLocks noGrp="1"/>
          </p:cNvSpPr>
          <p:nvPr>
            <p:ph type="body" sz="quarter" idx="21" hasCustomPrompt="1"/>
          </p:nvPr>
        </p:nvSpPr>
        <p:spPr>
          <a:xfrm>
            <a:off x="5117393" y="5102352"/>
            <a:ext cx="2951596" cy="361950"/>
          </a:xfrm>
          <a:prstGeom prst="rect">
            <a:avLst/>
          </a:prstGeom>
        </p:spPr>
        <p:txBody>
          <a:bodyPr lIns="0" tIns="0" rIns="0" bIns="0" anchor="ctr"/>
          <a:lstStyle>
            <a:lvl1pPr marL="0" indent="0" algn="r">
              <a:lnSpc>
                <a:spcPts val="1600"/>
              </a:lnSpc>
              <a:spcBef>
                <a:spcPts val="0"/>
              </a:spcBef>
              <a:buNone/>
              <a:defRPr sz="16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latin typeface="Alegreya Sans Medium" panose="00000600000000000000" pitchFamily="50" charset="0"/>
              </a:rPr>
              <a:t>Song Title</a:t>
            </a:r>
            <a:endParaRPr lang="en-US" dirty="0"/>
          </a:p>
        </p:txBody>
      </p:sp>
      <p:sp>
        <p:nvSpPr>
          <p:cNvPr id="4" name="Text Placeholder 3">
            <a:extLst>
              <a:ext uri="{FF2B5EF4-FFF2-40B4-BE49-F238E27FC236}">
                <a16:creationId xmlns:a16="http://schemas.microsoft.com/office/drawing/2014/main" id="{8A54F2E3-7906-407E-A077-833997EA9730}"/>
              </a:ext>
            </a:extLst>
          </p:cNvPr>
          <p:cNvSpPr>
            <a:spLocks noGrp="1"/>
          </p:cNvSpPr>
          <p:nvPr>
            <p:ph type="body" sz="quarter" idx="22" hasCustomPrompt="1"/>
          </p:nvPr>
        </p:nvSpPr>
        <p:spPr>
          <a:xfrm>
            <a:off x="5117393" y="5369020"/>
            <a:ext cx="2893403" cy="180974"/>
          </a:xfrm>
          <a:prstGeom prst="rect">
            <a:avLst/>
          </a:prstGeom>
        </p:spPr>
        <p:txBody>
          <a:bodyPr lIns="0" tIns="0" rIns="0" bIns="0" anchor="ctr"/>
          <a:lstStyle>
            <a:lvl1pPr marL="0" indent="0" algn="r">
              <a:buFont typeface="Arial" panose="020B0604020202020204" pitchFamily="34" charset="0"/>
              <a:buNone/>
              <a:defRPr sz="9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Translation</a:t>
            </a:r>
          </a:p>
        </p:txBody>
      </p:sp>
      <p:sp>
        <p:nvSpPr>
          <p:cNvPr id="35" name="highlight">
            <a:extLst>
              <a:ext uri="{FF2B5EF4-FFF2-40B4-BE49-F238E27FC236}">
                <a16:creationId xmlns:a16="http://schemas.microsoft.com/office/drawing/2014/main" id="{16182663-C95B-4D2F-B10C-F3173538E3CF}"/>
              </a:ext>
            </a:extLst>
          </p:cNvPr>
          <p:cNvSpPr>
            <a:spLocks noGrp="1"/>
          </p:cNvSpPr>
          <p:nvPr>
            <p:ph sz="quarter" idx="42" hasCustomPrompt="1"/>
          </p:nvPr>
        </p:nvSpPr>
        <p:spPr>
          <a:xfrm flipH="1" flipV="1">
            <a:off x="1725613" y="2344738"/>
            <a:ext cx="365760" cy="365760"/>
          </a:xfrm>
          <a:prstGeom prst="roundRect">
            <a:avLst>
              <a:gd name="adj" fmla="val 50000"/>
            </a:avLst>
          </a:prstGeom>
          <a:solidFill>
            <a:srgbClr val="FFFFFF">
              <a:alpha val="50196"/>
            </a:srgbClr>
          </a:solidFill>
        </p:spPr>
        <p:txBody>
          <a:bodyPr/>
          <a:lstStyle>
            <a:lvl1pPr algn="ctr">
              <a:buNone/>
              <a:defRPr/>
            </a:lvl1pPr>
          </a:lstStyle>
          <a:p>
            <a:pPr lvl="0"/>
            <a:r>
              <a:rPr lang="en-US" dirty="0"/>
              <a:t>H</a:t>
            </a:r>
          </a:p>
        </p:txBody>
      </p:sp>
      <p:sp>
        <p:nvSpPr>
          <p:cNvPr id="15" name="verse bubble 1">
            <a:extLst>
              <a:ext uri="{FF2B5EF4-FFF2-40B4-BE49-F238E27FC236}">
                <a16:creationId xmlns:a16="http://schemas.microsoft.com/office/drawing/2014/main" id="{737DC236-BB5F-4BFF-A286-45EF0F972532}"/>
              </a:ext>
            </a:extLst>
          </p:cNvPr>
          <p:cNvSpPr>
            <a:spLocks noGrp="1" noChangeAspect="1"/>
          </p:cNvSpPr>
          <p:nvPr>
            <p:ph type="body" sz="quarter" idx="26" hasCustomPrompt="1"/>
          </p:nvPr>
        </p:nvSpPr>
        <p:spPr>
          <a:xfrm>
            <a:off x="1730375"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6" name="verse bubble 2">
            <a:extLst>
              <a:ext uri="{FF2B5EF4-FFF2-40B4-BE49-F238E27FC236}">
                <a16:creationId xmlns:a16="http://schemas.microsoft.com/office/drawing/2014/main" id="{D0AEDD85-7A0B-4D2B-B906-742725AF2F76}"/>
              </a:ext>
            </a:extLst>
          </p:cNvPr>
          <p:cNvSpPr>
            <a:spLocks noGrp="1" noChangeAspect="1"/>
          </p:cNvSpPr>
          <p:nvPr>
            <p:ph type="body" sz="quarter" idx="27" hasCustomPrompt="1"/>
          </p:nvPr>
        </p:nvSpPr>
        <p:spPr>
          <a:xfrm>
            <a:off x="2170158"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7" name="verse bubble 3">
            <a:extLst>
              <a:ext uri="{FF2B5EF4-FFF2-40B4-BE49-F238E27FC236}">
                <a16:creationId xmlns:a16="http://schemas.microsoft.com/office/drawing/2014/main" id="{E93B2427-07EA-4B99-B55D-7345681AAF77}"/>
              </a:ext>
            </a:extLst>
          </p:cNvPr>
          <p:cNvSpPr>
            <a:spLocks noGrp="1" noChangeAspect="1"/>
          </p:cNvSpPr>
          <p:nvPr>
            <p:ph type="body" sz="quarter" idx="28" hasCustomPrompt="1"/>
          </p:nvPr>
        </p:nvSpPr>
        <p:spPr>
          <a:xfrm>
            <a:off x="2609941"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9" name="verse bubble 4">
            <a:extLst>
              <a:ext uri="{FF2B5EF4-FFF2-40B4-BE49-F238E27FC236}">
                <a16:creationId xmlns:a16="http://schemas.microsoft.com/office/drawing/2014/main" id="{634350AA-9A35-485E-8F3F-30E2C1759797}"/>
              </a:ext>
            </a:extLst>
          </p:cNvPr>
          <p:cNvSpPr>
            <a:spLocks noGrp="1" noChangeAspect="1"/>
          </p:cNvSpPr>
          <p:nvPr>
            <p:ph type="body" sz="quarter" idx="29" hasCustomPrompt="1"/>
          </p:nvPr>
        </p:nvSpPr>
        <p:spPr>
          <a:xfrm>
            <a:off x="3049724"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1" name="verse bubble 5">
            <a:extLst>
              <a:ext uri="{FF2B5EF4-FFF2-40B4-BE49-F238E27FC236}">
                <a16:creationId xmlns:a16="http://schemas.microsoft.com/office/drawing/2014/main" id="{42B81697-728C-4898-82E6-FA3A25A8921E}"/>
              </a:ext>
            </a:extLst>
          </p:cNvPr>
          <p:cNvSpPr>
            <a:spLocks noGrp="1" noChangeAspect="1"/>
          </p:cNvSpPr>
          <p:nvPr>
            <p:ph type="body" sz="quarter" idx="30" hasCustomPrompt="1"/>
          </p:nvPr>
        </p:nvSpPr>
        <p:spPr>
          <a:xfrm>
            <a:off x="3489507"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2" name="verse bubble 6">
            <a:extLst>
              <a:ext uri="{FF2B5EF4-FFF2-40B4-BE49-F238E27FC236}">
                <a16:creationId xmlns:a16="http://schemas.microsoft.com/office/drawing/2014/main" id="{06DA6694-352C-4A1C-AE0E-B7716D46F1B1}"/>
              </a:ext>
            </a:extLst>
          </p:cNvPr>
          <p:cNvSpPr>
            <a:spLocks noGrp="1" noChangeAspect="1"/>
          </p:cNvSpPr>
          <p:nvPr>
            <p:ph type="body" sz="quarter" idx="31" hasCustomPrompt="1"/>
          </p:nvPr>
        </p:nvSpPr>
        <p:spPr>
          <a:xfrm>
            <a:off x="3929290"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3" name="verse bubble 7">
            <a:extLst>
              <a:ext uri="{FF2B5EF4-FFF2-40B4-BE49-F238E27FC236}">
                <a16:creationId xmlns:a16="http://schemas.microsoft.com/office/drawing/2014/main" id="{540D71D5-E26F-448F-B3EF-97EDF344DBC5}"/>
              </a:ext>
            </a:extLst>
          </p:cNvPr>
          <p:cNvSpPr>
            <a:spLocks noGrp="1" noChangeAspect="1"/>
          </p:cNvSpPr>
          <p:nvPr>
            <p:ph type="body" sz="quarter" idx="32" hasCustomPrompt="1"/>
          </p:nvPr>
        </p:nvSpPr>
        <p:spPr>
          <a:xfrm>
            <a:off x="4369073"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4" name="verse bubble 8">
            <a:extLst>
              <a:ext uri="{FF2B5EF4-FFF2-40B4-BE49-F238E27FC236}">
                <a16:creationId xmlns:a16="http://schemas.microsoft.com/office/drawing/2014/main" id="{2A6F04E9-A2BE-4165-95D8-5E9DCF2636C2}"/>
              </a:ext>
            </a:extLst>
          </p:cNvPr>
          <p:cNvSpPr>
            <a:spLocks noGrp="1" noChangeAspect="1"/>
          </p:cNvSpPr>
          <p:nvPr>
            <p:ph type="body" sz="quarter" idx="33" hasCustomPrompt="1"/>
          </p:nvPr>
        </p:nvSpPr>
        <p:spPr>
          <a:xfrm>
            <a:off x="4808856"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5" name="verse bubble 9">
            <a:extLst>
              <a:ext uri="{FF2B5EF4-FFF2-40B4-BE49-F238E27FC236}">
                <a16:creationId xmlns:a16="http://schemas.microsoft.com/office/drawing/2014/main" id="{F930E85B-311A-4F08-93CF-C547C5F89F49}"/>
              </a:ext>
            </a:extLst>
          </p:cNvPr>
          <p:cNvSpPr>
            <a:spLocks noGrp="1" noChangeAspect="1"/>
          </p:cNvSpPr>
          <p:nvPr>
            <p:ph type="body" sz="quarter" idx="34" hasCustomPrompt="1"/>
          </p:nvPr>
        </p:nvSpPr>
        <p:spPr>
          <a:xfrm>
            <a:off x="5248639"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6" name="verse bubble 10">
            <a:extLst>
              <a:ext uri="{FF2B5EF4-FFF2-40B4-BE49-F238E27FC236}">
                <a16:creationId xmlns:a16="http://schemas.microsoft.com/office/drawing/2014/main" id="{40F61BAD-E2AE-4384-959A-3E5E963B85CC}"/>
              </a:ext>
            </a:extLst>
          </p:cNvPr>
          <p:cNvSpPr>
            <a:spLocks noGrp="1" noChangeAspect="1"/>
          </p:cNvSpPr>
          <p:nvPr>
            <p:ph type="body" sz="quarter" idx="35" hasCustomPrompt="1"/>
          </p:nvPr>
        </p:nvSpPr>
        <p:spPr>
          <a:xfrm>
            <a:off x="5688422"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7" name="verse bubble 11">
            <a:extLst>
              <a:ext uri="{FF2B5EF4-FFF2-40B4-BE49-F238E27FC236}">
                <a16:creationId xmlns:a16="http://schemas.microsoft.com/office/drawing/2014/main" id="{E759EA89-2BB6-4D7A-9AD8-F831A5BA06CE}"/>
              </a:ext>
            </a:extLst>
          </p:cNvPr>
          <p:cNvSpPr>
            <a:spLocks noGrp="1" noChangeAspect="1"/>
          </p:cNvSpPr>
          <p:nvPr>
            <p:ph type="body" sz="quarter" idx="36" hasCustomPrompt="1"/>
          </p:nvPr>
        </p:nvSpPr>
        <p:spPr>
          <a:xfrm>
            <a:off x="6128205"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8" name="verse bubble 12">
            <a:extLst>
              <a:ext uri="{FF2B5EF4-FFF2-40B4-BE49-F238E27FC236}">
                <a16:creationId xmlns:a16="http://schemas.microsoft.com/office/drawing/2014/main" id="{23720F09-2E47-4AD2-8D6D-D128DC9A5EEE}"/>
              </a:ext>
            </a:extLst>
          </p:cNvPr>
          <p:cNvSpPr>
            <a:spLocks noGrp="1" noChangeAspect="1"/>
          </p:cNvSpPr>
          <p:nvPr>
            <p:ph type="body" sz="quarter" idx="37" hasCustomPrompt="1"/>
          </p:nvPr>
        </p:nvSpPr>
        <p:spPr>
          <a:xfrm>
            <a:off x="6567988"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3" name="arrow 1">
            <a:extLst>
              <a:ext uri="{FF2B5EF4-FFF2-40B4-BE49-F238E27FC236}">
                <a16:creationId xmlns:a16="http://schemas.microsoft.com/office/drawing/2014/main" id="{67599A41-5B05-4158-9E34-723E9520C38B}"/>
              </a:ext>
            </a:extLst>
          </p:cNvPr>
          <p:cNvSpPr>
            <a:spLocks noGrp="1"/>
          </p:cNvSpPr>
          <p:nvPr>
            <p:ph sz="quarter" idx="38" hasCustomPrompt="1"/>
          </p:nvPr>
        </p:nvSpPr>
        <p:spPr>
          <a:xfrm>
            <a:off x="1725485" y="1703353"/>
            <a:ext cx="361915" cy="361915"/>
          </a:xfrm>
          <a:prstGeom prst="downArrow">
            <a:avLst>
              <a:gd name="adj1" fmla="val 50000"/>
              <a:gd name="adj2" fmla="val 75733"/>
            </a:avLst>
          </a:prstGeom>
          <a:solidFill>
            <a:srgbClr val="2F6B33"/>
          </a:solidFill>
        </p:spPr>
        <p:txBody>
          <a:bodyPr anchor="ctr"/>
          <a:lstStyle>
            <a:lvl1pPr algn="ctr">
              <a:buNone/>
              <a:defRPr/>
            </a:lvl1pPr>
          </a:lstStyle>
          <a:p>
            <a:pPr lvl="0"/>
            <a:r>
              <a:rPr lang="en-US" dirty="0"/>
              <a:t>A</a:t>
            </a:r>
          </a:p>
        </p:txBody>
      </p:sp>
      <p:sp>
        <p:nvSpPr>
          <p:cNvPr id="32" name="arrow 2">
            <a:extLst>
              <a:ext uri="{FF2B5EF4-FFF2-40B4-BE49-F238E27FC236}">
                <a16:creationId xmlns:a16="http://schemas.microsoft.com/office/drawing/2014/main" id="{F099D2A6-DAB4-49CC-8F25-E80A8088197B}"/>
              </a:ext>
            </a:extLst>
          </p:cNvPr>
          <p:cNvSpPr>
            <a:spLocks noGrp="1"/>
          </p:cNvSpPr>
          <p:nvPr>
            <p:ph sz="quarter" idx="39" hasCustomPrompt="1"/>
          </p:nvPr>
        </p:nvSpPr>
        <p:spPr>
          <a:xfrm>
            <a:off x="2170158" y="1706317"/>
            <a:ext cx="361915" cy="361915"/>
          </a:xfrm>
          <a:prstGeom prst="downArrow">
            <a:avLst>
              <a:gd name="adj1" fmla="val 50000"/>
              <a:gd name="adj2" fmla="val 75733"/>
            </a:avLst>
          </a:prstGeom>
          <a:solidFill>
            <a:srgbClr val="2F6B33"/>
          </a:solidFill>
        </p:spPr>
        <p:txBody>
          <a:bodyPr anchor="ctr"/>
          <a:lstStyle>
            <a:lvl1pPr algn="ctr">
              <a:buNone/>
              <a:defRPr/>
            </a:lvl1pPr>
          </a:lstStyle>
          <a:p>
            <a:pPr lvl="0"/>
            <a:r>
              <a:rPr lang="en-US" dirty="0"/>
              <a:t>A</a:t>
            </a:r>
          </a:p>
        </p:txBody>
      </p:sp>
      <p:sp>
        <p:nvSpPr>
          <p:cNvPr id="33" name="arrow 3">
            <a:extLst>
              <a:ext uri="{FF2B5EF4-FFF2-40B4-BE49-F238E27FC236}">
                <a16:creationId xmlns:a16="http://schemas.microsoft.com/office/drawing/2014/main" id="{629A8049-CA79-45B5-A3A4-B7E2D589E4B9}"/>
              </a:ext>
            </a:extLst>
          </p:cNvPr>
          <p:cNvSpPr>
            <a:spLocks noGrp="1"/>
          </p:cNvSpPr>
          <p:nvPr>
            <p:ph sz="quarter" idx="40" hasCustomPrompt="1"/>
          </p:nvPr>
        </p:nvSpPr>
        <p:spPr>
          <a:xfrm>
            <a:off x="2614831" y="1709281"/>
            <a:ext cx="361915" cy="361915"/>
          </a:xfrm>
          <a:prstGeom prst="downArrow">
            <a:avLst>
              <a:gd name="adj1" fmla="val 50000"/>
              <a:gd name="adj2" fmla="val 75733"/>
            </a:avLst>
          </a:prstGeom>
          <a:solidFill>
            <a:srgbClr val="2F6B33"/>
          </a:solidFill>
        </p:spPr>
        <p:txBody>
          <a:bodyPr anchor="ctr"/>
          <a:lstStyle>
            <a:lvl1pPr algn="ctr">
              <a:buNone/>
              <a:defRPr/>
            </a:lvl1pPr>
          </a:lstStyle>
          <a:p>
            <a:pPr lvl="0"/>
            <a:r>
              <a:rPr lang="en-US" dirty="0"/>
              <a:t>A</a:t>
            </a:r>
          </a:p>
        </p:txBody>
      </p:sp>
      <p:sp>
        <p:nvSpPr>
          <p:cNvPr id="34" name="arrow 4">
            <a:extLst>
              <a:ext uri="{FF2B5EF4-FFF2-40B4-BE49-F238E27FC236}">
                <a16:creationId xmlns:a16="http://schemas.microsoft.com/office/drawing/2014/main" id="{7A71B740-231F-489E-B687-6E569D748FDE}"/>
              </a:ext>
            </a:extLst>
          </p:cNvPr>
          <p:cNvSpPr>
            <a:spLocks noGrp="1"/>
          </p:cNvSpPr>
          <p:nvPr>
            <p:ph sz="quarter" idx="41" hasCustomPrompt="1"/>
          </p:nvPr>
        </p:nvSpPr>
        <p:spPr>
          <a:xfrm>
            <a:off x="3059504" y="1712245"/>
            <a:ext cx="361915" cy="361915"/>
          </a:xfrm>
          <a:prstGeom prst="downArrow">
            <a:avLst>
              <a:gd name="adj1" fmla="val 50000"/>
              <a:gd name="adj2" fmla="val 75733"/>
            </a:avLst>
          </a:prstGeom>
          <a:solidFill>
            <a:srgbClr val="2F6B33"/>
          </a:solidFill>
        </p:spPr>
        <p:txBody>
          <a:bodyPr anchor="ctr"/>
          <a:lstStyle>
            <a:lvl1pPr algn="ctr">
              <a:buNone/>
              <a:defRPr/>
            </a:lvl1pPr>
          </a:lstStyle>
          <a:p>
            <a:pPr lvl="0"/>
            <a:r>
              <a:rPr lang="en-US" dirty="0"/>
              <a:t>A</a:t>
            </a:r>
          </a:p>
        </p:txBody>
      </p:sp>
      <p:sp>
        <p:nvSpPr>
          <p:cNvPr id="37" name="coda">
            <a:extLst>
              <a:ext uri="{FF2B5EF4-FFF2-40B4-BE49-F238E27FC236}">
                <a16:creationId xmlns:a16="http://schemas.microsoft.com/office/drawing/2014/main" id="{1463550C-78E1-41CF-A9A3-3A03BDFB211D}"/>
              </a:ext>
            </a:extLst>
          </p:cNvPr>
          <p:cNvSpPr>
            <a:spLocks noGrp="1"/>
          </p:cNvSpPr>
          <p:nvPr>
            <p:ph type="pic" sz="quarter" idx="43"/>
          </p:nvPr>
        </p:nvSpPr>
        <p:spPr>
          <a:xfrm>
            <a:off x="1690688" y="2887663"/>
            <a:ext cx="365760" cy="365760"/>
          </a:xfrm>
          <a:prstGeom prst="rect">
            <a:avLst/>
          </a:prstGeom>
          <a:solidFill>
            <a:srgbClr val="C80000"/>
          </a:solidFill>
        </p:spPr>
        <p:txBody>
          <a:bodyPr/>
          <a:lstStyle>
            <a:lvl1pPr>
              <a:buNone/>
              <a:defRPr/>
            </a:lvl1pPr>
          </a:lstStyle>
          <a:p>
            <a:r>
              <a:rPr lang="en-US" dirty="0"/>
              <a:t>C</a:t>
            </a:r>
          </a:p>
        </p:txBody>
      </p:sp>
    </p:spTree>
    <p:extLst>
      <p:ext uri="{BB962C8B-B14F-4D97-AF65-F5344CB8AC3E}">
        <p14:creationId xmlns:p14="http://schemas.microsoft.com/office/powerpoint/2010/main" val="2109824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CFC4D95-A1B9-4CAC-A7E4-3AFFE45B0987}"/>
              </a:ext>
            </a:extLst>
          </p:cNvPr>
          <p:cNvSpPr>
            <a:spLocks noGrp="1"/>
          </p:cNvSpPr>
          <p:nvPr>
            <p:ph type="pic" sz="quarter" idx="23"/>
          </p:nvPr>
        </p:nvSpPr>
        <p:spPr>
          <a:xfrm>
            <a:off x="0" y="0"/>
            <a:ext cx="9144000" cy="5715000"/>
          </a:xfrm>
          <a:prstGeom prst="rect">
            <a:avLst/>
          </a:prstGeom>
        </p:spPr>
        <p:txBody>
          <a:bodyPr/>
          <a:lstStyle/>
          <a:p>
            <a:endParaRPr lang="en-US" dirty="0"/>
          </a:p>
        </p:txBody>
      </p:sp>
      <p:sp>
        <p:nvSpPr>
          <p:cNvPr id="12" name="Text Placeholder 10">
            <a:extLst>
              <a:ext uri="{FF2B5EF4-FFF2-40B4-BE49-F238E27FC236}">
                <a16:creationId xmlns:a16="http://schemas.microsoft.com/office/drawing/2014/main" id="{E8801CDF-2457-49F4-8B32-2421C3275724}"/>
              </a:ext>
            </a:extLst>
          </p:cNvPr>
          <p:cNvSpPr>
            <a:spLocks noGrp="1"/>
          </p:cNvSpPr>
          <p:nvPr>
            <p:ph type="body" sz="quarter" idx="19"/>
          </p:nvPr>
        </p:nvSpPr>
        <p:spPr>
          <a:xfrm>
            <a:off x="6932024" y="457201"/>
            <a:ext cx="2093104" cy="484632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Font typeface="Arial" panose="020B0604020202020204" pitchFamily="34" charset="0"/>
              <a:buNone/>
              <a:defRPr lang="en-US" sz="1404" dirty="0">
                <a:solidFill>
                  <a:schemeClr val="lt1"/>
                </a:solidFill>
              </a:defRPr>
            </a:lvl1pPr>
          </a:lstStyle>
          <a:p>
            <a:pPr marL="0" lvl="0" algn="ctr" defTabSz="713232">
              <a:buNone/>
            </a:pPr>
            <a:endParaRPr lang="en-US" dirty="0"/>
          </a:p>
        </p:txBody>
      </p:sp>
      <p:sp>
        <p:nvSpPr>
          <p:cNvPr id="13" name="song_number">
            <a:extLst>
              <a:ext uri="{FF2B5EF4-FFF2-40B4-BE49-F238E27FC236}">
                <a16:creationId xmlns:a16="http://schemas.microsoft.com/office/drawing/2014/main" id="{FCCFC2EA-00A5-43DD-BD0D-FA4AD2B986CC}"/>
              </a:ext>
            </a:extLst>
          </p:cNvPr>
          <p:cNvSpPr>
            <a:spLocks noGrp="1"/>
          </p:cNvSpPr>
          <p:nvPr>
            <p:ph type="body" sz="quarter" idx="15" hasCustomPrompt="1"/>
          </p:nvPr>
        </p:nvSpPr>
        <p:spPr>
          <a:xfrm>
            <a:off x="7680960" y="548640"/>
            <a:ext cx="914400" cy="365760"/>
          </a:xfrm>
          <a:prstGeom prst="roundRect">
            <a:avLst>
              <a:gd name="adj" fmla="val 50000"/>
            </a:avLst>
          </a:prstGeom>
          <a:solidFill>
            <a:schemeClr val="bg2">
              <a:lumMod val="50000"/>
            </a:schemeClr>
          </a:solidFill>
        </p:spPr>
        <p:txBody>
          <a:bodyPr lIns="274320" tIns="27432" rIns="0" bIns="0" anchor="ctr"/>
          <a:lstStyle>
            <a:lvl1pPr marL="0" indent="0" algn="ctr">
              <a:buNone/>
              <a:defRPr sz="1800" b="1">
                <a:solidFill>
                  <a:schemeClr val="bg1"/>
                </a:solidFill>
                <a:latin typeface="Avenir Next LT Pro" panose="020B0504020202020204" pitchFamily="34" charset="0"/>
              </a:defRPr>
            </a:lvl1pPr>
            <a:lvl2pPr marL="457200" indent="0">
              <a:buNone/>
              <a:defRPr sz="1050"/>
            </a:lvl2pPr>
            <a:lvl3pPr marL="914400" indent="0">
              <a:buNone/>
              <a:defRPr sz="1000"/>
            </a:lvl3pPr>
            <a:lvl4pPr marL="1371600" indent="0">
              <a:buNone/>
              <a:defRPr sz="900"/>
            </a:lvl4pPr>
            <a:lvl5pPr marL="1828800" indent="0" algn="l">
              <a:buNone/>
              <a:defRPr sz="900"/>
            </a:lvl5pPr>
          </a:lstStyle>
          <a:p>
            <a:pPr lvl="0"/>
            <a:r>
              <a:rPr lang="en-US" dirty="0"/>
              <a:t>888</a:t>
            </a:r>
          </a:p>
        </p:txBody>
      </p:sp>
      <p:sp>
        <p:nvSpPr>
          <p:cNvPr id="14" name="songbook_logo">
            <a:extLst>
              <a:ext uri="{FF2B5EF4-FFF2-40B4-BE49-F238E27FC236}">
                <a16:creationId xmlns:a16="http://schemas.microsoft.com/office/drawing/2014/main" id="{A8847B3E-C275-487D-A3D3-F6E68C8F4BA0}"/>
              </a:ext>
            </a:extLst>
          </p:cNvPr>
          <p:cNvSpPr>
            <a:spLocks noGrp="1"/>
          </p:cNvSpPr>
          <p:nvPr>
            <p:ph type="pic" sz="quarter" idx="14" hasCustomPrompt="1"/>
          </p:nvPr>
        </p:nvSpPr>
        <p:spPr>
          <a:xfrm>
            <a:off x="7680960" y="548640"/>
            <a:ext cx="365760" cy="361915"/>
          </a:xfrm>
          <a:prstGeom prst="roundRect">
            <a:avLst>
              <a:gd name="adj" fmla="val 50000"/>
            </a:avLst>
          </a:prstGeom>
        </p:spPr>
        <p:txBody>
          <a:bodyPr/>
          <a:lstStyle>
            <a:lvl1pPr marL="0" indent="0" algn="ctr">
              <a:buNone/>
              <a:defRPr sz="1400"/>
            </a:lvl1pPr>
          </a:lstStyle>
          <a:p>
            <a:r>
              <a:rPr lang="en-US" dirty="0"/>
              <a:t>Songbook</a:t>
            </a:r>
          </a:p>
        </p:txBody>
      </p:sp>
      <p:sp>
        <p:nvSpPr>
          <p:cNvPr id="5" name="Text Placeholder 4">
            <a:extLst>
              <a:ext uri="{FF2B5EF4-FFF2-40B4-BE49-F238E27FC236}">
                <a16:creationId xmlns:a16="http://schemas.microsoft.com/office/drawing/2014/main" id="{A604A485-3738-4C04-81B8-D532D3482A4B}"/>
              </a:ext>
            </a:extLst>
          </p:cNvPr>
          <p:cNvSpPr>
            <a:spLocks noGrp="1"/>
          </p:cNvSpPr>
          <p:nvPr>
            <p:ph type="body" sz="quarter" idx="16" hasCustomPrompt="1"/>
          </p:nvPr>
        </p:nvSpPr>
        <p:spPr>
          <a:xfrm>
            <a:off x="7679775" y="1543662"/>
            <a:ext cx="1213847" cy="1164831"/>
          </a:xfrm>
          <a:prstGeom prst="rect">
            <a:avLst/>
          </a:prstGeom>
        </p:spPr>
        <p:txBody>
          <a:bodyPr lIns="0" tIns="0" rIns="0" bIns="0" anchor="t"/>
          <a:lstStyle>
            <a:lvl1pPr marL="0" indent="0">
              <a:lnSpc>
                <a:spcPct val="90000"/>
              </a:lnSpc>
              <a:spcBef>
                <a:spcPts val="0"/>
              </a:spcBef>
              <a:buNone/>
              <a:defRPr sz="2000" cap="small" baseline="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1600" dirty="0"/>
              <a:t>Song Title</a:t>
            </a:r>
            <a:endParaRPr lang="en-US" dirty="0"/>
          </a:p>
        </p:txBody>
      </p:sp>
      <p:sp>
        <p:nvSpPr>
          <p:cNvPr id="8" name="Text Placeholder 7">
            <a:extLst>
              <a:ext uri="{FF2B5EF4-FFF2-40B4-BE49-F238E27FC236}">
                <a16:creationId xmlns:a16="http://schemas.microsoft.com/office/drawing/2014/main" id="{E50B753F-E541-4C9F-B669-A910A156CE6D}"/>
              </a:ext>
            </a:extLst>
          </p:cNvPr>
          <p:cNvSpPr>
            <a:spLocks noGrp="1"/>
          </p:cNvSpPr>
          <p:nvPr>
            <p:ph type="body" sz="quarter" idx="17" hasCustomPrompt="1"/>
          </p:nvPr>
        </p:nvSpPr>
        <p:spPr>
          <a:xfrm>
            <a:off x="7679775" y="4422523"/>
            <a:ext cx="1213399" cy="365760"/>
          </a:xfrm>
          <a:prstGeom prst="rect">
            <a:avLst/>
          </a:prstGeom>
        </p:spPr>
        <p:txBody>
          <a:bodyPr lIns="0" tIns="0" rIns="0" bIns="0" anchor="t"/>
          <a:lstStyle>
            <a:lvl1pPr marL="0" indent="0">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700" dirty="0"/>
              <a:t>Copyright</a:t>
            </a:r>
            <a:endParaRPr lang="en-US" dirty="0"/>
          </a:p>
        </p:txBody>
      </p:sp>
      <p:sp>
        <p:nvSpPr>
          <p:cNvPr id="11" name="Content Placeholder 6">
            <a:extLst>
              <a:ext uri="{FF2B5EF4-FFF2-40B4-BE49-F238E27FC236}">
                <a16:creationId xmlns:a16="http://schemas.microsoft.com/office/drawing/2014/main" id="{699063FC-9632-4D6F-B1DE-EF002F6A361D}"/>
              </a:ext>
            </a:extLst>
          </p:cNvPr>
          <p:cNvSpPr>
            <a:spLocks noGrp="1"/>
          </p:cNvSpPr>
          <p:nvPr>
            <p:ph sz="quarter" idx="18"/>
          </p:nvPr>
        </p:nvSpPr>
        <p:spPr>
          <a:xfrm>
            <a:off x="118872" y="457200"/>
            <a:ext cx="914400" cy="4297680"/>
          </a:xfrm>
          <a:prstGeom prst="roundRect">
            <a:avLst>
              <a:gd name="adj" fmla="val 28004"/>
            </a:avLst>
          </a:prstGeom>
          <a:solidFill>
            <a:srgbClr val="FFFFFF">
              <a:alpha val="14902"/>
            </a:srgbClr>
          </a:solidFill>
          <a:ln w="6350" cap="flat" cmpd="sng" algn="ctr">
            <a:noFill/>
            <a:prstDash val="solid"/>
            <a:miter lim="800000"/>
          </a:ln>
          <a:effectLst/>
        </p:spPr>
        <p:txBody>
          <a:bodyPr vert="horz" lIns="91440" tIns="45720" rIns="91440" bIns="45720" rtlCol="0" anchor="ctr">
            <a:noAutofit/>
          </a:bodyPr>
          <a:lstStyle>
            <a:lvl1pPr marL="0" indent="0">
              <a:buFontTx/>
              <a:buNone/>
              <a:defRPr lang="en-US" sz="1400" b="0" dirty="0">
                <a:solidFill>
                  <a:schemeClr val="bg1"/>
                </a:solidFill>
              </a:defRPr>
            </a:lvl1pPr>
          </a:lstStyle>
          <a:p>
            <a:pPr marL="228600" lvl="0" indent="-228600" algn="ctr" defTabSz="685800">
              <a:spcBef>
                <a:spcPts val="750"/>
              </a:spcBef>
            </a:pPr>
            <a:endParaRPr lang="en-US" dirty="0"/>
          </a:p>
        </p:txBody>
      </p:sp>
      <p:sp>
        <p:nvSpPr>
          <p:cNvPr id="10" name="Picture Placeholder 9">
            <a:extLst>
              <a:ext uri="{FF2B5EF4-FFF2-40B4-BE49-F238E27FC236}">
                <a16:creationId xmlns:a16="http://schemas.microsoft.com/office/drawing/2014/main" id="{D0E80279-BD62-43D8-9181-D59FD7657BAC}"/>
              </a:ext>
            </a:extLst>
          </p:cNvPr>
          <p:cNvSpPr>
            <a:spLocks noGrp="1"/>
          </p:cNvSpPr>
          <p:nvPr>
            <p:ph type="pic" sz="quarter" idx="10"/>
          </p:nvPr>
        </p:nvSpPr>
        <p:spPr>
          <a:xfrm>
            <a:off x="731520" y="137160"/>
            <a:ext cx="6858000" cy="5486400"/>
          </a:xfrm>
          <a:prstGeom prst="roundRect">
            <a:avLst>
              <a:gd name="adj" fmla="val 4465"/>
            </a:avLst>
          </a:prstGeom>
          <a:effectLst>
            <a:outerShdw blurRad="127000" sx="101000" sy="101000" algn="ctr" rotWithShape="0">
              <a:prstClr val="black">
                <a:alpha val="40000"/>
              </a:prstClr>
            </a:outerShdw>
          </a:effectLst>
        </p:spPr>
        <p:txBody>
          <a:bodyPr/>
          <a:lstStyle/>
          <a:p>
            <a:endParaRPr lang="en-US" dirty="0"/>
          </a:p>
        </p:txBody>
      </p:sp>
      <p:sp>
        <p:nvSpPr>
          <p:cNvPr id="15" name="Picture Placeholder 17">
            <a:extLst>
              <a:ext uri="{FF2B5EF4-FFF2-40B4-BE49-F238E27FC236}">
                <a16:creationId xmlns:a16="http://schemas.microsoft.com/office/drawing/2014/main" id="{02E7528C-D042-4C00-8262-48D39802E0FD}"/>
              </a:ext>
            </a:extLst>
          </p:cNvPr>
          <p:cNvSpPr>
            <a:spLocks noGrp="1" noChangeAspect="1"/>
          </p:cNvSpPr>
          <p:nvPr>
            <p:ph type="pic" sz="quarter" idx="20"/>
          </p:nvPr>
        </p:nvSpPr>
        <p:spPr>
          <a:xfrm>
            <a:off x="7679775" y="4831811"/>
            <a:ext cx="367371" cy="365760"/>
          </a:xfrm>
          <a:prstGeom prst="ellipse">
            <a:avLst/>
          </a:prstGeom>
        </p:spPr>
        <p:txBody>
          <a:bodyPr/>
          <a:lstStyle/>
          <a:p>
            <a:endParaRPr lang="en-US" dirty="0"/>
          </a:p>
        </p:txBody>
      </p:sp>
      <p:sp>
        <p:nvSpPr>
          <p:cNvPr id="4" name="Text Placeholder 3">
            <a:extLst>
              <a:ext uri="{FF2B5EF4-FFF2-40B4-BE49-F238E27FC236}">
                <a16:creationId xmlns:a16="http://schemas.microsoft.com/office/drawing/2014/main" id="{09FF209F-6325-4F89-AF15-E9902E6E1854}"/>
              </a:ext>
            </a:extLst>
          </p:cNvPr>
          <p:cNvSpPr>
            <a:spLocks noGrp="1"/>
          </p:cNvSpPr>
          <p:nvPr>
            <p:ph type="body" sz="quarter" idx="21" hasCustomPrompt="1"/>
          </p:nvPr>
        </p:nvSpPr>
        <p:spPr>
          <a:xfrm>
            <a:off x="7679328" y="2790825"/>
            <a:ext cx="1213847" cy="1165225"/>
          </a:xfrm>
          <a:prstGeom prst="rect">
            <a:avLst/>
          </a:prstGeom>
        </p:spPr>
        <p:txBody>
          <a:bodyPr lIns="0" tIns="0" rIns="0" bIns="0"/>
          <a:lstStyle>
            <a:lvl1pPr marL="0" indent="0">
              <a:spcBef>
                <a:spcPts val="0"/>
              </a:spcBef>
              <a:buNone/>
              <a:defRPr sz="16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Song Title</a:t>
            </a:r>
          </a:p>
        </p:txBody>
      </p:sp>
      <p:sp>
        <p:nvSpPr>
          <p:cNvPr id="9" name="Text Placeholder 8">
            <a:extLst>
              <a:ext uri="{FF2B5EF4-FFF2-40B4-BE49-F238E27FC236}">
                <a16:creationId xmlns:a16="http://schemas.microsoft.com/office/drawing/2014/main" id="{3BEE7DFD-75AB-4A06-A88A-D17B96DFDA49}"/>
              </a:ext>
            </a:extLst>
          </p:cNvPr>
          <p:cNvSpPr>
            <a:spLocks noGrp="1"/>
          </p:cNvSpPr>
          <p:nvPr>
            <p:ph type="body" sz="quarter" idx="22" hasCustomPrompt="1"/>
          </p:nvPr>
        </p:nvSpPr>
        <p:spPr>
          <a:xfrm>
            <a:off x="7679327" y="4009512"/>
            <a:ext cx="1213847" cy="365125"/>
          </a:xfrm>
          <a:prstGeom prst="rect">
            <a:avLst/>
          </a:prstGeom>
        </p:spPr>
        <p:txBody>
          <a:bodyPr lIns="0" tIns="0" rIns="0" bIns="0"/>
          <a:lstStyle>
            <a:lvl1pPr marL="0" indent="0">
              <a:buNone/>
              <a:defRPr sz="9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Translation</a:t>
            </a:r>
          </a:p>
        </p:txBody>
      </p:sp>
      <p:sp>
        <p:nvSpPr>
          <p:cNvPr id="16" name="highlight">
            <a:extLst>
              <a:ext uri="{FF2B5EF4-FFF2-40B4-BE49-F238E27FC236}">
                <a16:creationId xmlns:a16="http://schemas.microsoft.com/office/drawing/2014/main" id="{BAA7AA87-50C5-423B-86F8-0C6A4F1B1932}"/>
              </a:ext>
            </a:extLst>
          </p:cNvPr>
          <p:cNvSpPr>
            <a:spLocks noGrp="1"/>
          </p:cNvSpPr>
          <p:nvPr>
            <p:ph sz="quarter" idx="42" hasCustomPrompt="1"/>
          </p:nvPr>
        </p:nvSpPr>
        <p:spPr>
          <a:xfrm flipH="1" flipV="1">
            <a:off x="1725613" y="2344738"/>
            <a:ext cx="365760" cy="365760"/>
          </a:xfrm>
          <a:prstGeom prst="roundRect">
            <a:avLst>
              <a:gd name="adj" fmla="val 50000"/>
            </a:avLst>
          </a:prstGeom>
          <a:solidFill>
            <a:srgbClr val="FFFFFF">
              <a:alpha val="50196"/>
            </a:srgbClr>
          </a:solidFill>
        </p:spPr>
        <p:txBody>
          <a:bodyPr/>
          <a:lstStyle>
            <a:lvl1pPr algn="ctr">
              <a:buNone/>
              <a:defRPr lang="en-US" dirty="0"/>
            </a:lvl1pPr>
          </a:lstStyle>
          <a:p>
            <a:pPr lvl="0" algn="ctr">
              <a:buNone/>
            </a:pPr>
            <a:r>
              <a:rPr lang="en-US" dirty="0"/>
              <a:t>H</a:t>
            </a:r>
          </a:p>
        </p:txBody>
      </p:sp>
      <p:sp>
        <p:nvSpPr>
          <p:cNvPr id="17" name="verse bubble 1">
            <a:extLst>
              <a:ext uri="{FF2B5EF4-FFF2-40B4-BE49-F238E27FC236}">
                <a16:creationId xmlns:a16="http://schemas.microsoft.com/office/drawing/2014/main" id="{82F03A9D-AB25-4AB8-9AC5-8C5B9F81F191}"/>
              </a:ext>
            </a:extLst>
          </p:cNvPr>
          <p:cNvSpPr>
            <a:spLocks noGrp="1" noChangeAspect="1"/>
          </p:cNvSpPr>
          <p:nvPr>
            <p:ph type="body" sz="quarter" idx="24" hasCustomPrompt="1"/>
          </p:nvPr>
        </p:nvSpPr>
        <p:spPr>
          <a:xfrm>
            <a:off x="1730375" y="979489"/>
            <a:ext cx="365760" cy="361915"/>
          </a:xfrm>
          <a:prstGeom prst="ellipse">
            <a:avLst/>
          </a:prstGeom>
        </p:spPr>
        <p:txBody>
          <a:bodyPr anchor="ctr"/>
          <a:lstStyle>
            <a:lvl1pPr algn="ctr">
              <a:buNone/>
              <a:defRPr/>
            </a:lvl1pPr>
          </a:lstStyle>
          <a:p>
            <a:pPr lvl="0"/>
            <a:r>
              <a:rPr lang="en-US" dirty="0"/>
              <a:t>N</a:t>
            </a:r>
          </a:p>
        </p:txBody>
      </p:sp>
      <p:sp>
        <p:nvSpPr>
          <p:cNvPr id="18" name="verse bubble 2">
            <a:extLst>
              <a:ext uri="{FF2B5EF4-FFF2-40B4-BE49-F238E27FC236}">
                <a16:creationId xmlns:a16="http://schemas.microsoft.com/office/drawing/2014/main" id="{E9D49E91-1075-47D8-A4B9-69865465C665}"/>
              </a:ext>
            </a:extLst>
          </p:cNvPr>
          <p:cNvSpPr>
            <a:spLocks noGrp="1" noChangeAspect="1"/>
          </p:cNvSpPr>
          <p:nvPr>
            <p:ph type="body" sz="quarter" idx="27" hasCustomPrompt="1"/>
          </p:nvPr>
        </p:nvSpPr>
        <p:spPr>
          <a:xfrm>
            <a:off x="2170158" y="979489"/>
            <a:ext cx="365760" cy="361915"/>
          </a:xfrm>
          <a:prstGeom prst="ellipse">
            <a:avLst/>
          </a:prstGeom>
        </p:spPr>
        <p:txBody>
          <a:bodyPr anchor="ctr"/>
          <a:lstStyle>
            <a:lvl1pPr algn="ctr">
              <a:buNone/>
              <a:defRPr/>
            </a:lvl1pPr>
          </a:lstStyle>
          <a:p>
            <a:pPr lvl="0"/>
            <a:r>
              <a:rPr lang="en-US" dirty="0"/>
              <a:t>N</a:t>
            </a:r>
          </a:p>
        </p:txBody>
      </p:sp>
      <p:sp>
        <p:nvSpPr>
          <p:cNvPr id="19" name="verse bubble 3">
            <a:extLst>
              <a:ext uri="{FF2B5EF4-FFF2-40B4-BE49-F238E27FC236}">
                <a16:creationId xmlns:a16="http://schemas.microsoft.com/office/drawing/2014/main" id="{A1DED6BF-A5E8-4313-8E13-D55C5827B238}"/>
              </a:ext>
            </a:extLst>
          </p:cNvPr>
          <p:cNvSpPr>
            <a:spLocks noGrp="1" noChangeAspect="1"/>
          </p:cNvSpPr>
          <p:nvPr>
            <p:ph type="body" sz="quarter" idx="28" hasCustomPrompt="1"/>
          </p:nvPr>
        </p:nvSpPr>
        <p:spPr>
          <a:xfrm>
            <a:off x="2609941" y="979489"/>
            <a:ext cx="365760" cy="361915"/>
          </a:xfrm>
          <a:prstGeom prst="ellipse">
            <a:avLst/>
          </a:prstGeom>
        </p:spPr>
        <p:txBody>
          <a:bodyPr anchor="ctr"/>
          <a:lstStyle>
            <a:lvl1pPr algn="ctr">
              <a:buNone/>
              <a:defRPr/>
            </a:lvl1pPr>
          </a:lstStyle>
          <a:p>
            <a:pPr lvl="0"/>
            <a:r>
              <a:rPr lang="en-US" dirty="0"/>
              <a:t>N</a:t>
            </a:r>
          </a:p>
        </p:txBody>
      </p:sp>
      <p:sp>
        <p:nvSpPr>
          <p:cNvPr id="20" name="verse bubble 4">
            <a:extLst>
              <a:ext uri="{FF2B5EF4-FFF2-40B4-BE49-F238E27FC236}">
                <a16:creationId xmlns:a16="http://schemas.microsoft.com/office/drawing/2014/main" id="{6D7C50B4-FDDA-4AB4-9582-5E18FA756CEC}"/>
              </a:ext>
            </a:extLst>
          </p:cNvPr>
          <p:cNvSpPr>
            <a:spLocks noGrp="1" noChangeAspect="1"/>
          </p:cNvSpPr>
          <p:nvPr>
            <p:ph type="body" sz="quarter" idx="29" hasCustomPrompt="1"/>
          </p:nvPr>
        </p:nvSpPr>
        <p:spPr>
          <a:xfrm>
            <a:off x="3049724" y="979489"/>
            <a:ext cx="365760" cy="361915"/>
          </a:xfrm>
          <a:prstGeom prst="ellipse">
            <a:avLst/>
          </a:prstGeom>
        </p:spPr>
        <p:txBody>
          <a:bodyPr anchor="ctr"/>
          <a:lstStyle>
            <a:lvl1pPr algn="ctr">
              <a:buNone/>
              <a:defRPr/>
            </a:lvl1pPr>
          </a:lstStyle>
          <a:p>
            <a:pPr lvl="0"/>
            <a:r>
              <a:rPr lang="en-US" dirty="0"/>
              <a:t>N</a:t>
            </a:r>
          </a:p>
        </p:txBody>
      </p:sp>
      <p:sp>
        <p:nvSpPr>
          <p:cNvPr id="21" name="verse bubble 5">
            <a:extLst>
              <a:ext uri="{FF2B5EF4-FFF2-40B4-BE49-F238E27FC236}">
                <a16:creationId xmlns:a16="http://schemas.microsoft.com/office/drawing/2014/main" id="{67272D6A-5CF6-40D7-96C7-5BB7E98D3587}"/>
              </a:ext>
            </a:extLst>
          </p:cNvPr>
          <p:cNvSpPr>
            <a:spLocks noGrp="1" noChangeAspect="1"/>
          </p:cNvSpPr>
          <p:nvPr>
            <p:ph type="body" sz="quarter" idx="30" hasCustomPrompt="1"/>
          </p:nvPr>
        </p:nvSpPr>
        <p:spPr>
          <a:xfrm>
            <a:off x="3489507" y="979489"/>
            <a:ext cx="365760" cy="361915"/>
          </a:xfrm>
          <a:prstGeom prst="ellipse">
            <a:avLst/>
          </a:prstGeom>
        </p:spPr>
        <p:txBody>
          <a:bodyPr anchor="ctr"/>
          <a:lstStyle>
            <a:lvl1pPr algn="ctr">
              <a:buNone/>
              <a:defRPr/>
            </a:lvl1pPr>
          </a:lstStyle>
          <a:p>
            <a:pPr lvl="0"/>
            <a:r>
              <a:rPr lang="en-US" dirty="0"/>
              <a:t>N</a:t>
            </a:r>
          </a:p>
        </p:txBody>
      </p:sp>
      <p:sp>
        <p:nvSpPr>
          <p:cNvPr id="22" name="verse bubble 6">
            <a:extLst>
              <a:ext uri="{FF2B5EF4-FFF2-40B4-BE49-F238E27FC236}">
                <a16:creationId xmlns:a16="http://schemas.microsoft.com/office/drawing/2014/main" id="{0FE42672-6A04-438A-B322-6562B702E077}"/>
              </a:ext>
            </a:extLst>
          </p:cNvPr>
          <p:cNvSpPr>
            <a:spLocks noGrp="1" noChangeAspect="1"/>
          </p:cNvSpPr>
          <p:nvPr>
            <p:ph type="body" sz="quarter" idx="31" hasCustomPrompt="1"/>
          </p:nvPr>
        </p:nvSpPr>
        <p:spPr>
          <a:xfrm>
            <a:off x="3929290" y="979489"/>
            <a:ext cx="365760" cy="361915"/>
          </a:xfrm>
          <a:prstGeom prst="ellipse">
            <a:avLst/>
          </a:prstGeom>
        </p:spPr>
        <p:txBody>
          <a:bodyPr anchor="ctr"/>
          <a:lstStyle>
            <a:lvl1pPr algn="ctr">
              <a:buNone/>
              <a:defRPr/>
            </a:lvl1pPr>
          </a:lstStyle>
          <a:p>
            <a:pPr lvl="0"/>
            <a:r>
              <a:rPr lang="en-US" dirty="0"/>
              <a:t>N</a:t>
            </a:r>
          </a:p>
        </p:txBody>
      </p:sp>
      <p:sp>
        <p:nvSpPr>
          <p:cNvPr id="23" name="verse bubble 7">
            <a:extLst>
              <a:ext uri="{FF2B5EF4-FFF2-40B4-BE49-F238E27FC236}">
                <a16:creationId xmlns:a16="http://schemas.microsoft.com/office/drawing/2014/main" id="{ECA2AC19-4B38-4ECD-8F50-5E8611A79E96}"/>
              </a:ext>
            </a:extLst>
          </p:cNvPr>
          <p:cNvSpPr>
            <a:spLocks noGrp="1" noChangeAspect="1"/>
          </p:cNvSpPr>
          <p:nvPr>
            <p:ph type="body" sz="quarter" idx="32" hasCustomPrompt="1"/>
          </p:nvPr>
        </p:nvSpPr>
        <p:spPr>
          <a:xfrm>
            <a:off x="4369073" y="979489"/>
            <a:ext cx="365760" cy="361915"/>
          </a:xfrm>
          <a:prstGeom prst="ellipse">
            <a:avLst/>
          </a:prstGeom>
        </p:spPr>
        <p:txBody>
          <a:bodyPr anchor="ctr"/>
          <a:lstStyle>
            <a:lvl1pPr algn="ctr">
              <a:buNone/>
              <a:defRPr/>
            </a:lvl1pPr>
          </a:lstStyle>
          <a:p>
            <a:pPr lvl="0"/>
            <a:r>
              <a:rPr lang="en-US" dirty="0"/>
              <a:t>N</a:t>
            </a:r>
          </a:p>
        </p:txBody>
      </p:sp>
      <p:sp>
        <p:nvSpPr>
          <p:cNvPr id="24" name="verse bubble 8">
            <a:extLst>
              <a:ext uri="{FF2B5EF4-FFF2-40B4-BE49-F238E27FC236}">
                <a16:creationId xmlns:a16="http://schemas.microsoft.com/office/drawing/2014/main" id="{614F49A9-D838-4332-836A-37D93D4190D4}"/>
              </a:ext>
            </a:extLst>
          </p:cNvPr>
          <p:cNvSpPr>
            <a:spLocks noGrp="1" noChangeAspect="1"/>
          </p:cNvSpPr>
          <p:nvPr>
            <p:ph type="body" sz="quarter" idx="33" hasCustomPrompt="1"/>
          </p:nvPr>
        </p:nvSpPr>
        <p:spPr>
          <a:xfrm>
            <a:off x="4808856" y="979489"/>
            <a:ext cx="365760" cy="361915"/>
          </a:xfrm>
          <a:prstGeom prst="ellipse">
            <a:avLst/>
          </a:prstGeom>
        </p:spPr>
        <p:txBody>
          <a:bodyPr anchor="ctr"/>
          <a:lstStyle>
            <a:lvl1pPr algn="ctr">
              <a:buNone/>
              <a:defRPr/>
            </a:lvl1pPr>
          </a:lstStyle>
          <a:p>
            <a:pPr lvl="0"/>
            <a:r>
              <a:rPr lang="en-US" dirty="0"/>
              <a:t>N</a:t>
            </a:r>
          </a:p>
        </p:txBody>
      </p:sp>
      <p:sp>
        <p:nvSpPr>
          <p:cNvPr id="25" name="verse bubble 9">
            <a:extLst>
              <a:ext uri="{FF2B5EF4-FFF2-40B4-BE49-F238E27FC236}">
                <a16:creationId xmlns:a16="http://schemas.microsoft.com/office/drawing/2014/main" id="{749173CF-22A0-4D33-A686-64C860B1ED32}"/>
              </a:ext>
            </a:extLst>
          </p:cNvPr>
          <p:cNvSpPr>
            <a:spLocks noGrp="1" noChangeAspect="1"/>
          </p:cNvSpPr>
          <p:nvPr>
            <p:ph type="body" sz="quarter" idx="34" hasCustomPrompt="1"/>
          </p:nvPr>
        </p:nvSpPr>
        <p:spPr>
          <a:xfrm>
            <a:off x="5248639" y="979489"/>
            <a:ext cx="365760" cy="361915"/>
          </a:xfrm>
          <a:prstGeom prst="ellipse">
            <a:avLst/>
          </a:prstGeom>
        </p:spPr>
        <p:txBody>
          <a:bodyPr anchor="ctr"/>
          <a:lstStyle>
            <a:lvl1pPr algn="ctr">
              <a:buNone/>
              <a:defRPr/>
            </a:lvl1pPr>
          </a:lstStyle>
          <a:p>
            <a:pPr lvl="0"/>
            <a:r>
              <a:rPr lang="en-US" dirty="0"/>
              <a:t>N</a:t>
            </a:r>
          </a:p>
        </p:txBody>
      </p:sp>
      <p:sp>
        <p:nvSpPr>
          <p:cNvPr id="26" name="verse bubble 10">
            <a:extLst>
              <a:ext uri="{FF2B5EF4-FFF2-40B4-BE49-F238E27FC236}">
                <a16:creationId xmlns:a16="http://schemas.microsoft.com/office/drawing/2014/main" id="{E69F2AE9-A6EB-45A9-BAB4-7BAF8E35FE40}"/>
              </a:ext>
            </a:extLst>
          </p:cNvPr>
          <p:cNvSpPr>
            <a:spLocks noGrp="1" noChangeAspect="1"/>
          </p:cNvSpPr>
          <p:nvPr>
            <p:ph type="body" sz="quarter" idx="35" hasCustomPrompt="1"/>
          </p:nvPr>
        </p:nvSpPr>
        <p:spPr>
          <a:xfrm>
            <a:off x="5688422" y="979489"/>
            <a:ext cx="365760" cy="361915"/>
          </a:xfrm>
          <a:prstGeom prst="ellipse">
            <a:avLst/>
          </a:prstGeom>
        </p:spPr>
        <p:txBody>
          <a:bodyPr anchor="ctr"/>
          <a:lstStyle>
            <a:lvl1pPr algn="ctr">
              <a:buNone/>
              <a:defRPr/>
            </a:lvl1pPr>
          </a:lstStyle>
          <a:p>
            <a:pPr lvl="0"/>
            <a:r>
              <a:rPr lang="en-US" dirty="0"/>
              <a:t>N</a:t>
            </a:r>
          </a:p>
        </p:txBody>
      </p:sp>
      <p:sp>
        <p:nvSpPr>
          <p:cNvPr id="27" name="verse bubble 11">
            <a:extLst>
              <a:ext uri="{FF2B5EF4-FFF2-40B4-BE49-F238E27FC236}">
                <a16:creationId xmlns:a16="http://schemas.microsoft.com/office/drawing/2014/main" id="{7095BE66-2A43-474F-8119-625B960C8833}"/>
              </a:ext>
            </a:extLst>
          </p:cNvPr>
          <p:cNvSpPr>
            <a:spLocks noGrp="1" noChangeAspect="1"/>
          </p:cNvSpPr>
          <p:nvPr>
            <p:ph type="body" sz="quarter" idx="36" hasCustomPrompt="1"/>
          </p:nvPr>
        </p:nvSpPr>
        <p:spPr>
          <a:xfrm>
            <a:off x="6128205" y="979489"/>
            <a:ext cx="365760" cy="361915"/>
          </a:xfrm>
          <a:prstGeom prst="ellipse">
            <a:avLst/>
          </a:prstGeom>
        </p:spPr>
        <p:txBody>
          <a:bodyPr anchor="ctr"/>
          <a:lstStyle>
            <a:lvl1pPr algn="ctr">
              <a:buNone/>
              <a:defRPr/>
            </a:lvl1pPr>
          </a:lstStyle>
          <a:p>
            <a:pPr lvl="0"/>
            <a:r>
              <a:rPr lang="en-US" dirty="0"/>
              <a:t>N</a:t>
            </a:r>
          </a:p>
        </p:txBody>
      </p:sp>
      <p:sp>
        <p:nvSpPr>
          <p:cNvPr id="28" name="verse bubble 12">
            <a:extLst>
              <a:ext uri="{FF2B5EF4-FFF2-40B4-BE49-F238E27FC236}">
                <a16:creationId xmlns:a16="http://schemas.microsoft.com/office/drawing/2014/main" id="{33F6DF6F-9465-490B-A1B5-CFEEA9AA5A9A}"/>
              </a:ext>
            </a:extLst>
          </p:cNvPr>
          <p:cNvSpPr>
            <a:spLocks noGrp="1" noChangeAspect="1"/>
          </p:cNvSpPr>
          <p:nvPr>
            <p:ph type="body" sz="quarter" idx="37" hasCustomPrompt="1"/>
          </p:nvPr>
        </p:nvSpPr>
        <p:spPr>
          <a:xfrm>
            <a:off x="6567988" y="979489"/>
            <a:ext cx="365760" cy="361915"/>
          </a:xfrm>
          <a:prstGeom prst="ellipse">
            <a:avLst/>
          </a:prstGeom>
        </p:spPr>
        <p:txBody>
          <a:bodyPr anchor="ctr"/>
          <a:lstStyle>
            <a:lvl1pPr algn="ctr">
              <a:buNone/>
              <a:defRPr/>
            </a:lvl1pPr>
          </a:lstStyle>
          <a:p>
            <a:pPr lvl="0"/>
            <a:r>
              <a:rPr lang="en-US" dirty="0"/>
              <a:t>N</a:t>
            </a:r>
          </a:p>
        </p:txBody>
      </p:sp>
      <p:sp>
        <p:nvSpPr>
          <p:cNvPr id="29" name="arrow 1">
            <a:extLst>
              <a:ext uri="{FF2B5EF4-FFF2-40B4-BE49-F238E27FC236}">
                <a16:creationId xmlns:a16="http://schemas.microsoft.com/office/drawing/2014/main" id="{7E8CED3D-E261-4A9E-9550-E3A55B8A1401}"/>
              </a:ext>
            </a:extLst>
          </p:cNvPr>
          <p:cNvSpPr>
            <a:spLocks noGrp="1"/>
          </p:cNvSpPr>
          <p:nvPr>
            <p:ph sz="quarter" idx="38" hasCustomPrompt="1"/>
          </p:nvPr>
        </p:nvSpPr>
        <p:spPr>
          <a:xfrm>
            <a:off x="1725485" y="1703353"/>
            <a:ext cx="361915" cy="361915"/>
          </a:xfrm>
          <a:prstGeom prst="downArrow">
            <a:avLst>
              <a:gd name="adj1" fmla="val 50000"/>
              <a:gd name="adj2" fmla="val 75733"/>
            </a:avLst>
          </a:prstGeom>
        </p:spPr>
        <p:txBody>
          <a:bodyPr anchor="ctr"/>
          <a:lstStyle>
            <a:lvl1pPr algn="ctr">
              <a:buNone/>
              <a:defRPr/>
            </a:lvl1pPr>
          </a:lstStyle>
          <a:p>
            <a:pPr lvl="0"/>
            <a:r>
              <a:rPr lang="en-US" dirty="0"/>
              <a:t>A</a:t>
            </a:r>
          </a:p>
        </p:txBody>
      </p:sp>
      <p:sp>
        <p:nvSpPr>
          <p:cNvPr id="30" name="coda">
            <a:extLst>
              <a:ext uri="{FF2B5EF4-FFF2-40B4-BE49-F238E27FC236}">
                <a16:creationId xmlns:a16="http://schemas.microsoft.com/office/drawing/2014/main" id="{9A233050-FD81-44D5-BC12-AA485D30BF2B}"/>
              </a:ext>
            </a:extLst>
          </p:cNvPr>
          <p:cNvSpPr>
            <a:spLocks noGrp="1"/>
          </p:cNvSpPr>
          <p:nvPr>
            <p:ph type="pic" sz="quarter" idx="43"/>
          </p:nvPr>
        </p:nvSpPr>
        <p:spPr>
          <a:xfrm>
            <a:off x="1690688" y="2887663"/>
            <a:ext cx="365760" cy="365760"/>
          </a:xfrm>
          <a:prstGeom prst="rect">
            <a:avLst/>
          </a:prstGeom>
        </p:spPr>
        <p:txBody>
          <a:bodyPr/>
          <a:lstStyle>
            <a:lvl1pPr>
              <a:buNone/>
              <a:defRPr/>
            </a:lvl1pPr>
          </a:lstStyle>
          <a:p>
            <a:r>
              <a:rPr lang="en-US" dirty="0"/>
              <a:t>C</a:t>
            </a:r>
          </a:p>
        </p:txBody>
      </p:sp>
      <p:sp>
        <p:nvSpPr>
          <p:cNvPr id="31" name="arrow 2">
            <a:extLst>
              <a:ext uri="{FF2B5EF4-FFF2-40B4-BE49-F238E27FC236}">
                <a16:creationId xmlns:a16="http://schemas.microsoft.com/office/drawing/2014/main" id="{3795FAE6-69C7-460D-896E-689566A8B2E9}"/>
              </a:ext>
            </a:extLst>
          </p:cNvPr>
          <p:cNvSpPr>
            <a:spLocks noGrp="1"/>
          </p:cNvSpPr>
          <p:nvPr>
            <p:ph sz="quarter" idx="39" hasCustomPrompt="1"/>
          </p:nvPr>
        </p:nvSpPr>
        <p:spPr>
          <a:xfrm>
            <a:off x="2170158" y="1706317"/>
            <a:ext cx="361915" cy="361915"/>
          </a:xfrm>
          <a:prstGeom prst="downArrow">
            <a:avLst>
              <a:gd name="adj1" fmla="val 50000"/>
              <a:gd name="adj2" fmla="val 75733"/>
            </a:avLst>
          </a:prstGeom>
        </p:spPr>
        <p:txBody>
          <a:bodyPr anchor="ctr"/>
          <a:lstStyle>
            <a:lvl1pPr algn="ctr">
              <a:buNone/>
              <a:defRPr/>
            </a:lvl1pPr>
          </a:lstStyle>
          <a:p>
            <a:pPr lvl="0"/>
            <a:r>
              <a:rPr lang="en-US" dirty="0"/>
              <a:t>A</a:t>
            </a:r>
          </a:p>
        </p:txBody>
      </p:sp>
      <p:sp>
        <p:nvSpPr>
          <p:cNvPr id="32" name="arrow 3">
            <a:extLst>
              <a:ext uri="{FF2B5EF4-FFF2-40B4-BE49-F238E27FC236}">
                <a16:creationId xmlns:a16="http://schemas.microsoft.com/office/drawing/2014/main" id="{09ABCEF0-0DE6-4825-96C5-C776F725AFE5}"/>
              </a:ext>
            </a:extLst>
          </p:cNvPr>
          <p:cNvSpPr>
            <a:spLocks noGrp="1"/>
          </p:cNvSpPr>
          <p:nvPr>
            <p:ph sz="quarter" idx="40" hasCustomPrompt="1"/>
          </p:nvPr>
        </p:nvSpPr>
        <p:spPr>
          <a:xfrm>
            <a:off x="2614831" y="1709281"/>
            <a:ext cx="361915" cy="361915"/>
          </a:xfrm>
          <a:prstGeom prst="downArrow">
            <a:avLst>
              <a:gd name="adj1" fmla="val 50000"/>
              <a:gd name="adj2" fmla="val 75733"/>
            </a:avLst>
          </a:prstGeom>
        </p:spPr>
        <p:txBody>
          <a:bodyPr anchor="ctr"/>
          <a:lstStyle>
            <a:lvl1pPr algn="ctr">
              <a:buNone/>
              <a:defRPr/>
            </a:lvl1pPr>
          </a:lstStyle>
          <a:p>
            <a:pPr lvl="0"/>
            <a:r>
              <a:rPr lang="en-US" dirty="0"/>
              <a:t>A</a:t>
            </a:r>
          </a:p>
        </p:txBody>
      </p:sp>
      <p:sp>
        <p:nvSpPr>
          <p:cNvPr id="33" name="arrow 4">
            <a:extLst>
              <a:ext uri="{FF2B5EF4-FFF2-40B4-BE49-F238E27FC236}">
                <a16:creationId xmlns:a16="http://schemas.microsoft.com/office/drawing/2014/main" id="{1018D508-1B69-4AC3-9C67-41AC0F9FFF48}"/>
              </a:ext>
            </a:extLst>
          </p:cNvPr>
          <p:cNvSpPr>
            <a:spLocks noGrp="1"/>
          </p:cNvSpPr>
          <p:nvPr>
            <p:ph sz="quarter" idx="41" hasCustomPrompt="1"/>
          </p:nvPr>
        </p:nvSpPr>
        <p:spPr>
          <a:xfrm>
            <a:off x="3059504" y="1712245"/>
            <a:ext cx="361915" cy="361915"/>
          </a:xfrm>
          <a:prstGeom prst="downArrow">
            <a:avLst>
              <a:gd name="adj1" fmla="val 50000"/>
              <a:gd name="adj2" fmla="val 75733"/>
            </a:avLst>
          </a:prstGeom>
        </p:spPr>
        <p:txBody>
          <a:bodyPr anchor="ctr"/>
          <a:lstStyle>
            <a:lvl1pPr algn="ctr">
              <a:buNone/>
              <a:defRPr/>
            </a:lvl1pPr>
          </a:lstStyle>
          <a:p>
            <a:pPr lvl="0"/>
            <a:r>
              <a:rPr lang="en-US" dirty="0"/>
              <a:t>A</a:t>
            </a:r>
          </a:p>
        </p:txBody>
      </p:sp>
    </p:spTree>
    <p:extLst>
      <p:ext uri="{BB962C8B-B14F-4D97-AF65-F5344CB8AC3E}">
        <p14:creationId xmlns:p14="http://schemas.microsoft.com/office/powerpoint/2010/main" val="3568201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8B91267-FDE2-4D9A-8E71-A5FFC5550501}"/>
              </a:ext>
            </a:extLst>
          </p:cNvPr>
          <p:cNvSpPr>
            <a:spLocks noGrp="1"/>
          </p:cNvSpPr>
          <p:nvPr>
            <p:ph type="pic" sz="quarter" idx="23"/>
          </p:nvPr>
        </p:nvSpPr>
        <p:spPr>
          <a:xfrm>
            <a:off x="0" y="-6435"/>
            <a:ext cx="9144000" cy="5715000"/>
          </a:xfrm>
          <a:prstGeom prst="rect">
            <a:avLst/>
          </a:prstGeom>
        </p:spPr>
        <p:txBody>
          <a:bodyPr/>
          <a:lstStyle/>
          <a:p>
            <a:endParaRPr lang="en-US" dirty="0"/>
          </a:p>
        </p:txBody>
      </p:sp>
      <p:sp>
        <p:nvSpPr>
          <p:cNvPr id="11" name="Text Placeholder 10">
            <a:extLst>
              <a:ext uri="{FF2B5EF4-FFF2-40B4-BE49-F238E27FC236}">
                <a16:creationId xmlns:a16="http://schemas.microsoft.com/office/drawing/2014/main" id="{6EE5E541-0B4C-4026-A54E-B6945EDC064F}"/>
              </a:ext>
            </a:extLst>
          </p:cNvPr>
          <p:cNvSpPr>
            <a:spLocks noGrp="1"/>
          </p:cNvSpPr>
          <p:nvPr>
            <p:ph type="body" sz="quarter" idx="19"/>
          </p:nvPr>
        </p:nvSpPr>
        <p:spPr>
          <a:xfrm>
            <a:off x="1033272" y="4687707"/>
            <a:ext cx="7638587" cy="91440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Font typeface="Arial" panose="020B0604020202020204" pitchFamily="34" charset="0"/>
              <a:buNone/>
              <a:defRPr lang="en-US" sz="1404" dirty="0">
                <a:solidFill>
                  <a:schemeClr val="lt1"/>
                </a:solidFill>
              </a:defRPr>
            </a:lvl1pPr>
          </a:lstStyle>
          <a:p>
            <a:pPr marL="0" lvl="0" indent="0" algn="ctr" defTabSz="713232">
              <a:buNone/>
            </a:pPr>
            <a:endParaRPr lang="en-US" dirty="0"/>
          </a:p>
        </p:txBody>
      </p:sp>
      <p:sp>
        <p:nvSpPr>
          <p:cNvPr id="3" name="song_number">
            <a:extLst>
              <a:ext uri="{FF2B5EF4-FFF2-40B4-BE49-F238E27FC236}">
                <a16:creationId xmlns:a16="http://schemas.microsoft.com/office/drawing/2014/main" id="{E1887CE4-DD4C-4587-8EC3-4DC394CD174A}"/>
              </a:ext>
            </a:extLst>
          </p:cNvPr>
          <p:cNvSpPr>
            <a:spLocks noGrp="1"/>
          </p:cNvSpPr>
          <p:nvPr>
            <p:ph type="body" sz="quarter" idx="15" hasCustomPrompt="1"/>
          </p:nvPr>
        </p:nvSpPr>
        <p:spPr>
          <a:xfrm>
            <a:off x="1097280" y="5144907"/>
            <a:ext cx="914400" cy="365760"/>
          </a:xfrm>
          <a:prstGeom prst="roundRect">
            <a:avLst>
              <a:gd name="adj" fmla="val 50000"/>
            </a:avLst>
          </a:prstGeom>
          <a:solidFill>
            <a:schemeClr val="bg2">
              <a:lumMod val="50000"/>
            </a:schemeClr>
          </a:solidFill>
        </p:spPr>
        <p:txBody>
          <a:bodyPr lIns="274320" tIns="27432" rIns="0" bIns="0" anchor="ctr"/>
          <a:lstStyle>
            <a:lvl1pPr marL="0" indent="0" algn="r">
              <a:buNone/>
              <a:defRPr sz="1800" b="1">
                <a:solidFill>
                  <a:schemeClr val="bg1"/>
                </a:solidFill>
                <a:latin typeface="Avenir Next LT Pro" panose="020B0504020202020204" pitchFamily="34" charset="0"/>
              </a:defRPr>
            </a:lvl1pPr>
            <a:lvl2pPr marL="457200" indent="0">
              <a:buNone/>
              <a:defRPr sz="1050"/>
            </a:lvl2pPr>
            <a:lvl3pPr marL="914400" indent="0">
              <a:buNone/>
              <a:defRPr sz="1000"/>
            </a:lvl3pPr>
            <a:lvl4pPr marL="1371600" indent="0">
              <a:buNone/>
              <a:defRPr sz="900"/>
            </a:lvl4pPr>
            <a:lvl5pPr marL="1828800" indent="0" algn="l">
              <a:buNone/>
              <a:defRPr sz="900"/>
            </a:lvl5pPr>
          </a:lstStyle>
          <a:p>
            <a:pPr lvl="0"/>
            <a:r>
              <a:rPr lang="en-US" dirty="0"/>
              <a:t>888</a:t>
            </a:r>
          </a:p>
        </p:txBody>
      </p:sp>
      <p:sp>
        <p:nvSpPr>
          <p:cNvPr id="6" name="songbook_logo">
            <a:extLst>
              <a:ext uri="{FF2B5EF4-FFF2-40B4-BE49-F238E27FC236}">
                <a16:creationId xmlns:a16="http://schemas.microsoft.com/office/drawing/2014/main" id="{137C8DEF-D234-4CF7-B2B7-D99941A16A38}"/>
              </a:ext>
            </a:extLst>
          </p:cNvPr>
          <p:cNvSpPr>
            <a:spLocks noGrp="1"/>
          </p:cNvSpPr>
          <p:nvPr>
            <p:ph type="pic" sz="quarter" idx="14" hasCustomPrompt="1"/>
          </p:nvPr>
        </p:nvSpPr>
        <p:spPr>
          <a:xfrm>
            <a:off x="1097280" y="5146320"/>
            <a:ext cx="365760" cy="361915"/>
          </a:xfrm>
          <a:prstGeom prst="roundRect">
            <a:avLst>
              <a:gd name="adj" fmla="val 50000"/>
            </a:avLst>
          </a:prstGeom>
        </p:spPr>
        <p:txBody>
          <a:bodyPr/>
          <a:lstStyle>
            <a:lvl1pPr marL="0" indent="0" algn="ctr">
              <a:buNone/>
              <a:defRPr sz="1400"/>
            </a:lvl1pPr>
          </a:lstStyle>
          <a:p>
            <a:r>
              <a:rPr lang="en-US" dirty="0"/>
              <a:t>Songbook</a:t>
            </a:r>
          </a:p>
        </p:txBody>
      </p:sp>
      <p:sp>
        <p:nvSpPr>
          <p:cNvPr id="5" name="Text Placeholder 4">
            <a:extLst>
              <a:ext uri="{FF2B5EF4-FFF2-40B4-BE49-F238E27FC236}">
                <a16:creationId xmlns:a16="http://schemas.microsoft.com/office/drawing/2014/main" id="{A604A485-3738-4C04-81B8-D532D3482A4B}"/>
              </a:ext>
            </a:extLst>
          </p:cNvPr>
          <p:cNvSpPr>
            <a:spLocks noGrp="1"/>
          </p:cNvSpPr>
          <p:nvPr>
            <p:ph type="body" sz="quarter" idx="16" hasCustomPrompt="1"/>
          </p:nvPr>
        </p:nvSpPr>
        <p:spPr>
          <a:xfrm>
            <a:off x="2083869" y="5097592"/>
            <a:ext cx="2951596" cy="361915"/>
          </a:xfrm>
          <a:prstGeom prst="rect">
            <a:avLst/>
          </a:prstGeom>
        </p:spPr>
        <p:txBody>
          <a:bodyPr wrap="none" lIns="0" tIns="0" rIns="0" bIns="0" anchor="ctr"/>
          <a:lstStyle>
            <a:lvl1pPr marL="0" indent="0">
              <a:lnSpc>
                <a:spcPts val="1600"/>
              </a:lnSpc>
              <a:spcBef>
                <a:spcPts val="0"/>
              </a:spcBef>
              <a:buNone/>
              <a:defRPr sz="2000" cap="small" baseline="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1600" dirty="0"/>
              <a:t>Song Title</a:t>
            </a:r>
            <a:endParaRPr lang="en-US" dirty="0"/>
          </a:p>
        </p:txBody>
      </p:sp>
      <p:sp>
        <p:nvSpPr>
          <p:cNvPr id="8" name="Text Placeholder 7">
            <a:extLst>
              <a:ext uri="{FF2B5EF4-FFF2-40B4-BE49-F238E27FC236}">
                <a16:creationId xmlns:a16="http://schemas.microsoft.com/office/drawing/2014/main" id="{E50B753F-E541-4C9F-B669-A910A156CE6D}"/>
              </a:ext>
            </a:extLst>
          </p:cNvPr>
          <p:cNvSpPr>
            <a:spLocks noGrp="1"/>
          </p:cNvSpPr>
          <p:nvPr>
            <p:ph type="body" sz="quarter" idx="17" hasCustomPrompt="1"/>
          </p:nvPr>
        </p:nvSpPr>
        <p:spPr>
          <a:xfrm>
            <a:off x="2083869" y="5369019"/>
            <a:ext cx="2951596" cy="180975"/>
          </a:xfrm>
          <a:prstGeom prst="rect">
            <a:avLst/>
          </a:prstGeom>
        </p:spPr>
        <p:txBody>
          <a:bodyPr tIns="0" bIns="0" anchor="ctr"/>
          <a:lstStyle>
            <a:lvl1pPr marL="0" indent="0">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700" dirty="0"/>
              <a:t>Copyright</a:t>
            </a:r>
            <a:endParaRPr lang="en-US" dirty="0"/>
          </a:p>
        </p:txBody>
      </p:sp>
      <p:sp>
        <p:nvSpPr>
          <p:cNvPr id="7" name="Content Placeholder 6">
            <a:extLst>
              <a:ext uri="{FF2B5EF4-FFF2-40B4-BE49-F238E27FC236}">
                <a16:creationId xmlns:a16="http://schemas.microsoft.com/office/drawing/2014/main" id="{2F0ED832-0344-4740-AF3C-8E33EC7E5375}"/>
              </a:ext>
            </a:extLst>
          </p:cNvPr>
          <p:cNvSpPr>
            <a:spLocks noGrp="1"/>
          </p:cNvSpPr>
          <p:nvPr>
            <p:ph sz="quarter" idx="18"/>
          </p:nvPr>
        </p:nvSpPr>
        <p:spPr>
          <a:xfrm>
            <a:off x="118872" y="457200"/>
            <a:ext cx="914400" cy="4297680"/>
          </a:xfrm>
          <a:prstGeom prst="roundRect">
            <a:avLst>
              <a:gd name="adj" fmla="val 28004"/>
            </a:avLst>
          </a:prstGeom>
          <a:solidFill>
            <a:srgbClr val="FFFFFF">
              <a:alpha val="14902"/>
            </a:srgbClr>
          </a:solidFill>
          <a:ln w="6350" cap="flat" cmpd="sng" algn="ctr">
            <a:noFill/>
            <a:prstDash val="solid"/>
            <a:miter lim="800000"/>
          </a:ln>
          <a:effectLst/>
        </p:spPr>
        <p:txBody>
          <a:bodyPr vert="horz" lIns="91440" tIns="45720" rIns="91440" bIns="45720" rtlCol="0" anchor="ctr">
            <a:noAutofit/>
          </a:bodyPr>
          <a:lstStyle>
            <a:lvl1pPr marL="0" indent="0">
              <a:buFontTx/>
              <a:buNone/>
              <a:defRPr lang="en-US" sz="1400" b="0" dirty="0">
                <a:solidFill>
                  <a:schemeClr val="bg1"/>
                </a:solidFill>
              </a:defRPr>
            </a:lvl1pPr>
          </a:lstStyle>
          <a:p>
            <a:pPr marL="228600" lvl="0" indent="-228600" algn="ctr" defTabSz="685800">
              <a:spcBef>
                <a:spcPts val="750"/>
              </a:spcBef>
            </a:pPr>
            <a:endParaRPr lang="en-US" dirty="0"/>
          </a:p>
        </p:txBody>
      </p:sp>
      <p:sp>
        <p:nvSpPr>
          <p:cNvPr id="10" name="Picture Placeholder 9">
            <a:extLst>
              <a:ext uri="{FF2B5EF4-FFF2-40B4-BE49-F238E27FC236}">
                <a16:creationId xmlns:a16="http://schemas.microsoft.com/office/drawing/2014/main" id="{D0E80279-BD62-43D8-9181-D59FD7657BAC}"/>
              </a:ext>
            </a:extLst>
          </p:cNvPr>
          <p:cNvSpPr>
            <a:spLocks noGrp="1"/>
          </p:cNvSpPr>
          <p:nvPr>
            <p:ph type="pic" sz="quarter" idx="10"/>
          </p:nvPr>
        </p:nvSpPr>
        <p:spPr>
          <a:xfrm>
            <a:off x="731520" y="118872"/>
            <a:ext cx="8229600" cy="4937760"/>
          </a:xfrm>
          <a:prstGeom prst="roundRect">
            <a:avLst>
              <a:gd name="adj" fmla="val 4465"/>
            </a:avLst>
          </a:prstGeom>
          <a:effectLst>
            <a:outerShdw blurRad="127000" sx="101000" sy="101000" algn="ctr" rotWithShape="0">
              <a:prstClr val="black">
                <a:alpha val="40000"/>
              </a:prstClr>
            </a:outerShdw>
          </a:effectLst>
        </p:spPr>
        <p:txBody>
          <a:bodyPr/>
          <a:lstStyle/>
          <a:p>
            <a:endParaRPr lang="en-US" dirty="0"/>
          </a:p>
        </p:txBody>
      </p:sp>
      <p:sp>
        <p:nvSpPr>
          <p:cNvPr id="18" name="Picture Placeholder 17">
            <a:extLst>
              <a:ext uri="{FF2B5EF4-FFF2-40B4-BE49-F238E27FC236}">
                <a16:creationId xmlns:a16="http://schemas.microsoft.com/office/drawing/2014/main" id="{DA5B166A-A382-4219-AA09-0C1C23FB1184}"/>
              </a:ext>
            </a:extLst>
          </p:cNvPr>
          <p:cNvSpPr>
            <a:spLocks noGrp="1" noChangeAspect="1"/>
          </p:cNvSpPr>
          <p:nvPr>
            <p:ph type="pic" sz="quarter" idx="20"/>
          </p:nvPr>
        </p:nvSpPr>
        <p:spPr>
          <a:xfrm>
            <a:off x="8157642" y="5144907"/>
            <a:ext cx="367371" cy="365760"/>
          </a:xfrm>
          <a:prstGeom prst="ellipse">
            <a:avLst/>
          </a:prstGeom>
        </p:spPr>
        <p:txBody>
          <a:bodyPr/>
          <a:lstStyle/>
          <a:p>
            <a:endParaRPr lang="en-US" dirty="0"/>
          </a:p>
        </p:txBody>
      </p:sp>
      <p:sp>
        <p:nvSpPr>
          <p:cNvPr id="20" name="Text Placeholder 19">
            <a:extLst>
              <a:ext uri="{FF2B5EF4-FFF2-40B4-BE49-F238E27FC236}">
                <a16:creationId xmlns:a16="http://schemas.microsoft.com/office/drawing/2014/main" id="{B8B0EA83-2871-4B3A-BFBF-045B9CAC9BD1}"/>
              </a:ext>
            </a:extLst>
          </p:cNvPr>
          <p:cNvSpPr>
            <a:spLocks noGrp="1"/>
          </p:cNvSpPr>
          <p:nvPr>
            <p:ph type="body" sz="quarter" idx="21" hasCustomPrompt="1"/>
          </p:nvPr>
        </p:nvSpPr>
        <p:spPr>
          <a:xfrm>
            <a:off x="5117393" y="5102352"/>
            <a:ext cx="2951596" cy="361950"/>
          </a:xfrm>
          <a:prstGeom prst="rect">
            <a:avLst/>
          </a:prstGeom>
        </p:spPr>
        <p:txBody>
          <a:bodyPr lIns="0" tIns="0" rIns="0" bIns="0" anchor="ctr"/>
          <a:lstStyle>
            <a:lvl1pPr marL="0" indent="0" algn="r">
              <a:lnSpc>
                <a:spcPts val="1600"/>
              </a:lnSpc>
              <a:spcBef>
                <a:spcPts val="0"/>
              </a:spcBef>
              <a:buNone/>
              <a:defRPr sz="16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latin typeface="Alegreya Sans Medium" panose="00000600000000000000" pitchFamily="50" charset="0"/>
              </a:rPr>
              <a:t>Song Title</a:t>
            </a:r>
            <a:endParaRPr lang="en-US" dirty="0"/>
          </a:p>
        </p:txBody>
      </p:sp>
      <p:sp>
        <p:nvSpPr>
          <p:cNvPr id="4" name="Text Placeholder 3">
            <a:extLst>
              <a:ext uri="{FF2B5EF4-FFF2-40B4-BE49-F238E27FC236}">
                <a16:creationId xmlns:a16="http://schemas.microsoft.com/office/drawing/2014/main" id="{8A54F2E3-7906-407E-A077-833997EA9730}"/>
              </a:ext>
            </a:extLst>
          </p:cNvPr>
          <p:cNvSpPr>
            <a:spLocks noGrp="1"/>
          </p:cNvSpPr>
          <p:nvPr>
            <p:ph type="body" sz="quarter" idx="22" hasCustomPrompt="1"/>
          </p:nvPr>
        </p:nvSpPr>
        <p:spPr>
          <a:xfrm>
            <a:off x="5117393" y="5369020"/>
            <a:ext cx="2893403" cy="180974"/>
          </a:xfrm>
          <a:prstGeom prst="rect">
            <a:avLst/>
          </a:prstGeom>
        </p:spPr>
        <p:txBody>
          <a:bodyPr lIns="0" tIns="0" rIns="0" bIns="0" anchor="ctr"/>
          <a:lstStyle>
            <a:lvl1pPr marL="0" indent="0" algn="r">
              <a:buFont typeface="Arial" panose="020B0604020202020204" pitchFamily="34" charset="0"/>
              <a:buNone/>
              <a:defRPr sz="9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Translation</a:t>
            </a:r>
          </a:p>
        </p:txBody>
      </p:sp>
      <p:sp>
        <p:nvSpPr>
          <p:cNvPr id="13" name="highlight">
            <a:extLst>
              <a:ext uri="{FF2B5EF4-FFF2-40B4-BE49-F238E27FC236}">
                <a16:creationId xmlns:a16="http://schemas.microsoft.com/office/drawing/2014/main" id="{A899190C-0700-477D-A65F-234791936260}"/>
              </a:ext>
            </a:extLst>
          </p:cNvPr>
          <p:cNvSpPr>
            <a:spLocks noGrp="1"/>
          </p:cNvSpPr>
          <p:nvPr>
            <p:ph sz="quarter" idx="42" hasCustomPrompt="1"/>
          </p:nvPr>
        </p:nvSpPr>
        <p:spPr>
          <a:xfrm flipH="1" flipV="1">
            <a:off x="1725613" y="2344738"/>
            <a:ext cx="365760" cy="365760"/>
          </a:xfrm>
          <a:prstGeom prst="roundRect">
            <a:avLst>
              <a:gd name="adj" fmla="val 50000"/>
            </a:avLst>
          </a:prstGeom>
          <a:solidFill>
            <a:srgbClr val="FFFFFF">
              <a:alpha val="50196"/>
            </a:srgbClr>
          </a:solidFill>
        </p:spPr>
        <p:txBody>
          <a:bodyPr/>
          <a:lstStyle>
            <a:lvl1pPr algn="ctr">
              <a:buNone/>
              <a:defRPr/>
            </a:lvl1pPr>
          </a:lstStyle>
          <a:p>
            <a:pPr lvl="0"/>
            <a:r>
              <a:rPr lang="en-US" dirty="0"/>
              <a:t>H</a:t>
            </a:r>
          </a:p>
        </p:txBody>
      </p:sp>
      <p:sp>
        <p:nvSpPr>
          <p:cNvPr id="12" name="verse bubble 1">
            <a:extLst>
              <a:ext uri="{FF2B5EF4-FFF2-40B4-BE49-F238E27FC236}">
                <a16:creationId xmlns:a16="http://schemas.microsoft.com/office/drawing/2014/main" id="{10E014E7-AD5E-4627-BBCE-C729EE422E1E}"/>
              </a:ext>
            </a:extLst>
          </p:cNvPr>
          <p:cNvSpPr>
            <a:spLocks noGrp="1" noChangeAspect="1"/>
          </p:cNvSpPr>
          <p:nvPr>
            <p:ph type="body" sz="quarter" idx="24" hasCustomPrompt="1"/>
          </p:nvPr>
        </p:nvSpPr>
        <p:spPr>
          <a:xfrm>
            <a:off x="1730375"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4" name="verse bubble 2">
            <a:extLst>
              <a:ext uri="{FF2B5EF4-FFF2-40B4-BE49-F238E27FC236}">
                <a16:creationId xmlns:a16="http://schemas.microsoft.com/office/drawing/2014/main" id="{259582AF-2007-4C65-AE5E-62E5D641A2A9}"/>
              </a:ext>
            </a:extLst>
          </p:cNvPr>
          <p:cNvSpPr>
            <a:spLocks noGrp="1" noChangeAspect="1"/>
          </p:cNvSpPr>
          <p:nvPr>
            <p:ph type="body" sz="quarter" idx="27" hasCustomPrompt="1"/>
          </p:nvPr>
        </p:nvSpPr>
        <p:spPr>
          <a:xfrm>
            <a:off x="2170158"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5" name="verse bubble 3">
            <a:extLst>
              <a:ext uri="{FF2B5EF4-FFF2-40B4-BE49-F238E27FC236}">
                <a16:creationId xmlns:a16="http://schemas.microsoft.com/office/drawing/2014/main" id="{0F99BFD7-E18F-48B7-85B0-2381A1A27BBC}"/>
              </a:ext>
            </a:extLst>
          </p:cNvPr>
          <p:cNvSpPr>
            <a:spLocks noGrp="1" noChangeAspect="1"/>
          </p:cNvSpPr>
          <p:nvPr>
            <p:ph type="body" sz="quarter" idx="28" hasCustomPrompt="1"/>
          </p:nvPr>
        </p:nvSpPr>
        <p:spPr>
          <a:xfrm>
            <a:off x="2609941"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6" name="verse bubble 4">
            <a:extLst>
              <a:ext uri="{FF2B5EF4-FFF2-40B4-BE49-F238E27FC236}">
                <a16:creationId xmlns:a16="http://schemas.microsoft.com/office/drawing/2014/main" id="{A3D2E26D-2971-45FB-B7E2-C9BC3040514C}"/>
              </a:ext>
            </a:extLst>
          </p:cNvPr>
          <p:cNvSpPr>
            <a:spLocks noGrp="1" noChangeAspect="1"/>
          </p:cNvSpPr>
          <p:nvPr>
            <p:ph type="body" sz="quarter" idx="29" hasCustomPrompt="1"/>
          </p:nvPr>
        </p:nvSpPr>
        <p:spPr>
          <a:xfrm>
            <a:off x="3049724"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7" name="verse bubble 5">
            <a:extLst>
              <a:ext uri="{FF2B5EF4-FFF2-40B4-BE49-F238E27FC236}">
                <a16:creationId xmlns:a16="http://schemas.microsoft.com/office/drawing/2014/main" id="{CB38EF52-0BA5-42C8-A054-AD96B4FA24E6}"/>
              </a:ext>
            </a:extLst>
          </p:cNvPr>
          <p:cNvSpPr>
            <a:spLocks noGrp="1" noChangeAspect="1"/>
          </p:cNvSpPr>
          <p:nvPr>
            <p:ph type="body" sz="quarter" idx="30" hasCustomPrompt="1"/>
          </p:nvPr>
        </p:nvSpPr>
        <p:spPr>
          <a:xfrm>
            <a:off x="3489507"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9" name="verse bubble 6">
            <a:extLst>
              <a:ext uri="{FF2B5EF4-FFF2-40B4-BE49-F238E27FC236}">
                <a16:creationId xmlns:a16="http://schemas.microsoft.com/office/drawing/2014/main" id="{6E195C6A-FCF9-4725-A12B-4C907FAC9CC7}"/>
              </a:ext>
            </a:extLst>
          </p:cNvPr>
          <p:cNvSpPr>
            <a:spLocks noGrp="1" noChangeAspect="1"/>
          </p:cNvSpPr>
          <p:nvPr>
            <p:ph type="body" sz="quarter" idx="31" hasCustomPrompt="1"/>
          </p:nvPr>
        </p:nvSpPr>
        <p:spPr>
          <a:xfrm>
            <a:off x="3929290"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1" name="verse bubble 7">
            <a:extLst>
              <a:ext uri="{FF2B5EF4-FFF2-40B4-BE49-F238E27FC236}">
                <a16:creationId xmlns:a16="http://schemas.microsoft.com/office/drawing/2014/main" id="{B3D5AC04-0626-495C-9F7B-5714DA7938E5}"/>
              </a:ext>
            </a:extLst>
          </p:cNvPr>
          <p:cNvSpPr>
            <a:spLocks noGrp="1" noChangeAspect="1"/>
          </p:cNvSpPr>
          <p:nvPr>
            <p:ph type="body" sz="quarter" idx="32" hasCustomPrompt="1"/>
          </p:nvPr>
        </p:nvSpPr>
        <p:spPr>
          <a:xfrm>
            <a:off x="4369073"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2" name="verse bubble 8">
            <a:extLst>
              <a:ext uri="{FF2B5EF4-FFF2-40B4-BE49-F238E27FC236}">
                <a16:creationId xmlns:a16="http://schemas.microsoft.com/office/drawing/2014/main" id="{34F67621-337B-4BBD-863F-A76519F8AF46}"/>
              </a:ext>
            </a:extLst>
          </p:cNvPr>
          <p:cNvSpPr>
            <a:spLocks noGrp="1" noChangeAspect="1"/>
          </p:cNvSpPr>
          <p:nvPr>
            <p:ph type="body" sz="quarter" idx="33" hasCustomPrompt="1"/>
          </p:nvPr>
        </p:nvSpPr>
        <p:spPr>
          <a:xfrm>
            <a:off x="4808856"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3" name="verse bubble 9">
            <a:extLst>
              <a:ext uri="{FF2B5EF4-FFF2-40B4-BE49-F238E27FC236}">
                <a16:creationId xmlns:a16="http://schemas.microsoft.com/office/drawing/2014/main" id="{F929F94E-4FE0-41D1-A2A6-A7DAC386EFB4}"/>
              </a:ext>
            </a:extLst>
          </p:cNvPr>
          <p:cNvSpPr>
            <a:spLocks noGrp="1" noChangeAspect="1"/>
          </p:cNvSpPr>
          <p:nvPr>
            <p:ph type="body" sz="quarter" idx="34" hasCustomPrompt="1"/>
          </p:nvPr>
        </p:nvSpPr>
        <p:spPr>
          <a:xfrm>
            <a:off x="5248639"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4" name="verse bubble 10">
            <a:extLst>
              <a:ext uri="{FF2B5EF4-FFF2-40B4-BE49-F238E27FC236}">
                <a16:creationId xmlns:a16="http://schemas.microsoft.com/office/drawing/2014/main" id="{389786B5-0C94-44CF-8785-7C3C68D07790}"/>
              </a:ext>
            </a:extLst>
          </p:cNvPr>
          <p:cNvSpPr>
            <a:spLocks noGrp="1" noChangeAspect="1"/>
          </p:cNvSpPr>
          <p:nvPr>
            <p:ph type="body" sz="quarter" idx="35" hasCustomPrompt="1"/>
          </p:nvPr>
        </p:nvSpPr>
        <p:spPr>
          <a:xfrm>
            <a:off x="5688422"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5" name="verse bubble 11">
            <a:extLst>
              <a:ext uri="{FF2B5EF4-FFF2-40B4-BE49-F238E27FC236}">
                <a16:creationId xmlns:a16="http://schemas.microsoft.com/office/drawing/2014/main" id="{BFE21B06-65DF-43AE-9B0A-D8C7D1F3C07D}"/>
              </a:ext>
            </a:extLst>
          </p:cNvPr>
          <p:cNvSpPr>
            <a:spLocks noGrp="1" noChangeAspect="1"/>
          </p:cNvSpPr>
          <p:nvPr>
            <p:ph type="body" sz="quarter" idx="36" hasCustomPrompt="1"/>
          </p:nvPr>
        </p:nvSpPr>
        <p:spPr>
          <a:xfrm>
            <a:off x="6128205"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6" name="verse bubble 12">
            <a:extLst>
              <a:ext uri="{FF2B5EF4-FFF2-40B4-BE49-F238E27FC236}">
                <a16:creationId xmlns:a16="http://schemas.microsoft.com/office/drawing/2014/main" id="{9825D956-414D-4DA3-86AE-A00E538964E7}"/>
              </a:ext>
            </a:extLst>
          </p:cNvPr>
          <p:cNvSpPr>
            <a:spLocks noGrp="1" noChangeAspect="1"/>
          </p:cNvSpPr>
          <p:nvPr>
            <p:ph type="body" sz="quarter" idx="37" hasCustomPrompt="1"/>
          </p:nvPr>
        </p:nvSpPr>
        <p:spPr>
          <a:xfrm>
            <a:off x="6567988"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31" name="arrow 1">
            <a:extLst>
              <a:ext uri="{FF2B5EF4-FFF2-40B4-BE49-F238E27FC236}">
                <a16:creationId xmlns:a16="http://schemas.microsoft.com/office/drawing/2014/main" id="{7476E0B6-96A7-41D7-90A5-49CA75BDB350}"/>
              </a:ext>
            </a:extLst>
          </p:cNvPr>
          <p:cNvSpPr>
            <a:spLocks noGrp="1"/>
          </p:cNvSpPr>
          <p:nvPr>
            <p:ph sz="quarter" idx="38" hasCustomPrompt="1"/>
          </p:nvPr>
        </p:nvSpPr>
        <p:spPr>
          <a:xfrm>
            <a:off x="1725485" y="1703353"/>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32" name="arrow 2">
            <a:extLst>
              <a:ext uri="{FF2B5EF4-FFF2-40B4-BE49-F238E27FC236}">
                <a16:creationId xmlns:a16="http://schemas.microsoft.com/office/drawing/2014/main" id="{E8AC0966-4CED-42BF-A748-5F55C6EA79F4}"/>
              </a:ext>
            </a:extLst>
          </p:cNvPr>
          <p:cNvSpPr>
            <a:spLocks noGrp="1"/>
          </p:cNvSpPr>
          <p:nvPr>
            <p:ph sz="quarter" idx="39" hasCustomPrompt="1"/>
          </p:nvPr>
        </p:nvSpPr>
        <p:spPr>
          <a:xfrm>
            <a:off x="2170158" y="1706317"/>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33" name="arrow 3">
            <a:extLst>
              <a:ext uri="{FF2B5EF4-FFF2-40B4-BE49-F238E27FC236}">
                <a16:creationId xmlns:a16="http://schemas.microsoft.com/office/drawing/2014/main" id="{FAF836BF-3BD9-4BBE-B038-CEBB384FC639}"/>
              </a:ext>
            </a:extLst>
          </p:cNvPr>
          <p:cNvSpPr>
            <a:spLocks noGrp="1"/>
          </p:cNvSpPr>
          <p:nvPr>
            <p:ph sz="quarter" idx="40" hasCustomPrompt="1"/>
          </p:nvPr>
        </p:nvSpPr>
        <p:spPr>
          <a:xfrm>
            <a:off x="2614831" y="1709281"/>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34" name="arrow 4">
            <a:extLst>
              <a:ext uri="{FF2B5EF4-FFF2-40B4-BE49-F238E27FC236}">
                <a16:creationId xmlns:a16="http://schemas.microsoft.com/office/drawing/2014/main" id="{DD61458B-021A-421D-B2CB-55FDB3D74662}"/>
              </a:ext>
            </a:extLst>
          </p:cNvPr>
          <p:cNvSpPr>
            <a:spLocks noGrp="1"/>
          </p:cNvSpPr>
          <p:nvPr>
            <p:ph sz="quarter" idx="41" hasCustomPrompt="1"/>
          </p:nvPr>
        </p:nvSpPr>
        <p:spPr>
          <a:xfrm>
            <a:off x="3059504" y="1712245"/>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35" name="coda">
            <a:extLst>
              <a:ext uri="{FF2B5EF4-FFF2-40B4-BE49-F238E27FC236}">
                <a16:creationId xmlns:a16="http://schemas.microsoft.com/office/drawing/2014/main" id="{5D05FB20-A57F-4C7D-BB57-63334EF65B9F}"/>
              </a:ext>
            </a:extLst>
          </p:cNvPr>
          <p:cNvSpPr>
            <a:spLocks noGrp="1"/>
          </p:cNvSpPr>
          <p:nvPr>
            <p:ph type="pic" sz="quarter" idx="43"/>
          </p:nvPr>
        </p:nvSpPr>
        <p:spPr>
          <a:xfrm>
            <a:off x="1690688" y="2887663"/>
            <a:ext cx="365760" cy="365760"/>
          </a:xfrm>
          <a:prstGeom prst="rect">
            <a:avLst/>
          </a:prstGeom>
          <a:solidFill>
            <a:srgbClr val="C80000"/>
          </a:solidFill>
        </p:spPr>
        <p:txBody>
          <a:bodyPr/>
          <a:lstStyle>
            <a:lvl1pPr>
              <a:buNone/>
              <a:defRPr/>
            </a:lvl1pPr>
          </a:lstStyle>
          <a:p>
            <a:r>
              <a:rPr lang="en-US" dirty="0"/>
              <a:t>C</a:t>
            </a:r>
          </a:p>
        </p:txBody>
      </p:sp>
    </p:spTree>
    <p:extLst>
      <p:ext uri="{BB962C8B-B14F-4D97-AF65-F5344CB8AC3E}">
        <p14:creationId xmlns:p14="http://schemas.microsoft.com/office/powerpoint/2010/main" val="23530612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bg/>
                                          </p:spTgt>
                                        </p:tgtEl>
                                        <p:attrNameLst>
                                          <p:attrName>style.visibility</p:attrName>
                                        </p:attrNameLst>
                                      </p:cBhvr>
                                      <p:to>
                                        <p:strVal val="visible"/>
                                      </p:to>
                                    </p:set>
                                    <p:animEffect transition="in" filter="fade">
                                      <p:cBhvr>
                                        <p:cTn id="7" dur="500"/>
                                        <p:tgtEl>
                                          <p:spTgt spid="11">
                                            <p:bg/>
                                          </p:spTgt>
                                        </p:tgtEl>
                                      </p:cBhvr>
                                    </p:animEffect>
                                  </p:childTnLst>
                                </p:cTn>
                              </p:par>
                              <p:par>
                                <p:cTn id="8" presetID="10" presetClass="entr" presetSubtype="0" fill="hold" grpId="0" nodeType="withEffect" nodePh="1">
                                  <p:stCondLst>
                                    <p:cond delay="0"/>
                                  </p:stCondLst>
                                  <p:endCondLst>
                                    <p:cond delay="0"/>
                                  </p:endCondLst>
                                  <p:childTnLst>
                                    <p:set>
                                      <p:cBhvr>
                                        <p:cTn id="9" dur="1" fill="hold">
                                          <p:stCondLst>
                                            <p:cond delay="0"/>
                                          </p:stCondLst>
                                        </p:cTn>
                                        <p:tgtEl>
                                          <p:spTgt spid="11">
                                            <p:txEl>
                                              <p:pRg st="0" end="0"/>
                                            </p:txEl>
                                          </p:spTgt>
                                        </p:tgtEl>
                                        <p:attrNameLst>
                                          <p:attrName>style.visibility</p:attrName>
                                        </p:attrNameLst>
                                      </p:cBhvr>
                                      <p:to>
                                        <p:strVal val="visible"/>
                                      </p:to>
                                    </p:set>
                                    <p:animEffect transition="in" filter="fade">
                                      <p:cBhvr>
                                        <p:cTn id="10" dur="500"/>
                                        <p:tgtEl>
                                          <p:spTgt spid="11">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bg/>
                                          </p:spTgt>
                                        </p:tgtEl>
                                        <p:attrNameLst>
                                          <p:attrName>style.visibility</p:attrName>
                                        </p:attrNameLst>
                                      </p:cBhvr>
                                      <p:to>
                                        <p:strVal val="visible"/>
                                      </p:to>
                                    </p:set>
                                    <p:animEffect transition="in" filter="fade">
                                      <p:cBhvr>
                                        <p:cTn id="13" dur="500"/>
                                        <p:tgtEl>
                                          <p:spTgt spid="3">
                                            <p:bg/>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Effect transition="in" filter="fade">
                                      <p:cBhvr>
                                        <p:cTn id="16" dur="500"/>
                                        <p:tgtEl>
                                          <p:spTgt spid="3">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fade">
                                      <p:cBhvr>
                                        <p:cTn id="22" dur="500"/>
                                        <p:tgtEl>
                                          <p:spTgt spid="5">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animEffect transition="in" filter="fade">
                                      <p:cBhvr>
                                        <p:cTn id="25" dur="500"/>
                                        <p:tgtEl>
                                          <p:spTgt spid="8">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bg/>
                                          </p:spTgt>
                                        </p:tgtEl>
                                        <p:attrNameLst>
                                          <p:attrName>style.visibility</p:attrName>
                                        </p:attrNameLst>
                                      </p:cBhvr>
                                      <p:to>
                                        <p:strVal val="visible"/>
                                      </p:to>
                                    </p:set>
                                    <p:animEffect transition="in" filter="fade">
                                      <p:cBhvr>
                                        <p:cTn id="28" dur="500"/>
                                        <p:tgtEl>
                                          <p:spTgt spid="7">
                                            <p:bg/>
                                          </p:spTgt>
                                        </p:tgtEl>
                                      </p:cBhvr>
                                    </p:animEffect>
                                  </p:childTnLst>
                                </p:cTn>
                              </p:par>
                              <p:par>
                                <p:cTn id="29" presetID="10" presetClass="entr" presetSubtype="0" fill="hold" grpId="0" nodeType="withEffect" nodePh="1">
                                  <p:stCondLst>
                                    <p:cond delay="0"/>
                                  </p:stCondLst>
                                  <p:endCondLst>
                                    <p:cond evt="begin" delay="0">
                                      <p:tn val="29"/>
                                    </p:cond>
                                  </p:endCondLst>
                                  <p:childTnLst>
                                    <p:set>
                                      <p:cBhvr>
                                        <p:cTn id="30" dur="1" fill="hold">
                                          <p:stCondLst>
                                            <p:cond delay="0"/>
                                          </p:stCondLst>
                                        </p:cTn>
                                        <p:tgtEl>
                                          <p:spTgt spid="7">
                                            <p:txEl>
                                              <p:pRg st="0" end="0"/>
                                            </p:txEl>
                                          </p:spTgt>
                                        </p:tgtEl>
                                        <p:attrNameLst>
                                          <p:attrName>style.visibility</p:attrName>
                                        </p:attrNameLst>
                                      </p:cBhvr>
                                      <p:to>
                                        <p:strVal val="visible"/>
                                      </p:to>
                                    </p:set>
                                    <p:animEffect transition="in" filter="fade">
                                      <p:cBhvr>
                                        <p:cTn id="31" dur="500"/>
                                        <p:tgtEl>
                                          <p:spTgt spid="7">
                                            <p:txEl>
                                              <p:pRg st="0" end="0"/>
                                            </p:txEl>
                                          </p:spTgt>
                                        </p:tgtEl>
                                      </p:cBhvr>
                                    </p:animEffect>
                                  </p:childTnLst>
                                </p:cTn>
                              </p:par>
                              <p:par>
                                <p:cTn id="32" presetID="10" presetClass="entr" presetSubtype="0" fill="hold" grpId="0" nodeType="withEffect" nodePh="1">
                                  <p:stCondLst>
                                    <p:cond delay="0"/>
                                  </p:stCondLst>
                                  <p:endCondLst>
                                    <p:cond evt="begin" delay="0">
                                      <p:tn val="32"/>
                                    </p:cond>
                                  </p:end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par>
                                <p:cTn id="35" presetID="10" presetClass="entr" presetSubtype="0" fill="hold" grpId="0" nodeType="withEffect" nodePh="1">
                                  <p:stCondLst>
                                    <p:cond delay="0"/>
                                  </p:stCondLst>
                                  <p:endCondLst>
                                    <p:cond evt="begin" delay="0">
                                      <p:tn val="35"/>
                                    </p:cond>
                                  </p:end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0">
                                            <p:txEl>
                                              <p:pRg st="0" end="0"/>
                                            </p:txEl>
                                          </p:spTgt>
                                        </p:tgtEl>
                                        <p:attrNameLst>
                                          <p:attrName>style.visibility</p:attrName>
                                        </p:attrNameLst>
                                      </p:cBhvr>
                                      <p:to>
                                        <p:strVal val="visible"/>
                                      </p:to>
                                    </p:set>
                                    <p:animEffect transition="in" filter="fade">
                                      <p:cBhvr>
                                        <p:cTn id="40" dur="500"/>
                                        <p:tgtEl>
                                          <p:spTgt spid="20">
                                            <p:txEl>
                                              <p:pRg st="0" end="0"/>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
                                            <p:txEl>
                                              <p:pRg st="0" end="0"/>
                                            </p:txEl>
                                          </p:spTgt>
                                        </p:tgtEl>
                                        <p:attrNameLst>
                                          <p:attrName>style.visibility</p:attrName>
                                        </p:attrNameLst>
                                      </p:cBhvr>
                                      <p:to>
                                        <p:strVal val="visible"/>
                                      </p:to>
                                    </p:set>
                                    <p:animEffect transition="in" filter="fade">
                                      <p:cBhvr>
                                        <p:cTn id="43" dur="500"/>
                                        <p:tgtEl>
                                          <p:spTgt spid="4">
                                            <p:txEl>
                                              <p:pRg st="0" end="0"/>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3">
                                            <p:bg/>
                                          </p:spTgt>
                                        </p:tgtEl>
                                        <p:attrNameLst>
                                          <p:attrName>style.visibility</p:attrName>
                                        </p:attrNameLst>
                                      </p:cBhvr>
                                      <p:to>
                                        <p:strVal val="visible"/>
                                      </p:to>
                                    </p:set>
                                    <p:animEffect transition="in" filter="fade">
                                      <p:cBhvr>
                                        <p:cTn id="46" dur="500"/>
                                        <p:tgtEl>
                                          <p:spTgt spid="13">
                                            <p:bg/>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3">
                                            <p:txEl>
                                              <p:pRg st="0" end="0"/>
                                            </p:txEl>
                                          </p:spTgt>
                                        </p:tgtEl>
                                        <p:attrNameLst>
                                          <p:attrName>style.visibility</p:attrName>
                                        </p:attrNameLst>
                                      </p:cBhvr>
                                      <p:to>
                                        <p:strVal val="visible"/>
                                      </p:to>
                                    </p:set>
                                    <p:animEffect transition="in" filter="fade">
                                      <p:cBhvr>
                                        <p:cTn id="49" dur="500"/>
                                        <p:tgtEl>
                                          <p:spTgt spid="13">
                                            <p:txEl>
                                              <p:pRg st="0" end="0"/>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2">
                                            <p:bg/>
                                          </p:spTgt>
                                        </p:tgtEl>
                                        <p:attrNameLst>
                                          <p:attrName>style.visibility</p:attrName>
                                        </p:attrNameLst>
                                      </p:cBhvr>
                                      <p:to>
                                        <p:strVal val="visible"/>
                                      </p:to>
                                    </p:set>
                                    <p:animEffect transition="in" filter="fade">
                                      <p:cBhvr>
                                        <p:cTn id="52" dur="500"/>
                                        <p:tgtEl>
                                          <p:spTgt spid="12">
                                            <p:bg/>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2">
                                            <p:txEl>
                                              <p:pRg st="0" end="0"/>
                                            </p:txEl>
                                          </p:spTgt>
                                        </p:tgtEl>
                                        <p:attrNameLst>
                                          <p:attrName>style.visibility</p:attrName>
                                        </p:attrNameLst>
                                      </p:cBhvr>
                                      <p:to>
                                        <p:strVal val="visible"/>
                                      </p:to>
                                    </p:set>
                                    <p:animEffect transition="in" filter="fade">
                                      <p:cBhvr>
                                        <p:cTn id="55" dur="500"/>
                                        <p:tgtEl>
                                          <p:spTgt spid="12">
                                            <p:txEl>
                                              <p:pRg st="0" end="0"/>
                                            </p:tx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4">
                                            <p:bg/>
                                          </p:spTgt>
                                        </p:tgtEl>
                                        <p:attrNameLst>
                                          <p:attrName>style.visibility</p:attrName>
                                        </p:attrNameLst>
                                      </p:cBhvr>
                                      <p:to>
                                        <p:strVal val="visible"/>
                                      </p:to>
                                    </p:set>
                                    <p:animEffect transition="in" filter="fade">
                                      <p:cBhvr>
                                        <p:cTn id="58" dur="500"/>
                                        <p:tgtEl>
                                          <p:spTgt spid="14">
                                            <p:bg/>
                                          </p:spTgt>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4">
                                            <p:txEl>
                                              <p:pRg st="0" end="0"/>
                                            </p:txEl>
                                          </p:spTgt>
                                        </p:tgtEl>
                                        <p:attrNameLst>
                                          <p:attrName>style.visibility</p:attrName>
                                        </p:attrNameLst>
                                      </p:cBhvr>
                                      <p:to>
                                        <p:strVal val="visible"/>
                                      </p:to>
                                    </p:set>
                                    <p:animEffect transition="in" filter="fade">
                                      <p:cBhvr>
                                        <p:cTn id="61" dur="500"/>
                                        <p:tgtEl>
                                          <p:spTgt spid="14">
                                            <p:txEl>
                                              <p:pRg st="0" end="0"/>
                                            </p:txEl>
                                          </p:spTgt>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5">
                                            <p:bg/>
                                          </p:spTgt>
                                        </p:tgtEl>
                                        <p:attrNameLst>
                                          <p:attrName>style.visibility</p:attrName>
                                        </p:attrNameLst>
                                      </p:cBhvr>
                                      <p:to>
                                        <p:strVal val="visible"/>
                                      </p:to>
                                    </p:set>
                                    <p:animEffect transition="in" filter="fade">
                                      <p:cBhvr>
                                        <p:cTn id="64" dur="500"/>
                                        <p:tgtEl>
                                          <p:spTgt spid="15">
                                            <p:bg/>
                                          </p:spTgt>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5">
                                            <p:txEl>
                                              <p:pRg st="0" end="0"/>
                                            </p:txEl>
                                          </p:spTgt>
                                        </p:tgtEl>
                                        <p:attrNameLst>
                                          <p:attrName>style.visibility</p:attrName>
                                        </p:attrNameLst>
                                      </p:cBhvr>
                                      <p:to>
                                        <p:strVal val="visible"/>
                                      </p:to>
                                    </p:set>
                                    <p:animEffect transition="in" filter="fade">
                                      <p:cBhvr>
                                        <p:cTn id="67" dur="500"/>
                                        <p:tgtEl>
                                          <p:spTgt spid="15">
                                            <p:txEl>
                                              <p:pRg st="0" end="0"/>
                                            </p:txEl>
                                          </p:spTgt>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6">
                                            <p:bg/>
                                          </p:spTgt>
                                        </p:tgtEl>
                                        <p:attrNameLst>
                                          <p:attrName>style.visibility</p:attrName>
                                        </p:attrNameLst>
                                      </p:cBhvr>
                                      <p:to>
                                        <p:strVal val="visible"/>
                                      </p:to>
                                    </p:set>
                                    <p:animEffect transition="in" filter="fade">
                                      <p:cBhvr>
                                        <p:cTn id="70" dur="500"/>
                                        <p:tgtEl>
                                          <p:spTgt spid="16">
                                            <p:bg/>
                                          </p:spTgt>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6">
                                            <p:txEl>
                                              <p:pRg st="0" end="0"/>
                                            </p:txEl>
                                          </p:spTgt>
                                        </p:tgtEl>
                                        <p:attrNameLst>
                                          <p:attrName>style.visibility</p:attrName>
                                        </p:attrNameLst>
                                      </p:cBhvr>
                                      <p:to>
                                        <p:strVal val="visible"/>
                                      </p:to>
                                    </p:set>
                                    <p:animEffect transition="in" filter="fade">
                                      <p:cBhvr>
                                        <p:cTn id="73" dur="500"/>
                                        <p:tgtEl>
                                          <p:spTgt spid="16">
                                            <p:txEl>
                                              <p:pRg st="0" end="0"/>
                                            </p:tx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7">
                                            <p:bg/>
                                          </p:spTgt>
                                        </p:tgtEl>
                                        <p:attrNameLst>
                                          <p:attrName>style.visibility</p:attrName>
                                        </p:attrNameLst>
                                      </p:cBhvr>
                                      <p:to>
                                        <p:strVal val="visible"/>
                                      </p:to>
                                    </p:set>
                                    <p:animEffect transition="in" filter="fade">
                                      <p:cBhvr>
                                        <p:cTn id="76" dur="500"/>
                                        <p:tgtEl>
                                          <p:spTgt spid="17">
                                            <p:bg/>
                                          </p:spTgt>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7">
                                            <p:txEl>
                                              <p:pRg st="0" end="0"/>
                                            </p:txEl>
                                          </p:spTgt>
                                        </p:tgtEl>
                                        <p:attrNameLst>
                                          <p:attrName>style.visibility</p:attrName>
                                        </p:attrNameLst>
                                      </p:cBhvr>
                                      <p:to>
                                        <p:strVal val="visible"/>
                                      </p:to>
                                    </p:set>
                                    <p:animEffect transition="in" filter="fade">
                                      <p:cBhvr>
                                        <p:cTn id="79" dur="500"/>
                                        <p:tgtEl>
                                          <p:spTgt spid="17">
                                            <p:txEl>
                                              <p:pRg st="0" end="0"/>
                                            </p:txEl>
                                          </p:spTgt>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19">
                                            <p:bg/>
                                          </p:spTgt>
                                        </p:tgtEl>
                                        <p:attrNameLst>
                                          <p:attrName>style.visibility</p:attrName>
                                        </p:attrNameLst>
                                      </p:cBhvr>
                                      <p:to>
                                        <p:strVal val="visible"/>
                                      </p:to>
                                    </p:set>
                                    <p:animEffect transition="in" filter="fade">
                                      <p:cBhvr>
                                        <p:cTn id="82" dur="500"/>
                                        <p:tgtEl>
                                          <p:spTgt spid="19">
                                            <p:bg/>
                                          </p:spTgt>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19">
                                            <p:txEl>
                                              <p:pRg st="0" end="0"/>
                                            </p:txEl>
                                          </p:spTgt>
                                        </p:tgtEl>
                                        <p:attrNameLst>
                                          <p:attrName>style.visibility</p:attrName>
                                        </p:attrNameLst>
                                      </p:cBhvr>
                                      <p:to>
                                        <p:strVal val="visible"/>
                                      </p:to>
                                    </p:set>
                                    <p:animEffect transition="in" filter="fade">
                                      <p:cBhvr>
                                        <p:cTn id="85" dur="500"/>
                                        <p:tgtEl>
                                          <p:spTgt spid="19">
                                            <p:txEl>
                                              <p:pRg st="0" end="0"/>
                                            </p:txEl>
                                          </p:spTgt>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1">
                                            <p:bg/>
                                          </p:spTgt>
                                        </p:tgtEl>
                                        <p:attrNameLst>
                                          <p:attrName>style.visibility</p:attrName>
                                        </p:attrNameLst>
                                      </p:cBhvr>
                                      <p:to>
                                        <p:strVal val="visible"/>
                                      </p:to>
                                    </p:set>
                                    <p:animEffect transition="in" filter="fade">
                                      <p:cBhvr>
                                        <p:cTn id="88" dur="500"/>
                                        <p:tgtEl>
                                          <p:spTgt spid="21">
                                            <p:bg/>
                                          </p:spTgt>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1">
                                            <p:txEl>
                                              <p:pRg st="0" end="0"/>
                                            </p:txEl>
                                          </p:spTgt>
                                        </p:tgtEl>
                                        <p:attrNameLst>
                                          <p:attrName>style.visibility</p:attrName>
                                        </p:attrNameLst>
                                      </p:cBhvr>
                                      <p:to>
                                        <p:strVal val="visible"/>
                                      </p:to>
                                    </p:set>
                                    <p:animEffect transition="in" filter="fade">
                                      <p:cBhvr>
                                        <p:cTn id="91" dur="500"/>
                                        <p:tgtEl>
                                          <p:spTgt spid="21">
                                            <p:txEl>
                                              <p:pRg st="0" end="0"/>
                                            </p:txEl>
                                          </p:spTgt>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22">
                                            <p:bg/>
                                          </p:spTgt>
                                        </p:tgtEl>
                                        <p:attrNameLst>
                                          <p:attrName>style.visibility</p:attrName>
                                        </p:attrNameLst>
                                      </p:cBhvr>
                                      <p:to>
                                        <p:strVal val="visible"/>
                                      </p:to>
                                    </p:set>
                                    <p:animEffect transition="in" filter="fade">
                                      <p:cBhvr>
                                        <p:cTn id="94" dur="500"/>
                                        <p:tgtEl>
                                          <p:spTgt spid="22">
                                            <p:bg/>
                                          </p:spTgt>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22">
                                            <p:txEl>
                                              <p:pRg st="0" end="0"/>
                                            </p:txEl>
                                          </p:spTgt>
                                        </p:tgtEl>
                                        <p:attrNameLst>
                                          <p:attrName>style.visibility</p:attrName>
                                        </p:attrNameLst>
                                      </p:cBhvr>
                                      <p:to>
                                        <p:strVal val="visible"/>
                                      </p:to>
                                    </p:set>
                                    <p:animEffect transition="in" filter="fade">
                                      <p:cBhvr>
                                        <p:cTn id="97" dur="500"/>
                                        <p:tgtEl>
                                          <p:spTgt spid="22">
                                            <p:txEl>
                                              <p:pRg st="0" end="0"/>
                                            </p:txEl>
                                          </p:spTgt>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23">
                                            <p:bg/>
                                          </p:spTgt>
                                        </p:tgtEl>
                                        <p:attrNameLst>
                                          <p:attrName>style.visibility</p:attrName>
                                        </p:attrNameLst>
                                      </p:cBhvr>
                                      <p:to>
                                        <p:strVal val="visible"/>
                                      </p:to>
                                    </p:set>
                                    <p:animEffect transition="in" filter="fade">
                                      <p:cBhvr>
                                        <p:cTn id="100" dur="500"/>
                                        <p:tgtEl>
                                          <p:spTgt spid="23">
                                            <p:bg/>
                                          </p:spTgt>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3">
                                            <p:txEl>
                                              <p:pRg st="0" end="0"/>
                                            </p:txEl>
                                          </p:spTgt>
                                        </p:tgtEl>
                                        <p:attrNameLst>
                                          <p:attrName>style.visibility</p:attrName>
                                        </p:attrNameLst>
                                      </p:cBhvr>
                                      <p:to>
                                        <p:strVal val="visible"/>
                                      </p:to>
                                    </p:set>
                                    <p:animEffect transition="in" filter="fade">
                                      <p:cBhvr>
                                        <p:cTn id="103" dur="500"/>
                                        <p:tgtEl>
                                          <p:spTgt spid="23">
                                            <p:txEl>
                                              <p:pRg st="0" end="0"/>
                                            </p:txEl>
                                          </p:spTgt>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24">
                                            <p:bg/>
                                          </p:spTgt>
                                        </p:tgtEl>
                                        <p:attrNameLst>
                                          <p:attrName>style.visibility</p:attrName>
                                        </p:attrNameLst>
                                      </p:cBhvr>
                                      <p:to>
                                        <p:strVal val="visible"/>
                                      </p:to>
                                    </p:set>
                                    <p:animEffect transition="in" filter="fade">
                                      <p:cBhvr>
                                        <p:cTn id="106" dur="500"/>
                                        <p:tgtEl>
                                          <p:spTgt spid="24">
                                            <p:bg/>
                                          </p:spTgt>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24">
                                            <p:txEl>
                                              <p:pRg st="0" end="0"/>
                                            </p:txEl>
                                          </p:spTgt>
                                        </p:tgtEl>
                                        <p:attrNameLst>
                                          <p:attrName>style.visibility</p:attrName>
                                        </p:attrNameLst>
                                      </p:cBhvr>
                                      <p:to>
                                        <p:strVal val="visible"/>
                                      </p:to>
                                    </p:set>
                                    <p:animEffect transition="in" filter="fade">
                                      <p:cBhvr>
                                        <p:cTn id="109" dur="500"/>
                                        <p:tgtEl>
                                          <p:spTgt spid="24">
                                            <p:txEl>
                                              <p:pRg st="0" end="0"/>
                                            </p:txEl>
                                          </p:spTgt>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25">
                                            <p:bg/>
                                          </p:spTgt>
                                        </p:tgtEl>
                                        <p:attrNameLst>
                                          <p:attrName>style.visibility</p:attrName>
                                        </p:attrNameLst>
                                      </p:cBhvr>
                                      <p:to>
                                        <p:strVal val="visible"/>
                                      </p:to>
                                    </p:set>
                                    <p:animEffect transition="in" filter="fade">
                                      <p:cBhvr>
                                        <p:cTn id="112" dur="500"/>
                                        <p:tgtEl>
                                          <p:spTgt spid="25">
                                            <p:bg/>
                                          </p:spTgt>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25">
                                            <p:txEl>
                                              <p:pRg st="0" end="0"/>
                                            </p:txEl>
                                          </p:spTgt>
                                        </p:tgtEl>
                                        <p:attrNameLst>
                                          <p:attrName>style.visibility</p:attrName>
                                        </p:attrNameLst>
                                      </p:cBhvr>
                                      <p:to>
                                        <p:strVal val="visible"/>
                                      </p:to>
                                    </p:set>
                                    <p:animEffect transition="in" filter="fade">
                                      <p:cBhvr>
                                        <p:cTn id="115" dur="500"/>
                                        <p:tgtEl>
                                          <p:spTgt spid="25">
                                            <p:txEl>
                                              <p:pRg st="0" end="0"/>
                                            </p:txEl>
                                          </p:spTgt>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26">
                                            <p:bg/>
                                          </p:spTgt>
                                        </p:tgtEl>
                                        <p:attrNameLst>
                                          <p:attrName>style.visibility</p:attrName>
                                        </p:attrNameLst>
                                      </p:cBhvr>
                                      <p:to>
                                        <p:strVal val="visible"/>
                                      </p:to>
                                    </p:set>
                                    <p:animEffect transition="in" filter="fade">
                                      <p:cBhvr>
                                        <p:cTn id="118" dur="500"/>
                                        <p:tgtEl>
                                          <p:spTgt spid="26">
                                            <p:bg/>
                                          </p:spTgt>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26">
                                            <p:txEl>
                                              <p:pRg st="0" end="0"/>
                                            </p:txEl>
                                          </p:spTgt>
                                        </p:tgtEl>
                                        <p:attrNameLst>
                                          <p:attrName>style.visibility</p:attrName>
                                        </p:attrNameLst>
                                      </p:cBhvr>
                                      <p:to>
                                        <p:strVal val="visible"/>
                                      </p:to>
                                    </p:set>
                                    <p:animEffect transition="in" filter="fade">
                                      <p:cBhvr>
                                        <p:cTn id="121" dur="500"/>
                                        <p:tgtEl>
                                          <p:spTgt spid="26">
                                            <p:txEl>
                                              <p:pRg st="0" end="0"/>
                                            </p:txEl>
                                          </p:spTgt>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31">
                                            <p:bg/>
                                          </p:spTgt>
                                        </p:tgtEl>
                                        <p:attrNameLst>
                                          <p:attrName>style.visibility</p:attrName>
                                        </p:attrNameLst>
                                      </p:cBhvr>
                                      <p:to>
                                        <p:strVal val="visible"/>
                                      </p:to>
                                    </p:set>
                                    <p:animEffect transition="in" filter="fade">
                                      <p:cBhvr>
                                        <p:cTn id="124" dur="500"/>
                                        <p:tgtEl>
                                          <p:spTgt spid="31">
                                            <p:bg/>
                                          </p:spTgt>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31">
                                            <p:txEl>
                                              <p:pRg st="0" end="0"/>
                                            </p:txEl>
                                          </p:spTgt>
                                        </p:tgtEl>
                                        <p:attrNameLst>
                                          <p:attrName>style.visibility</p:attrName>
                                        </p:attrNameLst>
                                      </p:cBhvr>
                                      <p:to>
                                        <p:strVal val="visible"/>
                                      </p:to>
                                    </p:set>
                                    <p:animEffect transition="in" filter="fade">
                                      <p:cBhvr>
                                        <p:cTn id="127" dur="500"/>
                                        <p:tgtEl>
                                          <p:spTgt spid="31">
                                            <p:txEl>
                                              <p:pRg st="0" end="0"/>
                                            </p:txEl>
                                          </p:spTgt>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35"/>
                                        </p:tgtEl>
                                        <p:attrNameLst>
                                          <p:attrName>style.visibility</p:attrName>
                                        </p:attrNameLst>
                                      </p:cBhvr>
                                      <p:to>
                                        <p:strVal val="visible"/>
                                      </p:to>
                                    </p:set>
                                    <p:animEffect transition="in" filter="fade">
                                      <p:cBhvr>
                                        <p:cTn id="130" dur="500"/>
                                        <p:tgtEl>
                                          <p:spTgt spid="35"/>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32">
                                            <p:bg/>
                                          </p:spTgt>
                                        </p:tgtEl>
                                        <p:attrNameLst>
                                          <p:attrName>style.visibility</p:attrName>
                                        </p:attrNameLst>
                                      </p:cBhvr>
                                      <p:to>
                                        <p:strVal val="visible"/>
                                      </p:to>
                                    </p:set>
                                    <p:animEffect transition="in" filter="fade">
                                      <p:cBhvr>
                                        <p:cTn id="133" dur="500"/>
                                        <p:tgtEl>
                                          <p:spTgt spid="32">
                                            <p:bg/>
                                          </p:spTgt>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32">
                                            <p:txEl>
                                              <p:pRg st="0" end="0"/>
                                            </p:txEl>
                                          </p:spTgt>
                                        </p:tgtEl>
                                        <p:attrNameLst>
                                          <p:attrName>style.visibility</p:attrName>
                                        </p:attrNameLst>
                                      </p:cBhvr>
                                      <p:to>
                                        <p:strVal val="visible"/>
                                      </p:to>
                                    </p:set>
                                    <p:animEffect transition="in" filter="fade">
                                      <p:cBhvr>
                                        <p:cTn id="136" dur="500"/>
                                        <p:tgtEl>
                                          <p:spTgt spid="32">
                                            <p:txEl>
                                              <p:pRg st="0" end="0"/>
                                            </p:txEl>
                                          </p:spTgt>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33">
                                            <p:bg/>
                                          </p:spTgt>
                                        </p:tgtEl>
                                        <p:attrNameLst>
                                          <p:attrName>style.visibility</p:attrName>
                                        </p:attrNameLst>
                                      </p:cBhvr>
                                      <p:to>
                                        <p:strVal val="visible"/>
                                      </p:to>
                                    </p:set>
                                    <p:animEffect transition="in" filter="fade">
                                      <p:cBhvr>
                                        <p:cTn id="139" dur="500"/>
                                        <p:tgtEl>
                                          <p:spTgt spid="33">
                                            <p:bg/>
                                          </p:spTgt>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33">
                                            <p:txEl>
                                              <p:pRg st="0" end="0"/>
                                            </p:txEl>
                                          </p:spTgt>
                                        </p:tgtEl>
                                        <p:attrNameLst>
                                          <p:attrName>style.visibility</p:attrName>
                                        </p:attrNameLst>
                                      </p:cBhvr>
                                      <p:to>
                                        <p:strVal val="visible"/>
                                      </p:to>
                                    </p:set>
                                    <p:animEffect transition="in" filter="fade">
                                      <p:cBhvr>
                                        <p:cTn id="142" dur="500"/>
                                        <p:tgtEl>
                                          <p:spTgt spid="33">
                                            <p:txEl>
                                              <p:pRg st="0" end="0"/>
                                            </p:txEl>
                                          </p:spTgt>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34">
                                            <p:bg/>
                                          </p:spTgt>
                                        </p:tgtEl>
                                        <p:attrNameLst>
                                          <p:attrName>style.visibility</p:attrName>
                                        </p:attrNameLst>
                                      </p:cBhvr>
                                      <p:to>
                                        <p:strVal val="visible"/>
                                      </p:to>
                                    </p:set>
                                    <p:animEffect transition="in" filter="fade">
                                      <p:cBhvr>
                                        <p:cTn id="145" dur="500"/>
                                        <p:tgtEl>
                                          <p:spTgt spid="34">
                                            <p:bg/>
                                          </p:spTgt>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34">
                                            <p:txEl>
                                              <p:pRg st="0" end="0"/>
                                            </p:txEl>
                                          </p:spTgt>
                                        </p:tgtEl>
                                        <p:attrNameLst>
                                          <p:attrName>style.visibility</p:attrName>
                                        </p:attrNameLst>
                                      </p:cBhvr>
                                      <p:to>
                                        <p:strVal val="visible"/>
                                      </p:to>
                                    </p:set>
                                    <p:animEffect transition="in" filter="fade">
                                      <p:cBhvr>
                                        <p:cTn id="148" dur="500"/>
                                        <p:tgtEl>
                                          <p:spTgt spid="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animBg="1">
        <p:tmplLst>
          <p:tmpl>
            <p:tnLst>
              <p:par>
                <p:cTn presetID="10" presetClass="entr" presetSubtype="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P spid="3" grpId="0" build="p" animBg="1">
        <p:tmplLst>
          <p:tmpl>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6" grpId="0"/>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7" grpId="0" build="p" animBg="1">
        <p:tmplLst>
          <p:tmpl>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P spid="10" grpId="0"/>
      <p:bldP spid="18" grpId="0"/>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P spid="4" grpId="0" build="p">
        <p:tmplLst>
          <p:tmpl lvl="1">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P spid="13" grpId="0" build="p" animBg="1">
        <p:tmplLst>
          <p:tmpl>
            <p:tnLst>
              <p:par>
                <p:cTn presetID="10" presetClass="entr" presetSubtype="0"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12" grpId="0" build="p" animBg="1">
        <p:tmplLst>
          <p:tmpl>
            <p:tnLst>
              <p:par>
                <p:cTn presetID="10" presetClass="entr" presetSubtype="0" fill="hold" nodeType="with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Lst>
      </p:bldP>
      <p:bldP spid="14" grpId="0" build="p" animBg="1">
        <p:tmplLst>
          <p:tmpl>
            <p:tnLst>
              <p:par>
                <p:cTn presetID="10" presetClass="entr" presetSubtype="0" fill="hold" nodeType="with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animBg="1">
        <p:tmplLst>
          <p:tmpl>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16" grpId="0" build="p" animBg="1">
        <p:tmplLst>
          <p:tmpl>
            <p:tnLst>
              <p:par>
                <p:cTn presetID="10" presetClass="entr" presetSubtype="0" fill="hold" nodeType="with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P spid="17" grpId="0" build="p" animBg="1">
        <p:tmplLst>
          <p:tmpl>
            <p:tnLst>
              <p:par>
                <p:cTn presetID="10" presetClass="entr" presetSubtype="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fade">
                      <p:cBhvr>
                        <p:cTn dur="500"/>
                        <p:tgtEl>
                          <p:spTgt spid="17"/>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fade">
                      <p:cBhvr>
                        <p:cTn dur="500"/>
                        <p:tgtEl>
                          <p:spTgt spid="17"/>
                        </p:tgtEl>
                      </p:cBhvr>
                    </p:animEffect>
                  </p:childTnLst>
                </p:cTn>
              </p:par>
            </p:tnLst>
          </p:tmpl>
        </p:tmplLst>
      </p:bldP>
      <p:bldP spid="19" grpId="0" build="p" animBg="1">
        <p:tmplLst>
          <p:tmpl>
            <p:tnLst>
              <p:par>
                <p:cTn presetID="10" presetClass="entr" presetSubtype="0" fill="hold" nodeType="with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P spid="21" grpId="0" build="p" animBg="1">
        <p:tmplLst>
          <p:tmpl>
            <p:tnLst>
              <p:par>
                <p:cTn presetID="10" presetClass="entr" presetSubtype="0" fill="hold" nodeType="with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P spid="22" grpId="0" build="p" animBg="1">
        <p:tmplLst>
          <p:tmpl>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P spid="23" grpId="0" build="p" animBg="1">
        <p:tmplLst>
          <p:tmpl>
            <p:tnLst>
              <p:par>
                <p:cTn presetID="10" presetClass="entr" presetSubtype="0" fill="hold" nodeType="with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fade">
                      <p:cBhvr>
                        <p:cTn dur="500"/>
                        <p:tgtEl>
                          <p:spTgt spid="23"/>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fade">
                      <p:cBhvr>
                        <p:cTn dur="500"/>
                        <p:tgtEl>
                          <p:spTgt spid="23"/>
                        </p:tgtEl>
                      </p:cBhvr>
                    </p:animEffect>
                  </p:childTnLst>
                </p:cTn>
              </p:par>
            </p:tnLst>
          </p:tmpl>
        </p:tmplLst>
      </p:bldP>
      <p:bldP spid="24" grpId="0" build="p" animBg="1">
        <p:tmplLst>
          <p:tmpl>
            <p:tnLst>
              <p:par>
                <p:cTn presetID="10" presetClass="entr" presetSubtype="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500"/>
                        <p:tgtEl>
                          <p:spTgt spid="24"/>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500"/>
                        <p:tgtEl>
                          <p:spTgt spid="24"/>
                        </p:tgtEl>
                      </p:cBhvr>
                    </p:animEffect>
                  </p:childTnLst>
                </p:cTn>
              </p:par>
            </p:tnLst>
          </p:tmpl>
        </p:tmplLst>
      </p:bldP>
      <p:bldP spid="25" grpId="0" build="p" animBg="1">
        <p:tmplLst>
          <p:tmpl>
            <p:tnLst>
              <p:par>
                <p:cTn presetID="10" presetClass="entr" presetSubtype="0" fill="hold" nodeType="with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fade">
                      <p:cBhvr>
                        <p:cTn dur="500"/>
                        <p:tgtEl>
                          <p:spTgt spid="25"/>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fade">
                      <p:cBhvr>
                        <p:cTn dur="500"/>
                        <p:tgtEl>
                          <p:spTgt spid="25"/>
                        </p:tgtEl>
                      </p:cBhvr>
                    </p:animEffect>
                  </p:childTnLst>
                </p:cTn>
              </p:par>
            </p:tnLst>
          </p:tmpl>
        </p:tmplLst>
      </p:bldP>
      <p:bldP spid="26" grpId="0" build="p" animBg="1">
        <p:tmplLst>
          <p:tmpl>
            <p:tnLst>
              <p:par>
                <p:cTn presetID="10"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fade">
                      <p:cBhvr>
                        <p:cTn dur="500"/>
                        <p:tgtEl>
                          <p:spTgt spid="26"/>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fade">
                      <p:cBhvr>
                        <p:cTn dur="500"/>
                        <p:tgtEl>
                          <p:spTgt spid="26"/>
                        </p:tgtEl>
                      </p:cBhvr>
                    </p:animEffect>
                  </p:childTnLst>
                </p:cTn>
              </p:par>
            </p:tnLst>
          </p:tmpl>
        </p:tmplLst>
      </p:bldP>
      <p:bldP spid="31" grpId="0" build="p" animBg="1">
        <p:tmplLst>
          <p:tmpl>
            <p:tnLst>
              <p:par>
                <p:cTn presetID="10" presetClass="entr" presetSubtype="0" fill="hold" nodeType="with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fade">
                      <p:cBhvr>
                        <p:cTn dur="500"/>
                        <p:tgtEl>
                          <p:spTgt spid="31"/>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fade">
                      <p:cBhvr>
                        <p:cTn dur="500"/>
                        <p:tgtEl>
                          <p:spTgt spid="31"/>
                        </p:tgtEl>
                      </p:cBhvr>
                    </p:animEffect>
                  </p:childTnLst>
                </p:cTn>
              </p:par>
            </p:tnLst>
          </p:tmpl>
        </p:tmplLst>
      </p:bldP>
      <p:bldP spid="32" grpId="0" build="p" animBg="1">
        <p:tmplLst>
          <p:tmpl>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animBg="1">
        <p:tmplLst>
          <p:tmpl>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animBg="1">
        <p:tmplLst>
          <p:tmpl>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3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C84ADAA-E604-4CEB-91B0-AF1B9F902348}"/>
              </a:ext>
            </a:extLst>
          </p:cNvPr>
          <p:cNvSpPr>
            <a:spLocks noGrp="1"/>
          </p:cNvSpPr>
          <p:nvPr>
            <p:ph type="pic" sz="quarter" idx="23"/>
          </p:nvPr>
        </p:nvSpPr>
        <p:spPr>
          <a:xfrm>
            <a:off x="0" y="0"/>
            <a:ext cx="9144000" cy="5715000"/>
          </a:xfrm>
          <a:prstGeom prst="rect">
            <a:avLst/>
          </a:prstGeom>
        </p:spPr>
        <p:txBody>
          <a:bodyPr/>
          <a:lstStyle/>
          <a:p>
            <a:endParaRPr lang="en-US" dirty="0"/>
          </a:p>
        </p:txBody>
      </p:sp>
      <p:sp>
        <p:nvSpPr>
          <p:cNvPr id="12" name="Text Placeholder 10">
            <a:extLst>
              <a:ext uri="{FF2B5EF4-FFF2-40B4-BE49-F238E27FC236}">
                <a16:creationId xmlns:a16="http://schemas.microsoft.com/office/drawing/2014/main" id="{E8801CDF-2457-49F4-8B32-2421C3275724}"/>
              </a:ext>
            </a:extLst>
          </p:cNvPr>
          <p:cNvSpPr>
            <a:spLocks noGrp="1"/>
          </p:cNvSpPr>
          <p:nvPr>
            <p:ph type="body" sz="quarter" idx="19"/>
          </p:nvPr>
        </p:nvSpPr>
        <p:spPr>
          <a:xfrm>
            <a:off x="6932024" y="457201"/>
            <a:ext cx="2093104" cy="484632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Font typeface="Arial" panose="020B0604020202020204" pitchFamily="34" charset="0"/>
              <a:buNone/>
              <a:defRPr lang="en-US" sz="1404" dirty="0">
                <a:solidFill>
                  <a:schemeClr val="lt1"/>
                </a:solidFill>
              </a:defRPr>
            </a:lvl1pPr>
          </a:lstStyle>
          <a:p>
            <a:pPr marL="0" lvl="0" indent="0" algn="ctr" defTabSz="713232">
              <a:buNone/>
            </a:pPr>
            <a:endParaRPr lang="en-US" dirty="0"/>
          </a:p>
        </p:txBody>
      </p:sp>
      <p:sp>
        <p:nvSpPr>
          <p:cNvPr id="13" name="song_number">
            <a:extLst>
              <a:ext uri="{FF2B5EF4-FFF2-40B4-BE49-F238E27FC236}">
                <a16:creationId xmlns:a16="http://schemas.microsoft.com/office/drawing/2014/main" id="{7C6BC108-63F5-494C-AD18-0ACA3C0C44AA}"/>
              </a:ext>
            </a:extLst>
          </p:cNvPr>
          <p:cNvSpPr>
            <a:spLocks noGrp="1"/>
          </p:cNvSpPr>
          <p:nvPr>
            <p:ph type="body" sz="quarter" idx="15" hasCustomPrompt="1"/>
          </p:nvPr>
        </p:nvSpPr>
        <p:spPr>
          <a:xfrm>
            <a:off x="7680960" y="548640"/>
            <a:ext cx="914400" cy="365760"/>
          </a:xfrm>
          <a:prstGeom prst="roundRect">
            <a:avLst>
              <a:gd name="adj" fmla="val 50000"/>
            </a:avLst>
          </a:prstGeom>
          <a:solidFill>
            <a:schemeClr val="bg2">
              <a:lumMod val="50000"/>
            </a:schemeClr>
          </a:solidFill>
        </p:spPr>
        <p:txBody>
          <a:bodyPr lIns="274320" tIns="27432" rIns="0" bIns="0" anchor="ctr"/>
          <a:lstStyle>
            <a:lvl1pPr marL="0" indent="0" algn="ctr">
              <a:buNone/>
              <a:defRPr sz="1800" b="1">
                <a:solidFill>
                  <a:schemeClr val="bg1"/>
                </a:solidFill>
                <a:latin typeface="Avenir Next LT Pro" panose="020B0504020202020204" pitchFamily="34" charset="0"/>
              </a:defRPr>
            </a:lvl1pPr>
            <a:lvl2pPr marL="457200" indent="0">
              <a:buNone/>
              <a:defRPr sz="1050"/>
            </a:lvl2pPr>
            <a:lvl3pPr marL="914400" indent="0">
              <a:buNone/>
              <a:defRPr sz="1000"/>
            </a:lvl3pPr>
            <a:lvl4pPr marL="1371600" indent="0">
              <a:buNone/>
              <a:defRPr sz="900"/>
            </a:lvl4pPr>
            <a:lvl5pPr marL="1828800" indent="0" algn="l">
              <a:buNone/>
              <a:defRPr sz="900"/>
            </a:lvl5pPr>
          </a:lstStyle>
          <a:p>
            <a:pPr lvl="0"/>
            <a:r>
              <a:rPr lang="en-US" dirty="0"/>
              <a:t>888</a:t>
            </a:r>
          </a:p>
        </p:txBody>
      </p:sp>
      <p:sp>
        <p:nvSpPr>
          <p:cNvPr id="14" name="songbook_logo">
            <a:extLst>
              <a:ext uri="{FF2B5EF4-FFF2-40B4-BE49-F238E27FC236}">
                <a16:creationId xmlns:a16="http://schemas.microsoft.com/office/drawing/2014/main" id="{F6B992DB-BF87-468E-9ADD-A14380E24121}"/>
              </a:ext>
            </a:extLst>
          </p:cNvPr>
          <p:cNvSpPr>
            <a:spLocks noGrp="1"/>
          </p:cNvSpPr>
          <p:nvPr>
            <p:ph type="pic" sz="quarter" idx="14" hasCustomPrompt="1"/>
          </p:nvPr>
        </p:nvSpPr>
        <p:spPr>
          <a:xfrm>
            <a:off x="7680960" y="548640"/>
            <a:ext cx="365760" cy="361915"/>
          </a:xfrm>
          <a:prstGeom prst="roundRect">
            <a:avLst>
              <a:gd name="adj" fmla="val 50000"/>
            </a:avLst>
          </a:prstGeom>
        </p:spPr>
        <p:txBody>
          <a:bodyPr/>
          <a:lstStyle>
            <a:lvl1pPr marL="0" indent="0" algn="ctr">
              <a:buNone/>
              <a:defRPr sz="1400"/>
            </a:lvl1pPr>
          </a:lstStyle>
          <a:p>
            <a:r>
              <a:rPr lang="en-US" dirty="0"/>
              <a:t>Songbook</a:t>
            </a:r>
          </a:p>
        </p:txBody>
      </p:sp>
      <p:sp>
        <p:nvSpPr>
          <p:cNvPr id="5" name="Text Placeholder 4">
            <a:extLst>
              <a:ext uri="{FF2B5EF4-FFF2-40B4-BE49-F238E27FC236}">
                <a16:creationId xmlns:a16="http://schemas.microsoft.com/office/drawing/2014/main" id="{A604A485-3738-4C04-81B8-D532D3482A4B}"/>
              </a:ext>
            </a:extLst>
          </p:cNvPr>
          <p:cNvSpPr>
            <a:spLocks noGrp="1"/>
          </p:cNvSpPr>
          <p:nvPr>
            <p:ph type="body" sz="quarter" idx="16" hasCustomPrompt="1"/>
          </p:nvPr>
        </p:nvSpPr>
        <p:spPr>
          <a:xfrm>
            <a:off x="7679775" y="1543662"/>
            <a:ext cx="1213847" cy="1164831"/>
          </a:xfrm>
          <a:prstGeom prst="rect">
            <a:avLst/>
          </a:prstGeom>
        </p:spPr>
        <p:txBody>
          <a:bodyPr lIns="0" tIns="0" rIns="0" bIns="0" anchor="t"/>
          <a:lstStyle>
            <a:lvl1pPr marL="0" indent="0">
              <a:lnSpc>
                <a:spcPct val="90000"/>
              </a:lnSpc>
              <a:spcBef>
                <a:spcPts val="0"/>
              </a:spcBef>
              <a:buNone/>
              <a:defRPr sz="2000" cap="small" baseline="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1600" dirty="0"/>
              <a:t>Song Title</a:t>
            </a:r>
            <a:endParaRPr lang="en-US" dirty="0"/>
          </a:p>
        </p:txBody>
      </p:sp>
      <p:sp>
        <p:nvSpPr>
          <p:cNvPr id="8" name="Text Placeholder 7">
            <a:extLst>
              <a:ext uri="{FF2B5EF4-FFF2-40B4-BE49-F238E27FC236}">
                <a16:creationId xmlns:a16="http://schemas.microsoft.com/office/drawing/2014/main" id="{E50B753F-E541-4C9F-B669-A910A156CE6D}"/>
              </a:ext>
            </a:extLst>
          </p:cNvPr>
          <p:cNvSpPr>
            <a:spLocks noGrp="1"/>
          </p:cNvSpPr>
          <p:nvPr>
            <p:ph type="body" sz="quarter" idx="17" hasCustomPrompt="1"/>
          </p:nvPr>
        </p:nvSpPr>
        <p:spPr>
          <a:xfrm>
            <a:off x="7679775" y="4422523"/>
            <a:ext cx="1213399" cy="365760"/>
          </a:xfrm>
          <a:prstGeom prst="rect">
            <a:avLst/>
          </a:prstGeom>
        </p:spPr>
        <p:txBody>
          <a:bodyPr lIns="0" tIns="0" rIns="0" bIns="0" anchor="t"/>
          <a:lstStyle>
            <a:lvl1pPr marL="0" indent="0">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700" dirty="0" err="1"/>
              <a:t>Copright</a:t>
            </a:r>
            <a:r>
              <a:rPr lang="en-US" sz="800" dirty="0" err="1"/>
              <a:t>y</a:t>
            </a:r>
            <a:endParaRPr lang="en-US" dirty="0"/>
          </a:p>
        </p:txBody>
      </p:sp>
      <p:sp>
        <p:nvSpPr>
          <p:cNvPr id="11" name="Content Placeholder 6">
            <a:extLst>
              <a:ext uri="{FF2B5EF4-FFF2-40B4-BE49-F238E27FC236}">
                <a16:creationId xmlns:a16="http://schemas.microsoft.com/office/drawing/2014/main" id="{699063FC-9632-4D6F-B1DE-EF002F6A361D}"/>
              </a:ext>
            </a:extLst>
          </p:cNvPr>
          <p:cNvSpPr>
            <a:spLocks noGrp="1"/>
          </p:cNvSpPr>
          <p:nvPr>
            <p:ph sz="quarter" idx="18"/>
          </p:nvPr>
        </p:nvSpPr>
        <p:spPr>
          <a:xfrm>
            <a:off x="118872" y="457200"/>
            <a:ext cx="914400" cy="4297680"/>
          </a:xfrm>
          <a:prstGeom prst="roundRect">
            <a:avLst>
              <a:gd name="adj" fmla="val 28004"/>
            </a:avLst>
          </a:prstGeom>
          <a:solidFill>
            <a:srgbClr val="FFFFFF">
              <a:alpha val="14902"/>
            </a:srgbClr>
          </a:solidFill>
          <a:ln w="6350" cap="flat" cmpd="sng" algn="ctr">
            <a:noFill/>
            <a:prstDash val="solid"/>
            <a:miter lim="800000"/>
          </a:ln>
          <a:effectLst/>
        </p:spPr>
        <p:txBody>
          <a:bodyPr vert="horz" lIns="91440" tIns="45720" rIns="91440" bIns="45720" rtlCol="0" anchor="ctr">
            <a:noAutofit/>
          </a:bodyPr>
          <a:lstStyle>
            <a:lvl1pPr marL="0" indent="0">
              <a:buFontTx/>
              <a:buNone/>
              <a:defRPr lang="en-US" sz="1400" b="0" dirty="0">
                <a:solidFill>
                  <a:schemeClr val="bg1"/>
                </a:solidFill>
              </a:defRPr>
            </a:lvl1pPr>
          </a:lstStyle>
          <a:p>
            <a:pPr marL="228600" lvl="0" indent="-228600" algn="ctr" defTabSz="685800">
              <a:spcBef>
                <a:spcPts val="750"/>
              </a:spcBef>
            </a:pPr>
            <a:endParaRPr lang="en-US" dirty="0"/>
          </a:p>
        </p:txBody>
      </p:sp>
      <p:sp>
        <p:nvSpPr>
          <p:cNvPr id="10" name="Picture Placeholder 9">
            <a:extLst>
              <a:ext uri="{FF2B5EF4-FFF2-40B4-BE49-F238E27FC236}">
                <a16:creationId xmlns:a16="http://schemas.microsoft.com/office/drawing/2014/main" id="{D0E80279-BD62-43D8-9181-D59FD7657BAC}"/>
              </a:ext>
            </a:extLst>
          </p:cNvPr>
          <p:cNvSpPr>
            <a:spLocks noGrp="1"/>
          </p:cNvSpPr>
          <p:nvPr>
            <p:ph type="pic" sz="quarter" idx="10"/>
          </p:nvPr>
        </p:nvSpPr>
        <p:spPr>
          <a:xfrm>
            <a:off x="500290" y="228600"/>
            <a:ext cx="6858000" cy="5486400"/>
          </a:xfrm>
          <a:prstGeom prst="roundRect">
            <a:avLst>
              <a:gd name="adj" fmla="val 4465"/>
            </a:avLst>
          </a:prstGeom>
          <a:effectLst>
            <a:outerShdw blurRad="127000" sx="101000" sy="101000" algn="ctr" rotWithShape="0">
              <a:prstClr val="black">
                <a:alpha val="40000"/>
              </a:prstClr>
            </a:outerShdw>
          </a:effectLst>
        </p:spPr>
        <p:txBody>
          <a:bodyPr/>
          <a:lstStyle/>
          <a:p>
            <a:endParaRPr lang="en-US" dirty="0"/>
          </a:p>
        </p:txBody>
      </p:sp>
      <p:sp>
        <p:nvSpPr>
          <p:cNvPr id="15" name="Picture Placeholder 17">
            <a:extLst>
              <a:ext uri="{FF2B5EF4-FFF2-40B4-BE49-F238E27FC236}">
                <a16:creationId xmlns:a16="http://schemas.microsoft.com/office/drawing/2014/main" id="{02E7528C-D042-4C00-8262-48D39802E0FD}"/>
              </a:ext>
            </a:extLst>
          </p:cNvPr>
          <p:cNvSpPr>
            <a:spLocks noGrp="1" noChangeAspect="1"/>
          </p:cNvSpPr>
          <p:nvPr>
            <p:ph type="pic" sz="quarter" idx="20"/>
          </p:nvPr>
        </p:nvSpPr>
        <p:spPr>
          <a:xfrm>
            <a:off x="7679775" y="4831811"/>
            <a:ext cx="367371" cy="365760"/>
          </a:xfrm>
          <a:prstGeom prst="ellipse">
            <a:avLst/>
          </a:prstGeom>
        </p:spPr>
        <p:txBody>
          <a:bodyPr/>
          <a:lstStyle/>
          <a:p>
            <a:endParaRPr lang="en-US" dirty="0"/>
          </a:p>
        </p:txBody>
      </p:sp>
      <p:sp>
        <p:nvSpPr>
          <p:cNvPr id="4" name="Text Placeholder 3">
            <a:extLst>
              <a:ext uri="{FF2B5EF4-FFF2-40B4-BE49-F238E27FC236}">
                <a16:creationId xmlns:a16="http://schemas.microsoft.com/office/drawing/2014/main" id="{09FF209F-6325-4F89-AF15-E9902E6E1854}"/>
              </a:ext>
            </a:extLst>
          </p:cNvPr>
          <p:cNvSpPr>
            <a:spLocks noGrp="1"/>
          </p:cNvSpPr>
          <p:nvPr>
            <p:ph type="body" sz="quarter" idx="21" hasCustomPrompt="1"/>
          </p:nvPr>
        </p:nvSpPr>
        <p:spPr>
          <a:xfrm>
            <a:off x="7679328" y="2790825"/>
            <a:ext cx="1213847" cy="1165225"/>
          </a:xfrm>
          <a:prstGeom prst="rect">
            <a:avLst/>
          </a:prstGeom>
        </p:spPr>
        <p:txBody>
          <a:bodyPr lIns="0" tIns="0" rIns="0" bIns="0"/>
          <a:lstStyle>
            <a:lvl1pPr marL="0" indent="0">
              <a:spcBef>
                <a:spcPts val="0"/>
              </a:spcBef>
              <a:buNone/>
              <a:defRPr sz="16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Song Title</a:t>
            </a:r>
          </a:p>
        </p:txBody>
      </p:sp>
      <p:sp>
        <p:nvSpPr>
          <p:cNvPr id="9" name="Text Placeholder 8">
            <a:extLst>
              <a:ext uri="{FF2B5EF4-FFF2-40B4-BE49-F238E27FC236}">
                <a16:creationId xmlns:a16="http://schemas.microsoft.com/office/drawing/2014/main" id="{3BEE7DFD-75AB-4A06-A88A-D17B96DFDA49}"/>
              </a:ext>
            </a:extLst>
          </p:cNvPr>
          <p:cNvSpPr>
            <a:spLocks noGrp="1"/>
          </p:cNvSpPr>
          <p:nvPr>
            <p:ph type="body" sz="quarter" idx="22" hasCustomPrompt="1"/>
          </p:nvPr>
        </p:nvSpPr>
        <p:spPr>
          <a:xfrm>
            <a:off x="7679327" y="4009512"/>
            <a:ext cx="1213847" cy="365125"/>
          </a:xfrm>
          <a:prstGeom prst="rect">
            <a:avLst/>
          </a:prstGeom>
        </p:spPr>
        <p:txBody>
          <a:bodyPr lIns="0" tIns="0" rIns="0" bIns="0"/>
          <a:lstStyle>
            <a:lvl1pPr marL="0" indent="0">
              <a:buNone/>
              <a:defRPr sz="9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Translation</a:t>
            </a:r>
          </a:p>
        </p:txBody>
      </p:sp>
      <p:sp>
        <p:nvSpPr>
          <p:cNvPr id="34" name="highlight">
            <a:extLst>
              <a:ext uri="{FF2B5EF4-FFF2-40B4-BE49-F238E27FC236}">
                <a16:creationId xmlns:a16="http://schemas.microsoft.com/office/drawing/2014/main" id="{61CB7EFD-BD44-4B06-A1E0-C5B8F0FE6B00}"/>
              </a:ext>
            </a:extLst>
          </p:cNvPr>
          <p:cNvSpPr>
            <a:spLocks noGrp="1"/>
          </p:cNvSpPr>
          <p:nvPr>
            <p:ph sz="quarter" idx="42" hasCustomPrompt="1"/>
          </p:nvPr>
        </p:nvSpPr>
        <p:spPr>
          <a:xfrm flipH="1" flipV="1">
            <a:off x="1725613" y="2344738"/>
            <a:ext cx="365760" cy="365760"/>
          </a:xfrm>
          <a:prstGeom prst="roundRect">
            <a:avLst>
              <a:gd name="adj" fmla="val 50000"/>
            </a:avLst>
          </a:prstGeom>
          <a:solidFill>
            <a:srgbClr val="FFFFFF">
              <a:alpha val="50196"/>
            </a:srgbClr>
          </a:solidFill>
        </p:spPr>
        <p:txBody>
          <a:bodyPr/>
          <a:lstStyle>
            <a:lvl1pPr algn="ctr">
              <a:buNone/>
              <a:defRPr/>
            </a:lvl1pPr>
          </a:lstStyle>
          <a:p>
            <a:pPr lvl="0"/>
            <a:r>
              <a:rPr lang="en-US" dirty="0"/>
              <a:t>H</a:t>
            </a:r>
          </a:p>
        </p:txBody>
      </p:sp>
      <p:sp>
        <p:nvSpPr>
          <p:cNvPr id="35" name="verse bubble 1">
            <a:extLst>
              <a:ext uri="{FF2B5EF4-FFF2-40B4-BE49-F238E27FC236}">
                <a16:creationId xmlns:a16="http://schemas.microsoft.com/office/drawing/2014/main" id="{A6FD5BBB-6C0D-4198-B190-49BEC9170B88}"/>
              </a:ext>
            </a:extLst>
          </p:cNvPr>
          <p:cNvSpPr>
            <a:spLocks noGrp="1" noChangeAspect="1"/>
          </p:cNvSpPr>
          <p:nvPr>
            <p:ph type="body" sz="quarter" idx="24" hasCustomPrompt="1"/>
          </p:nvPr>
        </p:nvSpPr>
        <p:spPr>
          <a:xfrm>
            <a:off x="1730375"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36" name="verse bubble 2">
            <a:extLst>
              <a:ext uri="{FF2B5EF4-FFF2-40B4-BE49-F238E27FC236}">
                <a16:creationId xmlns:a16="http://schemas.microsoft.com/office/drawing/2014/main" id="{FEC94C96-EC65-4289-8B61-E15D0C2D1FE3}"/>
              </a:ext>
            </a:extLst>
          </p:cNvPr>
          <p:cNvSpPr>
            <a:spLocks noGrp="1" noChangeAspect="1"/>
          </p:cNvSpPr>
          <p:nvPr>
            <p:ph type="body" sz="quarter" idx="27" hasCustomPrompt="1"/>
          </p:nvPr>
        </p:nvSpPr>
        <p:spPr>
          <a:xfrm>
            <a:off x="2170158"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37" name="verse bubble 3">
            <a:extLst>
              <a:ext uri="{FF2B5EF4-FFF2-40B4-BE49-F238E27FC236}">
                <a16:creationId xmlns:a16="http://schemas.microsoft.com/office/drawing/2014/main" id="{FBFA4583-ECA1-45BF-87FE-1C5F48145EB4}"/>
              </a:ext>
            </a:extLst>
          </p:cNvPr>
          <p:cNvSpPr>
            <a:spLocks noGrp="1" noChangeAspect="1"/>
          </p:cNvSpPr>
          <p:nvPr>
            <p:ph type="body" sz="quarter" idx="28" hasCustomPrompt="1"/>
          </p:nvPr>
        </p:nvSpPr>
        <p:spPr>
          <a:xfrm>
            <a:off x="2609941"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38" name="verse bubble 4">
            <a:extLst>
              <a:ext uri="{FF2B5EF4-FFF2-40B4-BE49-F238E27FC236}">
                <a16:creationId xmlns:a16="http://schemas.microsoft.com/office/drawing/2014/main" id="{64F21FFD-0332-4460-8120-5DFDA2049C1B}"/>
              </a:ext>
            </a:extLst>
          </p:cNvPr>
          <p:cNvSpPr>
            <a:spLocks noGrp="1" noChangeAspect="1"/>
          </p:cNvSpPr>
          <p:nvPr>
            <p:ph type="body" sz="quarter" idx="29" hasCustomPrompt="1"/>
          </p:nvPr>
        </p:nvSpPr>
        <p:spPr>
          <a:xfrm>
            <a:off x="3049724"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39" name="verse bubble 5">
            <a:extLst>
              <a:ext uri="{FF2B5EF4-FFF2-40B4-BE49-F238E27FC236}">
                <a16:creationId xmlns:a16="http://schemas.microsoft.com/office/drawing/2014/main" id="{7713CC5A-C6E7-46A4-837E-035390E9A066}"/>
              </a:ext>
            </a:extLst>
          </p:cNvPr>
          <p:cNvSpPr>
            <a:spLocks noGrp="1" noChangeAspect="1"/>
          </p:cNvSpPr>
          <p:nvPr>
            <p:ph type="body" sz="quarter" idx="30" hasCustomPrompt="1"/>
          </p:nvPr>
        </p:nvSpPr>
        <p:spPr>
          <a:xfrm>
            <a:off x="3489507"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0" name="verse bubble 6">
            <a:extLst>
              <a:ext uri="{FF2B5EF4-FFF2-40B4-BE49-F238E27FC236}">
                <a16:creationId xmlns:a16="http://schemas.microsoft.com/office/drawing/2014/main" id="{762E0081-B402-4920-BF13-AC2BDF3686C8}"/>
              </a:ext>
            </a:extLst>
          </p:cNvPr>
          <p:cNvSpPr>
            <a:spLocks noGrp="1" noChangeAspect="1"/>
          </p:cNvSpPr>
          <p:nvPr>
            <p:ph type="body" sz="quarter" idx="31" hasCustomPrompt="1"/>
          </p:nvPr>
        </p:nvSpPr>
        <p:spPr>
          <a:xfrm>
            <a:off x="3929290"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1" name="verse bubble 7">
            <a:extLst>
              <a:ext uri="{FF2B5EF4-FFF2-40B4-BE49-F238E27FC236}">
                <a16:creationId xmlns:a16="http://schemas.microsoft.com/office/drawing/2014/main" id="{14596804-1D5C-4F38-8556-68E92AD69A0B}"/>
              </a:ext>
            </a:extLst>
          </p:cNvPr>
          <p:cNvSpPr>
            <a:spLocks noGrp="1" noChangeAspect="1"/>
          </p:cNvSpPr>
          <p:nvPr>
            <p:ph type="body" sz="quarter" idx="32" hasCustomPrompt="1"/>
          </p:nvPr>
        </p:nvSpPr>
        <p:spPr>
          <a:xfrm>
            <a:off x="4369073"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2" name="verse bubble 8">
            <a:extLst>
              <a:ext uri="{FF2B5EF4-FFF2-40B4-BE49-F238E27FC236}">
                <a16:creationId xmlns:a16="http://schemas.microsoft.com/office/drawing/2014/main" id="{4440295B-EF48-44E9-B8DC-D86435338896}"/>
              </a:ext>
            </a:extLst>
          </p:cNvPr>
          <p:cNvSpPr>
            <a:spLocks noGrp="1" noChangeAspect="1"/>
          </p:cNvSpPr>
          <p:nvPr>
            <p:ph type="body" sz="quarter" idx="33" hasCustomPrompt="1"/>
          </p:nvPr>
        </p:nvSpPr>
        <p:spPr>
          <a:xfrm>
            <a:off x="4808856"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3" name="verse bubble 9">
            <a:extLst>
              <a:ext uri="{FF2B5EF4-FFF2-40B4-BE49-F238E27FC236}">
                <a16:creationId xmlns:a16="http://schemas.microsoft.com/office/drawing/2014/main" id="{25E142A8-CC09-4113-93E3-B780EA7D9DB8}"/>
              </a:ext>
            </a:extLst>
          </p:cNvPr>
          <p:cNvSpPr>
            <a:spLocks noGrp="1" noChangeAspect="1"/>
          </p:cNvSpPr>
          <p:nvPr>
            <p:ph type="body" sz="quarter" idx="34" hasCustomPrompt="1"/>
          </p:nvPr>
        </p:nvSpPr>
        <p:spPr>
          <a:xfrm>
            <a:off x="5248639"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4" name="verse bubble 10">
            <a:extLst>
              <a:ext uri="{FF2B5EF4-FFF2-40B4-BE49-F238E27FC236}">
                <a16:creationId xmlns:a16="http://schemas.microsoft.com/office/drawing/2014/main" id="{0F0F089A-584F-4FF8-B1E2-4F2326728124}"/>
              </a:ext>
            </a:extLst>
          </p:cNvPr>
          <p:cNvSpPr>
            <a:spLocks noGrp="1" noChangeAspect="1"/>
          </p:cNvSpPr>
          <p:nvPr>
            <p:ph type="body" sz="quarter" idx="35" hasCustomPrompt="1"/>
          </p:nvPr>
        </p:nvSpPr>
        <p:spPr>
          <a:xfrm>
            <a:off x="5688422"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5" name="verse bubble 11">
            <a:extLst>
              <a:ext uri="{FF2B5EF4-FFF2-40B4-BE49-F238E27FC236}">
                <a16:creationId xmlns:a16="http://schemas.microsoft.com/office/drawing/2014/main" id="{03A39CC9-B6F7-48C3-A8CC-EA7C85076092}"/>
              </a:ext>
            </a:extLst>
          </p:cNvPr>
          <p:cNvSpPr>
            <a:spLocks noGrp="1" noChangeAspect="1"/>
          </p:cNvSpPr>
          <p:nvPr>
            <p:ph type="body" sz="quarter" idx="36" hasCustomPrompt="1"/>
          </p:nvPr>
        </p:nvSpPr>
        <p:spPr>
          <a:xfrm>
            <a:off x="6128205"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6" name="verse bubble 12">
            <a:extLst>
              <a:ext uri="{FF2B5EF4-FFF2-40B4-BE49-F238E27FC236}">
                <a16:creationId xmlns:a16="http://schemas.microsoft.com/office/drawing/2014/main" id="{E5FECA32-30E4-48BA-AC33-B4E8123E2CC2}"/>
              </a:ext>
            </a:extLst>
          </p:cNvPr>
          <p:cNvSpPr>
            <a:spLocks noGrp="1" noChangeAspect="1"/>
          </p:cNvSpPr>
          <p:nvPr>
            <p:ph type="body" sz="quarter" idx="37" hasCustomPrompt="1"/>
          </p:nvPr>
        </p:nvSpPr>
        <p:spPr>
          <a:xfrm>
            <a:off x="6567988"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7" name="arrow 1">
            <a:extLst>
              <a:ext uri="{FF2B5EF4-FFF2-40B4-BE49-F238E27FC236}">
                <a16:creationId xmlns:a16="http://schemas.microsoft.com/office/drawing/2014/main" id="{162298F0-271B-46D4-8C1E-7CBB2993BCC6}"/>
              </a:ext>
            </a:extLst>
          </p:cNvPr>
          <p:cNvSpPr>
            <a:spLocks noGrp="1"/>
          </p:cNvSpPr>
          <p:nvPr>
            <p:ph sz="quarter" idx="38" hasCustomPrompt="1"/>
          </p:nvPr>
        </p:nvSpPr>
        <p:spPr>
          <a:xfrm>
            <a:off x="1725485" y="1703353"/>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48" name="coda">
            <a:extLst>
              <a:ext uri="{FF2B5EF4-FFF2-40B4-BE49-F238E27FC236}">
                <a16:creationId xmlns:a16="http://schemas.microsoft.com/office/drawing/2014/main" id="{CF9DED1F-1FA5-4D28-BAD4-A03C7E01CEE9}"/>
              </a:ext>
            </a:extLst>
          </p:cNvPr>
          <p:cNvSpPr>
            <a:spLocks noGrp="1"/>
          </p:cNvSpPr>
          <p:nvPr>
            <p:ph type="pic" sz="quarter" idx="43"/>
          </p:nvPr>
        </p:nvSpPr>
        <p:spPr>
          <a:xfrm>
            <a:off x="1690688" y="2887663"/>
            <a:ext cx="365760" cy="365760"/>
          </a:xfrm>
          <a:prstGeom prst="rect">
            <a:avLst/>
          </a:prstGeom>
          <a:solidFill>
            <a:srgbClr val="C80000"/>
          </a:solidFill>
        </p:spPr>
        <p:txBody>
          <a:bodyPr/>
          <a:lstStyle>
            <a:lvl1pPr>
              <a:buNone/>
              <a:defRPr/>
            </a:lvl1pPr>
          </a:lstStyle>
          <a:p>
            <a:r>
              <a:rPr lang="en-US" dirty="0"/>
              <a:t>C</a:t>
            </a:r>
          </a:p>
        </p:txBody>
      </p:sp>
      <p:sp>
        <p:nvSpPr>
          <p:cNvPr id="49" name="arrow 2">
            <a:extLst>
              <a:ext uri="{FF2B5EF4-FFF2-40B4-BE49-F238E27FC236}">
                <a16:creationId xmlns:a16="http://schemas.microsoft.com/office/drawing/2014/main" id="{7E3D4712-3E2F-4CA7-AF0F-2B278ADBA62C}"/>
              </a:ext>
            </a:extLst>
          </p:cNvPr>
          <p:cNvSpPr>
            <a:spLocks noGrp="1"/>
          </p:cNvSpPr>
          <p:nvPr>
            <p:ph sz="quarter" idx="39" hasCustomPrompt="1"/>
          </p:nvPr>
        </p:nvSpPr>
        <p:spPr>
          <a:xfrm>
            <a:off x="2170158" y="1706317"/>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50" name="arrow 3">
            <a:extLst>
              <a:ext uri="{FF2B5EF4-FFF2-40B4-BE49-F238E27FC236}">
                <a16:creationId xmlns:a16="http://schemas.microsoft.com/office/drawing/2014/main" id="{73B10C46-99DD-480F-962C-DDC24DD4F563}"/>
              </a:ext>
            </a:extLst>
          </p:cNvPr>
          <p:cNvSpPr>
            <a:spLocks noGrp="1"/>
          </p:cNvSpPr>
          <p:nvPr>
            <p:ph sz="quarter" idx="40" hasCustomPrompt="1"/>
          </p:nvPr>
        </p:nvSpPr>
        <p:spPr>
          <a:xfrm>
            <a:off x="2614831" y="1709281"/>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51" name="arrow 4">
            <a:extLst>
              <a:ext uri="{FF2B5EF4-FFF2-40B4-BE49-F238E27FC236}">
                <a16:creationId xmlns:a16="http://schemas.microsoft.com/office/drawing/2014/main" id="{2AB38A91-5394-4C24-93C3-CAD174155CB4}"/>
              </a:ext>
            </a:extLst>
          </p:cNvPr>
          <p:cNvSpPr>
            <a:spLocks noGrp="1"/>
          </p:cNvSpPr>
          <p:nvPr>
            <p:ph sz="quarter" idx="41" hasCustomPrompt="1"/>
          </p:nvPr>
        </p:nvSpPr>
        <p:spPr>
          <a:xfrm>
            <a:off x="3059504" y="1712245"/>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Tree>
    <p:extLst>
      <p:ext uri="{BB962C8B-B14F-4D97-AF65-F5344CB8AC3E}">
        <p14:creationId xmlns:p14="http://schemas.microsoft.com/office/powerpoint/2010/main" val="34049669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bg/>
                                          </p:spTgt>
                                        </p:tgtEl>
                                        <p:attrNameLst>
                                          <p:attrName>style.visibility</p:attrName>
                                        </p:attrNameLst>
                                      </p:cBhvr>
                                      <p:to>
                                        <p:strVal val="visible"/>
                                      </p:to>
                                    </p:set>
                                    <p:animEffect transition="in" filter="fade">
                                      <p:cBhvr>
                                        <p:cTn id="7" dur="500"/>
                                        <p:tgtEl>
                                          <p:spTgt spid="12">
                                            <p:bg/>
                                          </p:spTgt>
                                        </p:tgtEl>
                                      </p:cBhvr>
                                    </p:animEffect>
                                  </p:childTnLst>
                                </p:cTn>
                              </p:par>
                              <p:par>
                                <p:cTn id="8" presetID="10" presetClass="entr" presetSubtype="0" fill="hold" grpId="0" nodeType="withEffect" nodePh="1">
                                  <p:stCondLst>
                                    <p:cond delay="0"/>
                                  </p:stCondLst>
                                  <p:endCondLst>
                                    <p:cond delay="0"/>
                                  </p:endCondLst>
                                  <p:childTnLst>
                                    <p:set>
                                      <p:cBhvr>
                                        <p:cTn id="9" dur="1" fill="hold">
                                          <p:stCondLst>
                                            <p:cond delay="0"/>
                                          </p:stCondLst>
                                        </p:cTn>
                                        <p:tgtEl>
                                          <p:spTgt spid="12">
                                            <p:txEl>
                                              <p:pRg st="0" end="0"/>
                                            </p:txEl>
                                          </p:spTgt>
                                        </p:tgtEl>
                                        <p:attrNameLst>
                                          <p:attrName>style.visibility</p:attrName>
                                        </p:attrNameLst>
                                      </p:cBhvr>
                                      <p:to>
                                        <p:strVal val="visible"/>
                                      </p:to>
                                    </p:set>
                                    <p:animEffect transition="in" filter="fade">
                                      <p:cBhvr>
                                        <p:cTn id="10" dur="500"/>
                                        <p:tgtEl>
                                          <p:spTgt spid="12">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bg/>
                                          </p:spTgt>
                                        </p:tgtEl>
                                        <p:attrNameLst>
                                          <p:attrName>style.visibility</p:attrName>
                                        </p:attrNameLst>
                                      </p:cBhvr>
                                      <p:to>
                                        <p:strVal val="visible"/>
                                      </p:to>
                                    </p:set>
                                    <p:animEffect transition="in" filter="fade">
                                      <p:cBhvr>
                                        <p:cTn id="13" dur="500"/>
                                        <p:tgtEl>
                                          <p:spTgt spid="13">
                                            <p:bg/>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xEl>
                                              <p:pRg st="0" end="0"/>
                                            </p:txEl>
                                          </p:spTgt>
                                        </p:tgtEl>
                                        <p:attrNameLst>
                                          <p:attrName>style.visibility</p:attrName>
                                        </p:attrNameLst>
                                      </p:cBhvr>
                                      <p:to>
                                        <p:strVal val="visible"/>
                                      </p:to>
                                    </p:set>
                                    <p:animEffect transition="in" filter="fade">
                                      <p:cBhvr>
                                        <p:cTn id="16" dur="500"/>
                                        <p:tgtEl>
                                          <p:spTgt spid="13">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fade">
                                      <p:cBhvr>
                                        <p:cTn id="22" dur="500"/>
                                        <p:tgtEl>
                                          <p:spTgt spid="5">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animEffect transition="in" filter="fade">
                                      <p:cBhvr>
                                        <p:cTn id="25" dur="500"/>
                                        <p:tgtEl>
                                          <p:spTgt spid="8">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bg/>
                                          </p:spTgt>
                                        </p:tgtEl>
                                        <p:attrNameLst>
                                          <p:attrName>style.visibility</p:attrName>
                                        </p:attrNameLst>
                                      </p:cBhvr>
                                      <p:to>
                                        <p:strVal val="visible"/>
                                      </p:to>
                                    </p:set>
                                    <p:animEffect transition="in" filter="fade">
                                      <p:cBhvr>
                                        <p:cTn id="28" dur="500"/>
                                        <p:tgtEl>
                                          <p:spTgt spid="11">
                                            <p:bg/>
                                          </p:spTgt>
                                        </p:tgtEl>
                                      </p:cBhvr>
                                    </p:animEffect>
                                  </p:childTnLst>
                                </p:cTn>
                              </p:par>
                              <p:par>
                                <p:cTn id="29" presetID="10" presetClass="entr" presetSubtype="0" fill="hold" grpId="0" nodeType="withEffect" nodePh="1">
                                  <p:stCondLst>
                                    <p:cond delay="0"/>
                                  </p:stCondLst>
                                  <p:endCondLst>
                                    <p:cond evt="begin" delay="0">
                                      <p:tn val="29"/>
                                    </p:cond>
                                  </p:endCondLst>
                                  <p:childTnLst>
                                    <p:set>
                                      <p:cBhvr>
                                        <p:cTn id="30" dur="1" fill="hold">
                                          <p:stCondLst>
                                            <p:cond delay="0"/>
                                          </p:stCondLst>
                                        </p:cTn>
                                        <p:tgtEl>
                                          <p:spTgt spid="11">
                                            <p:txEl>
                                              <p:pRg st="0" end="0"/>
                                            </p:txEl>
                                          </p:spTgt>
                                        </p:tgtEl>
                                        <p:attrNameLst>
                                          <p:attrName>style.visibility</p:attrName>
                                        </p:attrNameLst>
                                      </p:cBhvr>
                                      <p:to>
                                        <p:strVal val="visible"/>
                                      </p:to>
                                    </p:set>
                                    <p:animEffect transition="in" filter="fade">
                                      <p:cBhvr>
                                        <p:cTn id="31" dur="500"/>
                                        <p:tgtEl>
                                          <p:spTgt spid="11">
                                            <p:txEl>
                                              <p:pRg st="0" end="0"/>
                                            </p:txEl>
                                          </p:spTgt>
                                        </p:tgtEl>
                                      </p:cBhvr>
                                    </p:animEffect>
                                  </p:childTnLst>
                                </p:cTn>
                              </p:par>
                              <p:par>
                                <p:cTn id="32" presetID="10" presetClass="entr" presetSubtype="0" fill="hold" grpId="0" nodeType="withEffect" nodePh="1">
                                  <p:stCondLst>
                                    <p:cond delay="0"/>
                                  </p:stCondLst>
                                  <p:endCondLst>
                                    <p:cond evt="begin" delay="0">
                                      <p:tn val="32"/>
                                    </p:cond>
                                  </p:end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par>
                                <p:cTn id="35" presetID="10" presetClass="entr" presetSubtype="0" fill="hold" grpId="0" nodeType="withEffect" nodePh="1">
                                  <p:stCondLst>
                                    <p:cond delay="0"/>
                                  </p:stCondLst>
                                  <p:endCondLst>
                                    <p:cond evt="begin" delay="0">
                                      <p:tn val="35"/>
                                    </p:cond>
                                  </p:end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
                                            <p:txEl>
                                              <p:pRg st="0" end="0"/>
                                            </p:txEl>
                                          </p:spTgt>
                                        </p:tgtEl>
                                        <p:attrNameLst>
                                          <p:attrName>style.visibility</p:attrName>
                                        </p:attrNameLst>
                                      </p:cBhvr>
                                      <p:to>
                                        <p:strVal val="visible"/>
                                      </p:to>
                                    </p:set>
                                    <p:animEffect transition="in" filter="fade">
                                      <p:cBhvr>
                                        <p:cTn id="40" dur="500"/>
                                        <p:tgtEl>
                                          <p:spTgt spid="4">
                                            <p:txEl>
                                              <p:pRg st="0" end="0"/>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9">
                                            <p:txEl>
                                              <p:pRg st="0" end="0"/>
                                            </p:txEl>
                                          </p:spTgt>
                                        </p:tgtEl>
                                        <p:attrNameLst>
                                          <p:attrName>style.visibility</p:attrName>
                                        </p:attrNameLst>
                                      </p:cBhvr>
                                      <p:to>
                                        <p:strVal val="visible"/>
                                      </p:to>
                                    </p:set>
                                    <p:animEffect transition="in" filter="fade">
                                      <p:cBhvr>
                                        <p:cTn id="43" dur="500"/>
                                        <p:tgtEl>
                                          <p:spTgt spid="9">
                                            <p:txEl>
                                              <p:pRg st="0" end="0"/>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4">
                                            <p:bg/>
                                          </p:spTgt>
                                        </p:tgtEl>
                                        <p:attrNameLst>
                                          <p:attrName>style.visibility</p:attrName>
                                        </p:attrNameLst>
                                      </p:cBhvr>
                                      <p:to>
                                        <p:strVal val="visible"/>
                                      </p:to>
                                    </p:set>
                                    <p:animEffect transition="in" filter="fade">
                                      <p:cBhvr>
                                        <p:cTn id="46" dur="500"/>
                                        <p:tgtEl>
                                          <p:spTgt spid="34">
                                            <p:bg/>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4">
                                            <p:txEl>
                                              <p:pRg st="0" end="0"/>
                                            </p:txEl>
                                          </p:spTgt>
                                        </p:tgtEl>
                                        <p:attrNameLst>
                                          <p:attrName>style.visibility</p:attrName>
                                        </p:attrNameLst>
                                      </p:cBhvr>
                                      <p:to>
                                        <p:strVal val="visible"/>
                                      </p:to>
                                    </p:set>
                                    <p:animEffect transition="in" filter="fade">
                                      <p:cBhvr>
                                        <p:cTn id="49" dur="500"/>
                                        <p:tgtEl>
                                          <p:spTgt spid="34">
                                            <p:txEl>
                                              <p:pRg st="0" end="0"/>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5">
                                            <p:bg/>
                                          </p:spTgt>
                                        </p:tgtEl>
                                        <p:attrNameLst>
                                          <p:attrName>style.visibility</p:attrName>
                                        </p:attrNameLst>
                                      </p:cBhvr>
                                      <p:to>
                                        <p:strVal val="visible"/>
                                      </p:to>
                                    </p:set>
                                    <p:animEffect transition="in" filter="fade">
                                      <p:cBhvr>
                                        <p:cTn id="52" dur="500"/>
                                        <p:tgtEl>
                                          <p:spTgt spid="35">
                                            <p:bg/>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5">
                                            <p:txEl>
                                              <p:pRg st="0" end="0"/>
                                            </p:txEl>
                                          </p:spTgt>
                                        </p:tgtEl>
                                        <p:attrNameLst>
                                          <p:attrName>style.visibility</p:attrName>
                                        </p:attrNameLst>
                                      </p:cBhvr>
                                      <p:to>
                                        <p:strVal val="visible"/>
                                      </p:to>
                                    </p:set>
                                    <p:animEffect transition="in" filter="fade">
                                      <p:cBhvr>
                                        <p:cTn id="55" dur="500"/>
                                        <p:tgtEl>
                                          <p:spTgt spid="35">
                                            <p:txEl>
                                              <p:pRg st="0" end="0"/>
                                            </p:tx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6">
                                            <p:bg/>
                                          </p:spTgt>
                                        </p:tgtEl>
                                        <p:attrNameLst>
                                          <p:attrName>style.visibility</p:attrName>
                                        </p:attrNameLst>
                                      </p:cBhvr>
                                      <p:to>
                                        <p:strVal val="visible"/>
                                      </p:to>
                                    </p:set>
                                    <p:animEffect transition="in" filter="fade">
                                      <p:cBhvr>
                                        <p:cTn id="58" dur="500"/>
                                        <p:tgtEl>
                                          <p:spTgt spid="36">
                                            <p:bg/>
                                          </p:spTgt>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6">
                                            <p:txEl>
                                              <p:pRg st="0" end="0"/>
                                            </p:txEl>
                                          </p:spTgt>
                                        </p:tgtEl>
                                        <p:attrNameLst>
                                          <p:attrName>style.visibility</p:attrName>
                                        </p:attrNameLst>
                                      </p:cBhvr>
                                      <p:to>
                                        <p:strVal val="visible"/>
                                      </p:to>
                                    </p:set>
                                    <p:animEffect transition="in" filter="fade">
                                      <p:cBhvr>
                                        <p:cTn id="61" dur="500"/>
                                        <p:tgtEl>
                                          <p:spTgt spid="36">
                                            <p:txEl>
                                              <p:pRg st="0" end="0"/>
                                            </p:txEl>
                                          </p:spTgt>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7">
                                            <p:bg/>
                                          </p:spTgt>
                                        </p:tgtEl>
                                        <p:attrNameLst>
                                          <p:attrName>style.visibility</p:attrName>
                                        </p:attrNameLst>
                                      </p:cBhvr>
                                      <p:to>
                                        <p:strVal val="visible"/>
                                      </p:to>
                                    </p:set>
                                    <p:animEffect transition="in" filter="fade">
                                      <p:cBhvr>
                                        <p:cTn id="64" dur="500"/>
                                        <p:tgtEl>
                                          <p:spTgt spid="37">
                                            <p:bg/>
                                          </p:spTgt>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7">
                                            <p:txEl>
                                              <p:pRg st="0" end="0"/>
                                            </p:txEl>
                                          </p:spTgt>
                                        </p:tgtEl>
                                        <p:attrNameLst>
                                          <p:attrName>style.visibility</p:attrName>
                                        </p:attrNameLst>
                                      </p:cBhvr>
                                      <p:to>
                                        <p:strVal val="visible"/>
                                      </p:to>
                                    </p:set>
                                    <p:animEffect transition="in" filter="fade">
                                      <p:cBhvr>
                                        <p:cTn id="67" dur="500"/>
                                        <p:tgtEl>
                                          <p:spTgt spid="37">
                                            <p:txEl>
                                              <p:pRg st="0" end="0"/>
                                            </p:txEl>
                                          </p:spTgt>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8">
                                            <p:bg/>
                                          </p:spTgt>
                                        </p:tgtEl>
                                        <p:attrNameLst>
                                          <p:attrName>style.visibility</p:attrName>
                                        </p:attrNameLst>
                                      </p:cBhvr>
                                      <p:to>
                                        <p:strVal val="visible"/>
                                      </p:to>
                                    </p:set>
                                    <p:animEffect transition="in" filter="fade">
                                      <p:cBhvr>
                                        <p:cTn id="70" dur="500"/>
                                        <p:tgtEl>
                                          <p:spTgt spid="38">
                                            <p:bg/>
                                          </p:spTgt>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8">
                                            <p:txEl>
                                              <p:pRg st="0" end="0"/>
                                            </p:txEl>
                                          </p:spTgt>
                                        </p:tgtEl>
                                        <p:attrNameLst>
                                          <p:attrName>style.visibility</p:attrName>
                                        </p:attrNameLst>
                                      </p:cBhvr>
                                      <p:to>
                                        <p:strVal val="visible"/>
                                      </p:to>
                                    </p:set>
                                    <p:animEffect transition="in" filter="fade">
                                      <p:cBhvr>
                                        <p:cTn id="73" dur="500"/>
                                        <p:tgtEl>
                                          <p:spTgt spid="38">
                                            <p:txEl>
                                              <p:pRg st="0" end="0"/>
                                            </p:tx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9">
                                            <p:bg/>
                                          </p:spTgt>
                                        </p:tgtEl>
                                        <p:attrNameLst>
                                          <p:attrName>style.visibility</p:attrName>
                                        </p:attrNameLst>
                                      </p:cBhvr>
                                      <p:to>
                                        <p:strVal val="visible"/>
                                      </p:to>
                                    </p:set>
                                    <p:animEffect transition="in" filter="fade">
                                      <p:cBhvr>
                                        <p:cTn id="76" dur="500"/>
                                        <p:tgtEl>
                                          <p:spTgt spid="39">
                                            <p:bg/>
                                          </p:spTgt>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9">
                                            <p:txEl>
                                              <p:pRg st="0" end="0"/>
                                            </p:txEl>
                                          </p:spTgt>
                                        </p:tgtEl>
                                        <p:attrNameLst>
                                          <p:attrName>style.visibility</p:attrName>
                                        </p:attrNameLst>
                                      </p:cBhvr>
                                      <p:to>
                                        <p:strVal val="visible"/>
                                      </p:to>
                                    </p:set>
                                    <p:animEffect transition="in" filter="fade">
                                      <p:cBhvr>
                                        <p:cTn id="79" dur="500"/>
                                        <p:tgtEl>
                                          <p:spTgt spid="39">
                                            <p:txEl>
                                              <p:pRg st="0" end="0"/>
                                            </p:txEl>
                                          </p:spTgt>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0">
                                            <p:bg/>
                                          </p:spTgt>
                                        </p:tgtEl>
                                        <p:attrNameLst>
                                          <p:attrName>style.visibility</p:attrName>
                                        </p:attrNameLst>
                                      </p:cBhvr>
                                      <p:to>
                                        <p:strVal val="visible"/>
                                      </p:to>
                                    </p:set>
                                    <p:animEffect transition="in" filter="fade">
                                      <p:cBhvr>
                                        <p:cTn id="82" dur="500"/>
                                        <p:tgtEl>
                                          <p:spTgt spid="40">
                                            <p:bg/>
                                          </p:spTgt>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0">
                                            <p:txEl>
                                              <p:pRg st="0" end="0"/>
                                            </p:txEl>
                                          </p:spTgt>
                                        </p:tgtEl>
                                        <p:attrNameLst>
                                          <p:attrName>style.visibility</p:attrName>
                                        </p:attrNameLst>
                                      </p:cBhvr>
                                      <p:to>
                                        <p:strVal val="visible"/>
                                      </p:to>
                                    </p:set>
                                    <p:animEffect transition="in" filter="fade">
                                      <p:cBhvr>
                                        <p:cTn id="85" dur="500"/>
                                        <p:tgtEl>
                                          <p:spTgt spid="40">
                                            <p:txEl>
                                              <p:pRg st="0" end="0"/>
                                            </p:txEl>
                                          </p:spTgt>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1">
                                            <p:bg/>
                                          </p:spTgt>
                                        </p:tgtEl>
                                        <p:attrNameLst>
                                          <p:attrName>style.visibility</p:attrName>
                                        </p:attrNameLst>
                                      </p:cBhvr>
                                      <p:to>
                                        <p:strVal val="visible"/>
                                      </p:to>
                                    </p:set>
                                    <p:animEffect transition="in" filter="fade">
                                      <p:cBhvr>
                                        <p:cTn id="88" dur="500"/>
                                        <p:tgtEl>
                                          <p:spTgt spid="41">
                                            <p:bg/>
                                          </p:spTgt>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1">
                                            <p:txEl>
                                              <p:pRg st="0" end="0"/>
                                            </p:txEl>
                                          </p:spTgt>
                                        </p:tgtEl>
                                        <p:attrNameLst>
                                          <p:attrName>style.visibility</p:attrName>
                                        </p:attrNameLst>
                                      </p:cBhvr>
                                      <p:to>
                                        <p:strVal val="visible"/>
                                      </p:to>
                                    </p:set>
                                    <p:animEffect transition="in" filter="fade">
                                      <p:cBhvr>
                                        <p:cTn id="91" dur="500"/>
                                        <p:tgtEl>
                                          <p:spTgt spid="41">
                                            <p:txEl>
                                              <p:pRg st="0" end="0"/>
                                            </p:txEl>
                                          </p:spTgt>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2">
                                            <p:bg/>
                                          </p:spTgt>
                                        </p:tgtEl>
                                        <p:attrNameLst>
                                          <p:attrName>style.visibility</p:attrName>
                                        </p:attrNameLst>
                                      </p:cBhvr>
                                      <p:to>
                                        <p:strVal val="visible"/>
                                      </p:to>
                                    </p:set>
                                    <p:animEffect transition="in" filter="fade">
                                      <p:cBhvr>
                                        <p:cTn id="94" dur="500"/>
                                        <p:tgtEl>
                                          <p:spTgt spid="42">
                                            <p:bg/>
                                          </p:spTgt>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2">
                                            <p:txEl>
                                              <p:pRg st="0" end="0"/>
                                            </p:txEl>
                                          </p:spTgt>
                                        </p:tgtEl>
                                        <p:attrNameLst>
                                          <p:attrName>style.visibility</p:attrName>
                                        </p:attrNameLst>
                                      </p:cBhvr>
                                      <p:to>
                                        <p:strVal val="visible"/>
                                      </p:to>
                                    </p:set>
                                    <p:animEffect transition="in" filter="fade">
                                      <p:cBhvr>
                                        <p:cTn id="97" dur="500"/>
                                        <p:tgtEl>
                                          <p:spTgt spid="42">
                                            <p:txEl>
                                              <p:pRg st="0" end="0"/>
                                            </p:txEl>
                                          </p:spTgt>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3">
                                            <p:bg/>
                                          </p:spTgt>
                                        </p:tgtEl>
                                        <p:attrNameLst>
                                          <p:attrName>style.visibility</p:attrName>
                                        </p:attrNameLst>
                                      </p:cBhvr>
                                      <p:to>
                                        <p:strVal val="visible"/>
                                      </p:to>
                                    </p:set>
                                    <p:animEffect transition="in" filter="fade">
                                      <p:cBhvr>
                                        <p:cTn id="100" dur="500"/>
                                        <p:tgtEl>
                                          <p:spTgt spid="43">
                                            <p:bg/>
                                          </p:spTgt>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3">
                                            <p:txEl>
                                              <p:pRg st="0" end="0"/>
                                            </p:txEl>
                                          </p:spTgt>
                                        </p:tgtEl>
                                        <p:attrNameLst>
                                          <p:attrName>style.visibility</p:attrName>
                                        </p:attrNameLst>
                                      </p:cBhvr>
                                      <p:to>
                                        <p:strVal val="visible"/>
                                      </p:to>
                                    </p:set>
                                    <p:animEffect transition="in" filter="fade">
                                      <p:cBhvr>
                                        <p:cTn id="103" dur="500"/>
                                        <p:tgtEl>
                                          <p:spTgt spid="43">
                                            <p:txEl>
                                              <p:pRg st="0" end="0"/>
                                            </p:txEl>
                                          </p:spTgt>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4">
                                            <p:bg/>
                                          </p:spTgt>
                                        </p:tgtEl>
                                        <p:attrNameLst>
                                          <p:attrName>style.visibility</p:attrName>
                                        </p:attrNameLst>
                                      </p:cBhvr>
                                      <p:to>
                                        <p:strVal val="visible"/>
                                      </p:to>
                                    </p:set>
                                    <p:animEffect transition="in" filter="fade">
                                      <p:cBhvr>
                                        <p:cTn id="106" dur="500"/>
                                        <p:tgtEl>
                                          <p:spTgt spid="44">
                                            <p:bg/>
                                          </p:spTgt>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4">
                                            <p:txEl>
                                              <p:pRg st="0" end="0"/>
                                            </p:txEl>
                                          </p:spTgt>
                                        </p:tgtEl>
                                        <p:attrNameLst>
                                          <p:attrName>style.visibility</p:attrName>
                                        </p:attrNameLst>
                                      </p:cBhvr>
                                      <p:to>
                                        <p:strVal val="visible"/>
                                      </p:to>
                                    </p:set>
                                    <p:animEffect transition="in" filter="fade">
                                      <p:cBhvr>
                                        <p:cTn id="109" dur="500"/>
                                        <p:tgtEl>
                                          <p:spTgt spid="44">
                                            <p:txEl>
                                              <p:pRg st="0" end="0"/>
                                            </p:txEl>
                                          </p:spTgt>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5">
                                            <p:bg/>
                                          </p:spTgt>
                                        </p:tgtEl>
                                        <p:attrNameLst>
                                          <p:attrName>style.visibility</p:attrName>
                                        </p:attrNameLst>
                                      </p:cBhvr>
                                      <p:to>
                                        <p:strVal val="visible"/>
                                      </p:to>
                                    </p:set>
                                    <p:animEffect transition="in" filter="fade">
                                      <p:cBhvr>
                                        <p:cTn id="112" dur="500"/>
                                        <p:tgtEl>
                                          <p:spTgt spid="45">
                                            <p:bg/>
                                          </p:spTgt>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5">
                                            <p:txEl>
                                              <p:pRg st="0" end="0"/>
                                            </p:txEl>
                                          </p:spTgt>
                                        </p:tgtEl>
                                        <p:attrNameLst>
                                          <p:attrName>style.visibility</p:attrName>
                                        </p:attrNameLst>
                                      </p:cBhvr>
                                      <p:to>
                                        <p:strVal val="visible"/>
                                      </p:to>
                                    </p:set>
                                    <p:animEffect transition="in" filter="fade">
                                      <p:cBhvr>
                                        <p:cTn id="115" dur="500"/>
                                        <p:tgtEl>
                                          <p:spTgt spid="45">
                                            <p:txEl>
                                              <p:pRg st="0" end="0"/>
                                            </p:txEl>
                                          </p:spTgt>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6">
                                            <p:bg/>
                                          </p:spTgt>
                                        </p:tgtEl>
                                        <p:attrNameLst>
                                          <p:attrName>style.visibility</p:attrName>
                                        </p:attrNameLst>
                                      </p:cBhvr>
                                      <p:to>
                                        <p:strVal val="visible"/>
                                      </p:to>
                                    </p:set>
                                    <p:animEffect transition="in" filter="fade">
                                      <p:cBhvr>
                                        <p:cTn id="118" dur="500"/>
                                        <p:tgtEl>
                                          <p:spTgt spid="46">
                                            <p:bg/>
                                          </p:spTgt>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6">
                                            <p:txEl>
                                              <p:pRg st="0" end="0"/>
                                            </p:txEl>
                                          </p:spTgt>
                                        </p:tgtEl>
                                        <p:attrNameLst>
                                          <p:attrName>style.visibility</p:attrName>
                                        </p:attrNameLst>
                                      </p:cBhvr>
                                      <p:to>
                                        <p:strVal val="visible"/>
                                      </p:to>
                                    </p:set>
                                    <p:animEffect transition="in" filter="fade">
                                      <p:cBhvr>
                                        <p:cTn id="121" dur="500"/>
                                        <p:tgtEl>
                                          <p:spTgt spid="46">
                                            <p:txEl>
                                              <p:pRg st="0" end="0"/>
                                            </p:txEl>
                                          </p:spTgt>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7">
                                            <p:bg/>
                                          </p:spTgt>
                                        </p:tgtEl>
                                        <p:attrNameLst>
                                          <p:attrName>style.visibility</p:attrName>
                                        </p:attrNameLst>
                                      </p:cBhvr>
                                      <p:to>
                                        <p:strVal val="visible"/>
                                      </p:to>
                                    </p:set>
                                    <p:animEffect transition="in" filter="fade">
                                      <p:cBhvr>
                                        <p:cTn id="124" dur="500"/>
                                        <p:tgtEl>
                                          <p:spTgt spid="47">
                                            <p:bg/>
                                          </p:spTgt>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7">
                                            <p:txEl>
                                              <p:pRg st="0" end="0"/>
                                            </p:txEl>
                                          </p:spTgt>
                                        </p:tgtEl>
                                        <p:attrNameLst>
                                          <p:attrName>style.visibility</p:attrName>
                                        </p:attrNameLst>
                                      </p:cBhvr>
                                      <p:to>
                                        <p:strVal val="visible"/>
                                      </p:to>
                                    </p:set>
                                    <p:animEffect transition="in" filter="fade">
                                      <p:cBhvr>
                                        <p:cTn id="127" dur="500"/>
                                        <p:tgtEl>
                                          <p:spTgt spid="47">
                                            <p:txEl>
                                              <p:pRg st="0" end="0"/>
                                            </p:txEl>
                                          </p:spTgt>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8"/>
                                        </p:tgtEl>
                                        <p:attrNameLst>
                                          <p:attrName>style.visibility</p:attrName>
                                        </p:attrNameLst>
                                      </p:cBhvr>
                                      <p:to>
                                        <p:strVal val="visible"/>
                                      </p:to>
                                    </p:set>
                                    <p:animEffect transition="in" filter="fade">
                                      <p:cBhvr>
                                        <p:cTn id="130" dur="500"/>
                                        <p:tgtEl>
                                          <p:spTgt spid="48"/>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9">
                                            <p:bg/>
                                          </p:spTgt>
                                        </p:tgtEl>
                                        <p:attrNameLst>
                                          <p:attrName>style.visibility</p:attrName>
                                        </p:attrNameLst>
                                      </p:cBhvr>
                                      <p:to>
                                        <p:strVal val="visible"/>
                                      </p:to>
                                    </p:set>
                                    <p:animEffect transition="in" filter="fade">
                                      <p:cBhvr>
                                        <p:cTn id="133" dur="500"/>
                                        <p:tgtEl>
                                          <p:spTgt spid="49">
                                            <p:bg/>
                                          </p:spTgt>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9">
                                            <p:txEl>
                                              <p:pRg st="0" end="0"/>
                                            </p:txEl>
                                          </p:spTgt>
                                        </p:tgtEl>
                                        <p:attrNameLst>
                                          <p:attrName>style.visibility</p:attrName>
                                        </p:attrNameLst>
                                      </p:cBhvr>
                                      <p:to>
                                        <p:strVal val="visible"/>
                                      </p:to>
                                    </p:set>
                                    <p:animEffect transition="in" filter="fade">
                                      <p:cBhvr>
                                        <p:cTn id="136" dur="500"/>
                                        <p:tgtEl>
                                          <p:spTgt spid="49">
                                            <p:txEl>
                                              <p:pRg st="0" end="0"/>
                                            </p:txEl>
                                          </p:spTgt>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0">
                                            <p:bg/>
                                          </p:spTgt>
                                        </p:tgtEl>
                                        <p:attrNameLst>
                                          <p:attrName>style.visibility</p:attrName>
                                        </p:attrNameLst>
                                      </p:cBhvr>
                                      <p:to>
                                        <p:strVal val="visible"/>
                                      </p:to>
                                    </p:set>
                                    <p:animEffect transition="in" filter="fade">
                                      <p:cBhvr>
                                        <p:cTn id="139" dur="500"/>
                                        <p:tgtEl>
                                          <p:spTgt spid="50">
                                            <p:bg/>
                                          </p:spTgt>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0">
                                            <p:txEl>
                                              <p:pRg st="0" end="0"/>
                                            </p:txEl>
                                          </p:spTgt>
                                        </p:tgtEl>
                                        <p:attrNameLst>
                                          <p:attrName>style.visibility</p:attrName>
                                        </p:attrNameLst>
                                      </p:cBhvr>
                                      <p:to>
                                        <p:strVal val="visible"/>
                                      </p:to>
                                    </p:set>
                                    <p:animEffect transition="in" filter="fade">
                                      <p:cBhvr>
                                        <p:cTn id="142" dur="500"/>
                                        <p:tgtEl>
                                          <p:spTgt spid="50">
                                            <p:txEl>
                                              <p:pRg st="0" end="0"/>
                                            </p:txEl>
                                          </p:spTgt>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51">
                                            <p:bg/>
                                          </p:spTgt>
                                        </p:tgtEl>
                                        <p:attrNameLst>
                                          <p:attrName>style.visibility</p:attrName>
                                        </p:attrNameLst>
                                      </p:cBhvr>
                                      <p:to>
                                        <p:strVal val="visible"/>
                                      </p:to>
                                    </p:set>
                                    <p:animEffect transition="in" filter="fade">
                                      <p:cBhvr>
                                        <p:cTn id="145" dur="500"/>
                                        <p:tgtEl>
                                          <p:spTgt spid="51">
                                            <p:bg/>
                                          </p:spTgt>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51">
                                            <p:txEl>
                                              <p:pRg st="0" end="0"/>
                                            </p:txEl>
                                          </p:spTgt>
                                        </p:tgtEl>
                                        <p:attrNameLst>
                                          <p:attrName>style.visibility</p:attrName>
                                        </p:attrNameLst>
                                      </p:cBhvr>
                                      <p:to>
                                        <p:strVal val="visible"/>
                                      </p:to>
                                    </p:set>
                                    <p:animEffect transition="in" filter="fade">
                                      <p:cBhvr>
                                        <p:cTn id="148" dur="500"/>
                                        <p:tgtEl>
                                          <p:spTgt spid="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nimBg="1">
        <p:tmplLst>
          <p:tmpl>
            <p:tnLst>
              <p:par>
                <p:cTn presetID="10" presetClass="entr" presetSubtype="0" fill="hold" nodeType="with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Lst>
      </p:bldP>
      <p:bldP spid="13" grpId="0" build="p" animBg="1">
        <p:tmplLst>
          <p:tmpl>
            <p:tnLst>
              <p:par>
                <p:cTn presetID="10" presetClass="entr" presetSubtype="0"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14" grpId="0"/>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11" grpId="0" build="p" animBg="1">
        <p:tmplLst>
          <p:tmpl>
            <p:tnLst>
              <p:par>
                <p:cTn presetID="10" presetClass="entr" presetSubtype="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P spid="10" grpId="0"/>
      <p:bldP spid="15" grpId="0"/>
      <p:bldP spid="4" grpId="0" build="p">
        <p:tmplLst>
          <p:tmpl lvl="1">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34" grpId="0" build="p" animBg="1">
        <p:tmplLst>
          <p:tmpl>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35" grpId="0" build="p" animBg="1">
        <p:tmplLst>
          <p:tmpl>
            <p:tnLst>
              <p:par>
                <p:cTn presetID="10" presetClass="entr" presetSubtype="0" fill="hold" nodeType="with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fade">
                      <p:cBhvr>
                        <p:cTn dur="500"/>
                        <p:tgtEl>
                          <p:spTgt spid="35"/>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fade">
                      <p:cBhvr>
                        <p:cTn dur="500"/>
                        <p:tgtEl>
                          <p:spTgt spid="35"/>
                        </p:tgtEl>
                      </p:cBhvr>
                    </p:animEffect>
                  </p:childTnLst>
                </p:cTn>
              </p:par>
            </p:tnLst>
          </p:tmpl>
        </p:tmplLst>
      </p:bldP>
      <p:bldP spid="36" grpId="0" build="p" animBg="1">
        <p:tmplLst>
          <p:tmpl>
            <p:tnLst>
              <p:par>
                <p:cTn presetID="10"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fade">
                      <p:cBhvr>
                        <p:cTn dur="500"/>
                        <p:tgtEl>
                          <p:spTgt spid="36"/>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fade">
                      <p:cBhvr>
                        <p:cTn dur="500"/>
                        <p:tgtEl>
                          <p:spTgt spid="36"/>
                        </p:tgtEl>
                      </p:cBhvr>
                    </p:animEffect>
                  </p:childTnLst>
                </p:cTn>
              </p:par>
            </p:tnLst>
          </p:tmpl>
        </p:tmplLst>
      </p:bldP>
      <p:bldP spid="37" grpId="0" build="p" animBg="1">
        <p:tmplLst>
          <p:tmpl>
            <p:tnLst>
              <p:par>
                <p:cTn presetID="10" presetClass="entr" presetSubtype="0" fill="hold" nodeType="with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fade">
                      <p:cBhvr>
                        <p:cTn dur="500"/>
                        <p:tgtEl>
                          <p:spTgt spid="37"/>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fade">
                      <p:cBhvr>
                        <p:cTn dur="500"/>
                        <p:tgtEl>
                          <p:spTgt spid="37"/>
                        </p:tgtEl>
                      </p:cBhvr>
                    </p:animEffect>
                  </p:childTnLst>
                </p:cTn>
              </p:par>
            </p:tnLst>
          </p:tmpl>
        </p:tmplLst>
      </p:bldP>
      <p:bldP spid="38" grpId="0" build="p" animBg="1">
        <p:tmplLst>
          <p:tmpl>
            <p:tnLst>
              <p:par>
                <p:cTn presetID="10"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fade">
                      <p:cBhvr>
                        <p:cTn dur="500"/>
                        <p:tgtEl>
                          <p:spTgt spid="38"/>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fade">
                      <p:cBhvr>
                        <p:cTn dur="500"/>
                        <p:tgtEl>
                          <p:spTgt spid="38"/>
                        </p:tgtEl>
                      </p:cBhvr>
                    </p:animEffect>
                  </p:childTnLst>
                </p:cTn>
              </p:par>
            </p:tnLst>
          </p:tmpl>
        </p:tmplLst>
      </p:bldP>
      <p:bldP spid="39" grpId="0" build="p" animBg="1">
        <p:tmplLst>
          <p:tmpl>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500"/>
                        <p:tgtEl>
                          <p:spTgt spid="39"/>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500"/>
                        <p:tgtEl>
                          <p:spTgt spid="39"/>
                        </p:tgtEl>
                      </p:cBhvr>
                    </p:animEffect>
                  </p:childTnLst>
                </p:cTn>
              </p:par>
            </p:tnLst>
          </p:tmpl>
        </p:tmplLst>
      </p:bldP>
      <p:bldP spid="40" grpId="0" build="p" animBg="1">
        <p:tmplLst>
          <p:tmpl>
            <p:tnLst>
              <p:par>
                <p:cTn presetID="10" presetClass="entr" presetSubtype="0" fill="hold" nodeType="with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fade">
                      <p:cBhvr>
                        <p:cTn dur="500"/>
                        <p:tgtEl>
                          <p:spTgt spid="40"/>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fade">
                      <p:cBhvr>
                        <p:cTn dur="500"/>
                        <p:tgtEl>
                          <p:spTgt spid="40"/>
                        </p:tgtEl>
                      </p:cBhvr>
                    </p:animEffect>
                  </p:childTnLst>
                </p:cTn>
              </p:par>
            </p:tnLst>
          </p:tmpl>
        </p:tmplLst>
      </p:bldP>
      <p:bldP spid="41" grpId="0" build="p" animBg="1">
        <p:tmplLst>
          <p:tmpl>
            <p:tnLst>
              <p:par>
                <p:cTn presetID="10" presetClass="entr" presetSubtype="0" fill="hold" nodeType="withEffect">
                  <p:stCondLst>
                    <p:cond delay="0"/>
                  </p:stCondLst>
                  <p:childTnLst>
                    <p:set>
                      <p:cBhvr>
                        <p:cTn dur="1" fill="hold">
                          <p:stCondLst>
                            <p:cond delay="0"/>
                          </p:stCondLst>
                        </p:cTn>
                        <p:tgtEl>
                          <p:spTgt spid="41"/>
                        </p:tgtEl>
                        <p:attrNameLst>
                          <p:attrName>style.visibility</p:attrName>
                        </p:attrNameLst>
                      </p:cBhvr>
                      <p:to>
                        <p:strVal val="visible"/>
                      </p:to>
                    </p:set>
                    <p:animEffect transition="in" filter="fade">
                      <p:cBhvr>
                        <p:cTn dur="500"/>
                        <p:tgtEl>
                          <p:spTgt spid="41"/>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1"/>
                        </p:tgtEl>
                        <p:attrNameLst>
                          <p:attrName>style.visibility</p:attrName>
                        </p:attrNameLst>
                      </p:cBhvr>
                      <p:to>
                        <p:strVal val="visible"/>
                      </p:to>
                    </p:set>
                    <p:animEffect transition="in" filter="fade">
                      <p:cBhvr>
                        <p:cTn dur="500"/>
                        <p:tgtEl>
                          <p:spTgt spid="41"/>
                        </p:tgtEl>
                      </p:cBhvr>
                    </p:animEffect>
                  </p:childTnLst>
                </p:cTn>
              </p:par>
            </p:tnLst>
          </p:tmpl>
        </p:tmplLst>
      </p:bldP>
      <p:bldP spid="42" grpId="0" build="p" animBg="1">
        <p:tmplLst>
          <p:tmpl>
            <p:tnLst>
              <p:par>
                <p:cTn presetID="10" presetClass="entr" presetSubtype="0" fill="hold" nodeType="with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fade">
                      <p:cBhvr>
                        <p:cTn dur="500"/>
                        <p:tgtEl>
                          <p:spTgt spid="42"/>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fade">
                      <p:cBhvr>
                        <p:cTn dur="500"/>
                        <p:tgtEl>
                          <p:spTgt spid="42"/>
                        </p:tgtEl>
                      </p:cBhvr>
                    </p:animEffect>
                  </p:childTnLst>
                </p:cTn>
              </p:par>
            </p:tnLst>
          </p:tmpl>
        </p:tmplLst>
      </p:bldP>
      <p:bldP spid="43" grpId="0" build="p" animBg="1">
        <p:tmplLst>
          <p:tmpl>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animBg="1">
        <p:tmplLst>
          <p:tmpl>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P spid="45" grpId="0" build="p" animBg="1">
        <p:tmplLst>
          <p:tmpl>
            <p:tnLst>
              <p:par>
                <p:cTn presetID="10" presetClass="entr" presetSubtype="0" fill="hold" nodeType="withEffect">
                  <p:stCondLst>
                    <p:cond delay="0"/>
                  </p:stCondLst>
                  <p:childTnLst>
                    <p:set>
                      <p:cBhvr>
                        <p:cTn dur="1" fill="hold">
                          <p:stCondLst>
                            <p:cond delay="0"/>
                          </p:stCondLst>
                        </p:cTn>
                        <p:tgtEl>
                          <p:spTgt spid="45"/>
                        </p:tgtEl>
                        <p:attrNameLst>
                          <p:attrName>style.visibility</p:attrName>
                        </p:attrNameLst>
                      </p:cBhvr>
                      <p:to>
                        <p:strVal val="visible"/>
                      </p:to>
                    </p:set>
                    <p:animEffect transition="in" filter="fade">
                      <p:cBhvr>
                        <p:cTn dur="500"/>
                        <p:tgtEl>
                          <p:spTgt spid="45"/>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5"/>
                        </p:tgtEl>
                        <p:attrNameLst>
                          <p:attrName>style.visibility</p:attrName>
                        </p:attrNameLst>
                      </p:cBhvr>
                      <p:to>
                        <p:strVal val="visible"/>
                      </p:to>
                    </p:set>
                    <p:animEffect transition="in" filter="fade">
                      <p:cBhvr>
                        <p:cTn dur="500"/>
                        <p:tgtEl>
                          <p:spTgt spid="45"/>
                        </p:tgtEl>
                      </p:cBhvr>
                    </p:animEffect>
                  </p:childTnLst>
                </p:cTn>
              </p:par>
            </p:tnLst>
          </p:tmpl>
        </p:tmplLst>
      </p:bldP>
      <p:bldP spid="46" grpId="0" build="p" animBg="1">
        <p:tmplLst>
          <p:tmpl>
            <p:tnLst>
              <p:par>
                <p:cTn presetID="10" presetClass="entr" presetSubtype="0" fill="hold" nodeType="withEffect">
                  <p:stCondLst>
                    <p:cond delay="0"/>
                  </p:stCondLst>
                  <p:childTnLst>
                    <p:set>
                      <p:cBhvr>
                        <p:cTn dur="1" fill="hold">
                          <p:stCondLst>
                            <p:cond delay="0"/>
                          </p:stCondLst>
                        </p:cTn>
                        <p:tgtEl>
                          <p:spTgt spid="46"/>
                        </p:tgtEl>
                        <p:attrNameLst>
                          <p:attrName>style.visibility</p:attrName>
                        </p:attrNameLst>
                      </p:cBhvr>
                      <p:to>
                        <p:strVal val="visible"/>
                      </p:to>
                    </p:set>
                    <p:animEffect transition="in" filter="fade">
                      <p:cBhvr>
                        <p:cTn dur="500"/>
                        <p:tgtEl>
                          <p:spTgt spid="46"/>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6"/>
                        </p:tgtEl>
                        <p:attrNameLst>
                          <p:attrName>style.visibility</p:attrName>
                        </p:attrNameLst>
                      </p:cBhvr>
                      <p:to>
                        <p:strVal val="visible"/>
                      </p:to>
                    </p:set>
                    <p:animEffect transition="in" filter="fade">
                      <p:cBhvr>
                        <p:cTn dur="500"/>
                        <p:tgtEl>
                          <p:spTgt spid="46"/>
                        </p:tgtEl>
                      </p:cBhvr>
                    </p:animEffect>
                  </p:childTnLst>
                </p:cTn>
              </p:par>
            </p:tnLst>
          </p:tmpl>
        </p:tmplLst>
      </p:bldP>
      <p:bldP spid="47" grpId="0" build="p" animBg="1">
        <p:tmplLst>
          <p:tmpl>
            <p:tnLst>
              <p:par>
                <p:cTn presetID="10" presetClass="entr" presetSubtype="0" fill="hold" nodeType="withEffect">
                  <p:stCondLst>
                    <p:cond delay="0"/>
                  </p:stCondLst>
                  <p:childTnLst>
                    <p:set>
                      <p:cBhvr>
                        <p:cTn dur="1" fill="hold">
                          <p:stCondLst>
                            <p:cond delay="0"/>
                          </p:stCondLst>
                        </p:cTn>
                        <p:tgtEl>
                          <p:spTgt spid="47"/>
                        </p:tgtEl>
                        <p:attrNameLst>
                          <p:attrName>style.visibility</p:attrName>
                        </p:attrNameLst>
                      </p:cBhvr>
                      <p:to>
                        <p:strVal val="visible"/>
                      </p:to>
                    </p:set>
                    <p:animEffect transition="in" filter="fade">
                      <p:cBhvr>
                        <p:cTn dur="500"/>
                        <p:tgtEl>
                          <p:spTgt spid="47"/>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7"/>
                        </p:tgtEl>
                        <p:attrNameLst>
                          <p:attrName>style.visibility</p:attrName>
                        </p:attrNameLst>
                      </p:cBhvr>
                      <p:to>
                        <p:strVal val="visible"/>
                      </p:to>
                    </p:set>
                    <p:animEffect transition="in" filter="fade">
                      <p:cBhvr>
                        <p:cTn dur="500"/>
                        <p:tgtEl>
                          <p:spTgt spid="47"/>
                        </p:tgtEl>
                      </p:cBhvr>
                    </p:animEffect>
                  </p:childTnLst>
                </p:cTn>
              </p:par>
            </p:tnLst>
          </p:tmpl>
        </p:tmplLst>
      </p:bldP>
      <p:bldP spid="48" grpId="0" animBg="1"/>
      <p:bldP spid="49" grpId="0" build="p" animBg="1">
        <p:tmplLst>
          <p:tmpl>
            <p:tnLst>
              <p:par>
                <p:cTn presetID="10" presetClass="entr" presetSubtype="0" fill="hold" nodeType="withEffect">
                  <p:stCondLst>
                    <p:cond delay="0"/>
                  </p:stCondLst>
                  <p:childTnLst>
                    <p:set>
                      <p:cBhvr>
                        <p:cTn dur="1" fill="hold">
                          <p:stCondLst>
                            <p:cond delay="0"/>
                          </p:stCondLst>
                        </p:cTn>
                        <p:tgtEl>
                          <p:spTgt spid="49"/>
                        </p:tgtEl>
                        <p:attrNameLst>
                          <p:attrName>style.visibility</p:attrName>
                        </p:attrNameLst>
                      </p:cBhvr>
                      <p:to>
                        <p:strVal val="visible"/>
                      </p:to>
                    </p:set>
                    <p:animEffect transition="in" filter="fade">
                      <p:cBhvr>
                        <p:cTn dur="500"/>
                        <p:tgtEl>
                          <p:spTgt spid="49"/>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9"/>
                        </p:tgtEl>
                        <p:attrNameLst>
                          <p:attrName>style.visibility</p:attrName>
                        </p:attrNameLst>
                      </p:cBhvr>
                      <p:to>
                        <p:strVal val="visible"/>
                      </p:to>
                    </p:set>
                    <p:animEffect transition="in" filter="fade">
                      <p:cBhvr>
                        <p:cTn dur="500"/>
                        <p:tgtEl>
                          <p:spTgt spid="49"/>
                        </p:tgtEl>
                      </p:cBhvr>
                    </p:animEffect>
                  </p:childTnLst>
                </p:cTn>
              </p:par>
            </p:tnLst>
          </p:tmpl>
        </p:tmplLst>
      </p:bldP>
      <p:bldP spid="50" grpId="0" build="p" animBg="1">
        <p:tmplLst>
          <p:tmpl>
            <p:tnLst>
              <p:par>
                <p:cTn presetID="10" presetClass="entr" presetSubtype="0" fill="hold" nodeType="withEffect">
                  <p:stCondLst>
                    <p:cond delay="0"/>
                  </p:stCondLst>
                  <p:childTnLst>
                    <p:set>
                      <p:cBhvr>
                        <p:cTn dur="1" fill="hold">
                          <p:stCondLst>
                            <p:cond delay="0"/>
                          </p:stCondLst>
                        </p:cTn>
                        <p:tgtEl>
                          <p:spTgt spid="50"/>
                        </p:tgtEl>
                        <p:attrNameLst>
                          <p:attrName>style.visibility</p:attrName>
                        </p:attrNameLst>
                      </p:cBhvr>
                      <p:to>
                        <p:strVal val="visible"/>
                      </p:to>
                    </p:set>
                    <p:animEffect transition="in" filter="fade">
                      <p:cBhvr>
                        <p:cTn dur="500"/>
                        <p:tgtEl>
                          <p:spTgt spid="50"/>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50"/>
                        </p:tgtEl>
                        <p:attrNameLst>
                          <p:attrName>style.visibility</p:attrName>
                        </p:attrNameLst>
                      </p:cBhvr>
                      <p:to>
                        <p:strVal val="visible"/>
                      </p:to>
                    </p:set>
                    <p:animEffect transition="in" filter="fade">
                      <p:cBhvr>
                        <p:cTn dur="500"/>
                        <p:tgtEl>
                          <p:spTgt spid="50"/>
                        </p:tgtEl>
                      </p:cBhvr>
                    </p:animEffect>
                  </p:childTnLst>
                </p:cTn>
              </p:par>
            </p:tnLst>
          </p:tmpl>
        </p:tmplLst>
      </p:bldP>
      <p:bldP spid="51" grpId="0" build="p" animBg="1">
        <p:tmplLst>
          <p:tmpl>
            <p:tnLst>
              <p:par>
                <p:cTn presetID="10" presetClass="entr" presetSubtype="0" fill="hold" nodeType="withEffect">
                  <p:stCondLst>
                    <p:cond delay="0"/>
                  </p:stCondLst>
                  <p:childTnLst>
                    <p:set>
                      <p:cBhvr>
                        <p:cTn dur="1" fill="hold">
                          <p:stCondLst>
                            <p:cond delay="0"/>
                          </p:stCondLst>
                        </p:cTn>
                        <p:tgtEl>
                          <p:spTgt spid="51"/>
                        </p:tgtEl>
                        <p:attrNameLst>
                          <p:attrName>style.visibility</p:attrName>
                        </p:attrNameLst>
                      </p:cBhvr>
                      <p:to>
                        <p:strVal val="visible"/>
                      </p:to>
                    </p:set>
                    <p:animEffect transition="in" filter="fade">
                      <p:cBhvr>
                        <p:cTn dur="500"/>
                        <p:tgtEl>
                          <p:spTgt spid="51"/>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51"/>
                        </p:tgtEl>
                        <p:attrNameLst>
                          <p:attrName>style.visibility</p:attrName>
                        </p:attrNameLst>
                      </p:cBhvr>
                      <p:to>
                        <p:strVal val="visible"/>
                      </p:to>
                    </p:set>
                    <p:animEffect transition="in" filter="fade">
                      <p:cBhvr>
                        <p:cTn dur="500"/>
                        <p:tgtEl>
                          <p:spTgt spid="51"/>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AEB9645B-E98A-42E2-8A89-EC689429C2D8}"/>
              </a:ext>
            </a:extLst>
          </p:cNvPr>
          <p:cNvSpPr>
            <a:spLocks noGrp="1"/>
          </p:cNvSpPr>
          <p:nvPr>
            <p:ph type="pic" sz="quarter" idx="10" hasCustomPrompt="1"/>
          </p:nvPr>
        </p:nvSpPr>
        <p:spPr>
          <a:xfrm>
            <a:off x="0" y="0"/>
            <a:ext cx="9144000" cy="5715000"/>
          </a:xfrm>
          <a:prstGeom prst="rect">
            <a:avLst/>
          </a:prstGeom>
          <a:solidFill>
            <a:schemeClr val="bg1">
              <a:lumMod val="85000"/>
            </a:schemeClr>
          </a:solidFill>
        </p:spPr>
        <p:txBody>
          <a:bodyPr/>
          <a:lstStyle>
            <a:lvl1pPr>
              <a:buNone/>
              <a:defRPr/>
            </a:lvl1pPr>
          </a:lstStyle>
          <a:p>
            <a:r>
              <a:rPr lang="en-US" dirty="0"/>
              <a:t>background</a:t>
            </a:r>
          </a:p>
        </p:txBody>
      </p:sp>
      <p:sp>
        <p:nvSpPr>
          <p:cNvPr id="12" name="navbar-background">
            <a:extLst>
              <a:ext uri="{FF2B5EF4-FFF2-40B4-BE49-F238E27FC236}">
                <a16:creationId xmlns:a16="http://schemas.microsoft.com/office/drawing/2014/main" id="{0B550FED-FDFE-400F-A66B-5E2A68B6C6F6}"/>
              </a:ext>
            </a:extLst>
          </p:cNvPr>
          <p:cNvSpPr>
            <a:spLocks noGrp="1"/>
          </p:cNvSpPr>
          <p:nvPr>
            <p:ph sz="quarter" idx="17" hasCustomPrompt="1"/>
          </p:nvPr>
        </p:nvSpPr>
        <p:spPr>
          <a:xfrm>
            <a:off x="0" y="0"/>
            <a:ext cx="1554480" cy="571500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buNone/>
              <a:defRPr lang="en-US" sz="1404" dirty="0">
                <a:solidFill>
                  <a:schemeClr val="lt1"/>
                </a:solidFill>
              </a:defRPr>
            </a:lvl1pPr>
          </a:lstStyle>
          <a:p>
            <a:pPr marL="0" lvl="0" algn="ctr" defTabSz="713232"/>
            <a:r>
              <a:rPr lang="en-US" dirty="0"/>
              <a:t>Navbar-background</a:t>
            </a:r>
          </a:p>
        </p:txBody>
      </p:sp>
      <p:sp>
        <p:nvSpPr>
          <p:cNvPr id="15" name="circle-background">
            <a:extLst>
              <a:ext uri="{FF2B5EF4-FFF2-40B4-BE49-F238E27FC236}">
                <a16:creationId xmlns:a16="http://schemas.microsoft.com/office/drawing/2014/main" id="{4307AE6C-D3E8-4BD1-9215-CCBC161642CA}"/>
              </a:ext>
            </a:extLst>
          </p:cNvPr>
          <p:cNvSpPr>
            <a:spLocks noGrp="1" noChangeAspect="1"/>
          </p:cNvSpPr>
          <p:nvPr>
            <p:ph sz="quarter" idx="18" hasCustomPrompt="1"/>
          </p:nvPr>
        </p:nvSpPr>
        <p:spPr>
          <a:xfrm>
            <a:off x="3063240" y="411480"/>
            <a:ext cx="4572000" cy="4572000"/>
          </a:xfrm>
          <a:prstGeom prst="ellipse">
            <a:avLst/>
          </a:prstGeom>
          <a:solidFill>
            <a:srgbClr val="FFFFFF">
              <a:alpha val="85000"/>
            </a:srgbClr>
          </a:solidFill>
        </p:spPr>
        <p:txBody>
          <a:bodyPr/>
          <a:lstStyle>
            <a:lvl1pPr>
              <a:buNone/>
              <a:defRPr/>
            </a:lvl1pPr>
          </a:lstStyle>
          <a:p>
            <a:pPr lvl="0"/>
            <a:r>
              <a:rPr lang="en-US" dirty="0"/>
              <a:t>Circle-background</a:t>
            </a:r>
          </a:p>
        </p:txBody>
      </p:sp>
      <p:sp>
        <p:nvSpPr>
          <p:cNvPr id="8" name="title">
            <a:extLst>
              <a:ext uri="{FF2B5EF4-FFF2-40B4-BE49-F238E27FC236}">
                <a16:creationId xmlns:a16="http://schemas.microsoft.com/office/drawing/2014/main" id="{115AD74F-6597-4D11-84E3-F03F2DD9F1D0}"/>
              </a:ext>
            </a:extLst>
          </p:cNvPr>
          <p:cNvSpPr>
            <a:spLocks noGrp="1"/>
          </p:cNvSpPr>
          <p:nvPr>
            <p:ph type="body" sz="quarter" idx="12" hasCustomPrompt="1"/>
          </p:nvPr>
        </p:nvSpPr>
        <p:spPr>
          <a:xfrm>
            <a:off x="3836709" y="2329636"/>
            <a:ext cx="3007152" cy="590445"/>
          </a:xfrm>
          <a:prstGeom prst="rect">
            <a:avLst/>
          </a:prstGeom>
        </p:spPr>
        <p:txBody>
          <a:bodyPr lIns="0" tIns="0" rIns="0" bIns="0" anchor="ctr"/>
          <a:lstStyle>
            <a:lvl1pPr marL="0" indent="0" algn="ctr">
              <a:lnSpc>
                <a:spcPct val="100000"/>
              </a:lnSpc>
              <a:spcBef>
                <a:spcPts val="0"/>
              </a:spcBef>
              <a:buNone/>
              <a:defRPr sz="5400" b="1" cap="none" baseline="0">
                <a:solidFill>
                  <a:srgbClr val="014A81"/>
                </a:solidFill>
                <a:latin typeface="Avenir Next LT Pro" panose="020B0504020202020204" pitchFamily="34" charset="0"/>
              </a:defRPr>
            </a:lvl1pPr>
          </a:lstStyle>
          <a:p>
            <a:pPr lvl="0"/>
            <a:r>
              <a:rPr lang="en-US" dirty="0"/>
              <a:t>Title</a:t>
            </a:r>
          </a:p>
        </p:txBody>
      </p:sp>
      <p:sp>
        <p:nvSpPr>
          <p:cNvPr id="10" name="detail">
            <a:extLst>
              <a:ext uri="{FF2B5EF4-FFF2-40B4-BE49-F238E27FC236}">
                <a16:creationId xmlns:a16="http://schemas.microsoft.com/office/drawing/2014/main" id="{2177151D-518D-4586-8940-820C57BEEF5C}"/>
              </a:ext>
            </a:extLst>
          </p:cNvPr>
          <p:cNvSpPr>
            <a:spLocks noGrp="1"/>
          </p:cNvSpPr>
          <p:nvPr>
            <p:ph type="body" sz="quarter" idx="13" hasCustomPrompt="1"/>
          </p:nvPr>
        </p:nvSpPr>
        <p:spPr>
          <a:xfrm>
            <a:off x="3926264" y="848689"/>
            <a:ext cx="2917597" cy="904875"/>
          </a:xfrm>
          <a:prstGeom prst="rect">
            <a:avLst/>
          </a:prstGeom>
        </p:spPr>
        <p:txBody>
          <a:bodyPr lIns="0" tIns="0" rIns="0" bIns="0" anchor="ctr"/>
          <a:lstStyle>
            <a:lvl1pPr marL="0" indent="0" algn="ctr">
              <a:lnSpc>
                <a:spcPct val="100000"/>
              </a:lnSpc>
              <a:spcBef>
                <a:spcPts val="0"/>
              </a:spcBef>
              <a:buNone/>
              <a:defRPr sz="6000" b="1" cap="small" baseline="0">
                <a:solidFill>
                  <a:srgbClr val="113245"/>
                </a:solidFill>
                <a:latin typeface="Avenir Next LT Pro" panose="020B0504020202020204" pitchFamily="34" charset="0"/>
              </a:defRPr>
            </a:lvl1pPr>
          </a:lstStyle>
          <a:p>
            <a:pPr lvl="0"/>
            <a:r>
              <a:rPr lang="en-US" dirty="0"/>
              <a:t>Detail</a:t>
            </a:r>
          </a:p>
        </p:txBody>
      </p:sp>
      <p:sp>
        <p:nvSpPr>
          <p:cNvPr id="7" name="quote">
            <a:extLst>
              <a:ext uri="{FF2B5EF4-FFF2-40B4-BE49-F238E27FC236}">
                <a16:creationId xmlns:a16="http://schemas.microsoft.com/office/drawing/2014/main" id="{D28D1B06-F61E-46C8-8BE2-2C9EE74B3011}"/>
              </a:ext>
            </a:extLst>
          </p:cNvPr>
          <p:cNvSpPr>
            <a:spLocks noGrp="1"/>
          </p:cNvSpPr>
          <p:nvPr>
            <p:ph type="body" sz="quarter" idx="15" hasCustomPrompt="1"/>
          </p:nvPr>
        </p:nvSpPr>
        <p:spPr>
          <a:xfrm>
            <a:off x="3984942" y="3990326"/>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quote</a:t>
            </a:r>
          </a:p>
        </p:txBody>
      </p:sp>
      <p:sp>
        <p:nvSpPr>
          <p:cNvPr id="11" name="credits">
            <a:extLst>
              <a:ext uri="{FF2B5EF4-FFF2-40B4-BE49-F238E27FC236}">
                <a16:creationId xmlns:a16="http://schemas.microsoft.com/office/drawing/2014/main" id="{1B4EDC40-1BDE-452F-9CDF-5FFDDA12B832}"/>
              </a:ext>
            </a:extLst>
          </p:cNvPr>
          <p:cNvSpPr>
            <a:spLocks noGrp="1"/>
          </p:cNvSpPr>
          <p:nvPr>
            <p:ph type="body" sz="quarter" idx="16" hasCustomPrompt="1"/>
          </p:nvPr>
        </p:nvSpPr>
        <p:spPr>
          <a:xfrm>
            <a:off x="6548967" y="4538133"/>
            <a:ext cx="2400856" cy="940894"/>
          </a:xfrm>
          <a:prstGeom prst="rect">
            <a:avLst/>
          </a:prstGeom>
        </p:spPr>
        <p:txBody>
          <a:bodyPr anchor="b"/>
          <a:lstStyle>
            <a:lvl1pPr algn="r">
              <a:spcBef>
                <a:spcPts val="0"/>
              </a:spcBef>
              <a:buNone/>
              <a:defRPr sz="20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credits</a:t>
            </a:r>
          </a:p>
        </p:txBody>
      </p:sp>
      <p:sp>
        <p:nvSpPr>
          <p:cNvPr id="13" name="reference">
            <a:extLst>
              <a:ext uri="{FF2B5EF4-FFF2-40B4-BE49-F238E27FC236}">
                <a16:creationId xmlns:a16="http://schemas.microsoft.com/office/drawing/2014/main" id="{CE2545CB-1CAD-41DE-B9A3-343E29275833}"/>
              </a:ext>
            </a:extLst>
          </p:cNvPr>
          <p:cNvSpPr>
            <a:spLocks noGrp="1"/>
          </p:cNvSpPr>
          <p:nvPr>
            <p:ph type="body" sz="quarter" idx="20" hasCustomPrompt="1"/>
          </p:nvPr>
        </p:nvSpPr>
        <p:spPr>
          <a:xfrm>
            <a:off x="3984942" y="4470640"/>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reference</a:t>
            </a:r>
          </a:p>
        </p:txBody>
      </p:sp>
      <p:sp>
        <p:nvSpPr>
          <p:cNvPr id="3" name="logo">
            <a:extLst>
              <a:ext uri="{FF2B5EF4-FFF2-40B4-BE49-F238E27FC236}">
                <a16:creationId xmlns:a16="http://schemas.microsoft.com/office/drawing/2014/main" id="{D5C254D8-33A5-4125-A911-B875ACEA7E53}"/>
              </a:ext>
            </a:extLst>
          </p:cNvPr>
          <p:cNvSpPr>
            <a:spLocks noGrp="1"/>
          </p:cNvSpPr>
          <p:nvPr>
            <p:ph type="pic" sz="quarter" idx="19" hasCustomPrompt="1"/>
          </p:nvPr>
        </p:nvSpPr>
        <p:spPr>
          <a:xfrm>
            <a:off x="1668537" y="5029200"/>
            <a:ext cx="1828800" cy="457200"/>
          </a:xfrm>
          <a:prstGeom prst="rect">
            <a:avLst/>
          </a:prstGeom>
        </p:spPr>
        <p:txBody>
          <a:bodyPr/>
          <a:lstStyle>
            <a:lvl1pPr>
              <a:buNone/>
              <a:defRPr/>
            </a:lvl1pPr>
          </a:lstStyle>
          <a:p>
            <a:r>
              <a:rPr lang="en-US" dirty="0"/>
              <a:t>logo</a:t>
            </a:r>
          </a:p>
        </p:txBody>
      </p:sp>
      <p:sp>
        <p:nvSpPr>
          <p:cNvPr id="14" name="highlight">
            <a:extLst>
              <a:ext uri="{FF2B5EF4-FFF2-40B4-BE49-F238E27FC236}">
                <a16:creationId xmlns:a16="http://schemas.microsoft.com/office/drawing/2014/main" id="{C61CF084-E13F-49CD-A369-86E5602DA44D}"/>
              </a:ext>
            </a:extLst>
          </p:cNvPr>
          <p:cNvSpPr>
            <a:spLocks noGrp="1"/>
          </p:cNvSpPr>
          <p:nvPr>
            <p:ph sz="quarter" idx="22" hasCustomPrompt="1"/>
          </p:nvPr>
        </p:nvSpPr>
        <p:spPr>
          <a:xfrm>
            <a:off x="58311" y="542302"/>
            <a:ext cx="1450450" cy="306387"/>
          </a:xfrm>
          <a:prstGeom prst="roundRect">
            <a:avLst>
              <a:gd name="adj" fmla="val 50000"/>
            </a:avLst>
          </a:prstGeom>
          <a:solidFill>
            <a:srgbClr val="057A84"/>
          </a:solidFill>
          <a:ln>
            <a:noFill/>
          </a:ln>
        </p:spPr>
        <p:txBody>
          <a:bodyPr anchor="ctr"/>
          <a:lstStyle>
            <a:lvl1pPr algn="ctr">
              <a:buNone/>
              <a:defRPr sz="900"/>
            </a:lvl1pPr>
          </a:lstStyle>
          <a:p>
            <a:pPr lvl="0"/>
            <a:r>
              <a:rPr lang="en-US" dirty="0"/>
              <a:t>highlight</a:t>
            </a:r>
          </a:p>
        </p:txBody>
      </p:sp>
      <p:sp>
        <p:nvSpPr>
          <p:cNvPr id="6" name="navbar">
            <a:extLst>
              <a:ext uri="{FF2B5EF4-FFF2-40B4-BE49-F238E27FC236}">
                <a16:creationId xmlns:a16="http://schemas.microsoft.com/office/drawing/2014/main" id="{E9B9669B-7121-41D3-84BD-6DD37099A76E}"/>
              </a:ext>
            </a:extLst>
          </p:cNvPr>
          <p:cNvSpPr>
            <a:spLocks noGrp="1"/>
          </p:cNvSpPr>
          <p:nvPr>
            <p:ph type="body" sz="quarter" idx="21"/>
          </p:nvPr>
        </p:nvSpPr>
        <p:spPr>
          <a:xfrm>
            <a:off x="-79512" y="0"/>
            <a:ext cx="1633676" cy="5120640"/>
          </a:xfrm>
          <a:prstGeom prst="rect">
            <a:avLst/>
          </a:prstGeom>
        </p:spPr>
        <p:txBody>
          <a:bodyPr anchor="ctr"/>
          <a:lstStyle>
            <a:lvl1pPr algn="r">
              <a:lnSpc>
                <a:spcPts val="1700"/>
              </a:lnSpc>
              <a:buNone/>
              <a:defRPr sz="1600">
                <a:solidFill>
                  <a:schemeClr val="bg1"/>
                </a:solidFill>
                <a:latin typeface="Avenir Next LT Pro" panose="020B0504020202020204" pitchFamily="34" charset="0"/>
              </a:defRPr>
            </a:lvl1pPr>
          </a:lstStyle>
          <a:p>
            <a:pPr lvl="0"/>
            <a:endParaRPr lang="en-US" dirty="0"/>
          </a:p>
        </p:txBody>
      </p:sp>
      <p:sp>
        <p:nvSpPr>
          <p:cNvPr id="5" name="callout">
            <a:extLst>
              <a:ext uri="{FF2B5EF4-FFF2-40B4-BE49-F238E27FC236}">
                <a16:creationId xmlns:a16="http://schemas.microsoft.com/office/drawing/2014/main" id="{24980923-FB96-4E12-B290-EAFB8C34AF3B}"/>
              </a:ext>
            </a:extLst>
          </p:cNvPr>
          <p:cNvSpPr>
            <a:spLocks noGrp="1"/>
          </p:cNvSpPr>
          <p:nvPr>
            <p:ph type="body" sz="quarter" idx="23" hasCustomPrompt="1"/>
          </p:nvPr>
        </p:nvSpPr>
        <p:spPr>
          <a:xfrm>
            <a:off x="3836988" y="3257550"/>
            <a:ext cx="3006725" cy="444500"/>
          </a:xfrm>
          <a:prstGeom prst="roundRect">
            <a:avLst>
              <a:gd name="adj" fmla="val 50000"/>
            </a:avLst>
          </a:prstGeom>
          <a:solidFill>
            <a:srgbClr val="014A81"/>
          </a:solidFill>
        </p:spPr>
        <p:txBody>
          <a:bodyPr anchor="ctr"/>
          <a:lstStyle>
            <a:lvl1pPr algn="ctr">
              <a:buNone/>
              <a:defRPr>
                <a:solidFill>
                  <a:schemeClr val="bg1"/>
                </a:solidFill>
                <a:latin typeface="Avenir Next LT Pro" panose="020B0504020202020204" pitchFamily="34" charset="0"/>
              </a:defRPr>
            </a:lvl1pPr>
          </a:lstStyle>
          <a:p>
            <a:pPr lvl="0"/>
            <a:r>
              <a:rPr lang="en-US" dirty="0"/>
              <a:t>callout</a:t>
            </a:r>
          </a:p>
        </p:txBody>
      </p:sp>
      <p:sp>
        <p:nvSpPr>
          <p:cNvPr id="9" name="copyright">
            <a:extLst>
              <a:ext uri="{FF2B5EF4-FFF2-40B4-BE49-F238E27FC236}">
                <a16:creationId xmlns:a16="http://schemas.microsoft.com/office/drawing/2014/main" id="{000CC8A8-8C0E-4E6E-91F4-36696E1A12E1}"/>
              </a:ext>
            </a:extLst>
          </p:cNvPr>
          <p:cNvSpPr>
            <a:spLocks noGrp="1"/>
          </p:cNvSpPr>
          <p:nvPr>
            <p:ph type="body" sz="quarter" idx="24" hasCustomPrompt="1"/>
          </p:nvPr>
        </p:nvSpPr>
        <p:spPr>
          <a:xfrm>
            <a:off x="1554164" y="5505027"/>
            <a:ext cx="7603461" cy="209973"/>
          </a:xfrm>
          <a:prstGeom prst="rect">
            <a:avLst/>
          </a:prstGeom>
        </p:spPr>
        <p:txBody>
          <a:bodyPr lIns="0" tIns="0" rIns="0" bIns="0" anchor="ctr"/>
          <a:lstStyle>
            <a:lvl1pPr algn="ctr">
              <a:spcBef>
                <a:spcPts val="0"/>
              </a:spcBef>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copyright</a:t>
            </a:r>
          </a:p>
        </p:txBody>
      </p:sp>
    </p:spTree>
    <p:extLst>
      <p:ext uri="{BB962C8B-B14F-4D97-AF65-F5344CB8AC3E}">
        <p14:creationId xmlns:p14="http://schemas.microsoft.com/office/powerpoint/2010/main" val="20788469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AEB9645B-E98A-42E2-8A89-EC689429C2D8}"/>
              </a:ext>
            </a:extLst>
          </p:cNvPr>
          <p:cNvSpPr>
            <a:spLocks noGrp="1"/>
          </p:cNvSpPr>
          <p:nvPr>
            <p:ph type="pic" sz="quarter" idx="10" hasCustomPrompt="1"/>
          </p:nvPr>
        </p:nvSpPr>
        <p:spPr>
          <a:xfrm>
            <a:off x="0" y="0"/>
            <a:ext cx="9144000" cy="5715000"/>
          </a:xfrm>
          <a:prstGeom prst="rect">
            <a:avLst/>
          </a:prstGeom>
          <a:solidFill>
            <a:schemeClr val="bg1">
              <a:lumMod val="85000"/>
            </a:schemeClr>
          </a:solidFill>
        </p:spPr>
        <p:txBody>
          <a:bodyPr/>
          <a:lstStyle>
            <a:lvl1pPr>
              <a:buNone/>
              <a:defRPr/>
            </a:lvl1pPr>
          </a:lstStyle>
          <a:p>
            <a:r>
              <a:rPr lang="en-US" dirty="0"/>
              <a:t>background</a:t>
            </a:r>
          </a:p>
        </p:txBody>
      </p:sp>
      <p:sp>
        <p:nvSpPr>
          <p:cNvPr id="12" name="navbar-background">
            <a:extLst>
              <a:ext uri="{FF2B5EF4-FFF2-40B4-BE49-F238E27FC236}">
                <a16:creationId xmlns:a16="http://schemas.microsoft.com/office/drawing/2014/main" id="{0B550FED-FDFE-400F-A66B-5E2A68B6C6F6}"/>
              </a:ext>
            </a:extLst>
          </p:cNvPr>
          <p:cNvSpPr>
            <a:spLocks noGrp="1"/>
          </p:cNvSpPr>
          <p:nvPr>
            <p:ph sz="quarter" idx="17" hasCustomPrompt="1"/>
          </p:nvPr>
        </p:nvSpPr>
        <p:spPr>
          <a:xfrm>
            <a:off x="0" y="0"/>
            <a:ext cx="1554480" cy="571500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buNone/>
              <a:defRPr lang="en-US" sz="1404" dirty="0">
                <a:solidFill>
                  <a:schemeClr val="lt1"/>
                </a:solidFill>
              </a:defRPr>
            </a:lvl1pPr>
          </a:lstStyle>
          <a:p>
            <a:pPr marL="0" lvl="0" algn="ctr" defTabSz="713232"/>
            <a:r>
              <a:rPr lang="en-US" dirty="0"/>
              <a:t>Navbar-background</a:t>
            </a:r>
          </a:p>
        </p:txBody>
      </p:sp>
      <p:sp>
        <p:nvSpPr>
          <p:cNvPr id="3" name="logo">
            <a:extLst>
              <a:ext uri="{FF2B5EF4-FFF2-40B4-BE49-F238E27FC236}">
                <a16:creationId xmlns:a16="http://schemas.microsoft.com/office/drawing/2014/main" id="{D5C254D8-33A5-4125-A911-B875ACEA7E53}"/>
              </a:ext>
            </a:extLst>
          </p:cNvPr>
          <p:cNvSpPr>
            <a:spLocks noGrp="1"/>
          </p:cNvSpPr>
          <p:nvPr>
            <p:ph type="pic" sz="quarter" idx="19" hasCustomPrompt="1"/>
          </p:nvPr>
        </p:nvSpPr>
        <p:spPr>
          <a:xfrm>
            <a:off x="1668537" y="5029200"/>
            <a:ext cx="1828800" cy="457200"/>
          </a:xfrm>
          <a:prstGeom prst="rect">
            <a:avLst/>
          </a:prstGeom>
        </p:spPr>
        <p:txBody>
          <a:bodyPr/>
          <a:lstStyle>
            <a:lvl1pPr>
              <a:buNone/>
              <a:defRPr/>
            </a:lvl1pPr>
          </a:lstStyle>
          <a:p>
            <a:r>
              <a:rPr lang="en-US" dirty="0"/>
              <a:t>logo</a:t>
            </a:r>
          </a:p>
        </p:txBody>
      </p:sp>
      <p:sp>
        <p:nvSpPr>
          <p:cNvPr id="16" name="order of worship">
            <a:extLst>
              <a:ext uri="{FF2B5EF4-FFF2-40B4-BE49-F238E27FC236}">
                <a16:creationId xmlns:a16="http://schemas.microsoft.com/office/drawing/2014/main" id="{E6F9FE29-F14D-4ACE-81C4-AA80FBAACFCA}"/>
              </a:ext>
            </a:extLst>
          </p:cNvPr>
          <p:cNvSpPr>
            <a:spLocks noGrp="1"/>
          </p:cNvSpPr>
          <p:nvPr>
            <p:ph type="body" sz="quarter" idx="23"/>
          </p:nvPr>
        </p:nvSpPr>
        <p:spPr>
          <a:xfrm>
            <a:off x="1622817" y="64008"/>
            <a:ext cx="7325239" cy="5120640"/>
          </a:xfrm>
          <a:prstGeom prst="rect">
            <a:avLst/>
          </a:prstGeom>
        </p:spPr>
        <p:txBody>
          <a:bodyPr anchor="ctr"/>
          <a:lstStyle>
            <a:lvl1pPr algn="l">
              <a:lnSpc>
                <a:spcPts val="1700"/>
              </a:lnSpc>
              <a:spcBef>
                <a:spcPts val="1000"/>
              </a:spcBef>
              <a:buNone/>
              <a:defRPr sz="2600" b="1">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endParaRPr lang="en-US" dirty="0"/>
          </a:p>
        </p:txBody>
      </p:sp>
      <p:sp>
        <p:nvSpPr>
          <p:cNvPr id="14" name="highlight">
            <a:extLst>
              <a:ext uri="{FF2B5EF4-FFF2-40B4-BE49-F238E27FC236}">
                <a16:creationId xmlns:a16="http://schemas.microsoft.com/office/drawing/2014/main" id="{C61CF084-E13F-49CD-A369-86E5602DA44D}"/>
              </a:ext>
            </a:extLst>
          </p:cNvPr>
          <p:cNvSpPr>
            <a:spLocks noGrp="1"/>
          </p:cNvSpPr>
          <p:nvPr>
            <p:ph sz="quarter" idx="22" hasCustomPrompt="1"/>
          </p:nvPr>
        </p:nvSpPr>
        <p:spPr>
          <a:xfrm>
            <a:off x="58311" y="542302"/>
            <a:ext cx="1450450" cy="306387"/>
          </a:xfrm>
          <a:prstGeom prst="roundRect">
            <a:avLst>
              <a:gd name="adj" fmla="val 50000"/>
            </a:avLst>
          </a:prstGeom>
          <a:solidFill>
            <a:srgbClr val="057A84"/>
          </a:solidFill>
          <a:ln>
            <a:noFill/>
          </a:ln>
        </p:spPr>
        <p:txBody>
          <a:bodyPr anchor="ctr"/>
          <a:lstStyle>
            <a:lvl1pPr algn="ctr">
              <a:buNone/>
              <a:defRPr sz="900"/>
            </a:lvl1pPr>
          </a:lstStyle>
          <a:p>
            <a:pPr lvl="0"/>
            <a:r>
              <a:rPr lang="en-US" dirty="0"/>
              <a:t>highlight</a:t>
            </a:r>
          </a:p>
        </p:txBody>
      </p:sp>
      <p:sp>
        <p:nvSpPr>
          <p:cNvPr id="6" name="navbar">
            <a:extLst>
              <a:ext uri="{FF2B5EF4-FFF2-40B4-BE49-F238E27FC236}">
                <a16:creationId xmlns:a16="http://schemas.microsoft.com/office/drawing/2014/main" id="{E9B9669B-7121-41D3-84BD-6DD37099A76E}"/>
              </a:ext>
            </a:extLst>
          </p:cNvPr>
          <p:cNvSpPr>
            <a:spLocks noGrp="1"/>
          </p:cNvSpPr>
          <p:nvPr>
            <p:ph type="body" sz="quarter" idx="21"/>
          </p:nvPr>
        </p:nvSpPr>
        <p:spPr>
          <a:xfrm>
            <a:off x="-79512" y="0"/>
            <a:ext cx="1633676" cy="5120640"/>
          </a:xfrm>
          <a:prstGeom prst="rect">
            <a:avLst/>
          </a:prstGeom>
        </p:spPr>
        <p:txBody>
          <a:bodyPr anchor="ctr"/>
          <a:lstStyle>
            <a:lvl1pPr algn="r">
              <a:lnSpc>
                <a:spcPts val="1700"/>
              </a:lnSpc>
              <a:buNone/>
              <a:defRPr sz="1600">
                <a:solidFill>
                  <a:schemeClr val="bg1"/>
                </a:solidFill>
                <a:latin typeface="Avenir Next LT Pro" panose="020B0504020202020204" pitchFamily="34" charset="0"/>
              </a:defRPr>
            </a:lvl1pPr>
          </a:lstStyle>
          <a:p>
            <a:pPr lvl="0"/>
            <a:endParaRPr lang="en-US" dirty="0"/>
          </a:p>
        </p:txBody>
      </p:sp>
    </p:spTree>
    <p:extLst>
      <p:ext uri="{BB962C8B-B14F-4D97-AF65-F5344CB8AC3E}">
        <p14:creationId xmlns:p14="http://schemas.microsoft.com/office/powerpoint/2010/main" val="2991742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6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0128085"/>
      </p:ext>
    </p:extLst>
  </p:cSld>
  <p:clrMapOvr>
    <a:masterClrMapping/>
  </p:clrMapOvr>
  <mc:AlternateContent xmlns:mc="http://schemas.openxmlformats.org/markup-compatibility/2006" xmlns:p14="http://schemas.microsoft.com/office/powerpoint/2010/main">
    <mc:Choice Requires="p14">
      <p:transition spd="slow" p14:dur="2000">
        <p:fad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0081238"/>
      </p:ext>
    </p:extLst>
  </p:cSld>
  <p:clrMap bg1="lt1" tx1="dk1" bg2="lt2" tx2="dk2" accent1="accent1" accent2="accent2" accent3="accent3" accent4="accent4" accent5="accent5" accent6="accent6" hlink="hlink" folHlink="folHlink"/>
  <p:sldLayoutIdLst>
    <p:sldLayoutId id="2147483694" r:id="rId1"/>
    <p:sldLayoutId id="2147483707" r:id="rId2"/>
    <p:sldLayoutId id="2147483708" r:id="rId3"/>
    <p:sldLayoutId id="2147483709" r:id="rId4"/>
    <p:sldLayoutId id="2147483731" r:id="rId5"/>
    <p:sldLayoutId id="2147483732" r:id="rId6"/>
    <p:sldLayoutId id="2147483737"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g"/><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g"/><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jpg"/><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8.jpg"/><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9.jpg"/><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g"/><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8.jpg"/><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8.jp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8.jp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8.jp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8.jp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8.jp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8.jp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8.jp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8.jp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39.png"/></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8.jp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40.png"/></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8.jp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8.jp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42.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3.jpg"/><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4.jpg"/><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g"/><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5.jpg"/><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6.jpg"/><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47.png"/></Relationships>
</file>

<file path=ppt/slides/_rels/slide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6.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48.png"/></Relationships>
</file>

<file path=ppt/slides/_rels/slide4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6.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49.png"/></Relationships>
</file>

<file path=ppt/slides/_rels/slide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6.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50.png"/></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6.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51.png"/></Relationships>
</file>

<file path=ppt/slides/_rels/slide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6.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5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53.png"/></Relationships>
</file>

<file path=ppt/slides/_rels/slide5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54.png"/></Relationships>
</file>

<file path=ppt/slides/_rels/slide5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55.png"/></Relationships>
</file>

<file path=ppt/slides/_rels/slide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56.png"/></Relationships>
</file>

<file path=ppt/slides/_rels/slide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54.png"/></Relationships>
</file>

<file path=ppt/slides/_rels/slide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55.png"/></Relationships>
</file>

<file path=ppt/slides/_rels/slide5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57.png"/></Relationships>
</file>

<file path=ppt/slides/_rels/slide5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54.png"/></Relationships>
</file>

<file path=ppt/slides/_rels/slide6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5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welcome-green.jpg"/>
          <p:cNvPicPr>
            <a:picLocks noGrp="1" noChangeAspect="1"/>
          </p:cNvPicPr>
          <p:nvPr>
            <p:ph type="pic" sz="quarter" idx="10"/>
          </p:nvPr>
        </p:nvPicPr>
        <p:blipFill>
          <a:blip r:embed="rId3"/>
          <a:srcRect/>
          <a:stretch>
            <a:fillRect/>
          </a:stretch>
        </p:blipFill>
        <p:spPr>
          <a:xfrm>
            <a:off x="0" y="0"/>
            <a:ext cx="9144000" cy="5715000"/>
          </a:xfrm>
        </p:spPr>
      </p:pic>
      <p:sp>
        <p:nvSpPr>
          <p:cNvPr id="3" name="Content Placeholder 2"/>
          <p:cNvSpPr>
            <a:spLocks noGrp="1"/>
          </p:cNvSpPr>
          <p:nvPr>
            <p:ph sz="quarter" idx="17"/>
          </p:nvPr>
        </p:nvSpPr>
        <p:spPr/>
        <p:txBody>
          <a:bodyPr/>
          <a:lstStyle/>
          <a:p>
            <a:r>
              <a:t> </a:t>
            </a:r>
          </a:p>
        </p:txBody>
      </p:sp>
      <p:pic>
        <p:nvPicPr>
          <p:cNvPr id="4" name="Picture Placeholder 3" descr="eh20-eng-432.png"/>
          <p:cNvPicPr>
            <a:picLocks noGrp="1" noChangeAspect="1"/>
          </p:cNvPicPr>
          <p:nvPr>
            <p:ph type="pic" sz="quarter" idx="19"/>
          </p:nvPr>
        </p:nvPicPr>
        <p:blipFill>
          <a:blip r:embed="rId4"/>
          <a:srcRect t="459" b="459"/>
          <a:stretch>
            <a:fillRect/>
          </a:stretch>
        </p:blipFill>
        <p:spPr>
          <a:xfrm>
            <a:off x="1668537" y="5029200"/>
            <a:ext cx="1828800" cy="457200"/>
          </a:xfrm>
        </p:spPr>
      </p:pic>
      <p:sp>
        <p:nvSpPr>
          <p:cNvPr id="5" name="Text Placeholder 4"/>
          <p:cNvSpPr>
            <a:spLocks noGrp="1"/>
          </p:cNvSpPr>
          <p:nvPr>
            <p:ph type="body" sz="quarter" idx="23"/>
          </p:nvPr>
        </p:nvSpPr>
        <p:spPr/>
        <p:txBody>
          <a:bodyPr/>
          <a:lstStyle/>
          <a:p>
            <a:r>
              <a:t>Welcome &amp; Announcements</a:t>
            </a:r>
          </a:p>
          <a:p>
            <a:r>
              <a:t>Isaiah 40:1-11</a:t>
            </a:r>
          </a:p>
          <a:p>
            <a:r>
              <a:t> </a:t>
            </a:r>
          </a:p>
          <a:p>
            <a:r>
              <a:t>Crown Him with Many Crowns</a:t>
            </a:r>
          </a:p>
          <a:p>
            <a:r>
              <a:t>Lamb of God</a:t>
            </a:r>
          </a:p>
          <a:p>
            <a:r>
              <a:t> </a:t>
            </a:r>
          </a:p>
          <a:p>
            <a:r>
              <a:t>Theophany</a:t>
            </a:r>
          </a:p>
          <a:p>
            <a:r>
              <a:t> </a:t>
            </a:r>
          </a:p>
          <a:p>
            <a:r>
              <a:t>O Thou Fount of Every Blessing</a:t>
            </a:r>
          </a:p>
          <a:p>
            <a:r>
              <a:t>The Goal of our Instruction is Love</a:t>
            </a:r>
          </a:p>
          <a:p>
            <a:r>
              <a:t>What Will You Do with Jesus?</a:t>
            </a:r>
          </a:p>
          <a:p>
            <a:r>
              <a:t> </a:t>
            </a:r>
          </a:p>
        </p:txBody>
      </p:sp>
      <p:sp>
        <p:nvSpPr>
          <p:cNvPr id="6" name="Content Placeholder 5"/>
          <p:cNvSpPr>
            <a:spLocks noGrp="1"/>
          </p:cNvSpPr>
          <p:nvPr>
            <p:ph sz="quarter" idx="22"/>
          </p:nvPr>
        </p:nvSpPr>
        <p:spPr>
          <a:xfrm>
            <a:off x="448056" y="537209"/>
            <a:ext cx="1069848" cy="274320"/>
          </a:xfrm>
        </p:spPr>
        <p:txBody>
          <a:bodyPr/>
          <a:lstStyle/>
          <a:p>
            <a:r>
              <a:t> </a:t>
            </a:r>
          </a:p>
        </p:txBody>
      </p:sp>
      <p:sp>
        <p:nvSpPr>
          <p:cNvPr id="7" name="Text Placeholder 6"/>
          <p:cNvSpPr>
            <a:spLocks noGrp="1"/>
          </p:cNvSpPr>
          <p:nvPr>
            <p:ph type="body" sz="quarter" idx="21"/>
          </p:nvPr>
        </p:nvSpPr>
        <p:spPr/>
        <p:txBody>
          <a:bodyPr/>
          <a:lstStyle/>
          <a:p>
            <a:r>
              <a:rPr sz="1500" b="1"/>
              <a:t>• </a:t>
            </a:r>
            <a:r>
              <a:rPr sz="1500" b="0"/>
              <a:t>Welcome</a:t>
            </a:r>
          </a:p>
          <a:p>
            <a:r>
              <a:rPr sz="1500" b="0"/>
              <a:t>Reading</a:t>
            </a:r>
          </a:p>
          <a:p>
            <a:r>
              <a:rPr sz="1500" b="0"/>
              <a:t>Prayer</a:t>
            </a:r>
          </a:p>
          <a:p>
            <a:r>
              <a:rPr sz="1500" b="1"/>
              <a:t>115      .</a:t>
            </a:r>
          </a:p>
          <a:p>
            <a:r>
              <a:rPr sz="1500" b="1"/>
              <a:t>950      .</a:t>
            </a:r>
          </a:p>
          <a:p>
            <a:r>
              <a:rPr sz="1500" b="0"/>
              <a:t>Lord’s Supper</a:t>
            </a:r>
          </a:p>
          <a:p>
            <a:r>
              <a:rPr sz="1500" b="1"/>
              <a:t>32      .</a:t>
            </a:r>
          </a:p>
          <a:p>
            <a:r>
              <a:rPr sz="1500" b="0"/>
              <a:t>Collection</a:t>
            </a:r>
          </a:p>
          <a:p>
            <a:r>
              <a:rPr sz="1500" b="1"/>
              <a:t>500      .</a:t>
            </a:r>
          </a:p>
          <a:p>
            <a:r>
              <a:rPr sz="1500" b="0"/>
              <a:t>Sermon</a:t>
            </a:r>
          </a:p>
          <a:p>
            <a:r>
              <a:rPr sz="1500" b="1"/>
              <a:t>739      .</a:t>
            </a:r>
          </a:p>
          <a:p>
            <a:r>
              <a:rPr sz="1500" b="0"/>
              <a:t>Prayer</a:t>
            </a:r>
          </a:p>
        </p:txBody>
      </p:sp>
      <p:sp>
        <p:nvSpPr>
          <p:cNvPr id="8" name="Oval 7"/>
          <p:cNvSpPr/>
          <p:nvPr/>
        </p:nvSpPr>
        <p:spPr>
          <a:xfrm>
            <a:off x="4293108" y="5303520"/>
            <a:ext cx="100584" cy="1005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4759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65886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84174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02462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2075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3903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557326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575614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593902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1219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3047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pftl-xcircle.png"/>
          <p:cNvPicPr>
            <a:picLocks noChangeAspect="1"/>
          </p:cNvPicPr>
          <p:nvPr/>
        </p:nvPicPr>
        <p:blipFill>
          <a:blip r:embed="rId5"/>
          <a:stretch>
            <a:fillRect/>
          </a:stretch>
        </p:blipFill>
        <p:spPr>
          <a:xfrm>
            <a:off x="1188720" y="1568195"/>
            <a:ext cx="274320" cy="274320"/>
          </a:xfrm>
          <a:prstGeom prst="rect">
            <a:avLst/>
          </a:prstGeom>
        </p:spPr>
      </p:pic>
      <p:pic>
        <p:nvPicPr>
          <p:cNvPr id="21" name="Picture 20" descr="pftl-xcircle.png"/>
          <p:cNvPicPr>
            <a:picLocks noChangeAspect="1"/>
          </p:cNvPicPr>
          <p:nvPr/>
        </p:nvPicPr>
        <p:blipFill>
          <a:blip r:embed="rId5"/>
          <a:stretch>
            <a:fillRect/>
          </a:stretch>
        </p:blipFill>
        <p:spPr>
          <a:xfrm>
            <a:off x="1188720" y="1911095"/>
            <a:ext cx="274320" cy="274320"/>
          </a:xfrm>
          <a:prstGeom prst="rect">
            <a:avLst/>
          </a:prstGeom>
        </p:spPr>
      </p:pic>
      <p:pic>
        <p:nvPicPr>
          <p:cNvPr id="22" name="Picture 21" descr="shs-xcircle.png"/>
          <p:cNvPicPr>
            <a:picLocks noChangeAspect="1"/>
          </p:cNvPicPr>
          <p:nvPr/>
        </p:nvPicPr>
        <p:blipFill>
          <a:blip r:embed="rId6"/>
          <a:stretch>
            <a:fillRect/>
          </a:stretch>
        </p:blipFill>
        <p:spPr>
          <a:xfrm>
            <a:off x="1188720" y="2596896"/>
            <a:ext cx="274320" cy="274320"/>
          </a:xfrm>
          <a:prstGeom prst="rect">
            <a:avLst/>
          </a:prstGeom>
        </p:spPr>
      </p:pic>
      <p:pic>
        <p:nvPicPr>
          <p:cNvPr id="23" name="Picture 22" descr="pftl-xcircle.png"/>
          <p:cNvPicPr>
            <a:picLocks noChangeAspect="1"/>
          </p:cNvPicPr>
          <p:nvPr/>
        </p:nvPicPr>
        <p:blipFill>
          <a:blip r:embed="rId5"/>
          <a:stretch>
            <a:fillRect/>
          </a:stretch>
        </p:blipFill>
        <p:spPr>
          <a:xfrm>
            <a:off x="1188720" y="3282696"/>
            <a:ext cx="274320" cy="274320"/>
          </a:xfrm>
          <a:prstGeom prst="rect">
            <a:avLst/>
          </a:prstGeom>
        </p:spPr>
      </p:pic>
      <p:pic>
        <p:nvPicPr>
          <p:cNvPr id="24" name="Picture 23" descr="pftl-xcircle.png"/>
          <p:cNvPicPr>
            <a:picLocks noChangeAspect="1"/>
          </p:cNvPicPr>
          <p:nvPr/>
        </p:nvPicPr>
        <p:blipFill>
          <a:blip r:embed="rId5"/>
          <a:stretch>
            <a:fillRect/>
          </a:stretch>
        </p:blipFill>
        <p:spPr>
          <a:xfrm>
            <a:off x="1188720" y="3968496"/>
            <a:ext cx="274320" cy="2743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podium.jpg"/>
          <p:cNvPicPr>
            <a:picLocks noGrp="1" noChangeAspect="1"/>
          </p:cNvPicPr>
          <p:nvPr>
            <p:ph type="pic" sz="quarter" idx="10"/>
          </p:nvPr>
        </p:nvPicPr>
        <p:blipFill>
          <a:blip r:embed="rId2"/>
          <a:srcRect t="3047" b="3047"/>
          <a:stretch>
            <a:fillRect/>
          </a:stretch>
        </p:blipFill>
        <p:spPr>
          <a:xfrm>
            <a:off x="0" y="0"/>
            <a:ext cx="9144000" cy="5715000"/>
          </a:xfrm>
        </p:spPr>
      </p:pic>
      <p:sp>
        <p:nvSpPr>
          <p:cNvPr id="3" name="Content Placeholder 2"/>
          <p:cNvSpPr>
            <a:spLocks noGrp="1"/>
          </p:cNvSpPr>
          <p:nvPr>
            <p:ph sz="quarter" idx="17"/>
          </p:nvPr>
        </p:nvSpPr>
        <p:spPr/>
        <p:txBody>
          <a:bodyPr/>
          <a:lstStyle/>
          <a:p>
            <a:r>
              <a:t> </a:t>
            </a:r>
          </a:p>
        </p:txBody>
      </p:sp>
      <p:sp>
        <p:nvSpPr>
          <p:cNvPr id="4" name="Content Placeholder 3"/>
          <p:cNvSpPr>
            <a:spLocks noGrp="1"/>
          </p:cNvSpPr>
          <p:nvPr>
            <p:ph sz="quarter" idx="18"/>
          </p:nvPr>
        </p:nvSpPr>
        <p:spPr/>
        <p:txBody>
          <a:bodyPr/>
          <a:lstStyle/>
          <a:p>
            <a:r>
              <a:t> </a:t>
            </a:r>
          </a:p>
        </p:txBody>
      </p:sp>
      <p:sp>
        <p:nvSpPr>
          <p:cNvPr id="5" name="Text Placeholder 4"/>
          <p:cNvSpPr>
            <a:spLocks noGrp="1"/>
          </p:cNvSpPr>
          <p:nvPr>
            <p:ph type="body" sz="quarter" idx="12"/>
          </p:nvPr>
        </p:nvSpPr>
        <p:spPr>
          <a:xfrm>
            <a:off x="3200400" y="2308860"/>
            <a:ext cx="4297680" cy="1097280"/>
          </a:xfrm>
        </p:spPr>
        <p:txBody>
          <a:bodyPr wrap="square">
            <a:noAutofit/>
          </a:bodyPr>
          <a:lstStyle/>
          <a:p>
            <a:r>
              <a:rPr sz="4600" b="0" i="0"/>
              <a:t>ISAIAH 40:1-11</a:t>
            </a:r>
          </a:p>
        </p:txBody>
      </p:sp>
      <p:sp>
        <p:nvSpPr>
          <p:cNvPr id="6" name="Text Placeholder 5"/>
          <p:cNvSpPr>
            <a:spLocks noGrp="1"/>
          </p:cNvSpPr>
          <p:nvPr>
            <p:ph type="body" sz="quarter" idx="13"/>
          </p:nvPr>
        </p:nvSpPr>
        <p:spPr>
          <a:xfrm>
            <a:off x="3063240" y="1394460"/>
            <a:ext cx="4572000" cy="914400"/>
          </a:xfrm>
        </p:spPr>
        <p:txBody>
          <a:bodyPr wrap="square">
            <a:noAutofit/>
          </a:bodyPr>
          <a:lstStyle/>
          <a:p>
            <a:r>
              <a:rPr sz="6300" b="1" i="0"/>
              <a:t>READING</a:t>
            </a:r>
          </a:p>
        </p:txBody>
      </p:sp>
      <p:sp>
        <p:nvSpPr>
          <p:cNvPr id="7" name="Text Placeholder 6"/>
          <p:cNvSpPr>
            <a:spLocks noGrp="1"/>
          </p:cNvSpPr>
          <p:nvPr>
            <p:ph type="body" sz="quarter" idx="15"/>
          </p:nvPr>
        </p:nvSpPr>
        <p:spPr>
          <a:xfrm>
            <a:off x="3520440" y="4009644"/>
            <a:ext cx="3657600" cy="365760"/>
          </a:xfrm>
        </p:spPr>
        <p:txBody>
          <a:bodyPr wrap="square">
            <a:noAutofit/>
          </a:bodyPr>
          <a:lstStyle/>
          <a:p>
            <a:r>
              <a:rPr sz="1600" b="0" i="0"/>
              <a:t>“HAVE THIS LETTER READ TO ALL”</a:t>
            </a:r>
          </a:p>
        </p:txBody>
      </p:sp>
      <p:sp>
        <p:nvSpPr>
          <p:cNvPr id="9" name="Text Placeholder 8"/>
          <p:cNvSpPr>
            <a:spLocks noGrp="1"/>
          </p:cNvSpPr>
          <p:nvPr>
            <p:ph type="body" sz="quarter" idx="20"/>
          </p:nvPr>
        </p:nvSpPr>
        <p:spPr>
          <a:xfrm>
            <a:off x="3977639" y="4320540"/>
            <a:ext cx="2743200" cy="457200"/>
          </a:xfrm>
        </p:spPr>
        <p:txBody>
          <a:bodyPr wrap="square">
            <a:noAutofit/>
          </a:bodyPr>
          <a:lstStyle/>
          <a:p>
            <a:r>
              <a:rPr sz="1600" b="0" i="0"/>
              <a:t>1 THESSALONIANS 5:27</a:t>
            </a:r>
          </a:p>
        </p:txBody>
      </p:sp>
      <p:pic>
        <p:nvPicPr>
          <p:cNvPr id="10" name="Picture Placeholder 9" descr="eh20-eng-432.png"/>
          <p:cNvPicPr>
            <a:picLocks noGrp="1" noChangeAspect="1"/>
          </p:cNvPicPr>
          <p:nvPr>
            <p:ph type="pic" sz="quarter" idx="19"/>
          </p:nvPr>
        </p:nvPicPr>
        <p:blipFill>
          <a:blip r:embed="rId3"/>
          <a:srcRect t="459" b="459"/>
          <a:stretch>
            <a:fillRect/>
          </a:stretch>
        </p:blipFill>
        <p:spPr>
          <a:xfrm>
            <a:off x="1668537" y="5029200"/>
            <a:ext cx="1828800" cy="457200"/>
          </a:xfrm>
        </p:spPr>
      </p:pic>
      <p:sp>
        <p:nvSpPr>
          <p:cNvPr id="11" name="Content Placeholder 10"/>
          <p:cNvSpPr>
            <a:spLocks noGrp="1"/>
          </p:cNvSpPr>
          <p:nvPr>
            <p:ph sz="quarter" idx="22"/>
          </p:nvPr>
        </p:nvSpPr>
        <p:spPr>
          <a:xfrm>
            <a:off x="539495" y="880109"/>
            <a:ext cx="978408" cy="274320"/>
          </a:xfrm>
        </p:spPr>
        <p:txBody>
          <a:bodyPr/>
          <a:lstStyle/>
          <a:p>
            <a:r>
              <a:t> </a:t>
            </a:r>
          </a:p>
        </p:txBody>
      </p:sp>
      <p:sp>
        <p:nvSpPr>
          <p:cNvPr id="12" name="Text Placeholder 11"/>
          <p:cNvSpPr>
            <a:spLocks noGrp="1"/>
          </p:cNvSpPr>
          <p:nvPr>
            <p:ph type="body" sz="quarter" idx="21"/>
          </p:nvPr>
        </p:nvSpPr>
        <p:spPr/>
        <p:txBody>
          <a:bodyPr/>
          <a:lstStyle/>
          <a:p>
            <a:r>
              <a:rPr sz="1500" b="0"/>
              <a:t>Welcome</a:t>
            </a:r>
          </a:p>
          <a:p>
            <a:r>
              <a:rPr sz="1500" b="1"/>
              <a:t>• </a:t>
            </a:r>
            <a:r>
              <a:rPr sz="1500" b="0"/>
              <a:t>Reading</a:t>
            </a:r>
          </a:p>
          <a:p>
            <a:r>
              <a:rPr sz="1500" b="0"/>
              <a:t>Prayer</a:t>
            </a:r>
          </a:p>
          <a:p>
            <a:r>
              <a:rPr sz="1500" b="1"/>
              <a:t>115      .</a:t>
            </a:r>
          </a:p>
          <a:p>
            <a:r>
              <a:rPr sz="1500" b="1"/>
              <a:t>950      .</a:t>
            </a:r>
          </a:p>
          <a:p>
            <a:r>
              <a:rPr sz="1500" b="0"/>
              <a:t>Lord’s Supper</a:t>
            </a:r>
          </a:p>
          <a:p>
            <a:r>
              <a:rPr sz="1500" b="1"/>
              <a:t>32      .</a:t>
            </a:r>
          </a:p>
          <a:p>
            <a:r>
              <a:rPr sz="1500" b="0"/>
              <a:t>Collection</a:t>
            </a:r>
          </a:p>
          <a:p>
            <a:r>
              <a:rPr sz="1500" b="1"/>
              <a:t>500      .</a:t>
            </a:r>
          </a:p>
          <a:p>
            <a:r>
              <a:rPr sz="1500" b="0"/>
              <a:t>Sermon</a:t>
            </a:r>
          </a:p>
          <a:p>
            <a:r>
              <a:rPr sz="1500" b="1"/>
              <a:t>739      .</a:t>
            </a:r>
          </a:p>
          <a:p>
            <a:r>
              <a:rPr sz="1500" b="0"/>
              <a:t>Prayer</a:t>
            </a:r>
          </a:p>
        </p:txBody>
      </p:sp>
      <p:sp>
        <p:nvSpPr>
          <p:cNvPr id="13" name="Text Placeholder 12"/>
          <p:cNvSpPr>
            <a:spLocks noGrp="1"/>
          </p:cNvSpPr>
          <p:nvPr>
            <p:ph type="body" sz="quarter" idx="23"/>
          </p:nvPr>
        </p:nvSpPr>
        <p:spPr>
          <a:xfrm>
            <a:off x="4078224" y="3447288"/>
            <a:ext cx="2624328" cy="402336"/>
          </a:xfrm>
        </p:spPr>
        <p:txBody>
          <a:bodyPr wrap="square">
            <a:noAutofit/>
          </a:bodyPr>
          <a:lstStyle/>
          <a:p>
            <a:r>
              <a:rPr sz="1800" b="0" i="0"/>
              <a:t>Pew Bible: Page 485</a:t>
            </a:r>
          </a:p>
        </p:txBody>
      </p:sp>
      <p:sp>
        <p:nvSpPr>
          <p:cNvPr id="15" name="Oval 14"/>
          <p:cNvSpPr/>
          <p:nvPr/>
        </p:nvSpPr>
        <p:spPr>
          <a:xfrm>
            <a:off x="42931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475988" y="5303520"/>
            <a:ext cx="100584" cy="1005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65886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84174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02462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2075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3903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557326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575614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93902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1219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3047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pftl-xcircle.png"/>
          <p:cNvPicPr>
            <a:picLocks noChangeAspect="1"/>
          </p:cNvPicPr>
          <p:nvPr/>
        </p:nvPicPr>
        <p:blipFill>
          <a:blip r:embed="rId4"/>
          <a:stretch>
            <a:fillRect/>
          </a:stretch>
        </p:blipFill>
        <p:spPr>
          <a:xfrm>
            <a:off x="1188720" y="1568195"/>
            <a:ext cx="274320" cy="274320"/>
          </a:xfrm>
          <a:prstGeom prst="rect">
            <a:avLst/>
          </a:prstGeom>
        </p:spPr>
      </p:pic>
      <p:pic>
        <p:nvPicPr>
          <p:cNvPr id="28" name="Picture 27" descr="pftl-xcircle.png"/>
          <p:cNvPicPr>
            <a:picLocks noChangeAspect="1"/>
          </p:cNvPicPr>
          <p:nvPr/>
        </p:nvPicPr>
        <p:blipFill>
          <a:blip r:embed="rId4"/>
          <a:stretch>
            <a:fillRect/>
          </a:stretch>
        </p:blipFill>
        <p:spPr>
          <a:xfrm>
            <a:off x="1188720" y="1911095"/>
            <a:ext cx="274320" cy="274320"/>
          </a:xfrm>
          <a:prstGeom prst="rect">
            <a:avLst/>
          </a:prstGeom>
        </p:spPr>
      </p:pic>
      <p:pic>
        <p:nvPicPr>
          <p:cNvPr id="29" name="Picture 28" descr="shs-xcircle.png"/>
          <p:cNvPicPr>
            <a:picLocks noChangeAspect="1"/>
          </p:cNvPicPr>
          <p:nvPr/>
        </p:nvPicPr>
        <p:blipFill>
          <a:blip r:embed="rId5"/>
          <a:stretch>
            <a:fillRect/>
          </a:stretch>
        </p:blipFill>
        <p:spPr>
          <a:xfrm>
            <a:off x="1188720" y="2596896"/>
            <a:ext cx="274320" cy="274320"/>
          </a:xfrm>
          <a:prstGeom prst="rect">
            <a:avLst/>
          </a:prstGeom>
        </p:spPr>
      </p:pic>
      <p:pic>
        <p:nvPicPr>
          <p:cNvPr id="30" name="Picture 29" descr="pftl-xcircle.png"/>
          <p:cNvPicPr>
            <a:picLocks noChangeAspect="1"/>
          </p:cNvPicPr>
          <p:nvPr/>
        </p:nvPicPr>
        <p:blipFill>
          <a:blip r:embed="rId4"/>
          <a:stretch>
            <a:fillRect/>
          </a:stretch>
        </p:blipFill>
        <p:spPr>
          <a:xfrm>
            <a:off x="1188720" y="3282696"/>
            <a:ext cx="274320" cy="274320"/>
          </a:xfrm>
          <a:prstGeom prst="rect">
            <a:avLst/>
          </a:prstGeom>
        </p:spPr>
      </p:pic>
      <p:pic>
        <p:nvPicPr>
          <p:cNvPr id="31" name="Picture 30" descr="pftl-xcircle.png"/>
          <p:cNvPicPr>
            <a:picLocks noChangeAspect="1"/>
          </p:cNvPicPr>
          <p:nvPr/>
        </p:nvPicPr>
        <p:blipFill>
          <a:blip r:embed="rId4"/>
          <a:stretch>
            <a:fillRect/>
          </a:stretch>
        </p:blipFill>
        <p:spPr>
          <a:xfrm>
            <a:off x="1188720" y="3968496"/>
            <a:ext cx="274320" cy="2743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prayer-wheat.jpg"/>
          <p:cNvPicPr>
            <a:picLocks noGrp="1" noChangeAspect="1"/>
          </p:cNvPicPr>
          <p:nvPr>
            <p:ph type="pic" sz="quarter" idx="10"/>
          </p:nvPr>
        </p:nvPicPr>
        <p:blipFill>
          <a:blip r:embed="rId2"/>
          <a:srcRect/>
          <a:stretch>
            <a:fillRect/>
          </a:stretch>
        </p:blipFill>
        <p:spPr>
          <a:xfrm>
            <a:off x="0" y="0"/>
            <a:ext cx="9144000" cy="5715000"/>
          </a:xfrm>
        </p:spPr>
      </p:pic>
      <p:sp>
        <p:nvSpPr>
          <p:cNvPr id="3" name="Content Placeholder 2"/>
          <p:cNvSpPr>
            <a:spLocks noGrp="1"/>
          </p:cNvSpPr>
          <p:nvPr>
            <p:ph sz="quarter" idx="17"/>
          </p:nvPr>
        </p:nvSpPr>
        <p:spPr/>
        <p:txBody>
          <a:bodyPr/>
          <a:lstStyle/>
          <a:p>
            <a:r>
              <a:t> </a:t>
            </a:r>
          </a:p>
        </p:txBody>
      </p:sp>
      <p:sp>
        <p:nvSpPr>
          <p:cNvPr id="4" name="Content Placeholder 3"/>
          <p:cNvSpPr>
            <a:spLocks noGrp="1"/>
          </p:cNvSpPr>
          <p:nvPr>
            <p:ph sz="quarter" idx="18"/>
          </p:nvPr>
        </p:nvSpPr>
        <p:spPr/>
        <p:txBody>
          <a:bodyPr/>
          <a:lstStyle/>
          <a:p>
            <a:r>
              <a:t> </a:t>
            </a:r>
          </a:p>
        </p:txBody>
      </p:sp>
      <p:sp>
        <p:nvSpPr>
          <p:cNvPr id="6" name="Text Placeholder 5"/>
          <p:cNvSpPr>
            <a:spLocks noGrp="1"/>
          </p:cNvSpPr>
          <p:nvPr>
            <p:ph type="body" sz="quarter" idx="13"/>
          </p:nvPr>
        </p:nvSpPr>
        <p:spPr>
          <a:xfrm>
            <a:off x="3063240" y="1531620"/>
            <a:ext cx="4572000" cy="1645920"/>
          </a:xfrm>
        </p:spPr>
        <p:txBody>
          <a:bodyPr wrap="square">
            <a:noAutofit/>
          </a:bodyPr>
          <a:lstStyle/>
          <a:p>
            <a:r>
              <a:rPr sz="8000" b="1" i="0"/>
              <a:t>PRAYER</a:t>
            </a:r>
          </a:p>
        </p:txBody>
      </p:sp>
      <p:sp>
        <p:nvSpPr>
          <p:cNvPr id="7" name="Text Placeholder 6"/>
          <p:cNvSpPr>
            <a:spLocks noGrp="1"/>
          </p:cNvSpPr>
          <p:nvPr>
            <p:ph type="body" sz="quarter" idx="15"/>
          </p:nvPr>
        </p:nvSpPr>
        <p:spPr>
          <a:xfrm>
            <a:off x="3566160" y="3040380"/>
            <a:ext cx="3566160" cy="914400"/>
          </a:xfrm>
        </p:spPr>
        <p:txBody>
          <a:bodyPr wrap="square">
            <a:noAutofit/>
          </a:bodyPr>
          <a:lstStyle/>
          <a:p>
            <a:r>
              <a:rPr sz="2400" b="0" i="0"/>
              <a:t>“DEVOTE YOURSELVES TO PRAYER”</a:t>
            </a:r>
          </a:p>
        </p:txBody>
      </p:sp>
      <p:sp>
        <p:nvSpPr>
          <p:cNvPr id="9" name="Text Placeholder 8"/>
          <p:cNvSpPr>
            <a:spLocks noGrp="1"/>
          </p:cNvSpPr>
          <p:nvPr>
            <p:ph type="body" sz="quarter" idx="20"/>
          </p:nvPr>
        </p:nvSpPr>
        <p:spPr>
          <a:xfrm>
            <a:off x="3291840" y="3863339"/>
            <a:ext cx="4133087" cy="914400"/>
          </a:xfrm>
        </p:spPr>
        <p:txBody>
          <a:bodyPr wrap="square">
            <a:noAutofit/>
          </a:bodyPr>
          <a:lstStyle/>
          <a:p>
            <a:r>
              <a:rPr sz="2000" b="0" i="0"/>
              <a:t>COLOSSIANS 4:2</a:t>
            </a:r>
          </a:p>
        </p:txBody>
      </p:sp>
      <p:pic>
        <p:nvPicPr>
          <p:cNvPr id="10" name="Picture Placeholder 9" descr="eh20-eng-432.png"/>
          <p:cNvPicPr>
            <a:picLocks noGrp="1" noChangeAspect="1"/>
          </p:cNvPicPr>
          <p:nvPr>
            <p:ph type="pic" sz="quarter" idx="19"/>
          </p:nvPr>
        </p:nvPicPr>
        <p:blipFill>
          <a:blip r:embed="rId3"/>
          <a:srcRect t="459" b="459"/>
          <a:stretch>
            <a:fillRect/>
          </a:stretch>
        </p:blipFill>
        <p:spPr>
          <a:xfrm>
            <a:off x="1668537" y="5029200"/>
            <a:ext cx="1828800" cy="457200"/>
          </a:xfrm>
        </p:spPr>
      </p:pic>
      <p:sp>
        <p:nvSpPr>
          <p:cNvPr id="11" name="Content Placeholder 10"/>
          <p:cNvSpPr>
            <a:spLocks noGrp="1"/>
          </p:cNvSpPr>
          <p:nvPr>
            <p:ph sz="quarter" idx="22"/>
          </p:nvPr>
        </p:nvSpPr>
        <p:spPr>
          <a:xfrm>
            <a:off x="694943" y="1223010"/>
            <a:ext cx="822960" cy="274320"/>
          </a:xfrm>
        </p:spPr>
        <p:txBody>
          <a:bodyPr/>
          <a:lstStyle/>
          <a:p>
            <a:r>
              <a:t> </a:t>
            </a:r>
          </a:p>
        </p:txBody>
      </p:sp>
      <p:sp>
        <p:nvSpPr>
          <p:cNvPr id="12" name="Text Placeholder 11"/>
          <p:cNvSpPr>
            <a:spLocks noGrp="1"/>
          </p:cNvSpPr>
          <p:nvPr>
            <p:ph type="body" sz="quarter" idx="21"/>
          </p:nvPr>
        </p:nvSpPr>
        <p:spPr/>
        <p:txBody>
          <a:bodyPr/>
          <a:lstStyle/>
          <a:p>
            <a:r>
              <a:rPr sz="1500" b="0"/>
              <a:t>Welcome</a:t>
            </a:r>
          </a:p>
          <a:p>
            <a:r>
              <a:rPr sz="1500" b="0"/>
              <a:t>Reading</a:t>
            </a:r>
          </a:p>
          <a:p>
            <a:r>
              <a:rPr sz="1500" b="1"/>
              <a:t>• </a:t>
            </a:r>
            <a:r>
              <a:rPr sz="1500" b="0"/>
              <a:t>Prayer</a:t>
            </a:r>
          </a:p>
          <a:p>
            <a:r>
              <a:rPr sz="1500" b="1"/>
              <a:t>115      .</a:t>
            </a:r>
          </a:p>
          <a:p>
            <a:r>
              <a:rPr sz="1500" b="1"/>
              <a:t>950      .</a:t>
            </a:r>
          </a:p>
          <a:p>
            <a:r>
              <a:rPr sz="1500" b="0"/>
              <a:t>Lord’s Supper</a:t>
            </a:r>
          </a:p>
          <a:p>
            <a:r>
              <a:rPr sz="1500" b="1"/>
              <a:t>32      .</a:t>
            </a:r>
          </a:p>
          <a:p>
            <a:r>
              <a:rPr sz="1500" b="0"/>
              <a:t>Collection</a:t>
            </a:r>
          </a:p>
          <a:p>
            <a:r>
              <a:rPr sz="1500" b="1"/>
              <a:t>500      .</a:t>
            </a:r>
          </a:p>
          <a:p>
            <a:r>
              <a:rPr sz="1500" b="0"/>
              <a:t>Sermon</a:t>
            </a:r>
          </a:p>
          <a:p>
            <a:r>
              <a:rPr sz="1500" b="1"/>
              <a:t>739      .</a:t>
            </a:r>
          </a:p>
          <a:p>
            <a:r>
              <a:rPr sz="1500" b="0"/>
              <a:t>Prayer</a:t>
            </a:r>
          </a:p>
        </p:txBody>
      </p:sp>
      <p:sp>
        <p:nvSpPr>
          <p:cNvPr id="15" name="Oval 14"/>
          <p:cNvSpPr/>
          <p:nvPr/>
        </p:nvSpPr>
        <p:spPr>
          <a:xfrm>
            <a:off x="42931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4759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658868" y="5303520"/>
            <a:ext cx="100584" cy="1005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84174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02462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2075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3903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557326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575614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93902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1219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3047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pftl-xcircle.png"/>
          <p:cNvPicPr>
            <a:picLocks noChangeAspect="1"/>
          </p:cNvPicPr>
          <p:nvPr/>
        </p:nvPicPr>
        <p:blipFill>
          <a:blip r:embed="rId4"/>
          <a:stretch>
            <a:fillRect/>
          </a:stretch>
        </p:blipFill>
        <p:spPr>
          <a:xfrm>
            <a:off x="1188720" y="1568195"/>
            <a:ext cx="274320" cy="274320"/>
          </a:xfrm>
          <a:prstGeom prst="rect">
            <a:avLst/>
          </a:prstGeom>
        </p:spPr>
      </p:pic>
      <p:pic>
        <p:nvPicPr>
          <p:cNvPr id="28" name="Picture 27" descr="pftl-xcircle.png"/>
          <p:cNvPicPr>
            <a:picLocks noChangeAspect="1"/>
          </p:cNvPicPr>
          <p:nvPr/>
        </p:nvPicPr>
        <p:blipFill>
          <a:blip r:embed="rId4"/>
          <a:stretch>
            <a:fillRect/>
          </a:stretch>
        </p:blipFill>
        <p:spPr>
          <a:xfrm>
            <a:off x="1188720" y="1911095"/>
            <a:ext cx="274320" cy="274320"/>
          </a:xfrm>
          <a:prstGeom prst="rect">
            <a:avLst/>
          </a:prstGeom>
        </p:spPr>
      </p:pic>
      <p:pic>
        <p:nvPicPr>
          <p:cNvPr id="29" name="Picture 28" descr="shs-xcircle.png"/>
          <p:cNvPicPr>
            <a:picLocks noChangeAspect="1"/>
          </p:cNvPicPr>
          <p:nvPr/>
        </p:nvPicPr>
        <p:blipFill>
          <a:blip r:embed="rId5"/>
          <a:stretch>
            <a:fillRect/>
          </a:stretch>
        </p:blipFill>
        <p:spPr>
          <a:xfrm>
            <a:off x="1188720" y="2596896"/>
            <a:ext cx="274320" cy="274320"/>
          </a:xfrm>
          <a:prstGeom prst="rect">
            <a:avLst/>
          </a:prstGeom>
        </p:spPr>
      </p:pic>
      <p:pic>
        <p:nvPicPr>
          <p:cNvPr id="30" name="Picture 29" descr="pftl-xcircle.png"/>
          <p:cNvPicPr>
            <a:picLocks noChangeAspect="1"/>
          </p:cNvPicPr>
          <p:nvPr/>
        </p:nvPicPr>
        <p:blipFill>
          <a:blip r:embed="rId4"/>
          <a:stretch>
            <a:fillRect/>
          </a:stretch>
        </p:blipFill>
        <p:spPr>
          <a:xfrm>
            <a:off x="1188720" y="3282696"/>
            <a:ext cx="274320" cy="274320"/>
          </a:xfrm>
          <a:prstGeom prst="rect">
            <a:avLst/>
          </a:prstGeom>
        </p:spPr>
      </p:pic>
      <p:pic>
        <p:nvPicPr>
          <p:cNvPr id="31" name="Picture 30" descr="pftl-xcircle.png"/>
          <p:cNvPicPr>
            <a:picLocks noChangeAspect="1"/>
          </p:cNvPicPr>
          <p:nvPr/>
        </p:nvPicPr>
        <p:blipFill>
          <a:blip r:embed="rId4"/>
          <a:stretch>
            <a:fillRect/>
          </a:stretch>
        </p:blipFill>
        <p:spPr>
          <a:xfrm>
            <a:off x="1188720" y="3968496"/>
            <a:ext cx="274320" cy="2743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jpg"/>
          <p:cNvPicPr>
            <a:picLocks noGrp="1" noChangeAspect="1"/>
          </p:cNvPicPr>
          <p:nvPr>
            <p:ph type="pic" sz="quarter" idx="10"/>
          </p:nvPr>
        </p:nvPicPr>
        <p:blipFill>
          <a:blip r:embed="rId2"/>
          <a:srcRect/>
          <a:stretch>
            <a:fillRect/>
          </a:stretch>
        </p:blipFill>
        <p:spPr>
          <a:xfrm>
            <a:off x="0" y="0"/>
            <a:ext cx="9144000" cy="5715000"/>
          </a:xfrm>
        </p:spPr>
      </p:pic>
      <p:sp>
        <p:nvSpPr>
          <p:cNvPr id="3" name="Content Placeholder 2"/>
          <p:cNvSpPr>
            <a:spLocks noGrp="1"/>
          </p:cNvSpPr>
          <p:nvPr>
            <p:ph sz="quarter" idx="17"/>
          </p:nvPr>
        </p:nvSpPr>
        <p:spPr/>
        <p:txBody>
          <a:bodyPr/>
          <a:lstStyle/>
          <a:p>
            <a:r>
              <a:t> </a:t>
            </a:r>
          </a:p>
        </p:txBody>
      </p:sp>
      <p:sp>
        <p:nvSpPr>
          <p:cNvPr id="4" name="Content Placeholder 3"/>
          <p:cNvSpPr>
            <a:spLocks noGrp="1"/>
          </p:cNvSpPr>
          <p:nvPr>
            <p:ph sz="quarter" idx="18"/>
          </p:nvPr>
        </p:nvSpPr>
        <p:spPr/>
        <p:txBody>
          <a:bodyPr/>
          <a:lstStyle/>
          <a:p>
            <a:r>
              <a:t> </a:t>
            </a:r>
          </a:p>
        </p:txBody>
      </p:sp>
      <p:sp>
        <p:nvSpPr>
          <p:cNvPr id="5" name="Text Placeholder 4"/>
          <p:cNvSpPr>
            <a:spLocks noGrp="1"/>
          </p:cNvSpPr>
          <p:nvPr>
            <p:ph type="body" sz="quarter" idx="12"/>
          </p:nvPr>
        </p:nvSpPr>
        <p:spPr>
          <a:xfrm>
            <a:off x="4206240" y="617220"/>
            <a:ext cx="2286000" cy="914400"/>
          </a:xfrm>
        </p:spPr>
        <p:txBody>
          <a:bodyPr wrap="square">
            <a:noAutofit/>
          </a:bodyPr>
          <a:lstStyle/>
          <a:p>
            <a:r>
              <a:rPr sz="6000" b="1" i="0"/>
              <a:t>115</a:t>
            </a:r>
          </a:p>
        </p:txBody>
      </p:sp>
      <p:sp>
        <p:nvSpPr>
          <p:cNvPr id="6" name="Text Placeholder 5"/>
          <p:cNvSpPr>
            <a:spLocks noGrp="1"/>
          </p:cNvSpPr>
          <p:nvPr>
            <p:ph type="body" sz="quarter" idx="13"/>
          </p:nvPr>
        </p:nvSpPr>
        <p:spPr>
          <a:xfrm>
            <a:off x="3429000" y="1531620"/>
            <a:ext cx="3840480" cy="1645920"/>
          </a:xfrm>
        </p:spPr>
        <p:txBody>
          <a:bodyPr wrap="square">
            <a:noAutofit/>
          </a:bodyPr>
          <a:lstStyle/>
          <a:p>
            <a:r>
              <a:rPr sz="3900" b="1" i="0"/>
              <a:t>CROWN HIM WITH MANY CROWNS</a:t>
            </a:r>
          </a:p>
        </p:txBody>
      </p:sp>
      <p:sp>
        <p:nvSpPr>
          <p:cNvPr id="7" name="Text Placeholder 6"/>
          <p:cNvSpPr>
            <a:spLocks noGrp="1"/>
          </p:cNvSpPr>
          <p:nvPr>
            <p:ph type="body" sz="quarter" idx="15"/>
          </p:nvPr>
        </p:nvSpPr>
        <p:spPr>
          <a:xfrm>
            <a:off x="3749039" y="3954780"/>
            <a:ext cx="3200400" cy="640080"/>
          </a:xfrm>
        </p:spPr>
        <p:txBody>
          <a:bodyPr wrap="square">
            <a:noAutofit/>
          </a:bodyPr>
          <a:lstStyle/>
          <a:p>
            <a:r>
              <a:rPr sz="1900" b="0" i="0"/>
              <a:t>“SINGING...TO THE LORD”</a:t>
            </a:r>
          </a:p>
          <a:p>
            <a:r>
              <a:rPr sz="1900" b="0" i="0"/>
              <a:t>COLOSSIANS 3:16</a:t>
            </a:r>
          </a:p>
        </p:txBody>
      </p:sp>
      <p:sp>
        <p:nvSpPr>
          <p:cNvPr id="8" name="Text Placeholder 7"/>
          <p:cNvSpPr>
            <a:spLocks noGrp="1"/>
          </p:cNvSpPr>
          <p:nvPr>
            <p:ph type="body" sz="quarter" idx="16"/>
          </p:nvPr>
        </p:nvSpPr>
        <p:spPr/>
        <p:txBody>
          <a:bodyPr wrap="square">
            <a:noAutofit/>
          </a:bodyPr>
          <a:lstStyle/>
          <a:p>
            <a:r>
              <a:rPr sz="1200" b="0" i="0"/>
              <a:t>Words by: Matthew Bridges, st.2: Godfrey Thring</a:t>
            </a:r>
          </a:p>
          <a:p>
            <a:r>
              <a:rPr sz="1200" b="0" i="0"/>
              <a:t>Music by: George J. Elvey</a:t>
            </a:r>
          </a:p>
        </p:txBody>
      </p:sp>
      <p:pic>
        <p:nvPicPr>
          <p:cNvPr id="10" name="Picture Placeholder 9" descr="eh20-eng-432.png"/>
          <p:cNvPicPr>
            <a:picLocks noGrp="1" noChangeAspect="1"/>
          </p:cNvPicPr>
          <p:nvPr>
            <p:ph type="pic" sz="quarter" idx="19"/>
          </p:nvPr>
        </p:nvPicPr>
        <p:blipFill>
          <a:blip r:embed="rId3"/>
          <a:srcRect t="459" b="459"/>
          <a:stretch>
            <a:fillRect/>
          </a:stretch>
        </p:blipFill>
        <p:spPr>
          <a:xfrm>
            <a:off x="1668537" y="5029200"/>
            <a:ext cx="1828800" cy="457200"/>
          </a:xfrm>
        </p:spPr>
      </p:pic>
      <p:sp>
        <p:nvSpPr>
          <p:cNvPr id="11" name="Content Placeholder 10"/>
          <p:cNvSpPr>
            <a:spLocks noGrp="1"/>
          </p:cNvSpPr>
          <p:nvPr>
            <p:ph sz="quarter" idx="22"/>
          </p:nvPr>
        </p:nvSpPr>
        <p:spPr>
          <a:xfrm>
            <a:off x="548640" y="1565910"/>
            <a:ext cx="914400" cy="274320"/>
          </a:xfrm>
        </p:spPr>
        <p:txBody>
          <a:bodyPr/>
          <a:lstStyle/>
          <a:p>
            <a:r>
              <a:t> </a:t>
            </a:r>
          </a:p>
        </p:txBody>
      </p:sp>
      <p:sp>
        <p:nvSpPr>
          <p:cNvPr id="12" name="Text Placeholder 11"/>
          <p:cNvSpPr>
            <a:spLocks noGrp="1"/>
          </p:cNvSpPr>
          <p:nvPr>
            <p:ph type="body" sz="quarter" idx="21"/>
          </p:nvPr>
        </p:nvSpPr>
        <p:spPr/>
        <p:txBody>
          <a:bodyPr/>
          <a:lstStyle/>
          <a:p>
            <a:r>
              <a:rPr sz="1500" b="0"/>
              <a:t>Welcome</a:t>
            </a:r>
          </a:p>
          <a:p>
            <a:r>
              <a:rPr sz="1500" b="0"/>
              <a:t>Reading</a:t>
            </a:r>
          </a:p>
          <a:p>
            <a:r>
              <a:rPr sz="1500" b="0"/>
              <a:t>Prayer</a:t>
            </a:r>
          </a:p>
          <a:p>
            <a:r>
              <a:rPr sz="1500" b="1"/>
              <a:t>• 115      .</a:t>
            </a:r>
          </a:p>
          <a:p>
            <a:r>
              <a:rPr sz="1500" b="1"/>
              <a:t>950      .</a:t>
            </a:r>
          </a:p>
          <a:p>
            <a:r>
              <a:rPr sz="1500" b="0"/>
              <a:t>Lord’s Supper</a:t>
            </a:r>
          </a:p>
          <a:p>
            <a:r>
              <a:rPr sz="1500" b="1"/>
              <a:t>32      .</a:t>
            </a:r>
          </a:p>
          <a:p>
            <a:r>
              <a:rPr sz="1500" b="0"/>
              <a:t>Collection</a:t>
            </a:r>
          </a:p>
          <a:p>
            <a:r>
              <a:rPr sz="1500" b="1"/>
              <a:t>500      .</a:t>
            </a:r>
          </a:p>
          <a:p>
            <a:r>
              <a:rPr sz="1500" b="0"/>
              <a:t>Sermon</a:t>
            </a:r>
          </a:p>
          <a:p>
            <a:r>
              <a:rPr sz="1500" b="1"/>
              <a:t>739      .</a:t>
            </a:r>
          </a:p>
          <a:p>
            <a:r>
              <a:rPr sz="1500" b="0"/>
              <a:t>Prayer</a:t>
            </a:r>
          </a:p>
        </p:txBody>
      </p:sp>
      <p:sp>
        <p:nvSpPr>
          <p:cNvPr id="15" name="Oval 14"/>
          <p:cNvSpPr/>
          <p:nvPr/>
        </p:nvSpPr>
        <p:spPr>
          <a:xfrm>
            <a:off x="42931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4759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65886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841748" y="5303520"/>
            <a:ext cx="100584" cy="1005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02462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2075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3903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557326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575614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93902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1219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3047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562856"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1</a:t>
            </a:r>
          </a:p>
        </p:txBody>
      </p:sp>
      <p:sp>
        <p:nvSpPr>
          <p:cNvPr id="28" name="Oval 27"/>
          <p:cNvSpPr/>
          <p:nvPr/>
        </p:nvSpPr>
        <p:spPr>
          <a:xfrm>
            <a:off x="4965192"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2</a:t>
            </a:r>
          </a:p>
        </p:txBody>
      </p:sp>
      <p:sp>
        <p:nvSpPr>
          <p:cNvPr id="29" name="Oval 28"/>
          <p:cNvSpPr/>
          <p:nvPr/>
        </p:nvSpPr>
        <p:spPr>
          <a:xfrm>
            <a:off x="5367528" y="3406140"/>
            <a:ext cx="365760" cy="365760"/>
          </a:xfrm>
          <a:prstGeom prst="ellipse">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3</a:t>
            </a:r>
          </a:p>
        </p:txBody>
      </p:sp>
      <p:sp>
        <p:nvSpPr>
          <p:cNvPr id="30" name="Oval 29"/>
          <p:cNvSpPr/>
          <p:nvPr/>
        </p:nvSpPr>
        <p:spPr>
          <a:xfrm>
            <a:off x="5769864"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4</a:t>
            </a:r>
          </a:p>
        </p:txBody>
      </p:sp>
      <p:pic>
        <p:nvPicPr>
          <p:cNvPr id="31" name="Picture 30" descr="pftl-xcircle.png"/>
          <p:cNvPicPr>
            <a:picLocks noChangeAspect="1"/>
          </p:cNvPicPr>
          <p:nvPr/>
        </p:nvPicPr>
        <p:blipFill>
          <a:blip r:embed="rId4"/>
          <a:stretch>
            <a:fillRect/>
          </a:stretch>
        </p:blipFill>
        <p:spPr>
          <a:xfrm>
            <a:off x="1188720" y="1568195"/>
            <a:ext cx="274320" cy="274320"/>
          </a:xfrm>
          <a:prstGeom prst="rect">
            <a:avLst/>
          </a:prstGeom>
        </p:spPr>
      </p:pic>
      <p:pic>
        <p:nvPicPr>
          <p:cNvPr id="32" name="Picture 31" descr="pftl-xcircle.png"/>
          <p:cNvPicPr>
            <a:picLocks noChangeAspect="1"/>
          </p:cNvPicPr>
          <p:nvPr/>
        </p:nvPicPr>
        <p:blipFill>
          <a:blip r:embed="rId4"/>
          <a:stretch>
            <a:fillRect/>
          </a:stretch>
        </p:blipFill>
        <p:spPr>
          <a:xfrm>
            <a:off x="1188720" y="1911095"/>
            <a:ext cx="274320" cy="274320"/>
          </a:xfrm>
          <a:prstGeom prst="rect">
            <a:avLst/>
          </a:prstGeom>
        </p:spPr>
      </p:pic>
      <p:pic>
        <p:nvPicPr>
          <p:cNvPr id="33" name="Picture 32" descr="shs-xcircle.png"/>
          <p:cNvPicPr>
            <a:picLocks noChangeAspect="1"/>
          </p:cNvPicPr>
          <p:nvPr/>
        </p:nvPicPr>
        <p:blipFill>
          <a:blip r:embed="rId5"/>
          <a:stretch>
            <a:fillRect/>
          </a:stretch>
        </p:blipFill>
        <p:spPr>
          <a:xfrm>
            <a:off x="1188720" y="2596896"/>
            <a:ext cx="274320" cy="274320"/>
          </a:xfrm>
          <a:prstGeom prst="rect">
            <a:avLst/>
          </a:prstGeom>
        </p:spPr>
      </p:pic>
      <p:pic>
        <p:nvPicPr>
          <p:cNvPr id="34" name="Picture 33" descr="pftl-xcircle.png"/>
          <p:cNvPicPr>
            <a:picLocks noChangeAspect="1"/>
          </p:cNvPicPr>
          <p:nvPr/>
        </p:nvPicPr>
        <p:blipFill>
          <a:blip r:embed="rId4"/>
          <a:stretch>
            <a:fillRect/>
          </a:stretch>
        </p:blipFill>
        <p:spPr>
          <a:xfrm>
            <a:off x="1188720" y="3282696"/>
            <a:ext cx="274320" cy="274320"/>
          </a:xfrm>
          <a:prstGeom prst="rect">
            <a:avLst/>
          </a:prstGeom>
        </p:spPr>
      </p:pic>
      <p:pic>
        <p:nvPicPr>
          <p:cNvPr id="35" name="Picture 34" descr="pftl-xcircle.png"/>
          <p:cNvPicPr>
            <a:picLocks noChangeAspect="1"/>
          </p:cNvPicPr>
          <p:nvPr/>
        </p:nvPicPr>
        <p:blipFill>
          <a:blip r:embed="rId4"/>
          <a:stretch>
            <a:fillRect/>
          </a:stretch>
        </p:blipFill>
        <p:spPr>
          <a:xfrm>
            <a:off x="1188720" y="3968496"/>
            <a:ext cx="274320" cy="2743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15"/>
          </p:nvPr>
        </p:nvSpPr>
        <p:spPr>
          <a:xfrm>
            <a:off x="-228600" y="5257800"/>
            <a:ext cx="914400" cy="365760"/>
          </a:xfrm>
          <a:noFill/>
        </p:spPr>
        <p:txBody>
          <a:bodyPr/>
          <a:lstStyle/>
          <a:p>
            <a:r>
              <a:t>115</a:t>
            </a:r>
          </a:p>
        </p:txBody>
      </p:sp>
      <p:pic>
        <p:nvPicPr>
          <p:cNvPr id="5" name="Picture Placeholder 4" descr="pftl-circle.png"/>
          <p:cNvPicPr>
            <a:picLocks noGrp="1" noChangeAspect="1"/>
          </p:cNvPicPr>
          <p:nvPr>
            <p:ph type="pic" sz="quarter" idx="14"/>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CROWN HIM WITH MANY CROWNS</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2001 The Paperless Hymnal™</a:t>
            </a:r>
          </a:p>
        </p:txBody>
      </p:sp>
      <p:pic>
        <p:nvPicPr>
          <p:cNvPr id="9" name="Picture Placeholder 8" descr="pftl-115-01.png"/>
          <p:cNvPicPr>
            <a:picLocks noGrp="1" noChangeAspect="1"/>
          </p:cNvPicPr>
          <p:nvPr>
            <p:ph type="pic" sz="quarter" idx="10"/>
          </p:nvPr>
        </p:nvPicPr>
        <p:blipFill>
          <a:blip r:embed="rId4"/>
          <a:srcRect l="37" r="37"/>
          <a:stretch>
            <a:fillRect/>
          </a:stretch>
        </p:blipFill>
        <p:spPr>
          <a:xfrm>
            <a:off x="731520" y="387216"/>
            <a:ext cx="8229600" cy="4391926"/>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4"/>
          </p:nvPr>
        </p:nvSpPr>
        <p:spPr>
          <a:xfrm>
            <a:off x="228600" y="698112"/>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28600" y="1137024"/>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28600" y="201484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4</a:t>
            </a:r>
          </a:p>
        </p:txBody>
      </p:sp>
      <p:sp>
        <p:nvSpPr>
          <p:cNvPr id="26" name="Content Placeholder 25"/>
          <p:cNvSpPr>
            <a:spLocks noGrp="1"/>
          </p:cNvSpPr>
          <p:nvPr>
            <p:ph sz="quarter" idx="38"/>
          </p:nvPr>
        </p:nvSpPr>
        <p:spPr>
          <a:xfrm>
            <a:off x="310896" y="1575936"/>
            <a:ext cx="201168" cy="365760"/>
          </a:xfrm>
          <a:solidFill>
            <a:srgbClr val="FFFFFF"/>
          </a:solidFill>
          <a:ln>
            <a:noFill/>
          </a:ln>
        </p:spPr>
        <p:txBody>
          <a:bodyPr/>
          <a:lstStyle/>
          <a:p>
            <a: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115</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CROWN HIM WITH MANY CROWNS</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2001 The Paperless Hymnal™</a:t>
            </a:r>
          </a:p>
        </p:txBody>
      </p:sp>
      <p:pic>
        <p:nvPicPr>
          <p:cNvPr id="9" name="Picture Placeholder 8" descr="pftl-115-02.png"/>
          <p:cNvPicPr>
            <a:picLocks noGrp="1" noChangeAspect="1"/>
          </p:cNvPicPr>
          <p:nvPr>
            <p:ph type="pic" sz="quarter" idx="10"/>
          </p:nvPr>
        </p:nvPicPr>
        <p:blipFill>
          <a:blip r:embed="rId4"/>
          <a:srcRect l="37" r="37"/>
          <a:stretch>
            <a:fillRect/>
          </a:stretch>
        </p:blipFill>
        <p:spPr>
          <a:xfrm>
            <a:off x="731520" y="387216"/>
            <a:ext cx="8229600" cy="4391926"/>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28600" y="698112"/>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28600" y="1137024"/>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28600" y="201484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4</a:t>
            </a:r>
          </a:p>
        </p:txBody>
      </p:sp>
      <p:sp>
        <p:nvSpPr>
          <p:cNvPr id="26" name="Content Placeholder 25"/>
          <p:cNvSpPr>
            <a:spLocks noGrp="1"/>
          </p:cNvSpPr>
          <p:nvPr>
            <p:ph sz="quarter" idx="38"/>
          </p:nvPr>
        </p:nvSpPr>
        <p:spPr>
          <a:xfrm>
            <a:off x="310896" y="1575936"/>
            <a:ext cx="201168" cy="365760"/>
          </a:xfrm>
          <a:solidFill>
            <a:srgbClr val="FFFFFF"/>
          </a:solidFill>
          <a:ln>
            <a:noFill/>
          </a:ln>
        </p:spPr>
        <p:txBody>
          <a:bodyPr/>
          <a:lstStyle/>
          <a:p>
            <a: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115</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CROWN HIM WITH MANY CROWNS</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2001 The Paperless Hymnal™</a:t>
            </a:r>
          </a:p>
        </p:txBody>
      </p:sp>
      <p:pic>
        <p:nvPicPr>
          <p:cNvPr id="9" name="Picture Placeholder 8" descr="pftl-115-03.png"/>
          <p:cNvPicPr>
            <a:picLocks noGrp="1" noChangeAspect="1"/>
          </p:cNvPicPr>
          <p:nvPr>
            <p:ph type="pic" sz="quarter" idx="10"/>
          </p:nvPr>
        </p:nvPicPr>
        <p:blipFill>
          <a:blip r:embed="rId4"/>
          <a:srcRect l="37" r="37"/>
          <a:stretch>
            <a:fillRect/>
          </a:stretch>
        </p:blipFill>
        <p:spPr>
          <a:xfrm>
            <a:off x="731520" y="387216"/>
            <a:ext cx="8229600" cy="4391926"/>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28600" y="69811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28600" y="1137024"/>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28600" y="201484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4</a:t>
            </a:r>
          </a:p>
        </p:txBody>
      </p:sp>
      <p:sp>
        <p:nvSpPr>
          <p:cNvPr id="26" name="Content Placeholder 25"/>
          <p:cNvSpPr>
            <a:spLocks noGrp="1"/>
          </p:cNvSpPr>
          <p:nvPr>
            <p:ph sz="quarter" idx="38"/>
          </p:nvPr>
        </p:nvSpPr>
        <p:spPr>
          <a:xfrm>
            <a:off x="310896" y="1575936"/>
            <a:ext cx="201168" cy="365760"/>
          </a:xfrm>
          <a:solidFill>
            <a:srgbClr val="FFFFFF"/>
          </a:solidFill>
          <a:ln>
            <a:noFill/>
          </a:ln>
        </p:spPr>
        <p:txBody>
          <a:bodyPr/>
          <a:lstStyle/>
          <a:p>
            <a: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115</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CROWN HIM WITH MANY CROWNS</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2001 The Paperless Hymnal™</a:t>
            </a:r>
          </a:p>
        </p:txBody>
      </p:sp>
      <p:pic>
        <p:nvPicPr>
          <p:cNvPr id="9" name="Picture Placeholder 8" descr="pftl-115-04.png"/>
          <p:cNvPicPr>
            <a:picLocks noGrp="1" noChangeAspect="1"/>
          </p:cNvPicPr>
          <p:nvPr>
            <p:ph type="pic" sz="quarter" idx="10"/>
          </p:nvPr>
        </p:nvPicPr>
        <p:blipFill>
          <a:blip r:embed="rId4"/>
          <a:srcRect l="37" r="37"/>
          <a:stretch>
            <a:fillRect/>
          </a:stretch>
        </p:blipFill>
        <p:spPr>
          <a:xfrm>
            <a:off x="731520" y="387216"/>
            <a:ext cx="8229600" cy="4391926"/>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3" name="Content Placeholder 12"/>
          <p:cNvSpPr>
            <a:spLocks noGrp="1"/>
          </p:cNvSpPr>
          <p:nvPr>
            <p:ph sz="quarter" idx="42"/>
          </p:nvPr>
        </p:nvSpPr>
        <p:spPr>
          <a:xfrm>
            <a:off x="228600" y="1137024"/>
            <a:ext cx="365760" cy="1243584"/>
          </a:xfrm>
          <a:solidFill>
            <a:srgbClr val="1C81B9"/>
          </a:solidFill>
          <a:ln>
            <a:noFill/>
          </a:ln>
        </p:spPr>
        <p:txBody>
          <a:bodyPr/>
          <a:lstStyle/>
          <a:p>
            <a:r>
              <a:t> </a:t>
            </a:r>
          </a:p>
        </p:txBody>
      </p:sp>
      <p:sp>
        <p:nvSpPr>
          <p:cNvPr id="14" name="Text Placeholder 13"/>
          <p:cNvSpPr>
            <a:spLocks noGrp="1"/>
          </p:cNvSpPr>
          <p:nvPr>
            <p:ph type="body" sz="quarter" idx="26"/>
          </p:nvPr>
        </p:nvSpPr>
        <p:spPr>
          <a:xfrm>
            <a:off x="228600" y="69811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28600" y="1137024"/>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28600" y="2014848"/>
            <a:ext cx="365760" cy="365760"/>
          </a:xfrm>
          <a:solidFill>
            <a:srgbClr val="ED5959"/>
          </a:solidFill>
          <a:ln>
            <a:noFill/>
          </a:ln>
        </p:spPr>
        <p:txBody>
          <a:bodyPr lIns="0" tIns="0" rIns="0" bIns="0"/>
          <a:lstStyle/>
          <a:p>
            <a:pPr>
              <a:lnSpc>
                <a:spcPct val="90000"/>
              </a:lnSpc>
            </a:pPr>
            <a:r>
              <a:rPr sz="1600" b="1">
                <a:solidFill>
                  <a:srgbClr val="FFFFFF"/>
                </a:solidFill>
                <a:latin typeface="Avenir Next LT Pro"/>
              </a:rPr>
              <a:t>4</a:t>
            </a:r>
          </a:p>
        </p:txBody>
      </p:sp>
      <p:sp>
        <p:nvSpPr>
          <p:cNvPr id="26" name="Content Placeholder 25"/>
          <p:cNvSpPr>
            <a:spLocks noGrp="1"/>
          </p:cNvSpPr>
          <p:nvPr>
            <p:ph sz="quarter" idx="38"/>
          </p:nvPr>
        </p:nvSpPr>
        <p:spPr>
          <a:xfrm>
            <a:off x="310896" y="1575936"/>
            <a:ext cx="201168" cy="365760"/>
          </a:xfrm>
          <a:solidFill>
            <a:srgbClr val="FFFFFF"/>
          </a:solidFill>
          <a:ln>
            <a:noFill/>
          </a:ln>
        </p:spPr>
        <p:txBody>
          <a:bodyPr/>
          <a:lstStyle/>
          <a:p>
            <a: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115</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CROWN HIM WITH MANY CROWNS</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2001 The Paperless Hymnal™</a:t>
            </a:r>
          </a:p>
        </p:txBody>
      </p:sp>
      <p:pic>
        <p:nvPicPr>
          <p:cNvPr id="9" name="Picture Placeholder 8" descr="pftl-115-07.png"/>
          <p:cNvPicPr>
            <a:picLocks noGrp="1" noChangeAspect="1"/>
          </p:cNvPicPr>
          <p:nvPr>
            <p:ph type="pic" sz="quarter" idx="10"/>
          </p:nvPr>
        </p:nvPicPr>
        <p:blipFill>
          <a:blip r:embed="rId4"/>
          <a:srcRect l="37" r="37"/>
          <a:stretch>
            <a:fillRect/>
          </a:stretch>
        </p:blipFill>
        <p:spPr>
          <a:xfrm>
            <a:off x="731520" y="387216"/>
            <a:ext cx="8229600" cy="4391926"/>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28600" y="69811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28600" y="1137024"/>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28600" y="2014848"/>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4</a:t>
            </a:r>
          </a:p>
        </p:txBody>
      </p:sp>
      <p:sp>
        <p:nvSpPr>
          <p:cNvPr id="26" name="Content Placeholder 25"/>
          <p:cNvSpPr>
            <a:spLocks noGrp="1"/>
          </p:cNvSpPr>
          <p:nvPr>
            <p:ph sz="quarter" idx="38"/>
          </p:nvPr>
        </p:nvSpPr>
        <p:spPr>
          <a:xfrm>
            <a:off x="310896" y="1575936"/>
            <a:ext cx="201168" cy="365760"/>
          </a:xfrm>
          <a:solidFill>
            <a:srgbClr val="FFFFFF"/>
          </a:solidFill>
          <a:ln>
            <a:noFill/>
          </a:ln>
        </p:spPr>
        <p:txBody>
          <a:bodyPr/>
          <a:lstStyle/>
          <a:p>
            <a:r>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beige-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115</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CROWN HIM WITH MANY CROWNS</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2001 The Paperless Hymnal™</a:t>
            </a:r>
          </a:p>
        </p:txBody>
      </p:sp>
      <p:pic>
        <p:nvPicPr>
          <p:cNvPr id="9" name="Picture Placeholder 8" descr="pftl-115-08.png"/>
          <p:cNvPicPr>
            <a:picLocks noGrp="1" noChangeAspect="1"/>
          </p:cNvPicPr>
          <p:nvPr>
            <p:ph type="pic" sz="quarter" idx="10"/>
          </p:nvPr>
        </p:nvPicPr>
        <p:blipFill>
          <a:blip r:embed="rId4"/>
          <a:srcRect l="37" r="37"/>
          <a:stretch>
            <a:fillRect/>
          </a:stretch>
        </p:blipFill>
        <p:spPr>
          <a:xfrm>
            <a:off x="731520" y="387216"/>
            <a:ext cx="8229600" cy="4391926"/>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28600" y="69811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28600" y="1137024"/>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28600" y="2014848"/>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4</a:t>
            </a:r>
          </a:p>
        </p:txBody>
      </p:sp>
      <p:sp>
        <p:nvSpPr>
          <p:cNvPr id="26" name="Content Placeholder 25"/>
          <p:cNvSpPr>
            <a:spLocks noGrp="1"/>
          </p:cNvSpPr>
          <p:nvPr>
            <p:ph sz="quarter" idx="38"/>
          </p:nvPr>
        </p:nvSpPr>
        <p:spPr>
          <a:xfrm>
            <a:off x="310896" y="1575936"/>
            <a:ext cx="201168" cy="365760"/>
          </a:xfrm>
          <a:solidFill>
            <a:srgbClr val="FFFFFF"/>
          </a:solidFill>
          <a:ln>
            <a:noFill/>
          </a:ln>
        </p:spPr>
        <p:txBody>
          <a:bodyPr/>
          <a:lstStyle/>
          <a:p>
            <a:r>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jpg"/>
          <p:cNvPicPr>
            <a:picLocks noGrp="1" noChangeAspect="1"/>
          </p:cNvPicPr>
          <p:nvPr>
            <p:ph type="pic" sz="quarter" idx="10"/>
          </p:nvPr>
        </p:nvPicPr>
        <p:blipFill>
          <a:blip r:embed="rId2"/>
          <a:srcRect/>
          <a:stretch>
            <a:fillRect/>
          </a:stretch>
        </p:blipFill>
        <p:spPr>
          <a:xfrm>
            <a:off x="0" y="0"/>
            <a:ext cx="9144000" cy="5715000"/>
          </a:xfrm>
        </p:spPr>
      </p:pic>
      <p:sp>
        <p:nvSpPr>
          <p:cNvPr id="3" name="Content Placeholder 2"/>
          <p:cNvSpPr>
            <a:spLocks noGrp="1"/>
          </p:cNvSpPr>
          <p:nvPr>
            <p:ph sz="quarter" idx="17"/>
          </p:nvPr>
        </p:nvSpPr>
        <p:spPr/>
        <p:txBody>
          <a:bodyPr/>
          <a:lstStyle/>
          <a:p>
            <a:r>
              <a:t> </a:t>
            </a:r>
          </a:p>
        </p:txBody>
      </p:sp>
      <p:sp>
        <p:nvSpPr>
          <p:cNvPr id="4" name="Content Placeholder 3"/>
          <p:cNvSpPr>
            <a:spLocks noGrp="1"/>
          </p:cNvSpPr>
          <p:nvPr>
            <p:ph sz="quarter" idx="18"/>
          </p:nvPr>
        </p:nvSpPr>
        <p:spPr/>
        <p:txBody>
          <a:bodyPr/>
          <a:lstStyle/>
          <a:p>
            <a:r>
              <a:t> </a:t>
            </a:r>
          </a:p>
        </p:txBody>
      </p:sp>
      <p:sp>
        <p:nvSpPr>
          <p:cNvPr id="5" name="Text Placeholder 4"/>
          <p:cNvSpPr>
            <a:spLocks noGrp="1"/>
          </p:cNvSpPr>
          <p:nvPr>
            <p:ph type="body" sz="quarter" idx="12"/>
          </p:nvPr>
        </p:nvSpPr>
        <p:spPr>
          <a:xfrm>
            <a:off x="4206240" y="617220"/>
            <a:ext cx="2286000" cy="914400"/>
          </a:xfrm>
        </p:spPr>
        <p:txBody>
          <a:bodyPr wrap="square">
            <a:noAutofit/>
          </a:bodyPr>
          <a:lstStyle/>
          <a:p>
            <a:r>
              <a:rPr sz="6000" b="1" i="0"/>
              <a:t>950</a:t>
            </a:r>
          </a:p>
        </p:txBody>
      </p:sp>
      <p:sp>
        <p:nvSpPr>
          <p:cNvPr id="6" name="Text Placeholder 5"/>
          <p:cNvSpPr>
            <a:spLocks noGrp="1"/>
          </p:cNvSpPr>
          <p:nvPr>
            <p:ph type="body" sz="quarter" idx="13"/>
          </p:nvPr>
        </p:nvSpPr>
        <p:spPr>
          <a:xfrm>
            <a:off x="3429000" y="1531620"/>
            <a:ext cx="3840480" cy="1645920"/>
          </a:xfrm>
        </p:spPr>
        <p:txBody>
          <a:bodyPr wrap="square">
            <a:noAutofit/>
          </a:bodyPr>
          <a:lstStyle/>
          <a:p>
            <a:r>
              <a:rPr sz="5400" b="1" i="0"/>
              <a:t>LAMB OF GOD</a:t>
            </a:r>
          </a:p>
        </p:txBody>
      </p:sp>
      <p:sp>
        <p:nvSpPr>
          <p:cNvPr id="7" name="Text Placeholder 6"/>
          <p:cNvSpPr>
            <a:spLocks noGrp="1"/>
          </p:cNvSpPr>
          <p:nvPr>
            <p:ph type="body" sz="quarter" idx="15"/>
          </p:nvPr>
        </p:nvSpPr>
        <p:spPr>
          <a:xfrm>
            <a:off x="3749039" y="3954780"/>
            <a:ext cx="3200400" cy="640080"/>
          </a:xfrm>
        </p:spPr>
        <p:txBody>
          <a:bodyPr wrap="square">
            <a:noAutofit/>
          </a:bodyPr>
          <a:lstStyle/>
          <a:p>
            <a:r>
              <a:rPr sz="1900" b="0" i="0"/>
              <a:t>“SINGING...TO THE LORD”</a:t>
            </a:r>
          </a:p>
          <a:p>
            <a:r>
              <a:rPr sz="1900" b="0" i="0"/>
              <a:t>COLOSSIANS 3:16</a:t>
            </a:r>
          </a:p>
        </p:txBody>
      </p:sp>
      <p:sp>
        <p:nvSpPr>
          <p:cNvPr id="8" name="Text Placeholder 7"/>
          <p:cNvSpPr>
            <a:spLocks noGrp="1"/>
          </p:cNvSpPr>
          <p:nvPr>
            <p:ph type="body" sz="quarter" idx="16"/>
          </p:nvPr>
        </p:nvSpPr>
        <p:spPr/>
        <p:txBody>
          <a:bodyPr wrap="square">
            <a:noAutofit/>
          </a:bodyPr>
          <a:lstStyle/>
          <a:p>
            <a:r>
              <a:rPr sz="1200" b="0" i="0"/>
              <a:t>Words and Music by: Twila Paris</a:t>
            </a:r>
          </a:p>
        </p:txBody>
      </p:sp>
      <p:pic>
        <p:nvPicPr>
          <p:cNvPr id="10" name="Picture Placeholder 9" descr="eh20-eng-432.png"/>
          <p:cNvPicPr>
            <a:picLocks noGrp="1" noChangeAspect="1"/>
          </p:cNvPicPr>
          <p:nvPr>
            <p:ph type="pic" sz="quarter" idx="19"/>
          </p:nvPr>
        </p:nvPicPr>
        <p:blipFill>
          <a:blip r:embed="rId3"/>
          <a:srcRect t="459" b="459"/>
          <a:stretch>
            <a:fillRect/>
          </a:stretch>
        </p:blipFill>
        <p:spPr>
          <a:xfrm>
            <a:off x="1668537" y="5029200"/>
            <a:ext cx="1828800" cy="457200"/>
          </a:xfrm>
        </p:spPr>
      </p:pic>
      <p:sp>
        <p:nvSpPr>
          <p:cNvPr id="11" name="Content Placeholder 10"/>
          <p:cNvSpPr>
            <a:spLocks noGrp="1"/>
          </p:cNvSpPr>
          <p:nvPr>
            <p:ph sz="quarter" idx="22"/>
          </p:nvPr>
        </p:nvSpPr>
        <p:spPr>
          <a:xfrm>
            <a:off x="548640" y="1908810"/>
            <a:ext cx="914400" cy="274320"/>
          </a:xfrm>
        </p:spPr>
        <p:txBody>
          <a:bodyPr/>
          <a:lstStyle/>
          <a:p>
            <a:r>
              <a:t> </a:t>
            </a:r>
          </a:p>
        </p:txBody>
      </p:sp>
      <p:sp>
        <p:nvSpPr>
          <p:cNvPr id="12" name="Text Placeholder 11"/>
          <p:cNvSpPr>
            <a:spLocks noGrp="1"/>
          </p:cNvSpPr>
          <p:nvPr>
            <p:ph type="body" sz="quarter" idx="21"/>
          </p:nvPr>
        </p:nvSpPr>
        <p:spPr/>
        <p:txBody>
          <a:bodyPr/>
          <a:lstStyle/>
          <a:p>
            <a:r>
              <a:rPr sz="1500" b="0"/>
              <a:t>Welcome</a:t>
            </a:r>
          </a:p>
          <a:p>
            <a:r>
              <a:rPr sz="1500" b="0"/>
              <a:t>Reading</a:t>
            </a:r>
          </a:p>
          <a:p>
            <a:r>
              <a:rPr sz="1500" b="0"/>
              <a:t>Prayer</a:t>
            </a:r>
          </a:p>
          <a:p>
            <a:r>
              <a:rPr sz="1500" b="1"/>
              <a:t>115      .</a:t>
            </a:r>
          </a:p>
          <a:p>
            <a:r>
              <a:rPr sz="1500" b="1"/>
              <a:t>• 950      .</a:t>
            </a:r>
          </a:p>
          <a:p>
            <a:r>
              <a:rPr sz="1500" b="0"/>
              <a:t>Lord’s Supper</a:t>
            </a:r>
          </a:p>
          <a:p>
            <a:r>
              <a:rPr sz="1500" b="1"/>
              <a:t>32      .</a:t>
            </a:r>
          </a:p>
          <a:p>
            <a:r>
              <a:rPr sz="1500" b="0"/>
              <a:t>Collection</a:t>
            </a:r>
          </a:p>
          <a:p>
            <a:r>
              <a:rPr sz="1500" b="1"/>
              <a:t>500      .</a:t>
            </a:r>
          </a:p>
          <a:p>
            <a:r>
              <a:rPr sz="1500" b="0"/>
              <a:t>Sermon</a:t>
            </a:r>
          </a:p>
          <a:p>
            <a:r>
              <a:rPr sz="1500" b="1"/>
              <a:t>739      .</a:t>
            </a:r>
          </a:p>
          <a:p>
            <a:r>
              <a:rPr sz="1500" b="0"/>
              <a:t>Prayer</a:t>
            </a:r>
          </a:p>
        </p:txBody>
      </p:sp>
      <p:sp>
        <p:nvSpPr>
          <p:cNvPr id="14" name="Text Placeholder 13"/>
          <p:cNvSpPr>
            <a:spLocks noGrp="1"/>
          </p:cNvSpPr>
          <p:nvPr>
            <p:ph type="body" sz="quarter" idx="24"/>
          </p:nvPr>
        </p:nvSpPr>
        <p:spPr/>
        <p:txBody>
          <a:bodyPr wrap="square">
            <a:noAutofit/>
          </a:bodyPr>
          <a:lstStyle/>
          <a:p>
            <a:r>
              <a:rPr sz="800" b="0" i="0"/>
              <a:t>Copyright © 1985 by StraightWay Music/Mountain Spring Music. All Rights Reserved. Used By Permission.</a:t>
            </a:r>
          </a:p>
        </p:txBody>
      </p:sp>
      <p:sp>
        <p:nvSpPr>
          <p:cNvPr id="15" name="Oval 14"/>
          <p:cNvSpPr/>
          <p:nvPr/>
        </p:nvSpPr>
        <p:spPr>
          <a:xfrm>
            <a:off x="42931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4759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65886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84174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024628" y="5303520"/>
            <a:ext cx="100584" cy="1005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2075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3903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557326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575614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93902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1219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3047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764024"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1</a:t>
            </a:r>
          </a:p>
        </p:txBody>
      </p:sp>
      <p:sp>
        <p:nvSpPr>
          <p:cNvPr id="28" name="Oval 27"/>
          <p:cNvSpPr/>
          <p:nvPr/>
        </p:nvSpPr>
        <p:spPr>
          <a:xfrm>
            <a:off x="5166360"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2</a:t>
            </a:r>
          </a:p>
        </p:txBody>
      </p:sp>
      <p:sp>
        <p:nvSpPr>
          <p:cNvPr id="29" name="Oval 28"/>
          <p:cNvSpPr/>
          <p:nvPr/>
        </p:nvSpPr>
        <p:spPr>
          <a:xfrm>
            <a:off x="5568696"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3</a:t>
            </a:r>
          </a:p>
        </p:txBody>
      </p:sp>
      <p:pic>
        <p:nvPicPr>
          <p:cNvPr id="30" name="Picture 29" descr="pftl-xcircle.png"/>
          <p:cNvPicPr>
            <a:picLocks noChangeAspect="1"/>
          </p:cNvPicPr>
          <p:nvPr/>
        </p:nvPicPr>
        <p:blipFill>
          <a:blip r:embed="rId4"/>
          <a:stretch>
            <a:fillRect/>
          </a:stretch>
        </p:blipFill>
        <p:spPr>
          <a:xfrm>
            <a:off x="1188720" y="1568195"/>
            <a:ext cx="274320" cy="274320"/>
          </a:xfrm>
          <a:prstGeom prst="rect">
            <a:avLst/>
          </a:prstGeom>
        </p:spPr>
      </p:pic>
      <p:pic>
        <p:nvPicPr>
          <p:cNvPr id="31" name="Picture 30" descr="pftl-xcircle.png"/>
          <p:cNvPicPr>
            <a:picLocks noChangeAspect="1"/>
          </p:cNvPicPr>
          <p:nvPr/>
        </p:nvPicPr>
        <p:blipFill>
          <a:blip r:embed="rId4"/>
          <a:stretch>
            <a:fillRect/>
          </a:stretch>
        </p:blipFill>
        <p:spPr>
          <a:xfrm>
            <a:off x="1188720" y="1911095"/>
            <a:ext cx="274320" cy="274320"/>
          </a:xfrm>
          <a:prstGeom prst="rect">
            <a:avLst/>
          </a:prstGeom>
        </p:spPr>
      </p:pic>
      <p:pic>
        <p:nvPicPr>
          <p:cNvPr id="32" name="Picture 31" descr="shs-xcircle.png"/>
          <p:cNvPicPr>
            <a:picLocks noChangeAspect="1"/>
          </p:cNvPicPr>
          <p:nvPr/>
        </p:nvPicPr>
        <p:blipFill>
          <a:blip r:embed="rId5"/>
          <a:stretch>
            <a:fillRect/>
          </a:stretch>
        </p:blipFill>
        <p:spPr>
          <a:xfrm>
            <a:off x="1188720" y="2596896"/>
            <a:ext cx="274320" cy="274320"/>
          </a:xfrm>
          <a:prstGeom prst="rect">
            <a:avLst/>
          </a:prstGeom>
        </p:spPr>
      </p:pic>
      <p:pic>
        <p:nvPicPr>
          <p:cNvPr id="33" name="Picture 32" descr="pftl-xcircle.png"/>
          <p:cNvPicPr>
            <a:picLocks noChangeAspect="1"/>
          </p:cNvPicPr>
          <p:nvPr/>
        </p:nvPicPr>
        <p:blipFill>
          <a:blip r:embed="rId4"/>
          <a:stretch>
            <a:fillRect/>
          </a:stretch>
        </p:blipFill>
        <p:spPr>
          <a:xfrm>
            <a:off x="1188720" y="3282696"/>
            <a:ext cx="274320" cy="274320"/>
          </a:xfrm>
          <a:prstGeom prst="rect">
            <a:avLst/>
          </a:prstGeom>
        </p:spPr>
      </p:pic>
      <p:pic>
        <p:nvPicPr>
          <p:cNvPr id="34" name="Picture 33" descr="pftl-xcircle.png"/>
          <p:cNvPicPr>
            <a:picLocks noChangeAspect="1"/>
          </p:cNvPicPr>
          <p:nvPr/>
        </p:nvPicPr>
        <p:blipFill>
          <a:blip r:embed="rId4"/>
          <a:stretch>
            <a:fillRect/>
          </a:stretch>
        </p:blipFill>
        <p:spPr>
          <a:xfrm>
            <a:off x="1188720" y="3968496"/>
            <a:ext cx="274320" cy="2743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15"/>
          </p:nvPr>
        </p:nvSpPr>
        <p:spPr>
          <a:xfrm>
            <a:off x="-228600" y="5257800"/>
            <a:ext cx="914400" cy="365760"/>
          </a:xfrm>
          <a:noFill/>
        </p:spPr>
        <p:txBody>
          <a:bodyPr/>
          <a:lstStyle/>
          <a:p>
            <a:r>
              <a:t>950</a:t>
            </a:r>
          </a:p>
        </p:txBody>
      </p:sp>
      <p:pic>
        <p:nvPicPr>
          <p:cNvPr id="5" name="Picture Placeholder 4" descr="pftl-circle.png"/>
          <p:cNvPicPr>
            <a:picLocks noGrp="1" noChangeAspect="1"/>
          </p:cNvPicPr>
          <p:nvPr>
            <p:ph type="pic" sz="quarter" idx="14"/>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LAMB OF GOD</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2005 The Paperless Hymnal™</a:t>
            </a:r>
          </a:p>
        </p:txBody>
      </p:sp>
      <p:pic>
        <p:nvPicPr>
          <p:cNvPr id="9" name="Picture Placeholder 8" descr="pftl-950-01.png"/>
          <p:cNvPicPr>
            <a:picLocks noGrp="1" noChangeAspect="1"/>
          </p:cNvPicPr>
          <p:nvPr>
            <p:ph type="pic" sz="quarter" idx="10"/>
          </p:nvPr>
        </p:nvPicPr>
        <p:blipFill>
          <a:blip r:embed="rId4"/>
          <a:srcRect l="2" r="2"/>
          <a:stretch>
            <a:fillRect/>
          </a:stretch>
        </p:blipFill>
        <p:spPr>
          <a:xfrm>
            <a:off x="780747" y="114300"/>
            <a:ext cx="8131145"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4"/>
          </p:nvPr>
        </p:nvSpPr>
        <p:spPr>
          <a:xfrm>
            <a:off x="277827" y="425196"/>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77827"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77827"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77827"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sz="quarter" idx="30"/>
          </p:nvPr>
        </p:nvSpPr>
        <p:spPr>
          <a:xfrm>
            <a:off x="277827" y="2180844"/>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sz="quarter" idx="31"/>
          </p:nvPr>
        </p:nvSpPr>
        <p:spPr>
          <a:xfrm>
            <a:off x="277827" y="261975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950</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LAMB OF GOD</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2005 The Paperless Hymnal™</a:t>
            </a:r>
          </a:p>
        </p:txBody>
      </p:sp>
      <p:pic>
        <p:nvPicPr>
          <p:cNvPr id="9" name="Picture Placeholder 8" descr="pftl-950-02.png"/>
          <p:cNvPicPr>
            <a:picLocks noGrp="1" noChangeAspect="1"/>
          </p:cNvPicPr>
          <p:nvPr>
            <p:ph type="pic" sz="quarter" idx="10"/>
          </p:nvPr>
        </p:nvPicPr>
        <p:blipFill>
          <a:blip r:embed="rId4"/>
          <a:srcRect l="2" r="2"/>
          <a:stretch>
            <a:fillRect/>
          </a:stretch>
        </p:blipFill>
        <p:spPr>
          <a:xfrm>
            <a:off x="780747" y="114300"/>
            <a:ext cx="8131145"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77827" y="425196"/>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77827"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77827"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77827"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sz="quarter" idx="30"/>
          </p:nvPr>
        </p:nvSpPr>
        <p:spPr>
          <a:xfrm>
            <a:off x="277827" y="2180844"/>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sz="quarter" idx="31"/>
          </p:nvPr>
        </p:nvSpPr>
        <p:spPr>
          <a:xfrm>
            <a:off x="277827" y="261975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950</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LAMB OF GOD</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2005 The Paperless Hymnal™</a:t>
            </a:r>
          </a:p>
        </p:txBody>
      </p:sp>
      <p:pic>
        <p:nvPicPr>
          <p:cNvPr id="9" name="Picture Placeholder 8" descr="pftl-950-03.png"/>
          <p:cNvPicPr>
            <a:picLocks noGrp="1" noChangeAspect="1"/>
          </p:cNvPicPr>
          <p:nvPr>
            <p:ph type="pic" sz="quarter" idx="10"/>
          </p:nvPr>
        </p:nvPicPr>
        <p:blipFill>
          <a:blip r:embed="rId4"/>
          <a:srcRect l="2" r="2"/>
          <a:stretch>
            <a:fillRect/>
          </a:stretch>
        </p:blipFill>
        <p:spPr>
          <a:xfrm>
            <a:off x="780747" y="114300"/>
            <a:ext cx="8131145"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77827"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77827" y="864108"/>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77827"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77827"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sz="quarter" idx="30"/>
          </p:nvPr>
        </p:nvSpPr>
        <p:spPr>
          <a:xfrm>
            <a:off x="277827" y="2180844"/>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sz="quarter" idx="31"/>
          </p:nvPr>
        </p:nvSpPr>
        <p:spPr>
          <a:xfrm>
            <a:off x="277827" y="261975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950</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LAMB OF GOD</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2005 The Paperless Hymnal™</a:t>
            </a:r>
          </a:p>
        </p:txBody>
      </p:sp>
      <p:pic>
        <p:nvPicPr>
          <p:cNvPr id="9" name="Picture Placeholder 8" descr="pftl-950-04.png"/>
          <p:cNvPicPr>
            <a:picLocks noGrp="1" noChangeAspect="1"/>
          </p:cNvPicPr>
          <p:nvPr>
            <p:ph type="pic" sz="quarter" idx="10"/>
          </p:nvPr>
        </p:nvPicPr>
        <p:blipFill>
          <a:blip r:embed="rId4"/>
          <a:srcRect l="2" r="2"/>
          <a:stretch>
            <a:fillRect/>
          </a:stretch>
        </p:blipFill>
        <p:spPr>
          <a:xfrm>
            <a:off x="780747" y="114300"/>
            <a:ext cx="8131145"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77827"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77827" y="864108"/>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77827"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77827"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sz="quarter" idx="30"/>
          </p:nvPr>
        </p:nvSpPr>
        <p:spPr>
          <a:xfrm>
            <a:off x="277827" y="2180844"/>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sz="quarter" idx="31"/>
          </p:nvPr>
        </p:nvSpPr>
        <p:spPr>
          <a:xfrm>
            <a:off x="277827" y="261975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950</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LAMB OF GOD</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2005 The Paperless Hymnal™</a:t>
            </a:r>
          </a:p>
        </p:txBody>
      </p:sp>
      <p:pic>
        <p:nvPicPr>
          <p:cNvPr id="9" name="Picture Placeholder 8" descr="pftl-950-05.png"/>
          <p:cNvPicPr>
            <a:picLocks noGrp="1" noChangeAspect="1"/>
          </p:cNvPicPr>
          <p:nvPr>
            <p:ph type="pic" sz="quarter" idx="10"/>
          </p:nvPr>
        </p:nvPicPr>
        <p:blipFill>
          <a:blip r:embed="rId4"/>
          <a:srcRect l="2" r="2"/>
          <a:stretch>
            <a:fillRect/>
          </a:stretch>
        </p:blipFill>
        <p:spPr>
          <a:xfrm>
            <a:off x="780747" y="114300"/>
            <a:ext cx="8131145"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77827"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77827"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77827" y="1303020"/>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77827"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sz="quarter" idx="30"/>
          </p:nvPr>
        </p:nvSpPr>
        <p:spPr>
          <a:xfrm>
            <a:off x="277827" y="2180844"/>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sz="quarter" idx="31"/>
          </p:nvPr>
        </p:nvSpPr>
        <p:spPr>
          <a:xfrm>
            <a:off x="277827" y="261975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950</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LAMB OF GOD</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2005 The Paperless Hymnal™</a:t>
            </a:r>
          </a:p>
        </p:txBody>
      </p:sp>
      <p:pic>
        <p:nvPicPr>
          <p:cNvPr id="9" name="Picture Placeholder 8" descr="pftl-950-06.png"/>
          <p:cNvPicPr>
            <a:picLocks noGrp="1" noChangeAspect="1"/>
          </p:cNvPicPr>
          <p:nvPr>
            <p:ph type="pic" sz="quarter" idx="10"/>
          </p:nvPr>
        </p:nvPicPr>
        <p:blipFill>
          <a:blip r:embed="rId4"/>
          <a:srcRect l="2" r="2"/>
          <a:stretch>
            <a:fillRect/>
          </a:stretch>
        </p:blipFill>
        <p:spPr>
          <a:xfrm>
            <a:off x="780747" y="114300"/>
            <a:ext cx="8131145"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77827"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77827"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77827" y="1303020"/>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77827"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sz="quarter" idx="30"/>
          </p:nvPr>
        </p:nvSpPr>
        <p:spPr>
          <a:xfrm>
            <a:off x="277827" y="2180844"/>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sz="quarter" idx="31"/>
          </p:nvPr>
        </p:nvSpPr>
        <p:spPr>
          <a:xfrm>
            <a:off x="277827" y="261975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950</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LAMB OF GOD</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2005 The Paperless Hymnal™</a:t>
            </a:r>
          </a:p>
        </p:txBody>
      </p:sp>
      <p:pic>
        <p:nvPicPr>
          <p:cNvPr id="9" name="Picture Placeholder 8" descr="pftl-950-03.png"/>
          <p:cNvPicPr>
            <a:picLocks noGrp="1" noChangeAspect="1"/>
          </p:cNvPicPr>
          <p:nvPr>
            <p:ph type="pic" sz="quarter" idx="10"/>
          </p:nvPr>
        </p:nvPicPr>
        <p:blipFill>
          <a:blip r:embed="rId4"/>
          <a:srcRect l="2" r="2"/>
          <a:stretch>
            <a:fillRect/>
          </a:stretch>
        </p:blipFill>
        <p:spPr>
          <a:xfrm>
            <a:off x="780747" y="114300"/>
            <a:ext cx="8131145"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77827"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77827"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77827"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77827" y="1741932"/>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sz="quarter" idx="30"/>
          </p:nvPr>
        </p:nvSpPr>
        <p:spPr>
          <a:xfrm>
            <a:off x="277827" y="2180844"/>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sz="quarter" idx="31"/>
          </p:nvPr>
        </p:nvSpPr>
        <p:spPr>
          <a:xfrm>
            <a:off x="277827" y="261975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950</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LAMB OF GOD</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2005 The Paperless Hymnal™</a:t>
            </a:r>
          </a:p>
        </p:txBody>
      </p:sp>
      <p:pic>
        <p:nvPicPr>
          <p:cNvPr id="9" name="Picture Placeholder 8" descr="pftl-950-04.png"/>
          <p:cNvPicPr>
            <a:picLocks noGrp="1" noChangeAspect="1"/>
          </p:cNvPicPr>
          <p:nvPr>
            <p:ph type="pic" sz="quarter" idx="10"/>
          </p:nvPr>
        </p:nvPicPr>
        <p:blipFill>
          <a:blip r:embed="rId4"/>
          <a:srcRect l="2" r="2"/>
          <a:stretch>
            <a:fillRect/>
          </a:stretch>
        </p:blipFill>
        <p:spPr>
          <a:xfrm>
            <a:off x="780747" y="114300"/>
            <a:ext cx="8131145"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77827"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77827"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77827"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77827" y="1741932"/>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sz="quarter" idx="30"/>
          </p:nvPr>
        </p:nvSpPr>
        <p:spPr>
          <a:xfrm>
            <a:off x="277827" y="2180844"/>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sz="quarter" idx="31"/>
          </p:nvPr>
        </p:nvSpPr>
        <p:spPr>
          <a:xfrm>
            <a:off x="277827" y="261975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950</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LAMB OF GOD</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2005 The Paperless Hymnal™</a:t>
            </a:r>
          </a:p>
        </p:txBody>
      </p:sp>
      <p:pic>
        <p:nvPicPr>
          <p:cNvPr id="9" name="Picture Placeholder 8" descr="pftl-950-09.png"/>
          <p:cNvPicPr>
            <a:picLocks noGrp="1" noChangeAspect="1"/>
          </p:cNvPicPr>
          <p:nvPr>
            <p:ph type="pic" sz="quarter" idx="10"/>
          </p:nvPr>
        </p:nvPicPr>
        <p:blipFill>
          <a:blip r:embed="rId4"/>
          <a:srcRect l="2" r="2"/>
          <a:stretch>
            <a:fillRect/>
          </a:stretch>
        </p:blipFill>
        <p:spPr>
          <a:xfrm>
            <a:off x="780747" y="114300"/>
            <a:ext cx="8131145"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77827"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77827"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77827"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77827"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sz="quarter" idx="30"/>
          </p:nvPr>
        </p:nvSpPr>
        <p:spPr>
          <a:xfrm>
            <a:off x="277827" y="2180844"/>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sz="quarter" idx="31"/>
          </p:nvPr>
        </p:nvSpPr>
        <p:spPr>
          <a:xfrm>
            <a:off x="277827" y="261975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950</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LAMB OF GOD</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2005 The Paperless Hymnal™</a:t>
            </a:r>
          </a:p>
        </p:txBody>
      </p:sp>
      <p:pic>
        <p:nvPicPr>
          <p:cNvPr id="9" name="Picture Placeholder 8" descr="pftl-950-10.png"/>
          <p:cNvPicPr>
            <a:picLocks noGrp="1" noChangeAspect="1"/>
          </p:cNvPicPr>
          <p:nvPr>
            <p:ph type="pic" sz="quarter" idx="10"/>
          </p:nvPr>
        </p:nvPicPr>
        <p:blipFill>
          <a:blip r:embed="rId4"/>
          <a:srcRect l="2" r="2"/>
          <a:stretch>
            <a:fillRect/>
          </a:stretch>
        </p:blipFill>
        <p:spPr>
          <a:xfrm>
            <a:off x="780747" y="114300"/>
            <a:ext cx="8131145"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77827"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77827"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77827"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77827"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sz="quarter" idx="30"/>
          </p:nvPr>
        </p:nvSpPr>
        <p:spPr>
          <a:xfrm>
            <a:off x="277827" y="2180844"/>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sz="quarter" idx="31"/>
          </p:nvPr>
        </p:nvSpPr>
        <p:spPr>
          <a:xfrm>
            <a:off x="277827" y="261975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950</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LAMB OF GOD</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2005 The Paperless Hymnal™</a:t>
            </a:r>
          </a:p>
        </p:txBody>
      </p:sp>
      <p:pic>
        <p:nvPicPr>
          <p:cNvPr id="9" name="Picture Placeholder 8" descr="pftl-950-03.png"/>
          <p:cNvPicPr>
            <a:picLocks noGrp="1" noChangeAspect="1"/>
          </p:cNvPicPr>
          <p:nvPr>
            <p:ph type="pic" sz="quarter" idx="10"/>
          </p:nvPr>
        </p:nvPicPr>
        <p:blipFill>
          <a:blip r:embed="rId4"/>
          <a:srcRect l="2" r="2"/>
          <a:stretch>
            <a:fillRect/>
          </a:stretch>
        </p:blipFill>
        <p:spPr>
          <a:xfrm>
            <a:off x="780747" y="114300"/>
            <a:ext cx="8131145"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77827"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77827"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77827"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77827"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sz="quarter" idx="30"/>
          </p:nvPr>
        </p:nvSpPr>
        <p:spPr>
          <a:xfrm>
            <a:off x="277827" y="2180844"/>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sz="quarter" idx="31"/>
          </p:nvPr>
        </p:nvSpPr>
        <p:spPr>
          <a:xfrm>
            <a:off x="277827" y="2619756"/>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950</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LAMB OF GOD</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2005 The Paperless Hymnal™</a:t>
            </a:r>
          </a:p>
        </p:txBody>
      </p:sp>
      <p:pic>
        <p:nvPicPr>
          <p:cNvPr id="9" name="Picture Placeholder 8" descr="pftl-950-12.png"/>
          <p:cNvPicPr>
            <a:picLocks noGrp="1" noChangeAspect="1"/>
          </p:cNvPicPr>
          <p:nvPr>
            <p:ph type="pic" sz="quarter" idx="10"/>
          </p:nvPr>
        </p:nvPicPr>
        <p:blipFill>
          <a:blip r:embed="rId4"/>
          <a:srcRect l="2" r="2"/>
          <a:stretch>
            <a:fillRect/>
          </a:stretch>
        </p:blipFill>
        <p:spPr>
          <a:xfrm>
            <a:off x="780747" y="114300"/>
            <a:ext cx="8131145" cy="493776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77827"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77827"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77827"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77827" y="1741932"/>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sz="quarter" idx="30"/>
          </p:nvPr>
        </p:nvSpPr>
        <p:spPr>
          <a:xfrm>
            <a:off x="277827" y="2180844"/>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sz="quarter" idx="31"/>
          </p:nvPr>
        </p:nvSpPr>
        <p:spPr>
          <a:xfrm>
            <a:off x="277827" y="2619756"/>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upper-vial.jpg"/>
          <p:cNvPicPr>
            <a:picLocks noGrp="1" noChangeAspect="1"/>
          </p:cNvPicPr>
          <p:nvPr>
            <p:ph type="pic" sz="quarter" idx="10"/>
          </p:nvPr>
        </p:nvPicPr>
        <p:blipFill>
          <a:blip r:embed="rId2"/>
          <a:srcRect/>
          <a:stretch>
            <a:fillRect/>
          </a:stretch>
        </p:blipFill>
        <p:spPr>
          <a:xfrm>
            <a:off x="0" y="0"/>
            <a:ext cx="9144000" cy="5715000"/>
          </a:xfrm>
        </p:spPr>
      </p:pic>
      <p:sp>
        <p:nvSpPr>
          <p:cNvPr id="3" name="Content Placeholder 2"/>
          <p:cNvSpPr>
            <a:spLocks noGrp="1"/>
          </p:cNvSpPr>
          <p:nvPr>
            <p:ph sz="quarter" idx="17"/>
          </p:nvPr>
        </p:nvSpPr>
        <p:spPr/>
        <p:txBody>
          <a:bodyPr/>
          <a:lstStyle/>
          <a:p>
            <a:r>
              <a:t> </a:t>
            </a:r>
          </a:p>
        </p:txBody>
      </p:sp>
      <p:sp>
        <p:nvSpPr>
          <p:cNvPr id="4" name="Content Placeholder 3"/>
          <p:cNvSpPr>
            <a:spLocks noGrp="1"/>
          </p:cNvSpPr>
          <p:nvPr>
            <p:ph sz="quarter" idx="18"/>
          </p:nvPr>
        </p:nvSpPr>
        <p:spPr/>
        <p:txBody>
          <a:bodyPr/>
          <a:lstStyle/>
          <a:p>
            <a:r>
              <a:t> </a:t>
            </a:r>
          </a:p>
        </p:txBody>
      </p:sp>
      <p:sp>
        <p:nvSpPr>
          <p:cNvPr id="6" name="Text Placeholder 5"/>
          <p:cNvSpPr>
            <a:spLocks noGrp="1"/>
          </p:cNvSpPr>
          <p:nvPr>
            <p:ph type="body" sz="quarter" idx="13"/>
          </p:nvPr>
        </p:nvSpPr>
        <p:spPr>
          <a:xfrm>
            <a:off x="3063240" y="1330452"/>
            <a:ext cx="4572000" cy="1371600"/>
          </a:xfrm>
        </p:spPr>
        <p:txBody>
          <a:bodyPr wrap="square">
            <a:noAutofit/>
          </a:bodyPr>
          <a:lstStyle/>
          <a:p>
            <a:r>
              <a:rPr sz="7200" b="1" i="0"/>
              <a:t>LORD’S</a:t>
            </a:r>
          </a:p>
        </p:txBody>
      </p:sp>
      <p:sp>
        <p:nvSpPr>
          <p:cNvPr id="7" name="Text Placeholder 6"/>
          <p:cNvSpPr>
            <a:spLocks noGrp="1"/>
          </p:cNvSpPr>
          <p:nvPr>
            <p:ph type="body" sz="quarter" idx="15"/>
          </p:nvPr>
        </p:nvSpPr>
        <p:spPr>
          <a:xfrm>
            <a:off x="3355848" y="3589020"/>
            <a:ext cx="3986784" cy="914400"/>
          </a:xfrm>
        </p:spPr>
        <p:txBody>
          <a:bodyPr wrap="square">
            <a:noAutofit/>
          </a:bodyPr>
          <a:lstStyle/>
          <a:p>
            <a:r>
              <a:rPr sz="2200" b="0" i="0"/>
              <a:t>“DO THIS IN REMEMBRANCE OF ME” LUKE 22:19</a:t>
            </a:r>
          </a:p>
        </p:txBody>
      </p:sp>
      <p:sp>
        <p:nvSpPr>
          <p:cNvPr id="9" name="Text Placeholder 8"/>
          <p:cNvSpPr>
            <a:spLocks noGrp="1"/>
          </p:cNvSpPr>
          <p:nvPr>
            <p:ph type="body" sz="quarter" idx="20"/>
          </p:nvPr>
        </p:nvSpPr>
        <p:spPr>
          <a:xfrm>
            <a:off x="3063240" y="2354580"/>
            <a:ext cx="4572000" cy="2194560"/>
          </a:xfrm>
        </p:spPr>
        <p:txBody>
          <a:bodyPr wrap="square">
            <a:noAutofit/>
          </a:bodyPr>
          <a:lstStyle/>
          <a:p>
            <a:r>
              <a:rPr sz="7200" b="1" i="0"/>
              <a:t>SUPPER</a:t>
            </a:r>
          </a:p>
        </p:txBody>
      </p:sp>
      <p:pic>
        <p:nvPicPr>
          <p:cNvPr id="10" name="Picture Placeholder 9" descr="eh20-eng-432.png"/>
          <p:cNvPicPr>
            <a:picLocks noGrp="1" noChangeAspect="1"/>
          </p:cNvPicPr>
          <p:nvPr>
            <p:ph type="pic" sz="quarter" idx="19"/>
          </p:nvPr>
        </p:nvPicPr>
        <p:blipFill>
          <a:blip r:embed="rId3"/>
          <a:srcRect t="459" b="459"/>
          <a:stretch>
            <a:fillRect/>
          </a:stretch>
        </p:blipFill>
        <p:spPr>
          <a:xfrm>
            <a:off x="1668537" y="5029200"/>
            <a:ext cx="1828800" cy="457200"/>
          </a:xfrm>
        </p:spPr>
      </p:pic>
      <p:sp>
        <p:nvSpPr>
          <p:cNvPr id="11" name="Content Placeholder 10"/>
          <p:cNvSpPr>
            <a:spLocks noGrp="1"/>
          </p:cNvSpPr>
          <p:nvPr>
            <p:ph sz="quarter" idx="22"/>
          </p:nvPr>
        </p:nvSpPr>
        <p:spPr>
          <a:xfrm>
            <a:off x="58311" y="2251710"/>
            <a:ext cx="1450450" cy="274320"/>
          </a:xfrm>
        </p:spPr>
        <p:txBody>
          <a:bodyPr/>
          <a:lstStyle/>
          <a:p>
            <a:r>
              <a:t> </a:t>
            </a:r>
          </a:p>
        </p:txBody>
      </p:sp>
      <p:sp>
        <p:nvSpPr>
          <p:cNvPr id="12" name="Text Placeholder 11"/>
          <p:cNvSpPr>
            <a:spLocks noGrp="1"/>
          </p:cNvSpPr>
          <p:nvPr>
            <p:ph type="body" sz="quarter" idx="21"/>
          </p:nvPr>
        </p:nvSpPr>
        <p:spPr/>
        <p:txBody>
          <a:bodyPr/>
          <a:lstStyle/>
          <a:p>
            <a:r>
              <a:rPr sz="1500" b="0"/>
              <a:t>Welcome</a:t>
            </a:r>
          </a:p>
          <a:p>
            <a:r>
              <a:rPr sz="1500" b="0"/>
              <a:t>Reading</a:t>
            </a:r>
          </a:p>
          <a:p>
            <a:r>
              <a:rPr sz="1500" b="0"/>
              <a:t>Prayer</a:t>
            </a:r>
          </a:p>
          <a:p>
            <a:r>
              <a:rPr sz="1500" b="1"/>
              <a:t>115      .</a:t>
            </a:r>
          </a:p>
          <a:p>
            <a:r>
              <a:rPr sz="1500" b="1"/>
              <a:t>950      .</a:t>
            </a:r>
          </a:p>
          <a:p>
            <a:r>
              <a:rPr sz="1500" b="1"/>
              <a:t>• </a:t>
            </a:r>
            <a:r>
              <a:rPr sz="1500" b="0"/>
              <a:t>Lord’s Supper</a:t>
            </a:r>
          </a:p>
          <a:p>
            <a:r>
              <a:rPr sz="1500" b="1"/>
              <a:t>32      .</a:t>
            </a:r>
          </a:p>
          <a:p>
            <a:r>
              <a:rPr sz="1500" b="0"/>
              <a:t>Collection</a:t>
            </a:r>
          </a:p>
          <a:p>
            <a:r>
              <a:rPr sz="1500" b="1"/>
              <a:t>500      .</a:t>
            </a:r>
          </a:p>
          <a:p>
            <a:r>
              <a:rPr sz="1500" b="0"/>
              <a:t>Sermon</a:t>
            </a:r>
          </a:p>
          <a:p>
            <a:r>
              <a:rPr sz="1500" b="1"/>
              <a:t>739      .</a:t>
            </a:r>
          </a:p>
          <a:p>
            <a:r>
              <a:rPr sz="1500" b="0"/>
              <a:t>Prayer</a:t>
            </a:r>
          </a:p>
        </p:txBody>
      </p:sp>
      <p:sp>
        <p:nvSpPr>
          <p:cNvPr id="15" name="Oval 14"/>
          <p:cNvSpPr/>
          <p:nvPr/>
        </p:nvSpPr>
        <p:spPr>
          <a:xfrm>
            <a:off x="42931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4759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65886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84174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02462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207508" y="5303520"/>
            <a:ext cx="100584" cy="1005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3903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557326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575614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93902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1219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3047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pftl-xcircle.png"/>
          <p:cNvPicPr>
            <a:picLocks noChangeAspect="1"/>
          </p:cNvPicPr>
          <p:nvPr/>
        </p:nvPicPr>
        <p:blipFill>
          <a:blip r:embed="rId4"/>
          <a:stretch>
            <a:fillRect/>
          </a:stretch>
        </p:blipFill>
        <p:spPr>
          <a:xfrm>
            <a:off x="1188720" y="1568195"/>
            <a:ext cx="274320" cy="274320"/>
          </a:xfrm>
          <a:prstGeom prst="rect">
            <a:avLst/>
          </a:prstGeom>
        </p:spPr>
      </p:pic>
      <p:pic>
        <p:nvPicPr>
          <p:cNvPr id="28" name="Picture 27" descr="pftl-xcircle.png"/>
          <p:cNvPicPr>
            <a:picLocks noChangeAspect="1"/>
          </p:cNvPicPr>
          <p:nvPr/>
        </p:nvPicPr>
        <p:blipFill>
          <a:blip r:embed="rId4"/>
          <a:stretch>
            <a:fillRect/>
          </a:stretch>
        </p:blipFill>
        <p:spPr>
          <a:xfrm>
            <a:off x="1188720" y="1911095"/>
            <a:ext cx="274320" cy="274320"/>
          </a:xfrm>
          <a:prstGeom prst="rect">
            <a:avLst/>
          </a:prstGeom>
        </p:spPr>
      </p:pic>
      <p:pic>
        <p:nvPicPr>
          <p:cNvPr id="29" name="Picture 28" descr="shs-xcircle.png"/>
          <p:cNvPicPr>
            <a:picLocks noChangeAspect="1"/>
          </p:cNvPicPr>
          <p:nvPr/>
        </p:nvPicPr>
        <p:blipFill>
          <a:blip r:embed="rId5"/>
          <a:stretch>
            <a:fillRect/>
          </a:stretch>
        </p:blipFill>
        <p:spPr>
          <a:xfrm>
            <a:off x="1188720" y="2596896"/>
            <a:ext cx="274320" cy="274320"/>
          </a:xfrm>
          <a:prstGeom prst="rect">
            <a:avLst/>
          </a:prstGeom>
        </p:spPr>
      </p:pic>
      <p:pic>
        <p:nvPicPr>
          <p:cNvPr id="30" name="Picture 29" descr="pftl-xcircle.png"/>
          <p:cNvPicPr>
            <a:picLocks noChangeAspect="1"/>
          </p:cNvPicPr>
          <p:nvPr/>
        </p:nvPicPr>
        <p:blipFill>
          <a:blip r:embed="rId4"/>
          <a:stretch>
            <a:fillRect/>
          </a:stretch>
        </p:blipFill>
        <p:spPr>
          <a:xfrm>
            <a:off x="1188720" y="3282696"/>
            <a:ext cx="274320" cy="274320"/>
          </a:xfrm>
          <a:prstGeom prst="rect">
            <a:avLst/>
          </a:prstGeom>
        </p:spPr>
      </p:pic>
      <p:pic>
        <p:nvPicPr>
          <p:cNvPr id="31" name="Picture 30" descr="pftl-xcircle.png"/>
          <p:cNvPicPr>
            <a:picLocks noChangeAspect="1"/>
          </p:cNvPicPr>
          <p:nvPr/>
        </p:nvPicPr>
        <p:blipFill>
          <a:blip r:embed="rId4"/>
          <a:stretch>
            <a:fillRect/>
          </a:stretch>
        </p:blipFill>
        <p:spPr>
          <a:xfrm>
            <a:off x="1188720" y="3968496"/>
            <a:ext cx="274320" cy="274320"/>
          </a:xfrm>
          <a:prstGeom prst="rect">
            <a:avLst/>
          </a:prstGeom>
        </p:spPr>
      </p:pic>
    </p:spTree>
  </p:cSld>
  <p:clrMapOvr>
    <a:masterClrMapping/>
  </p:clrMapOvr>
  <p:transition spd="med" advTm="5000">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upper-vial-zoom.jpg"/>
          <p:cNvPicPr>
            <a:picLocks noGrp="1" noChangeAspect="1"/>
          </p:cNvPicPr>
          <p:nvPr>
            <p:ph type="pic" sz="quarter" idx="10"/>
          </p:nvPr>
        </p:nvPicPr>
        <p:blipFill>
          <a:blip r:embed="rId2"/>
          <a:srcRect/>
          <a:stretch>
            <a:fillRect/>
          </a:stretch>
        </p:blipFill>
        <p:spPr>
          <a:xfrm>
            <a:off x="0" y="0"/>
            <a:ext cx="9144000" cy="5715000"/>
          </a:xfrm>
        </p:spPr>
      </p:pic>
      <p:sp>
        <p:nvSpPr>
          <p:cNvPr id="3" name="Content Placeholder 2"/>
          <p:cNvSpPr>
            <a:spLocks noGrp="1"/>
          </p:cNvSpPr>
          <p:nvPr>
            <p:ph sz="quarter" idx="17"/>
          </p:nvPr>
        </p:nvSpPr>
        <p:spPr/>
        <p:txBody>
          <a:bodyPr/>
          <a:lstStyle/>
          <a:p>
            <a:r>
              <a:t> </a:t>
            </a:r>
          </a:p>
        </p:txBody>
      </p:sp>
      <p:sp>
        <p:nvSpPr>
          <p:cNvPr id="5" name="Text Placeholder 4"/>
          <p:cNvSpPr>
            <a:spLocks noGrp="1"/>
          </p:cNvSpPr>
          <p:nvPr>
            <p:ph type="body" sz="quarter" idx="12"/>
          </p:nvPr>
        </p:nvSpPr>
        <p:spPr>
          <a:xfrm>
            <a:off x="1828800" y="182880"/>
            <a:ext cx="7086600" cy="4800600"/>
          </a:xfrm>
        </p:spPr>
        <p:txBody>
          <a:bodyPr wrap="square">
            <a:noAutofit/>
          </a:bodyPr>
          <a:lstStyle/>
          <a:p>
            <a:pPr>
              <a:lnSpc>
                <a:spcPts val="3600"/>
              </a:lnSpc>
            </a:pPr>
            <a:r>
              <a:rPr sz="3100" b="0">
                <a:solidFill>
                  <a:srgbClr val="FFFFFF"/>
                </a:solidFill>
              </a:rPr>
              <a:t>I am the bread of life. Your fathers ate the manna in the wilderness, and they died. This is the bread that comes down from heaven, so that one may eat of it and not die. I am the living bread that came down from heaven. If anyone eats of this bread, he will live forever. And the bread that I will give for the life of the world is my flesh.</a:t>
            </a:r>
            <a:endParaRPr sz="3100" b="0" i="0"/>
          </a:p>
        </p:txBody>
      </p:sp>
      <p:sp>
        <p:nvSpPr>
          <p:cNvPr id="8" name="Text Placeholder 7"/>
          <p:cNvSpPr>
            <a:spLocks noGrp="1"/>
          </p:cNvSpPr>
          <p:nvPr>
            <p:ph type="body" sz="quarter" idx="16"/>
          </p:nvPr>
        </p:nvSpPr>
        <p:spPr>
          <a:xfrm>
            <a:off x="6583680" y="5120640"/>
            <a:ext cx="2377440" cy="365760"/>
          </a:xfrm>
        </p:spPr>
        <p:txBody>
          <a:bodyPr wrap="square">
            <a:noAutofit/>
          </a:bodyPr>
          <a:lstStyle/>
          <a:p>
            <a:pPr>
              <a:lnSpc>
                <a:spcPts val="1800"/>
              </a:lnSpc>
            </a:pPr>
            <a:r>
              <a:rPr sz="1800" b="0"/>
              <a:t>John 6:48-51</a:t>
            </a:r>
            <a:endParaRPr sz="1800" b="0" i="0"/>
          </a:p>
        </p:txBody>
      </p:sp>
      <p:pic>
        <p:nvPicPr>
          <p:cNvPr id="10" name="Picture Placeholder 9" descr="eh20-eng-432.png"/>
          <p:cNvPicPr>
            <a:picLocks noGrp="1" noChangeAspect="1"/>
          </p:cNvPicPr>
          <p:nvPr>
            <p:ph type="pic" sz="quarter" idx="19"/>
          </p:nvPr>
        </p:nvPicPr>
        <p:blipFill>
          <a:blip r:embed="rId3"/>
          <a:srcRect t="459" b="459"/>
          <a:stretch>
            <a:fillRect/>
          </a:stretch>
        </p:blipFill>
        <p:spPr>
          <a:xfrm>
            <a:off x="1668537" y="5029200"/>
            <a:ext cx="1828800" cy="457200"/>
          </a:xfrm>
        </p:spPr>
      </p:pic>
      <p:sp>
        <p:nvSpPr>
          <p:cNvPr id="11" name="Content Placeholder 10"/>
          <p:cNvSpPr>
            <a:spLocks noGrp="1"/>
          </p:cNvSpPr>
          <p:nvPr>
            <p:ph sz="quarter" idx="22"/>
          </p:nvPr>
        </p:nvSpPr>
        <p:spPr>
          <a:xfrm>
            <a:off x="58311" y="2251710"/>
            <a:ext cx="1450450" cy="274320"/>
          </a:xfrm>
        </p:spPr>
        <p:txBody>
          <a:bodyPr/>
          <a:lstStyle/>
          <a:p>
            <a:r>
              <a:t> </a:t>
            </a:r>
          </a:p>
        </p:txBody>
      </p:sp>
      <p:sp>
        <p:nvSpPr>
          <p:cNvPr id="12" name="Text Placeholder 11"/>
          <p:cNvSpPr>
            <a:spLocks noGrp="1"/>
          </p:cNvSpPr>
          <p:nvPr>
            <p:ph type="body" sz="quarter" idx="21"/>
          </p:nvPr>
        </p:nvSpPr>
        <p:spPr/>
        <p:txBody>
          <a:bodyPr/>
          <a:lstStyle/>
          <a:p>
            <a:r>
              <a:rPr sz="1500" b="0"/>
              <a:t>Welcome</a:t>
            </a:r>
          </a:p>
          <a:p>
            <a:r>
              <a:rPr sz="1500" b="0"/>
              <a:t>Reading</a:t>
            </a:r>
          </a:p>
          <a:p>
            <a:r>
              <a:rPr sz="1500" b="0"/>
              <a:t>Prayer</a:t>
            </a:r>
          </a:p>
          <a:p>
            <a:r>
              <a:rPr sz="1500" b="1"/>
              <a:t>115      .</a:t>
            </a:r>
          </a:p>
          <a:p>
            <a:r>
              <a:rPr sz="1500" b="1"/>
              <a:t>950      .</a:t>
            </a:r>
          </a:p>
          <a:p>
            <a:r>
              <a:rPr sz="1500" b="1"/>
              <a:t>• </a:t>
            </a:r>
            <a:r>
              <a:rPr sz="1500" b="0"/>
              <a:t>Lord’s Supper</a:t>
            </a:r>
          </a:p>
          <a:p>
            <a:r>
              <a:rPr sz="1500" b="1"/>
              <a:t>32      .</a:t>
            </a:r>
          </a:p>
          <a:p>
            <a:r>
              <a:rPr sz="1500" b="0"/>
              <a:t>Collection</a:t>
            </a:r>
          </a:p>
          <a:p>
            <a:r>
              <a:rPr sz="1500" b="1"/>
              <a:t>500      .</a:t>
            </a:r>
          </a:p>
          <a:p>
            <a:r>
              <a:rPr sz="1500" b="0"/>
              <a:t>Sermon</a:t>
            </a:r>
          </a:p>
          <a:p>
            <a:r>
              <a:rPr sz="1500" b="1"/>
              <a:t>739      .</a:t>
            </a:r>
          </a:p>
          <a:p>
            <a:r>
              <a:rPr sz="1500" b="0"/>
              <a:t>Prayer</a:t>
            </a:r>
          </a:p>
        </p:txBody>
      </p:sp>
      <p:sp>
        <p:nvSpPr>
          <p:cNvPr id="15" name="Oval 14"/>
          <p:cNvSpPr/>
          <p:nvPr/>
        </p:nvSpPr>
        <p:spPr>
          <a:xfrm>
            <a:off x="42931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4759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65886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84174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02462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207508" y="5303520"/>
            <a:ext cx="100584" cy="1005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3903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557326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575614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93902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1219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3047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pftl-xcircle.png"/>
          <p:cNvPicPr>
            <a:picLocks noChangeAspect="1"/>
          </p:cNvPicPr>
          <p:nvPr/>
        </p:nvPicPr>
        <p:blipFill>
          <a:blip r:embed="rId4"/>
          <a:stretch>
            <a:fillRect/>
          </a:stretch>
        </p:blipFill>
        <p:spPr>
          <a:xfrm>
            <a:off x="1188720" y="1568195"/>
            <a:ext cx="274320" cy="274320"/>
          </a:xfrm>
          <a:prstGeom prst="rect">
            <a:avLst/>
          </a:prstGeom>
        </p:spPr>
      </p:pic>
      <p:pic>
        <p:nvPicPr>
          <p:cNvPr id="28" name="Picture 27" descr="pftl-xcircle.png"/>
          <p:cNvPicPr>
            <a:picLocks noChangeAspect="1"/>
          </p:cNvPicPr>
          <p:nvPr/>
        </p:nvPicPr>
        <p:blipFill>
          <a:blip r:embed="rId4"/>
          <a:stretch>
            <a:fillRect/>
          </a:stretch>
        </p:blipFill>
        <p:spPr>
          <a:xfrm>
            <a:off x="1188720" y="1911095"/>
            <a:ext cx="274320" cy="274320"/>
          </a:xfrm>
          <a:prstGeom prst="rect">
            <a:avLst/>
          </a:prstGeom>
        </p:spPr>
      </p:pic>
      <p:pic>
        <p:nvPicPr>
          <p:cNvPr id="29" name="Picture 28" descr="shs-xcircle.png"/>
          <p:cNvPicPr>
            <a:picLocks noChangeAspect="1"/>
          </p:cNvPicPr>
          <p:nvPr/>
        </p:nvPicPr>
        <p:blipFill>
          <a:blip r:embed="rId5"/>
          <a:stretch>
            <a:fillRect/>
          </a:stretch>
        </p:blipFill>
        <p:spPr>
          <a:xfrm>
            <a:off x="1188720" y="2596896"/>
            <a:ext cx="274320" cy="274320"/>
          </a:xfrm>
          <a:prstGeom prst="rect">
            <a:avLst/>
          </a:prstGeom>
        </p:spPr>
      </p:pic>
      <p:pic>
        <p:nvPicPr>
          <p:cNvPr id="30" name="Picture 29" descr="pftl-xcircle.png"/>
          <p:cNvPicPr>
            <a:picLocks noChangeAspect="1"/>
          </p:cNvPicPr>
          <p:nvPr/>
        </p:nvPicPr>
        <p:blipFill>
          <a:blip r:embed="rId4"/>
          <a:stretch>
            <a:fillRect/>
          </a:stretch>
        </p:blipFill>
        <p:spPr>
          <a:xfrm>
            <a:off x="1188720" y="3282696"/>
            <a:ext cx="274320" cy="274320"/>
          </a:xfrm>
          <a:prstGeom prst="rect">
            <a:avLst/>
          </a:prstGeom>
        </p:spPr>
      </p:pic>
      <p:pic>
        <p:nvPicPr>
          <p:cNvPr id="31" name="Picture 30" descr="pftl-xcircle.png"/>
          <p:cNvPicPr>
            <a:picLocks noChangeAspect="1"/>
          </p:cNvPicPr>
          <p:nvPr/>
        </p:nvPicPr>
        <p:blipFill>
          <a:blip r:embed="rId4"/>
          <a:stretch>
            <a:fillRect/>
          </a:stretch>
        </p:blipFill>
        <p:spPr>
          <a:xfrm>
            <a:off x="1188720" y="3968496"/>
            <a:ext cx="274320" cy="27432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jpg"/>
          <p:cNvPicPr>
            <a:picLocks noGrp="1" noChangeAspect="1"/>
          </p:cNvPicPr>
          <p:nvPr>
            <p:ph type="pic" sz="quarter" idx="10"/>
          </p:nvPr>
        </p:nvPicPr>
        <p:blipFill>
          <a:blip r:embed="rId2"/>
          <a:srcRect/>
          <a:stretch>
            <a:fillRect/>
          </a:stretch>
        </p:blipFill>
        <p:spPr>
          <a:xfrm>
            <a:off x="0" y="0"/>
            <a:ext cx="9144000" cy="5715000"/>
          </a:xfrm>
        </p:spPr>
      </p:pic>
      <p:sp>
        <p:nvSpPr>
          <p:cNvPr id="3" name="Content Placeholder 2"/>
          <p:cNvSpPr>
            <a:spLocks noGrp="1"/>
          </p:cNvSpPr>
          <p:nvPr>
            <p:ph sz="quarter" idx="17"/>
          </p:nvPr>
        </p:nvSpPr>
        <p:spPr/>
        <p:txBody>
          <a:bodyPr/>
          <a:lstStyle/>
          <a:p>
            <a:r>
              <a:t> </a:t>
            </a:r>
          </a:p>
        </p:txBody>
      </p:sp>
      <p:sp>
        <p:nvSpPr>
          <p:cNvPr id="4" name="Content Placeholder 3"/>
          <p:cNvSpPr>
            <a:spLocks noGrp="1"/>
          </p:cNvSpPr>
          <p:nvPr>
            <p:ph sz="quarter" idx="18"/>
          </p:nvPr>
        </p:nvSpPr>
        <p:spPr/>
        <p:txBody>
          <a:bodyPr/>
          <a:lstStyle/>
          <a:p>
            <a:r>
              <a:t> </a:t>
            </a:r>
          </a:p>
        </p:txBody>
      </p:sp>
      <p:sp>
        <p:nvSpPr>
          <p:cNvPr id="5" name="Text Placeholder 4"/>
          <p:cNvSpPr>
            <a:spLocks noGrp="1"/>
          </p:cNvSpPr>
          <p:nvPr>
            <p:ph type="body" sz="quarter" idx="12"/>
          </p:nvPr>
        </p:nvSpPr>
        <p:spPr>
          <a:xfrm>
            <a:off x="4206240" y="617220"/>
            <a:ext cx="2286000" cy="914400"/>
          </a:xfrm>
        </p:spPr>
        <p:txBody>
          <a:bodyPr wrap="square">
            <a:noAutofit/>
          </a:bodyPr>
          <a:lstStyle/>
          <a:p>
            <a:r>
              <a:rPr sz="6000" b="1" i="0"/>
              <a:t>32</a:t>
            </a:r>
          </a:p>
        </p:txBody>
      </p:sp>
      <p:sp>
        <p:nvSpPr>
          <p:cNvPr id="6" name="Text Placeholder 5"/>
          <p:cNvSpPr>
            <a:spLocks noGrp="1"/>
          </p:cNvSpPr>
          <p:nvPr>
            <p:ph type="body" sz="quarter" idx="13"/>
          </p:nvPr>
        </p:nvSpPr>
        <p:spPr>
          <a:xfrm>
            <a:off x="3429000" y="1531620"/>
            <a:ext cx="3840480" cy="1645920"/>
          </a:xfrm>
        </p:spPr>
        <p:txBody>
          <a:bodyPr wrap="square">
            <a:noAutofit/>
          </a:bodyPr>
          <a:lstStyle/>
          <a:p>
            <a:r>
              <a:rPr sz="3600" b="1" i="0"/>
              <a:t>THEOPHANY (HIGH ABOVE THE SERAPHIM)</a:t>
            </a:r>
          </a:p>
        </p:txBody>
      </p:sp>
      <p:sp>
        <p:nvSpPr>
          <p:cNvPr id="7" name="Text Placeholder 6"/>
          <p:cNvSpPr>
            <a:spLocks noGrp="1"/>
          </p:cNvSpPr>
          <p:nvPr>
            <p:ph type="body" sz="quarter" idx="15"/>
          </p:nvPr>
        </p:nvSpPr>
        <p:spPr>
          <a:xfrm>
            <a:off x="3749039" y="3954780"/>
            <a:ext cx="3200400" cy="640080"/>
          </a:xfrm>
        </p:spPr>
        <p:txBody>
          <a:bodyPr wrap="square">
            <a:noAutofit/>
          </a:bodyPr>
          <a:lstStyle/>
          <a:p>
            <a:r>
              <a:rPr sz="1900" b="0" i="0"/>
              <a:t>“SINGING...TO THE LORD”</a:t>
            </a:r>
          </a:p>
          <a:p>
            <a:r>
              <a:rPr sz="1900" b="0" i="0"/>
              <a:t>COLOSSIANS 3:16</a:t>
            </a:r>
          </a:p>
        </p:txBody>
      </p:sp>
      <p:sp>
        <p:nvSpPr>
          <p:cNvPr id="8" name="Text Placeholder 7"/>
          <p:cNvSpPr>
            <a:spLocks noGrp="1"/>
          </p:cNvSpPr>
          <p:nvPr>
            <p:ph type="body" sz="quarter" idx="16"/>
          </p:nvPr>
        </p:nvSpPr>
        <p:spPr/>
        <p:txBody>
          <a:bodyPr wrap="square">
            <a:noAutofit/>
          </a:bodyPr>
          <a:lstStyle/>
          <a:p>
            <a:r>
              <a:rPr sz="1200" b="0" i="0"/>
              <a:t>Theophany</a:t>
            </a:r>
          </a:p>
          <a:p>
            <a:r>
              <a:rPr sz="1200" b="0" i="0"/>
              <a:t>© 2001 David and Jimona Maravilla</a:t>
            </a:r>
          </a:p>
          <a:p>
            <a:r>
              <a:rPr sz="1200" b="0" i="0"/>
              <a:t>Tune: MAZURKA • Frederic Chopin (1829); arr. C. A. Roberts (2001)</a:t>
            </a:r>
          </a:p>
          <a:p>
            <a:r>
              <a:rPr sz="1200" b="0" i="0"/>
              <a:t>Hymn: C. A. Roberts (2001)</a:t>
            </a:r>
          </a:p>
        </p:txBody>
      </p:sp>
      <p:pic>
        <p:nvPicPr>
          <p:cNvPr id="10" name="Picture Placeholder 9" descr="eh20-eng-432.png"/>
          <p:cNvPicPr>
            <a:picLocks noGrp="1" noChangeAspect="1"/>
          </p:cNvPicPr>
          <p:nvPr>
            <p:ph type="pic" sz="quarter" idx="19"/>
          </p:nvPr>
        </p:nvPicPr>
        <p:blipFill>
          <a:blip r:embed="rId3"/>
          <a:srcRect t="459" b="459"/>
          <a:stretch>
            <a:fillRect/>
          </a:stretch>
        </p:blipFill>
        <p:spPr>
          <a:xfrm>
            <a:off x="1668537" y="5029200"/>
            <a:ext cx="1828800" cy="457200"/>
          </a:xfrm>
        </p:spPr>
      </p:pic>
      <p:sp>
        <p:nvSpPr>
          <p:cNvPr id="11" name="Content Placeholder 10"/>
          <p:cNvSpPr>
            <a:spLocks noGrp="1"/>
          </p:cNvSpPr>
          <p:nvPr>
            <p:ph sz="quarter" idx="22"/>
          </p:nvPr>
        </p:nvSpPr>
        <p:spPr>
          <a:xfrm>
            <a:off x="548640" y="2594610"/>
            <a:ext cx="914400" cy="274320"/>
          </a:xfrm>
        </p:spPr>
        <p:txBody>
          <a:bodyPr/>
          <a:lstStyle/>
          <a:p>
            <a:r>
              <a:t> </a:t>
            </a:r>
          </a:p>
        </p:txBody>
      </p:sp>
      <p:sp>
        <p:nvSpPr>
          <p:cNvPr id="12" name="Text Placeholder 11"/>
          <p:cNvSpPr>
            <a:spLocks noGrp="1"/>
          </p:cNvSpPr>
          <p:nvPr>
            <p:ph type="body" sz="quarter" idx="21"/>
          </p:nvPr>
        </p:nvSpPr>
        <p:spPr/>
        <p:txBody>
          <a:bodyPr/>
          <a:lstStyle/>
          <a:p>
            <a:r>
              <a:rPr sz="1500" b="0"/>
              <a:t>Welcome</a:t>
            </a:r>
          </a:p>
          <a:p>
            <a:r>
              <a:rPr sz="1500" b="0"/>
              <a:t>Reading</a:t>
            </a:r>
          </a:p>
          <a:p>
            <a:r>
              <a:rPr sz="1500" b="0"/>
              <a:t>Prayer</a:t>
            </a:r>
          </a:p>
          <a:p>
            <a:r>
              <a:rPr sz="1500" b="1"/>
              <a:t>115      .</a:t>
            </a:r>
          </a:p>
          <a:p>
            <a:r>
              <a:rPr sz="1500" b="1"/>
              <a:t>950      .</a:t>
            </a:r>
          </a:p>
          <a:p>
            <a:r>
              <a:rPr sz="1500" b="0"/>
              <a:t>Lord’s Supper</a:t>
            </a:r>
          </a:p>
          <a:p>
            <a:r>
              <a:rPr sz="1500" b="1"/>
              <a:t>• 32      .</a:t>
            </a:r>
          </a:p>
          <a:p>
            <a:r>
              <a:rPr sz="1500" b="0"/>
              <a:t>Collection</a:t>
            </a:r>
          </a:p>
          <a:p>
            <a:r>
              <a:rPr sz="1500" b="1"/>
              <a:t>500      .</a:t>
            </a:r>
          </a:p>
          <a:p>
            <a:r>
              <a:rPr sz="1500" b="0"/>
              <a:t>Sermon</a:t>
            </a:r>
          </a:p>
          <a:p>
            <a:r>
              <a:rPr sz="1500" b="1"/>
              <a:t>739      .</a:t>
            </a:r>
          </a:p>
          <a:p>
            <a:r>
              <a:rPr sz="1500" b="0"/>
              <a:t>Prayer</a:t>
            </a:r>
          </a:p>
        </p:txBody>
      </p:sp>
      <p:sp>
        <p:nvSpPr>
          <p:cNvPr id="15" name="Oval 14"/>
          <p:cNvSpPr/>
          <p:nvPr/>
        </p:nvSpPr>
        <p:spPr>
          <a:xfrm>
            <a:off x="42931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4759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65886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84174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02462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2075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390388" y="5303520"/>
            <a:ext cx="100584" cy="1005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557326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575614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93902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1219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3047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764024"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1</a:t>
            </a:r>
          </a:p>
        </p:txBody>
      </p:sp>
      <p:sp>
        <p:nvSpPr>
          <p:cNvPr id="28" name="Oval 27"/>
          <p:cNvSpPr/>
          <p:nvPr/>
        </p:nvSpPr>
        <p:spPr>
          <a:xfrm>
            <a:off x="5166360"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2</a:t>
            </a:r>
          </a:p>
        </p:txBody>
      </p:sp>
      <p:sp>
        <p:nvSpPr>
          <p:cNvPr id="29" name="Oval 28"/>
          <p:cNvSpPr/>
          <p:nvPr/>
        </p:nvSpPr>
        <p:spPr>
          <a:xfrm>
            <a:off x="5568696"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3</a:t>
            </a:r>
          </a:p>
        </p:txBody>
      </p:sp>
      <p:pic>
        <p:nvPicPr>
          <p:cNvPr id="30" name="Picture 29" descr="pftl-xcircle.png"/>
          <p:cNvPicPr>
            <a:picLocks noChangeAspect="1"/>
          </p:cNvPicPr>
          <p:nvPr/>
        </p:nvPicPr>
        <p:blipFill>
          <a:blip r:embed="rId4"/>
          <a:stretch>
            <a:fillRect/>
          </a:stretch>
        </p:blipFill>
        <p:spPr>
          <a:xfrm>
            <a:off x="1188720" y="1568195"/>
            <a:ext cx="274320" cy="274320"/>
          </a:xfrm>
          <a:prstGeom prst="rect">
            <a:avLst/>
          </a:prstGeom>
        </p:spPr>
      </p:pic>
      <p:pic>
        <p:nvPicPr>
          <p:cNvPr id="31" name="Picture 30" descr="pftl-xcircle.png"/>
          <p:cNvPicPr>
            <a:picLocks noChangeAspect="1"/>
          </p:cNvPicPr>
          <p:nvPr/>
        </p:nvPicPr>
        <p:blipFill>
          <a:blip r:embed="rId4"/>
          <a:stretch>
            <a:fillRect/>
          </a:stretch>
        </p:blipFill>
        <p:spPr>
          <a:xfrm>
            <a:off x="1188720" y="1911095"/>
            <a:ext cx="274320" cy="274320"/>
          </a:xfrm>
          <a:prstGeom prst="rect">
            <a:avLst/>
          </a:prstGeom>
        </p:spPr>
      </p:pic>
      <p:pic>
        <p:nvPicPr>
          <p:cNvPr id="32" name="Picture 31" descr="shs-xcircle.png"/>
          <p:cNvPicPr>
            <a:picLocks noChangeAspect="1"/>
          </p:cNvPicPr>
          <p:nvPr/>
        </p:nvPicPr>
        <p:blipFill>
          <a:blip r:embed="rId5"/>
          <a:stretch>
            <a:fillRect/>
          </a:stretch>
        </p:blipFill>
        <p:spPr>
          <a:xfrm>
            <a:off x="1188720" y="2596896"/>
            <a:ext cx="274320" cy="274320"/>
          </a:xfrm>
          <a:prstGeom prst="rect">
            <a:avLst/>
          </a:prstGeom>
        </p:spPr>
      </p:pic>
      <p:pic>
        <p:nvPicPr>
          <p:cNvPr id="33" name="Picture 32" descr="pftl-xcircle.png"/>
          <p:cNvPicPr>
            <a:picLocks noChangeAspect="1"/>
          </p:cNvPicPr>
          <p:nvPr/>
        </p:nvPicPr>
        <p:blipFill>
          <a:blip r:embed="rId4"/>
          <a:stretch>
            <a:fillRect/>
          </a:stretch>
        </p:blipFill>
        <p:spPr>
          <a:xfrm>
            <a:off x="1188720" y="3282696"/>
            <a:ext cx="274320" cy="274320"/>
          </a:xfrm>
          <a:prstGeom prst="rect">
            <a:avLst/>
          </a:prstGeom>
        </p:spPr>
      </p:pic>
      <p:pic>
        <p:nvPicPr>
          <p:cNvPr id="34" name="Picture 33" descr="pftl-xcircle.png"/>
          <p:cNvPicPr>
            <a:picLocks noChangeAspect="1"/>
          </p:cNvPicPr>
          <p:nvPr/>
        </p:nvPicPr>
        <p:blipFill>
          <a:blip r:embed="rId4"/>
          <a:stretch>
            <a:fillRect/>
          </a:stretch>
        </p:blipFill>
        <p:spPr>
          <a:xfrm>
            <a:off x="1188720" y="3968496"/>
            <a:ext cx="274320" cy="27432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7703820" y="0"/>
            <a:ext cx="1440180" cy="5715000"/>
          </a:xfrm>
        </p:spPr>
        <p:txBody>
          <a:bodyPr/>
          <a:lstStyle/>
          <a:p>
            <a:r>
              <a:t> </a:t>
            </a:r>
          </a:p>
        </p:txBody>
      </p:sp>
      <p:sp>
        <p:nvSpPr>
          <p:cNvPr id="4" name="Text Placeholder 3"/>
          <p:cNvSpPr>
            <a:spLocks noGrp="1"/>
          </p:cNvSpPr>
          <p:nvPr>
            <p:ph type="body" sz="quarter" idx="15"/>
          </p:nvPr>
        </p:nvSpPr>
        <p:spPr>
          <a:xfrm>
            <a:off x="7827264" y="548640"/>
            <a:ext cx="914400" cy="365760"/>
          </a:xfrm>
          <a:noFill/>
        </p:spPr>
        <p:txBody>
          <a:bodyPr/>
          <a:lstStyle/>
          <a:p>
            <a:r>
              <a:t>32</a:t>
            </a:r>
          </a:p>
        </p:txBody>
      </p:sp>
      <p:pic>
        <p:nvPicPr>
          <p:cNvPr id="5" name="Picture Placeholder 4" descr="shs-circle.png"/>
          <p:cNvPicPr>
            <a:picLocks noGrp="1" noChangeAspect="1"/>
          </p:cNvPicPr>
          <p:nvPr>
            <p:ph type="pic" sz="quarter" idx="14"/>
          </p:nvPr>
        </p:nvPicPr>
        <p:blipFill>
          <a:blip r:embed="rId3"/>
          <a:srcRect t="526" b="526"/>
          <a:stretch>
            <a:fillRect/>
          </a:stretch>
        </p:blipFill>
        <p:spPr>
          <a:xfrm>
            <a:off x="7827264" y="548640"/>
            <a:ext cx="365760" cy="361915"/>
          </a:xfrm>
        </p:spPr>
      </p:pic>
      <p:sp>
        <p:nvSpPr>
          <p:cNvPr id="6" name="Text Placeholder 5"/>
          <p:cNvSpPr>
            <a:spLocks noGrp="1"/>
          </p:cNvSpPr>
          <p:nvPr>
            <p:ph type="body" sz="quarter" idx="16"/>
          </p:nvPr>
        </p:nvSpPr>
        <p:spPr>
          <a:xfrm>
            <a:off x="7827264" y="1543662"/>
            <a:ext cx="1213847" cy="1164831"/>
          </a:xfrm>
        </p:spPr>
        <p:txBody>
          <a:bodyPr wrap="square">
            <a:noAutofit/>
          </a:bodyPr>
          <a:lstStyle/>
          <a:p>
            <a:r>
              <a:rPr sz="1300" b="1" i="0"/>
              <a:t>THEOPHANY (HIGH ABOVE THE SERAPHIM)</a:t>
            </a:r>
          </a:p>
        </p:txBody>
      </p:sp>
      <p:sp>
        <p:nvSpPr>
          <p:cNvPr id="7" name="Text Placeholder 6"/>
          <p:cNvSpPr>
            <a:spLocks noGrp="1"/>
          </p:cNvSpPr>
          <p:nvPr>
            <p:ph type="body" sz="quarter" idx="17"/>
          </p:nvPr>
        </p:nvSpPr>
        <p:spPr>
          <a:xfrm>
            <a:off x="7827264" y="4422523"/>
            <a:ext cx="1213399" cy="365760"/>
          </a:xfrm>
        </p:spPr>
        <p:txBody>
          <a:bodyPr wrap="square" tIns="0" bIns="0">
            <a:noAutofit/>
          </a:bodyPr>
          <a:lstStyle/>
          <a:p>
            <a:r>
              <a:rPr sz="800" b="0" i="0"/>
              <a:t>© 2014 Sumphonia Productions, LLC</a:t>
            </a:r>
          </a:p>
        </p:txBody>
      </p:sp>
      <p:pic>
        <p:nvPicPr>
          <p:cNvPr id="9" name="Picture Placeholder 8" descr="phss-088-01.png"/>
          <p:cNvPicPr>
            <a:picLocks noGrp="1" noChangeAspect="1"/>
          </p:cNvPicPr>
          <p:nvPr>
            <p:ph type="pic" sz="quarter" idx="10"/>
          </p:nvPr>
        </p:nvPicPr>
        <p:blipFill>
          <a:blip r:embed="rId4"/>
          <a:srcRect l="10" r="10"/>
          <a:stretch>
            <a:fillRect/>
          </a:stretch>
        </p:blipFill>
        <p:spPr>
          <a:xfrm>
            <a:off x="1213719" y="114300"/>
            <a:ext cx="5893600" cy="548640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7827264" y="4831811"/>
            <a:ext cx="367371" cy="365760"/>
          </a:xfrm>
        </p:spPr>
      </p:pic>
      <p:sp>
        <p:nvSpPr>
          <p:cNvPr id="14" name="Text Placeholder 13"/>
          <p:cNvSpPr>
            <a:spLocks noGrp="1"/>
          </p:cNvSpPr>
          <p:nvPr>
            <p:ph type="body" sz="quarter" idx="24"/>
          </p:nvPr>
        </p:nvSpPr>
        <p:spPr>
          <a:xfrm>
            <a:off x="710799" y="425196"/>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710799"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710799"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7703820" y="0"/>
            <a:ext cx="1440180" cy="5715000"/>
          </a:xfrm>
        </p:spPr>
        <p:txBody>
          <a:bodyPr/>
          <a:lstStyle/>
          <a:p>
            <a:r>
              <a:t> </a:t>
            </a:r>
          </a:p>
        </p:txBody>
      </p:sp>
      <p:sp>
        <p:nvSpPr>
          <p:cNvPr id="4" name="Text Placeholder 3"/>
          <p:cNvSpPr>
            <a:spLocks noGrp="1"/>
          </p:cNvSpPr>
          <p:nvPr>
            <p:ph type="body" sz="quarter" idx="15"/>
          </p:nvPr>
        </p:nvSpPr>
        <p:spPr>
          <a:xfrm>
            <a:off x="7827264" y="548640"/>
            <a:ext cx="914400" cy="365760"/>
          </a:xfrm>
          <a:noFill/>
        </p:spPr>
        <p:txBody>
          <a:bodyPr/>
          <a:lstStyle/>
          <a:p>
            <a:r>
              <a:t>32</a:t>
            </a:r>
          </a:p>
        </p:txBody>
      </p:sp>
      <p:pic>
        <p:nvPicPr>
          <p:cNvPr id="5" name="Picture Placeholder 4" descr="shs-circle.png"/>
          <p:cNvPicPr>
            <a:picLocks noGrp="1" noChangeAspect="1"/>
          </p:cNvPicPr>
          <p:nvPr>
            <p:ph type="pic" sz="quarter" idx="14"/>
          </p:nvPr>
        </p:nvPicPr>
        <p:blipFill>
          <a:blip r:embed="rId3"/>
          <a:srcRect t="526" b="526"/>
          <a:stretch>
            <a:fillRect/>
          </a:stretch>
        </p:blipFill>
        <p:spPr>
          <a:xfrm>
            <a:off x="7827264" y="548640"/>
            <a:ext cx="365760" cy="361915"/>
          </a:xfrm>
        </p:spPr>
      </p:pic>
      <p:sp>
        <p:nvSpPr>
          <p:cNvPr id="6" name="Text Placeholder 5"/>
          <p:cNvSpPr>
            <a:spLocks noGrp="1"/>
          </p:cNvSpPr>
          <p:nvPr>
            <p:ph type="body" sz="quarter" idx="16"/>
          </p:nvPr>
        </p:nvSpPr>
        <p:spPr>
          <a:xfrm>
            <a:off x="7827264" y="1543662"/>
            <a:ext cx="1213847" cy="1164831"/>
          </a:xfrm>
        </p:spPr>
        <p:txBody>
          <a:bodyPr wrap="square">
            <a:noAutofit/>
          </a:bodyPr>
          <a:lstStyle/>
          <a:p>
            <a:r>
              <a:rPr sz="1300" b="1" i="0"/>
              <a:t>THEOPHANY (HIGH ABOVE THE SERAPHIM)</a:t>
            </a:r>
          </a:p>
        </p:txBody>
      </p:sp>
      <p:sp>
        <p:nvSpPr>
          <p:cNvPr id="7" name="Text Placeholder 6"/>
          <p:cNvSpPr>
            <a:spLocks noGrp="1"/>
          </p:cNvSpPr>
          <p:nvPr>
            <p:ph type="body" sz="quarter" idx="17"/>
          </p:nvPr>
        </p:nvSpPr>
        <p:spPr>
          <a:xfrm>
            <a:off x="7827264" y="4422523"/>
            <a:ext cx="1213399" cy="365760"/>
          </a:xfrm>
        </p:spPr>
        <p:txBody>
          <a:bodyPr wrap="square" tIns="0" bIns="0">
            <a:noAutofit/>
          </a:bodyPr>
          <a:lstStyle/>
          <a:p>
            <a:r>
              <a:rPr sz="800" b="0" i="0"/>
              <a:t>© 2014 Sumphonia Productions, LLC</a:t>
            </a:r>
          </a:p>
        </p:txBody>
      </p:sp>
      <p:pic>
        <p:nvPicPr>
          <p:cNvPr id="9" name="Picture Placeholder 8" descr="phss-088-02.png"/>
          <p:cNvPicPr>
            <a:picLocks noGrp="1" noChangeAspect="1"/>
          </p:cNvPicPr>
          <p:nvPr>
            <p:ph type="pic" sz="quarter" idx="10"/>
          </p:nvPr>
        </p:nvPicPr>
        <p:blipFill>
          <a:blip r:embed="rId4"/>
          <a:srcRect l="10" r="10"/>
          <a:stretch>
            <a:fillRect/>
          </a:stretch>
        </p:blipFill>
        <p:spPr>
          <a:xfrm>
            <a:off x="1213719" y="114300"/>
            <a:ext cx="5893600" cy="548640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7827264" y="4831811"/>
            <a:ext cx="367371" cy="365760"/>
          </a:xfrm>
        </p:spPr>
      </p:pic>
      <p:sp>
        <p:nvSpPr>
          <p:cNvPr id="14" name="Text Placeholder 13"/>
          <p:cNvSpPr>
            <a:spLocks noGrp="1"/>
          </p:cNvSpPr>
          <p:nvPr>
            <p:ph type="body" sz="quarter" idx="24"/>
          </p:nvPr>
        </p:nvSpPr>
        <p:spPr>
          <a:xfrm>
            <a:off x="710799" y="425196"/>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710799"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710799"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7703820" y="0"/>
            <a:ext cx="1440180" cy="5715000"/>
          </a:xfrm>
        </p:spPr>
        <p:txBody>
          <a:bodyPr/>
          <a:lstStyle/>
          <a:p>
            <a:r>
              <a:t> </a:t>
            </a:r>
          </a:p>
        </p:txBody>
      </p:sp>
      <p:sp>
        <p:nvSpPr>
          <p:cNvPr id="4" name="Text Placeholder 3"/>
          <p:cNvSpPr>
            <a:spLocks noGrp="1"/>
          </p:cNvSpPr>
          <p:nvPr>
            <p:ph type="body" sz="quarter" idx="15"/>
          </p:nvPr>
        </p:nvSpPr>
        <p:spPr>
          <a:xfrm>
            <a:off x="7827264" y="548640"/>
            <a:ext cx="914400" cy="365760"/>
          </a:xfrm>
          <a:noFill/>
        </p:spPr>
        <p:txBody>
          <a:bodyPr/>
          <a:lstStyle/>
          <a:p>
            <a:r>
              <a:t>32</a:t>
            </a:r>
          </a:p>
        </p:txBody>
      </p:sp>
      <p:pic>
        <p:nvPicPr>
          <p:cNvPr id="5" name="Picture Placeholder 4" descr="shs-circle.png"/>
          <p:cNvPicPr>
            <a:picLocks noGrp="1" noChangeAspect="1"/>
          </p:cNvPicPr>
          <p:nvPr>
            <p:ph type="pic" sz="quarter" idx="14"/>
          </p:nvPr>
        </p:nvPicPr>
        <p:blipFill>
          <a:blip r:embed="rId3"/>
          <a:srcRect t="526" b="526"/>
          <a:stretch>
            <a:fillRect/>
          </a:stretch>
        </p:blipFill>
        <p:spPr>
          <a:xfrm>
            <a:off x="7827264" y="548640"/>
            <a:ext cx="365760" cy="361915"/>
          </a:xfrm>
        </p:spPr>
      </p:pic>
      <p:sp>
        <p:nvSpPr>
          <p:cNvPr id="6" name="Text Placeholder 5"/>
          <p:cNvSpPr>
            <a:spLocks noGrp="1"/>
          </p:cNvSpPr>
          <p:nvPr>
            <p:ph type="body" sz="quarter" idx="16"/>
          </p:nvPr>
        </p:nvSpPr>
        <p:spPr>
          <a:xfrm>
            <a:off x="7827264" y="1543662"/>
            <a:ext cx="1213847" cy="1164831"/>
          </a:xfrm>
        </p:spPr>
        <p:txBody>
          <a:bodyPr wrap="square">
            <a:noAutofit/>
          </a:bodyPr>
          <a:lstStyle/>
          <a:p>
            <a:r>
              <a:rPr sz="1300" b="1" i="0"/>
              <a:t>THEOPHANY (HIGH ABOVE THE SERAPHIM)</a:t>
            </a:r>
          </a:p>
        </p:txBody>
      </p:sp>
      <p:sp>
        <p:nvSpPr>
          <p:cNvPr id="7" name="Text Placeholder 6"/>
          <p:cNvSpPr>
            <a:spLocks noGrp="1"/>
          </p:cNvSpPr>
          <p:nvPr>
            <p:ph type="body" sz="quarter" idx="17"/>
          </p:nvPr>
        </p:nvSpPr>
        <p:spPr>
          <a:xfrm>
            <a:off x="7827264" y="4422523"/>
            <a:ext cx="1213399" cy="365760"/>
          </a:xfrm>
        </p:spPr>
        <p:txBody>
          <a:bodyPr wrap="square" tIns="0" bIns="0">
            <a:noAutofit/>
          </a:bodyPr>
          <a:lstStyle/>
          <a:p>
            <a:r>
              <a:rPr sz="800" b="0" i="0"/>
              <a:t>© 2014 Sumphonia Productions, LLC</a:t>
            </a:r>
          </a:p>
        </p:txBody>
      </p:sp>
      <p:pic>
        <p:nvPicPr>
          <p:cNvPr id="9" name="Picture Placeholder 8" descr="phss-088-03.png"/>
          <p:cNvPicPr>
            <a:picLocks noGrp="1" noChangeAspect="1"/>
          </p:cNvPicPr>
          <p:nvPr>
            <p:ph type="pic" sz="quarter" idx="10"/>
          </p:nvPr>
        </p:nvPicPr>
        <p:blipFill>
          <a:blip r:embed="rId4"/>
          <a:srcRect l="10" r="10"/>
          <a:stretch>
            <a:fillRect/>
          </a:stretch>
        </p:blipFill>
        <p:spPr>
          <a:xfrm>
            <a:off x="1213719" y="114300"/>
            <a:ext cx="5893600" cy="548640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7827264" y="4831811"/>
            <a:ext cx="367371" cy="365760"/>
          </a:xfrm>
        </p:spPr>
      </p:pic>
      <p:sp>
        <p:nvSpPr>
          <p:cNvPr id="14" name="Text Placeholder 13"/>
          <p:cNvSpPr>
            <a:spLocks noGrp="1"/>
          </p:cNvSpPr>
          <p:nvPr>
            <p:ph type="body" sz="quarter" idx="24"/>
          </p:nvPr>
        </p:nvSpPr>
        <p:spPr>
          <a:xfrm>
            <a:off x="710799" y="425196"/>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710799"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710799"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7703820" y="0"/>
            <a:ext cx="1440180" cy="5715000"/>
          </a:xfrm>
        </p:spPr>
        <p:txBody>
          <a:bodyPr/>
          <a:lstStyle/>
          <a:p>
            <a:r>
              <a:t> </a:t>
            </a:r>
          </a:p>
        </p:txBody>
      </p:sp>
      <p:sp>
        <p:nvSpPr>
          <p:cNvPr id="4" name="Text Placeholder 3"/>
          <p:cNvSpPr>
            <a:spLocks noGrp="1"/>
          </p:cNvSpPr>
          <p:nvPr>
            <p:ph type="body" sz="quarter" idx="15"/>
          </p:nvPr>
        </p:nvSpPr>
        <p:spPr>
          <a:xfrm>
            <a:off x="7827264" y="548640"/>
            <a:ext cx="914400" cy="365760"/>
          </a:xfrm>
          <a:noFill/>
        </p:spPr>
        <p:txBody>
          <a:bodyPr/>
          <a:lstStyle/>
          <a:p>
            <a:r>
              <a:t>32</a:t>
            </a:r>
          </a:p>
        </p:txBody>
      </p:sp>
      <p:pic>
        <p:nvPicPr>
          <p:cNvPr id="5" name="Picture Placeholder 4" descr="shs-circle.png"/>
          <p:cNvPicPr>
            <a:picLocks noGrp="1" noChangeAspect="1"/>
          </p:cNvPicPr>
          <p:nvPr>
            <p:ph type="pic" sz="quarter" idx="14"/>
          </p:nvPr>
        </p:nvPicPr>
        <p:blipFill>
          <a:blip r:embed="rId3"/>
          <a:srcRect t="526" b="526"/>
          <a:stretch>
            <a:fillRect/>
          </a:stretch>
        </p:blipFill>
        <p:spPr>
          <a:xfrm>
            <a:off x="7827264" y="548640"/>
            <a:ext cx="365760" cy="361915"/>
          </a:xfrm>
        </p:spPr>
      </p:pic>
      <p:sp>
        <p:nvSpPr>
          <p:cNvPr id="6" name="Text Placeholder 5"/>
          <p:cNvSpPr>
            <a:spLocks noGrp="1"/>
          </p:cNvSpPr>
          <p:nvPr>
            <p:ph type="body" sz="quarter" idx="16"/>
          </p:nvPr>
        </p:nvSpPr>
        <p:spPr>
          <a:xfrm>
            <a:off x="7827264" y="1543662"/>
            <a:ext cx="1213847" cy="1164831"/>
          </a:xfrm>
        </p:spPr>
        <p:txBody>
          <a:bodyPr wrap="square">
            <a:noAutofit/>
          </a:bodyPr>
          <a:lstStyle/>
          <a:p>
            <a:r>
              <a:rPr sz="1300" b="1" i="0"/>
              <a:t>THEOPHANY (HIGH ABOVE THE SERAPHIM)</a:t>
            </a:r>
          </a:p>
        </p:txBody>
      </p:sp>
      <p:sp>
        <p:nvSpPr>
          <p:cNvPr id="7" name="Text Placeholder 6"/>
          <p:cNvSpPr>
            <a:spLocks noGrp="1"/>
          </p:cNvSpPr>
          <p:nvPr>
            <p:ph type="body" sz="quarter" idx="17"/>
          </p:nvPr>
        </p:nvSpPr>
        <p:spPr>
          <a:xfrm>
            <a:off x="7827264" y="4422523"/>
            <a:ext cx="1213399" cy="365760"/>
          </a:xfrm>
        </p:spPr>
        <p:txBody>
          <a:bodyPr wrap="square" tIns="0" bIns="0">
            <a:noAutofit/>
          </a:bodyPr>
          <a:lstStyle/>
          <a:p>
            <a:r>
              <a:rPr sz="800" b="0" i="0"/>
              <a:t>© 2014 Sumphonia Productions, LLC</a:t>
            </a:r>
          </a:p>
        </p:txBody>
      </p:sp>
      <p:pic>
        <p:nvPicPr>
          <p:cNvPr id="9" name="Picture Placeholder 8" descr="phss-088-04.png"/>
          <p:cNvPicPr>
            <a:picLocks noGrp="1" noChangeAspect="1"/>
          </p:cNvPicPr>
          <p:nvPr>
            <p:ph type="pic" sz="quarter" idx="10"/>
          </p:nvPr>
        </p:nvPicPr>
        <p:blipFill>
          <a:blip r:embed="rId4"/>
          <a:srcRect l="10" r="10"/>
          <a:stretch>
            <a:fillRect/>
          </a:stretch>
        </p:blipFill>
        <p:spPr>
          <a:xfrm>
            <a:off x="1213719" y="114300"/>
            <a:ext cx="5893600" cy="548640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7827264" y="4831811"/>
            <a:ext cx="367371" cy="365760"/>
          </a:xfrm>
        </p:spPr>
      </p:pic>
      <p:sp>
        <p:nvSpPr>
          <p:cNvPr id="14" name="Text Placeholder 13"/>
          <p:cNvSpPr>
            <a:spLocks noGrp="1"/>
          </p:cNvSpPr>
          <p:nvPr>
            <p:ph type="body" sz="quarter" idx="24"/>
          </p:nvPr>
        </p:nvSpPr>
        <p:spPr>
          <a:xfrm>
            <a:off x="710799" y="425196"/>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710799"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710799"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7703820" y="0"/>
            <a:ext cx="1440180" cy="5715000"/>
          </a:xfrm>
        </p:spPr>
        <p:txBody>
          <a:bodyPr/>
          <a:lstStyle/>
          <a:p>
            <a:r>
              <a:t> </a:t>
            </a:r>
          </a:p>
        </p:txBody>
      </p:sp>
      <p:sp>
        <p:nvSpPr>
          <p:cNvPr id="4" name="Text Placeholder 3"/>
          <p:cNvSpPr>
            <a:spLocks noGrp="1"/>
          </p:cNvSpPr>
          <p:nvPr>
            <p:ph type="body" sz="quarter" idx="15"/>
          </p:nvPr>
        </p:nvSpPr>
        <p:spPr>
          <a:xfrm>
            <a:off x="7827264" y="548640"/>
            <a:ext cx="914400" cy="365760"/>
          </a:xfrm>
          <a:noFill/>
        </p:spPr>
        <p:txBody>
          <a:bodyPr/>
          <a:lstStyle/>
          <a:p>
            <a:r>
              <a:t>32</a:t>
            </a:r>
          </a:p>
        </p:txBody>
      </p:sp>
      <p:pic>
        <p:nvPicPr>
          <p:cNvPr id="5" name="Picture Placeholder 4" descr="shs-circle.png"/>
          <p:cNvPicPr>
            <a:picLocks noGrp="1" noChangeAspect="1"/>
          </p:cNvPicPr>
          <p:nvPr>
            <p:ph type="pic" sz="quarter" idx="14"/>
          </p:nvPr>
        </p:nvPicPr>
        <p:blipFill>
          <a:blip r:embed="rId3"/>
          <a:srcRect t="526" b="526"/>
          <a:stretch>
            <a:fillRect/>
          </a:stretch>
        </p:blipFill>
        <p:spPr>
          <a:xfrm>
            <a:off x="7827264" y="548640"/>
            <a:ext cx="365760" cy="361915"/>
          </a:xfrm>
        </p:spPr>
      </p:pic>
      <p:sp>
        <p:nvSpPr>
          <p:cNvPr id="6" name="Text Placeholder 5"/>
          <p:cNvSpPr>
            <a:spLocks noGrp="1"/>
          </p:cNvSpPr>
          <p:nvPr>
            <p:ph type="body" sz="quarter" idx="16"/>
          </p:nvPr>
        </p:nvSpPr>
        <p:spPr>
          <a:xfrm>
            <a:off x="7827264" y="1543662"/>
            <a:ext cx="1213847" cy="1164831"/>
          </a:xfrm>
        </p:spPr>
        <p:txBody>
          <a:bodyPr wrap="square">
            <a:noAutofit/>
          </a:bodyPr>
          <a:lstStyle/>
          <a:p>
            <a:r>
              <a:rPr sz="1300" b="1" i="0"/>
              <a:t>THEOPHANY (HIGH ABOVE THE SERAPHIM)</a:t>
            </a:r>
          </a:p>
        </p:txBody>
      </p:sp>
      <p:sp>
        <p:nvSpPr>
          <p:cNvPr id="7" name="Text Placeholder 6"/>
          <p:cNvSpPr>
            <a:spLocks noGrp="1"/>
          </p:cNvSpPr>
          <p:nvPr>
            <p:ph type="body" sz="quarter" idx="17"/>
          </p:nvPr>
        </p:nvSpPr>
        <p:spPr>
          <a:xfrm>
            <a:off x="7827264" y="4422523"/>
            <a:ext cx="1213399" cy="365760"/>
          </a:xfrm>
        </p:spPr>
        <p:txBody>
          <a:bodyPr wrap="square" tIns="0" bIns="0">
            <a:noAutofit/>
          </a:bodyPr>
          <a:lstStyle/>
          <a:p>
            <a:r>
              <a:rPr sz="800" b="0" i="0"/>
              <a:t>© 2014 Sumphonia Productions, LLC</a:t>
            </a:r>
          </a:p>
        </p:txBody>
      </p:sp>
      <p:pic>
        <p:nvPicPr>
          <p:cNvPr id="9" name="Picture Placeholder 8" descr="phss-088-05.png"/>
          <p:cNvPicPr>
            <a:picLocks noGrp="1" noChangeAspect="1"/>
          </p:cNvPicPr>
          <p:nvPr>
            <p:ph type="pic" sz="quarter" idx="10"/>
          </p:nvPr>
        </p:nvPicPr>
        <p:blipFill>
          <a:blip r:embed="rId4"/>
          <a:srcRect l="10" r="10"/>
          <a:stretch>
            <a:fillRect/>
          </a:stretch>
        </p:blipFill>
        <p:spPr>
          <a:xfrm>
            <a:off x="1213719" y="114300"/>
            <a:ext cx="5893600" cy="548640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7827264" y="4831811"/>
            <a:ext cx="367371" cy="365760"/>
          </a:xfrm>
        </p:spPr>
      </p:pic>
      <p:sp>
        <p:nvSpPr>
          <p:cNvPr id="14" name="Text Placeholder 13"/>
          <p:cNvSpPr>
            <a:spLocks noGrp="1"/>
          </p:cNvSpPr>
          <p:nvPr>
            <p:ph type="body" sz="quarter" idx="24"/>
          </p:nvPr>
        </p:nvSpPr>
        <p:spPr>
          <a:xfrm>
            <a:off x="710799"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710799" y="864108"/>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710799"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7703820" y="0"/>
            <a:ext cx="1440180" cy="5715000"/>
          </a:xfrm>
        </p:spPr>
        <p:txBody>
          <a:bodyPr/>
          <a:lstStyle/>
          <a:p>
            <a:r>
              <a:t> </a:t>
            </a:r>
          </a:p>
        </p:txBody>
      </p:sp>
      <p:sp>
        <p:nvSpPr>
          <p:cNvPr id="4" name="Text Placeholder 3"/>
          <p:cNvSpPr>
            <a:spLocks noGrp="1"/>
          </p:cNvSpPr>
          <p:nvPr>
            <p:ph type="body" sz="quarter" idx="15"/>
          </p:nvPr>
        </p:nvSpPr>
        <p:spPr>
          <a:xfrm>
            <a:off x="7827264" y="548640"/>
            <a:ext cx="914400" cy="365760"/>
          </a:xfrm>
          <a:noFill/>
        </p:spPr>
        <p:txBody>
          <a:bodyPr/>
          <a:lstStyle/>
          <a:p>
            <a:r>
              <a:t>32</a:t>
            </a:r>
          </a:p>
        </p:txBody>
      </p:sp>
      <p:pic>
        <p:nvPicPr>
          <p:cNvPr id="5" name="Picture Placeholder 4" descr="shs-circle.png"/>
          <p:cNvPicPr>
            <a:picLocks noGrp="1" noChangeAspect="1"/>
          </p:cNvPicPr>
          <p:nvPr>
            <p:ph type="pic" sz="quarter" idx="14"/>
          </p:nvPr>
        </p:nvPicPr>
        <p:blipFill>
          <a:blip r:embed="rId3"/>
          <a:srcRect t="526" b="526"/>
          <a:stretch>
            <a:fillRect/>
          </a:stretch>
        </p:blipFill>
        <p:spPr>
          <a:xfrm>
            <a:off x="7827264" y="548640"/>
            <a:ext cx="365760" cy="361915"/>
          </a:xfrm>
        </p:spPr>
      </p:pic>
      <p:sp>
        <p:nvSpPr>
          <p:cNvPr id="6" name="Text Placeholder 5"/>
          <p:cNvSpPr>
            <a:spLocks noGrp="1"/>
          </p:cNvSpPr>
          <p:nvPr>
            <p:ph type="body" sz="quarter" idx="16"/>
          </p:nvPr>
        </p:nvSpPr>
        <p:spPr>
          <a:xfrm>
            <a:off x="7827264" y="1543662"/>
            <a:ext cx="1213847" cy="1164831"/>
          </a:xfrm>
        </p:spPr>
        <p:txBody>
          <a:bodyPr wrap="square">
            <a:noAutofit/>
          </a:bodyPr>
          <a:lstStyle/>
          <a:p>
            <a:r>
              <a:rPr sz="1300" b="1" i="0"/>
              <a:t>THEOPHANY (HIGH ABOVE THE SERAPHIM)</a:t>
            </a:r>
          </a:p>
        </p:txBody>
      </p:sp>
      <p:sp>
        <p:nvSpPr>
          <p:cNvPr id="7" name="Text Placeholder 6"/>
          <p:cNvSpPr>
            <a:spLocks noGrp="1"/>
          </p:cNvSpPr>
          <p:nvPr>
            <p:ph type="body" sz="quarter" idx="17"/>
          </p:nvPr>
        </p:nvSpPr>
        <p:spPr>
          <a:xfrm>
            <a:off x="7827264" y="4422523"/>
            <a:ext cx="1213399" cy="365760"/>
          </a:xfrm>
        </p:spPr>
        <p:txBody>
          <a:bodyPr wrap="square" tIns="0" bIns="0">
            <a:noAutofit/>
          </a:bodyPr>
          <a:lstStyle/>
          <a:p>
            <a:r>
              <a:rPr sz="800" b="0" i="0"/>
              <a:t>© 2014 Sumphonia Productions, LLC</a:t>
            </a:r>
          </a:p>
        </p:txBody>
      </p:sp>
      <p:pic>
        <p:nvPicPr>
          <p:cNvPr id="9" name="Picture Placeholder 8" descr="phss-088-06.png"/>
          <p:cNvPicPr>
            <a:picLocks noGrp="1" noChangeAspect="1"/>
          </p:cNvPicPr>
          <p:nvPr>
            <p:ph type="pic" sz="quarter" idx="10"/>
          </p:nvPr>
        </p:nvPicPr>
        <p:blipFill>
          <a:blip r:embed="rId4"/>
          <a:srcRect l="10" r="10"/>
          <a:stretch>
            <a:fillRect/>
          </a:stretch>
        </p:blipFill>
        <p:spPr>
          <a:xfrm>
            <a:off x="1213719" y="114300"/>
            <a:ext cx="5893600" cy="548640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7827264" y="4831811"/>
            <a:ext cx="367371" cy="365760"/>
          </a:xfrm>
        </p:spPr>
      </p:pic>
      <p:sp>
        <p:nvSpPr>
          <p:cNvPr id="14" name="Text Placeholder 13"/>
          <p:cNvSpPr>
            <a:spLocks noGrp="1"/>
          </p:cNvSpPr>
          <p:nvPr>
            <p:ph type="body" sz="quarter" idx="24"/>
          </p:nvPr>
        </p:nvSpPr>
        <p:spPr>
          <a:xfrm>
            <a:off x="710799"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710799" y="864108"/>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710799"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7703820" y="0"/>
            <a:ext cx="1440180" cy="5715000"/>
          </a:xfrm>
        </p:spPr>
        <p:txBody>
          <a:bodyPr/>
          <a:lstStyle/>
          <a:p>
            <a:r>
              <a:t> </a:t>
            </a:r>
          </a:p>
        </p:txBody>
      </p:sp>
      <p:sp>
        <p:nvSpPr>
          <p:cNvPr id="4" name="Text Placeholder 3"/>
          <p:cNvSpPr>
            <a:spLocks noGrp="1"/>
          </p:cNvSpPr>
          <p:nvPr>
            <p:ph type="body" sz="quarter" idx="15"/>
          </p:nvPr>
        </p:nvSpPr>
        <p:spPr>
          <a:xfrm>
            <a:off x="7827264" y="548640"/>
            <a:ext cx="914400" cy="365760"/>
          </a:xfrm>
          <a:noFill/>
        </p:spPr>
        <p:txBody>
          <a:bodyPr/>
          <a:lstStyle/>
          <a:p>
            <a:r>
              <a:t>32</a:t>
            </a:r>
          </a:p>
        </p:txBody>
      </p:sp>
      <p:pic>
        <p:nvPicPr>
          <p:cNvPr id="5" name="Picture Placeholder 4" descr="shs-circle.png"/>
          <p:cNvPicPr>
            <a:picLocks noGrp="1" noChangeAspect="1"/>
          </p:cNvPicPr>
          <p:nvPr>
            <p:ph type="pic" sz="quarter" idx="14"/>
          </p:nvPr>
        </p:nvPicPr>
        <p:blipFill>
          <a:blip r:embed="rId3"/>
          <a:srcRect t="526" b="526"/>
          <a:stretch>
            <a:fillRect/>
          </a:stretch>
        </p:blipFill>
        <p:spPr>
          <a:xfrm>
            <a:off x="7827264" y="548640"/>
            <a:ext cx="365760" cy="361915"/>
          </a:xfrm>
        </p:spPr>
      </p:pic>
      <p:sp>
        <p:nvSpPr>
          <p:cNvPr id="6" name="Text Placeholder 5"/>
          <p:cNvSpPr>
            <a:spLocks noGrp="1"/>
          </p:cNvSpPr>
          <p:nvPr>
            <p:ph type="body" sz="quarter" idx="16"/>
          </p:nvPr>
        </p:nvSpPr>
        <p:spPr>
          <a:xfrm>
            <a:off x="7827264" y="1543662"/>
            <a:ext cx="1213847" cy="1164831"/>
          </a:xfrm>
        </p:spPr>
        <p:txBody>
          <a:bodyPr wrap="square">
            <a:noAutofit/>
          </a:bodyPr>
          <a:lstStyle/>
          <a:p>
            <a:r>
              <a:rPr sz="1300" b="1" i="0"/>
              <a:t>THEOPHANY (HIGH ABOVE THE SERAPHIM)</a:t>
            </a:r>
          </a:p>
        </p:txBody>
      </p:sp>
      <p:sp>
        <p:nvSpPr>
          <p:cNvPr id="7" name="Text Placeholder 6"/>
          <p:cNvSpPr>
            <a:spLocks noGrp="1"/>
          </p:cNvSpPr>
          <p:nvPr>
            <p:ph type="body" sz="quarter" idx="17"/>
          </p:nvPr>
        </p:nvSpPr>
        <p:spPr>
          <a:xfrm>
            <a:off x="7827264" y="4422523"/>
            <a:ext cx="1213399" cy="365760"/>
          </a:xfrm>
        </p:spPr>
        <p:txBody>
          <a:bodyPr wrap="square" tIns="0" bIns="0">
            <a:noAutofit/>
          </a:bodyPr>
          <a:lstStyle/>
          <a:p>
            <a:r>
              <a:rPr sz="800" b="0" i="0"/>
              <a:t>© 2014 Sumphonia Productions, LLC</a:t>
            </a:r>
          </a:p>
        </p:txBody>
      </p:sp>
      <p:pic>
        <p:nvPicPr>
          <p:cNvPr id="9" name="Picture Placeholder 8" descr="phss-088-07.png"/>
          <p:cNvPicPr>
            <a:picLocks noGrp="1" noChangeAspect="1"/>
          </p:cNvPicPr>
          <p:nvPr>
            <p:ph type="pic" sz="quarter" idx="10"/>
          </p:nvPr>
        </p:nvPicPr>
        <p:blipFill>
          <a:blip r:embed="rId4"/>
          <a:srcRect l="10" r="10"/>
          <a:stretch>
            <a:fillRect/>
          </a:stretch>
        </p:blipFill>
        <p:spPr>
          <a:xfrm>
            <a:off x="1213719" y="114300"/>
            <a:ext cx="5893600" cy="548640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7827264" y="4831811"/>
            <a:ext cx="367371" cy="365760"/>
          </a:xfrm>
        </p:spPr>
      </p:pic>
      <p:sp>
        <p:nvSpPr>
          <p:cNvPr id="14" name="Text Placeholder 13"/>
          <p:cNvSpPr>
            <a:spLocks noGrp="1"/>
          </p:cNvSpPr>
          <p:nvPr>
            <p:ph type="body" sz="quarter" idx="24"/>
          </p:nvPr>
        </p:nvSpPr>
        <p:spPr>
          <a:xfrm>
            <a:off x="710799"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710799" y="864108"/>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710799"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7703820" y="0"/>
            <a:ext cx="1440180" cy="5715000"/>
          </a:xfrm>
        </p:spPr>
        <p:txBody>
          <a:bodyPr/>
          <a:lstStyle/>
          <a:p>
            <a:r>
              <a:t> </a:t>
            </a:r>
          </a:p>
        </p:txBody>
      </p:sp>
      <p:sp>
        <p:nvSpPr>
          <p:cNvPr id="4" name="Text Placeholder 3"/>
          <p:cNvSpPr>
            <a:spLocks noGrp="1"/>
          </p:cNvSpPr>
          <p:nvPr>
            <p:ph type="body" sz="quarter" idx="15"/>
          </p:nvPr>
        </p:nvSpPr>
        <p:spPr>
          <a:xfrm>
            <a:off x="7827264" y="548640"/>
            <a:ext cx="914400" cy="365760"/>
          </a:xfrm>
          <a:noFill/>
        </p:spPr>
        <p:txBody>
          <a:bodyPr/>
          <a:lstStyle/>
          <a:p>
            <a:r>
              <a:t>32</a:t>
            </a:r>
          </a:p>
        </p:txBody>
      </p:sp>
      <p:pic>
        <p:nvPicPr>
          <p:cNvPr id="5" name="Picture Placeholder 4" descr="shs-circle.png"/>
          <p:cNvPicPr>
            <a:picLocks noGrp="1" noChangeAspect="1"/>
          </p:cNvPicPr>
          <p:nvPr>
            <p:ph type="pic" sz="quarter" idx="14"/>
          </p:nvPr>
        </p:nvPicPr>
        <p:blipFill>
          <a:blip r:embed="rId3"/>
          <a:srcRect t="526" b="526"/>
          <a:stretch>
            <a:fillRect/>
          </a:stretch>
        </p:blipFill>
        <p:spPr>
          <a:xfrm>
            <a:off x="7827264" y="548640"/>
            <a:ext cx="365760" cy="361915"/>
          </a:xfrm>
        </p:spPr>
      </p:pic>
      <p:sp>
        <p:nvSpPr>
          <p:cNvPr id="6" name="Text Placeholder 5"/>
          <p:cNvSpPr>
            <a:spLocks noGrp="1"/>
          </p:cNvSpPr>
          <p:nvPr>
            <p:ph type="body" sz="quarter" idx="16"/>
          </p:nvPr>
        </p:nvSpPr>
        <p:spPr>
          <a:xfrm>
            <a:off x="7827264" y="1543662"/>
            <a:ext cx="1213847" cy="1164831"/>
          </a:xfrm>
        </p:spPr>
        <p:txBody>
          <a:bodyPr wrap="square">
            <a:noAutofit/>
          </a:bodyPr>
          <a:lstStyle/>
          <a:p>
            <a:r>
              <a:rPr sz="1300" b="1" i="0"/>
              <a:t>THEOPHANY (HIGH ABOVE THE SERAPHIM)</a:t>
            </a:r>
          </a:p>
        </p:txBody>
      </p:sp>
      <p:sp>
        <p:nvSpPr>
          <p:cNvPr id="7" name="Text Placeholder 6"/>
          <p:cNvSpPr>
            <a:spLocks noGrp="1"/>
          </p:cNvSpPr>
          <p:nvPr>
            <p:ph type="body" sz="quarter" idx="17"/>
          </p:nvPr>
        </p:nvSpPr>
        <p:spPr>
          <a:xfrm>
            <a:off x="7827264" y="4422523"/>
            <a:ext cx="1213399" cy="365760"/>
          </a:xfrm>
        </p:spPr>
        <p:txBody>
          <a:bodyPr wrap="square" tIns="0" bIns="0">
            <a:noAutofit/>
          </a:bodyPr>
          <a:lstStyle/>
          <a:p>
            <a:r>
              <a:rPr sz="800" b="0" i="0"/>
              <a:t>© 2014 Sumphonia Productions, LLC</a:t>
            </a:r>
          </a:p>
        </p:txBody>
      </p:sp>
      <p:pic>
        <p:nvPicPr>
          <p:cNvPr id="9" name="Picture Placeholder 8" descr="phss-088-08.png"/>
          <p:cNvPicPr>
            <a:picLocks noGrp="1" noChangeAspect="1"/>
          </p:cNvPicPr>
          <p:nvPr>
            <p:ph type="pic" sz="quarter" idx="10"/>
          </p:nvPr>
        </p:nvPicPr>
        <p:blipFill>
          <a:blip r:embed="rId4"/>
          <a:srcRect l="10" r="10"/>
          <a:stretch>
            <a:fillRect/>
          </a:stretch>
        </p:blipFill>
        <p:spPr>
          <a:xfrm>
            <a:off x="1213719" y="114300"/>
            <a:ext cx="5893600" cy="548640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7827264" y="4831811"/>
            <a:ext cx="367371" cy="365760"/>
          </a:xfrm>
        </p:spPr>
      </p:pic>
      <p:sp>
        <p:nvSpPr>
          <p:cNvPr id="14" name="Text Placeholder 13"/>
          <p:cNvSpPr>
            <a:spLocks noGrp="1"/>
          </p:cNvSpPr>
          <p:nvPr>
            <p:ph type="body" sz="quarter" idx="24"/>
          </p:nvPr>
        </p:nvSpPr>
        <p:spPr>
          <a:xfrm>
            <a:off x="710799"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710799" y="864108"/>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710799" y="1303020"/>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7703820" y="0"/>
            <a:ext cx="1440180" cy="5715000"/>
          </a:xfrm>
        </p:spPr>
        <p:txBody>
          <a:bodyPr/>
          <a:lstStyle/>
          <a:p>
            <a:r>
              <a:t> </a:t>
            </a:r>
          </a:p>
        </p:txBody>
      </p:sp>
      <p:sp>
        <p:nvSpPr>
          <p:cNvPr id="4" name="Text Placeholder 3"/>
          <p:cNvSpPr>
            <a:spLocks noGrp="1"/>
          </p:cNvSpPr>
          <p:nvPr>
            <p:ph type="body" sz="quarter" idx="15"/>
          </p:nvPr>
        </p:nvSpPr>
        <p:spPr>
          <a:xfrm>
            <a:off x="7827264" y="548640"/>
            <a:ext cx="914400" cy="365760"/>
          </a:xfrm>
          <a:noFill/>
        </p:spPr>
        <p:txBody>
          <a:bodyPr/>
          <a:lstStyle/>
          <a:p>
            <a:r>
              <a:t>32</a:t>
            </a:r>
          </a:p>
        </p:txBody>
      </p:sp>
      <p:pic>
        <p:nvPicPr>
          <p:cNvPr id="5" name="Picture Placeholder 4" descr="shs-circle.png"/>
          <p:cNvPicPr>
            <a:picLocks noGrp="1" noChangeAspect="1"/>
          </p:cNvPicPr>
          <p:nvPr>
            <p:ph type="pic" sz="quarter" idx="14"/>
          </p:nvPr>
        </p:nvPicPr>
        <p:blipFill>
          <a:blip r:embed="rId3"/>
          <a:srcRect t="526" b="526"/>
          <a:stretch>
            <a:fillRect/>
          </a:stretch>
        </p:blipFill>
        <p:spPr>
          <a:xfrm>
            <a:off x="7827264" y="548640"/>
            <a:ext cx="365760" cy="361915"/>
          </a:xfrm>
        </p:spPr>
      </p:pic>
      <p:sp>
        <p:nvSpPr>
          <p:cNvPr id="6" name="Text Placeholder 5"/>
          <p:cNvSpPr>
            <a:spLocks noGrp="1"/>
          </p:cNvSpPr>
          <p:nvPr>
            <p:ph type="body" sz="quarter" idx="16"/>
          </p:nvPr>
        </p:nvSpPr>
        <p:spPr>
          <a:xfrm>
            <a:off x="7827264" y="1543662"/>
            <a:ext cx="1213847" cy="1164831"/>
          </a:xfrm>
        </p:spPr>
        <p:txBody>
          <a:bodyPr wrap="square">
            <a:noAutofit/>
          </a:bodyPr>
          <a:lstStyle/>
          <a:p>
            <a:r>
              <a:rPr sz="1300" b="1" i="0"/>
              <a:t>THEOPHANY (HIGH ABOVE THE SERAPHIM)</a:t>
            </a:r>
          </a:p>
        </p:txBody>
      </p:sp>
      <p:sp>
        <p:nvSpPr>
          <p:cNvPr id="7" name="Text Placeholder 6"/>
          <p:cNvSpPr>
            <a:spLocks noGrp="1"/>
          </p:cNvSpPr>
          <p:nvPr>
            <p:ph type="body" sz="quarter" idx="17"/>
          </p:nvPr>
        </p:nvSpPr>
        <p:spPr>
          <a:xfrm>
            <a:off x="7827264" y="4422523"/>
            <a:ext cx="1213399" cy="365760"/>
          </a:xfrm>
        </p:spPr>
        <p:txBody>
          <a:bodyPr wrap="square" tIns="0" bIns="0">
            <a:noAutofit/>
          </a:bodyPr>
          <a:lstStyle/>
          <a:p>
            <a:r>
              <a:rPr sz="800" b="0" i="0"/>
              <a:t>© 2014 Sumphonia Productions, LLC</a:t>
            </a:r>
          </a:p>
        </p:txBody>
      </p:sp>
      <p:pic>
        <p:nvPicPr>
          <p:cNvPr id="9" name="Picture Placeholder 8" descr="phss-088-09.png"/>
          <p:cNvPicPr>
            <a:picLocks noGrp="1" noChangeAspect="1"/>
          </p:cNvPicPr>
          <p:nvPr>
            <p:ph type="pic" sz="quarter" idx="10"/>
          </p:nvPr>
        </p:nvPicPr>
        <p:blipFill>
          <a:blip r:embed="rId4"/>
          <a:srcRect l="10" r="10"/>
          <a:stretch>
            <a:fillRect/>
          </a:stretch>
        </p:blipFill>
        <p:spPr>
          <a:xfrm>
            <a:off x="1213719" y="114300"/>
            <a:ext cx="5893600" cy="548640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7827264" y="4831811"/>
            <a:ext cx="367371" cy="365760"/>
          </a:xfrm>
        </p:spPr>
      </p:pic>
      <p:sp>
        <p:nvSpPr>
          <p:cNvPr id="14" name="Text Placeholder 13"/>
          <p:cNvSpPr>
            <a:spLocks noGrp="1"/>
          </p:cNvSpPr>
          <p:nvPr>
            <p:ph type="body" sz="quarter" idx="24"/>
          </p:nvPr>
        </p:nvSpPr>
        <p:spPr>
          <a:xfrm>
            <a:off x="710799"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710799"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710799" y="1303020"/>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3</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7703820" y="0"/>
            <a:ext cx="1440180" cy="5715000"/>
          </a:xfrm>
        </p:spPr>
        <p:txBody>
          <a:bodyPr/>
          <a:lstStyle/>
          <a:p>
            <a:r>
              <a:t> </a:t>
            </a:r>
          </a:p>
        </p:txBody>
      </p:sp>
      <p:sp>
        <p:nvSpPr>
          <p:cNvPr id="4" name="Text Placeholder 3"/>
          <p:cNvSpPr>
            <a:spLocks noGrp="1"/>
          </p:cNvSpPr>
          <p:nvPr>
            <p:ph type="body" sz="quarter" idx="15"/>
          </p:nvPr>
        </p:nvSpPr>
        <p:spPr>
          <a:xfrm>
            <a:off x="7827264" y="548640"/>
            <a:ext cx="914400" cy="365760"/>
          </a:xfrm>
          <a:noFill/>
        </p:spPr>
        <p:txBody>
          <a:bodyPr/>
          <a:lstStyle/>
          <a:p>
            <a:r>
              <a:t>32</a:t>
            </a:r>
          </a:p>
        </p:txBody>
      </p:sp>
      <p:pic>
        <p:nvPicPr>
          <p:cNvPr id="5" name="Picture Placeholder 4" descr="shs-circle.png"/>
          <p:cNvPicPr>
            <a:picLocks noGrp="1" noChangeAspect="1"/>
          </p:cNvPicPr>
          <p:nvPr>
            <p:ph type="pic" sz="quarter" idx="14"/>
          </p:nvPr>
        </p:nvPicPr>
        <p:blipFill>
          <a:blip r:embed="rId3"/>
          <a:srcRect t="526" b="526"/>
          <a:stretch>
            <a:fillRect/>
          </a:stretch>
        </p:blipFill>
        <p:spPr>
          <a:xfrm>
            <a:off x="7827264" y="548640"/>
            <a:ext cx="365760" cy="361915"/>
          </a:xfrm>
        </p:spPr>
      </p:pic>
      <p:sp>
        <p:nvSpPr>
          <p:cNvPr id="6" name="Text Placeholder 5"/>
          <p:cNvSpPr>
            <a:spLocks noGrp="1"/>
          </p:cNvSpPr>
          <p:nvPr>
            <p:ph type="body" sz="quarter" idx="16"/>
          </p:nvPr>
        </p:nvSpPr>
        <p:spPr>
          <a:xfrm>
            <a:off x="7827264" y="1543662"/>
            <a:ext cx="1213847" cy="1164831"/>
          </a:xfrm>
        </p:spPr>
        <p:txBody>
          <a:bodyPr wrap="square">
            <a:noAutofit/>
          </a:bodyPr>
          <a:lstStyle/>
          <a:p>
            <a:r>
              <a:rPr sz="1300" b="1" i="0"/>
              <a:t>THEOPHANY (HIGH ABOVE THE SERAPHIM)</a:t>
            </a:r>
          </a:p>
        </p:txBody>
      </p:sp>
      <p:sp>
        <p:nvSpPr>
          <p:cNvPr id="7" name="Text Placeholder 6"/>
          <p:cNvSpPr>
            <a:spLocks noGrp="1"/>
          </p:cNvSpPr>
          <p:nvPr>
            <p:ph type="body" sz="quarter" idx="17"/>
          </p:nvPr>
        </p:nvSpPr>
        <p:spPr>
          <a:xfrm>
            <a:off x="7827264" y="4422523"/>
            <a:ext cx="1213399" cy="365760"/>
          </a:xfrm>
        </p:spPr>
        <p:txBody>
          <a:bodyPr wrap="square" tIns="0" bIns="0">
            <a:noAutofit/>
          </a:bodyPr>
          <a:lstStyle/>
          <a:p>
            <a:r>
              <a:rPr sz="800" b="0" i="0"/>
              <a:t>© 2014 Sumphonia Productions, LLC</a:t>
            </a:r>
          </a:p>
        </p:txBody>
      </p:sp>
      <p:pic>
        <p:nvPicPr>
          <p:cNvPr id="9" name="Picture Placeholder 8" descr="phss-088-10.png"/>
          <p:cNvPicPr>
            <a:picLocks noGrp="1" noChangeAspect="1"/>
          </p:cNvPicPr>
          <p:nvPr>
            <p:ph type="pic" sz="quarter" idx="10"/>
          </p:nvPr>
        </p:nvPicPr>
        <p:blipFill>
          <a:blip r:embed="rId4"/>
          <a:srcRect l="10" r="10"/>
          <a:stretch>
            <a:fillRect/>
          </a:stretch>
        </p:blipFill>
        <p:spPr>
          <a:xfrm>
            <a:off x="1213719" y="114300"/>
            <a:ext cx="5893600" cy="548640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7827264" y="4831811"/>
            <a:ext cx="367371" cy="365760"/>
          </a:xfrm>
        </p:spPr>
      </p:pic>
      <p:sp>
        <p:nvSpPr>
          <p:cNvPr id="14" name="Text Placeholder 13"/>
          <p:cNvSpPr>
            <a:spLocks noGrp="1"/>
          </p:cNvSpPr>
          <p:nvPr>
            <p:ph type="body" sz="quarter" idx="24"/>
          </p:nvPr>
        </p:nvSpPr>
        <p:spPr>
          <a:xfrm>
            <a:off x="710799"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710799"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710799" y="1303020"/>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3</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7703820" y="0"/>
            <a:ext cx="1440180" cy="5715000"/>
          </a:xfrm>
        </p:spPr>
        <p:txBody>
          <a:bodyPr/>
          <a:lstStyle/>
          <a:p>
            <a:r>
              <a:t> </a:t>
            </a:r>
          </a:p>
        </p:txBody>
      </p:sp>
      <p:sp>
        <p:nvSpPr>
          <p:cNvPr id="4" name="Text Placeholder 3"/>
          <p:cNvSpPr>
            <a:spLocks noGrp="1"/>
          </p:cNvSpPr>
          <p:nvPr>
            <p:ph type="body" sz="quarter" idx="15"/>
          </p:nvPr>
        </p:nvSpPr>
        <p:spPr>
          <a:xfrm>
            <a:off x="7827264" y="548640"/>
            <a:ext cx="914400" cy="365760"/>
          </a:xfrm>
          <a:noFill/>
        </p:spPr>
        <p:txBody>
          <a:bodyPr/>
          <a:lstStyle/>
          <a:p>
            <a:r>
              <a:t>32</a:t>
            </a:r>
          </a:p>
        </p:txBody>
      </p:sp>
      <p:pic>
        <p:nvPicPr>
          <p:cNvPr id="5" name="Picture Placeholder 4" descr="shs-circle.png"/>
          <p:cNvPicPr>
            <a:picLocks noGrp="1" noChangeAspect="1"/>
          </p:cNvPicPr>
          <p:nvPr>
            <p:ph type="pic" sz="quarter" idx="14"/>
          </p:nvPr>
        </p:nvPicPr>
        <p:blipFill>
          <a:blip r:embed="rId3"/>
          <a:srcRect t="526" b="526"/>
          <a:stretch>
            <a:fillRect/>
          </a:stretch>
        </p:blipFill>
        <p:spPr>
          <a:xfrm>
            <a:off x="7827264" y="548640"/>
            <a:ext cx="365760" cy="361915"/>
          </a:xfrm>
        </p:spPr>
      </p:pic>
      <p:sp>
        <p:nvSpPr>
          <p:cNvPr id="6" name="Text Placeholder 5"/>
          <p:cNvSpPr>
            <a:spLocks noGrp="1"/>
          </p:cNvSpPr>
          <p:nvPr>
            <p:ph type="body" sz="quarter" idx="16"/>
          </p:nvPr>
        </p:nvSpPr>
        <p:spPr>
          <a:xfrm>
            <a:off x="7827264" y="1543662"/>
            <a:ext cx="1213847" cy="1164831"/>
          </a:xfrm>
        </p:spPr>
        <p:txBody>
          <a:bodyPr wrap="square">
            <a:noAutofit/>
          </a:bodyPr>
          <a:lstStyle/>
          <a:p>
            <a:r>
              <a:rPr sz="1300" b="1" i="0"/>
              <a:t>THEOPHANY (HIGH ABOVE THE SERAPHIM)</a:t>
            </a:r>
          </a:p>
        </p:txBody>
      </p:sp>
      <p:sp>
        <p:nvSpPr>
          <p:cNvPr id="7" name="Text Placeholder 6"/>
          <p:cNvSpPr>
            <a:spLocks noGrp="1"/>
          </p:cNvSpPr>
          <p:nvPr>
            <p:ph type="body" sz="quarter" idx="17"/>
          </p:nvPr>
        </p:nvSpPr>
        <p:spPr>
          <a:xfrm>
            <a:off x="7827264" y="4422523"/>
            <a:ext cx="1213399" cy="365760"/>
          </a:xfrm>
        </p:spPr>
        <p:txBody>
          <a:bodyPr wrap="square" tIns="0" bIns="0">
            <a:noAutofit/>
          </a:bodyPr>
          <a:lstStyle/>
          <a:p>
            <a:r>
              <a:rPr sz="800" b="0" i="0"/>
              <a:t>© 2014 Sumphonia Productions, LLC</a:t>
            </a:r>
          </a:p>
        </p:txBody>
      </p:sp>
      <p:pic>
        <p:nvPicPr>
          <p:cNvPr id="9" name="Picture Placeholder 8" descr="phss-088-11.png"/>
          <p:cNvPicPr>
            <a:picLocks noGrp="1" noChangeAspect="1"/>
          </p:cNvPicPr>
          <p:nvPr>
            <p:ph type="pic" sz="quarter" idx="10"/>
          </p:nvPr>
        </p:nvPicPr>
        <p:blipFill>
          <a:blip r:embed="rId4"/>
          <a:srcRect l="10" r="10"/>
          <a:stretch>
            <a:fillRect/>
          </a:stretch>
        </p:blipFill>
        <p:spPr>
          <a:xfrm>
            <a:off x="1213719" y="114300"/>
            <a:ext cx="5893600" cy="548640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7827264" y="4831811"/>
            <a:ext cx="367371" cy="365760"/>
          </a:xfrm>
        </p:spPr>
      </p:pic>
      <p:sp>
        <p:nvSpPr>
          <p:cNvPr id="14" name="Text Placeholder 13"/>
          <p:cNvSpPr>
            <a:spLocks noGrp="1"/>
          </p:cNvSpPr>
          <p:nvPr>
            <p:ph type="body" sz="quarter" idx="24"/>
          </p:nvPr>
        </p:nvSpPr>
        <p:spPr>
          <a:xfrm>
            <a:off x="710799"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710799"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710799" y="1303020"/>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3</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7703820" y="0"/>
            <a:ext cx="1440180" cy="5715000"/>
          </a:xfrm>
        </p:spPr>
        <p:txBody>
          <a:bodyPr/>
          <a:lstStyle/>
          <a:p>
            <a:r>
              <a:t> </a:t>
            </a:r>
          </a:p>
        </p:txBody>
      </p:sp>
      <p:sp>
        <p:nvSpPr>
          <p:cNvPr id="4" name="Text Placeholder 3"/>
          <p:cNvSpPr>
            <a:spLocks noGrp="1"/>
          </p:cNvSpPr>
          <p:nvPr>
            <p:ph type="body" sz="quarter" idx="15"/>
          </p:nvPr>
        </p:nvSpPr>
        <p:spPr>
          <a:xfrm>
            <a:off x="7827264" y="548640"/>
            <a:ext cx="914400" cy="365760"/>
          </a:xfrm>
          <a:noFill/>
        </p:spPr>
        <p:txBody>
          <a:bodyPr/>
          <a:lstStyle/>
          <a:p>
            <a:r>
              <a:t>32</a:t>
            </a:r>
          </a:p>
        </p:txBody>
      </p:sp>
      <p:pic>
        <p:nvPicPr>
          <p:cNvPr id="5" name="Picture Placeholder 4" descr="shs-circle.png"/>
          <p:cNvPicPr>
            <a:picLocks noGrp="1" noChangeAspect="1"/>
          </p:cNvPicPr>
          <p:nvPr>
            <p:ph type="pic" sz="quarter" idx="14"/>
          </p:nvPr>
        </p:nvPicPr>
        <p:blipFill>
          <a:blip r:embed="rId3"/>
          <a:srcRect t="526" b="526"/>
          <a:stretch>
            <a:fillRect/>
          </a:stretch>
        </p:blipFill>
        <p:spPr>
          <a:xfrm>
            <a:off x="7827264" y="548640"/>
            <a:ext cx="365760" cy="361915"/>
          </a:xfrm>
        </p:spPr>
      </p:pic>
      <p:sp>
        <p:nvSpPr>
          <p:cNvPr id="6" name="Text Placeholder 5"/>
          <p:cNvSpPr>
            <a:spLocks noGrp="1"/>
          </p:cNvSpPr>
          <p:nvPr>
            <p:ph type="body" sz="quarter" idx="16"/>
          </p:nvPr>
        </p:nvSpPr>
        <p:spPr>
          <a:xfrm>
            <a:off x="7827264" y="1543662"/>
            <a:ext cx="1213847" cy="1164831"/>
          </a:xfrm>
        </p:spPr>
        <p:txBody>
          <a:bodyPr wrap="square">
            <a:noAutofit/>
          </a:bodyPr>
          <a:lstStyle/>
          <a:p>
            <a:r>
              <a:rPr sz="1300" b="1" i="0"/>
              <a:t>THEOPHANY (HIGH ABOVE THE SERAPHIM)</a:t>
            </a:r>
          </a:p>
        </p:txBody>
      </p:sp>
      <p:sp>
        <p:nvSpPr>
          <p:cNvPr id="7" name="Text Placeholder 6"/>
          <p:cNvSpPr>
            <a:spLocks noGrp="1"/>
          </p:cNvSpPr>
          <p:nvPr>
            <p:ph type="body" sz="quarter" idx="17"/>
          </p:nvPr>
        </p:nvSpPr>
        <p:spPr>
          <a:xfrm>
            <a:off x="7827264" y="4422523"/>
            <a:ext cx="1213399" cy="365760"/>
          </a:xfrm>
        </p:spPr>
        <p:txBody>
          <a:bodyPr wrap="square" tIns="0" bIns="0">
            <a:noAutofit/>
          </a:bodyPr>
          <a:lstStyle/>
          <a:p>
            <a:r>
              <a:rPr sz="800" b="0" i="0"/>
              <a:t>© 2014 Sumphonia Productions, LLC</a:t>
            </a:r>
          </a:p>
        </p:txBody>
      </p:sp>
      <p:pic>
        <p:nvPicPr>
          <p:cNvPr id="9" name="Picture Placeholder 8" descr="phss-088-12.png"/>
          <p:cNvPicPr>
            <a:picLocks noGrp="1" noChangeAspect="1"/>
          </p:cNvPicPr>
          <p:nvPr>
            <p:ph type="pic" sz="quarter" idx="10"/>
          </p:nvPr>
        </p:nvPicPr>
        <p:blipFill>
          <a:blip r:embed="rId4"/>
          <a:srcRect l="10" r="10"/>
          <a:stretch>
            <a:fillRect/>
          </a:stretch>
        </p:blipFill>
        <p:spPr>
          <a:xfrm>
            <a:off x="1213719" y="114300"/>
            <a:ext cx="5893600" cy="5486400"/>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7827264" y="4831811"/>
            <a:ext cx="367371" cy="365760"/>
          </a:xfrm>
        </p:spPr>
      </p:pic>
      <p:sp>
        <p:nvSpPr>
          <p:cNvPr id="14" name="Text Placeholder 13"/>
          <p:cNvSpPr>
            <a:spLocks noGrp="1"/>
          </p:cNvSpPr>
          <p:nvPr>
            <p:ph type="body" sz="quarter" idx="24"/>
          </p:nvPr>
        </p:nvSpPr>
        <p:spPr>
          <a:xfrm>
            <a:off x="710799" y="425196"/>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710799" y="864108"/>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710799" y="1303020"/>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3</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giving-map.jpg"/>
          <p:cNvPicPr>
            <a:picLocks noGrp="1" noChangeAspect="1"/>
          </p:cNvPicPr>
          <p:nvPr>
            <p:ph type="pic" sz="quarter" idx="10"/>
          </p:nvPr>
        </p:nvPicPr>
        <p:blipFill>
          <a:blip r:embed="rId2"/>
          <a:srcRect/>
          <a:stretch>
            <a:fillRect/>
          </a:stretch>
        </p:blipFill>
        <p:spPr>
          <a:xfrm>
            <a:off x="0" y="0"/>
            <a:ext cx="9144000" cy="5715000"/>
          </a:xfrm>
        </p:spPr>
      </p:pic>
      <p:sp>
        <p:nvSpPr>
          <p:cNvPr id="3" name="Content Placeholder 2"/>
          <p:cNvSpPr>
            <a:spLocks noGrp="1"/>
          </p:cNvSpPr>
          <p:nvPr>
            <p:ph sz="quarter" idx="17"/>
          </p:nvPr>
        </p:nvSpPr>
        <p:spPr/>
        <p:txBody>
          <a:bodyPr/>
          <a:lstStyle/>
          <a:p>
            <a:r>
              <a:t> </a:t>
            </a:r>
          </a:p>
        </p:txBody>
      </p:sp>
      <p:sp>
        <p:nvSpPr>
          <p:cNvPr id="4" name="Content Placeholder 3"/>
          <p:cNvSpPr>
            <a:spLocks noGrp="1"/>
          </p:cNvSpPr>
          <p:nvPr>
            <p:ph sz="quarter" idx="18"/>
          </p:nvPr>
        </p:nvSpPr>
        <p:spPr/>
        <p:txBody>
          <a:bodyPr/>
          <a:lstStyle/>
          <a:p>
            <a:r>
              <a:t> </a:t>
            </a:r>
          </a:p>
        </p:txBody>
      </p:sp>
      <p:sp>
        <p:nvSpPr>
          <p:cNvPr id="6" name="Text Placeholder 5"/>
          <p:cNvSpPr>
            <a:spLocks noGrp="1"/>
          </p:cNvSpPr>
          <p:nvPr>
            <p:ph type="body" sz="quarter" idx="13"/>
          </p:nvPr>
        </p:nvSpPr>
        <p:spPr>
          <a:xfrm>
            <a:off x="3063240" y="1101852"/>
            <a:ext cx="4572000" cy="1371600"/>
          </a:xfrm>
        </p:spPr>
        <p:txBody>
          <a:bodyPr wrap="square">
            <a:noAutofit/>
          </a:bodyPr>
          <a:lstStyle/>
          <a:p>
            <a:r>
              <a:rPr sz="8000" b="1" i="0"/>
              <a:t>GIVING</a:t>
            </a:r>
          </a:p>
        </p:txBody>
      </p:sp>
      <p:sp>
        <p:nvSpPr>
          <p:cNvPr id="7" name="Text Placeholder 6"/>
          <p:cNvSpPr>
            <a:spLocks noGrp="1"/>
          </p:cNvSpPr>
          <p:nvPr>
            <p:ph type="body" sz="quarter" idx="15"/>
          </p:nvPr>
        </p:nvSpPr>
        <p:spPr>
          <a:xfrm>
            <a:off x="3227832" y="2308860"/>
            <a:ext cx="4224528" cy="1188720"/>
          </a:xfrm>
        </p:spPr>
        <p:txBody>
          <a:bodyPr wrap="square">
            <a:noAutofit/>
          </a:bodyPr>
          <a:lstStyle/>
          <a:p>
            <a:r>
              <a:rPr sz="3600" b="1" i="0"/>
              <a:t>THE COLLECTION FOR THE SAINTS</a:t>
            </a:r>
          </a:p>
        </p:txBody>
      </p:sp>
      <p:sp>
        <p:nvSpPr>
          <p:cNvPr id="9" name="Text Placeholder 8"/>
          <p:cNvSpPr>
            <a:spLocks noGrp="1"/>
          </p:cNvSpPr>
          <p:nvPr>
            <p:ph type="body" sz="quarter" idx="20"/>
          </p:nvPr>
        </p:nvSpPr>
        <p:spPr>
          <a:xfrm>
            <a:off x="3291840" y="3589020"/>
            <a:ext cx="4133087" cy="914400"/>
          </a:xfrm>
        </p:spPr>
        <p:txBody>
          <a:bodyPr wrap="square">
            <a:noAutofit/>
          </a:bodyPr>
          <a:lstStyle/>
          <a:p>
            <a:r>
              <a:rPr sz="2000" b="0" i="0"/>
              <a:t>“FOR GOD LOVES A CHEERFUL GIVER” 2 CORINTHIANS 9:7</a:t>
            </a:r>
          </a:p>
        </p:txBody>
      </p:sp>
      <p:pic>
        <p:nvPicPr>
          <p:cNvPr id="10" name="Picture Placeholder 9" descr="eh20-eng-432.png"/>
          <p:cNvPicPr>
            <a:picLocks noGrp="1" noChangeAspect="1"/>
          </p:cNvPicPr>
          <p:nvPr>
            <p:ph type="pic" sz="quarter" idx="19"/>
          </p:nvPr>
        </p:nvPicPr>
        <p:blipFill>
          <a:blip r:embed="rId3"/>
          <a:srcRect t="459" b="459"/>
          <a:stretch>
            <a:fillRect/>
          </a:stretch>
        </p:blipFill>
        <p:spPr>
          <a:xfrm>
            <a:off x="1668537" y="5029200"/>
            <a:ext cx="1828800" cy="457200"/>
          </a:xfrm>
        </p:spPr>
      </p:pic>
      <p:sp>
        <p:nvSpPr>
          <p:cNvPr id="11" name="Content Placeholder 10"/>
          <p:cNvSpPr>
            <a:spLocks noGrp="1"/>
          </p:cNvSpPr>
          <p:nvPr>
            <p:ph sz="quarter" idx="22"/>
          </p:nvPr>
        </p:nvSpPr>
        <p:spPr>
          <a:xfrm>
            <a:off x="402335" y="2937510"/>
            <a:ext cx="1115568" cy="274320"/>
          </a:xfrm>
        </p:spPr>
        <p:txBody>
          <a:bodyPr/>
          <a:lstStyle/>
          <a:p>
            <a:r>
              <a:t> </a:t>
            </a:r>
          </a:p>
        </p:txBody>
      </p:sp>
      <p:sp>
        <p:nvSpPr>
          <p:cNvPr id="12" name="Text Placeholder 11"/>
          <p:cNvSpPr>
            <a:spLocks noGrp="1"/>
          </p:cNvSpPr>
          <p:nvPr>
            <p:ph type="body" sz="quarter" idx="21"/>
          </p:nvPr>
        </p:nvSpPr>
        <p:spPr/>
        <p:txBody>
          <a:bodyPr/>
          <a:lstStyle/>
          <a:p>
            <a:r>
              <a:rPr sz="1500" b="0"/>
              <a:t>Welcome</a:t>
            </a:r>
          </a:p>
          <a:p>
            <a:r>
              <a:rPr sz="1500" b="0"/>
              <a:t>Reading</a:t>
            </a:r>
          </a:p>
          <a:p>
            <a:r>
              <a:rPr sz="1500" b="0"/>
              <a:t>Prayer</a:t>
            </a:r>
          </a:p>
          <a:p>
            <a:r>
              <a:rPr sz="1500" b="1"/>
              <a:t>115      .</a:t>
            </a:r>
          </a:p>
          <a:p>
            <a:r>
              <a:rPr sz="1500" b="1"/>
              <a:t>950      .</a:t>
            </a:r>
          </a:p>
          <a:p>
            <a:r>
              <a:rPr sz="1500" b="0"/>
              <a:t>Lord’s Supper</a:t>
            </a:r>
          </a:p>
          <a:p>
            <a:r>
              <a:rPr sz="1500" b="1"/>
              <a:t>32      .</a:t>
            </a:r>
          </a:p>
          <a:p>
            <a:r>
              <a:rPr sz="1500" b="1"/>
              <a:t>• </a:t>
            </a:r>
            <a:r>
              <a:rPr sz="1500" b="0"/>
              <a:t>Collection</a:t>
            </a:r>
          </a:p>
          <a:p>
            <a:r>
              <a:rPr sz="1500" b="1"/>
              <a:t>500      .</a:t>
            </a:r>
          </a:p>
          <a:p>
            <a:r>
              <a:rPr sz="1500" b="0"/>
              <a:t>Sermon</a:t>
            </a:r>
          </a:p>
          <a:p>
            <a:r>
              <a:rPr sz="1500" b="1"/>
              <a:t>739      .</a:t>
            </a:r>
          </a:p>
          <a:p>
            <a:r>
              <a:rPr sz="1500" b="0"/>
              <a:t>Prayer</a:t>
            </a:r>
          </a:p>
        </p:txBody>
      </p:sp>
      <p:sp>
        <p:nvSpPr>
          <p:cNvPr id="15" name="Oval 14"/>
          <p:cNvSpPr/>
          <p:nvPr/>
        </p:nvSpPr>
        <p:spPr>
          <a:xfrm>
            <a:off x="42931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4759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65886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84174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02462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2075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3903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5573268" y="5303520"/>
            <a:ext cx="100584" cy="1005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575614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93902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1219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3047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pftl-xcircle.png"/>
          <p:cNvPicPr>
            <a:picLocks noChangeAspect="1"/>
          </p:cNvPicPr>
          <p:nvPr/>
        </p:nvPicPr>
        <p:blipFill>
          <a:blip r:embed="rId4"/>
          <a:stretch>
            <a:fillRect/>
          </a:stretch>
        </p:blipFill>
        <p:spPr>
          <a:xfrm>
            <a:off x="1188720" y="1568195"/>
            <a:ext cx="274320" cy="274320"/>
          </a:xfrm>
          <a:prstGeom prst="rect">
            <a:avLst/>
          </a:prstGeom>
        </p:spPr>
      </p:pic>
      <p:pic>
        <p:nvPicPr>
          <p:cNvPr id="28" name="Picture 27" descr="pftl-xcircle.png"/>
          <p:cNvPicPr>
            <a:picLocks noChangeAspect="1"/>
          </p:cNvPicPr>
          <p:nvPr/>
        </p:nvPicPr>
        <p:blipFill>
          <a:blip r:embed="rId4"/>
          <a:stretch>
            <a:fillRect/>
          </a:stretch>
        </p:blipFill>
        <p:spPr>
          <a:xfrm>
            <a:off x="1188720" y="1911095"/>
            <a:ext cx="274320" cy="274320"/>
          </a:xfrm>
          <a:prstGeom prst="rect">
            <a:avLst/>
          </a:prstGeom>
        </p:spPr>
      </p:pic>
      <p:pic>
        <p:nvPicPr>
          <p:cNvPr id="29" name="Picture 28" descr="shs-xcircle.png"/>
          <p:cNvPicPr>
            <a:picLocks noChangeAspect="1"/>
          </p:cNvPicPr>
          <p:nvPr/>
        </p:nvPicPr>
        <p:blipFill>
          <a:blip r:embed="rId5"/>
          <a:stretch>
            <a:fillRect/>
          </a:stretch>
        </p:blipFill>
        <p:spPr>
          <a:xfrm>
            <a:off x="1188720" y="2596896"/>
            <a:ext cx="274320" cy="274320"/>
          </a:xfrm>
          <a:prstGeom prst="rect">
            <a:avLst/>
          </a:prstGeom>
        </p:spPr>
      </p:pic>
      <p:pic>
        <p:nvPicPr>
          <p:cNvPr id="30" name="Picture 29" descr="pftl-xcircle.png"/>
          <p:cNvPicPr>
            <a:picLocks noChangeAspect="1"/>
          </p:cNvPicPr>
          <p:nvPr/>
        </p:nvPicPr>
        <p:blipFill>
          <a:blip r:embed="rId4"/>
          <a:stretch>
            <a:fillRect/>
          </a:stretch>
        </p:blipFill>
        <p:spPr>
          <a:xfrm>
            <a:off x="1188720" y="3282696"/>
            <a:ext cx="274320" cy="274320"/>
          </a:xfrm>
          <a:prstGeom prst="rect">
            <a:avLst/>
          </a:prstGeom>
        </p:spPr>
      </p:pic>
      <p:pic>
        <p:nvPicPr>
          <p:cNvPr id="31" name="Picture 30" descr="pftl-xcircle.png"/>
          <p:cNvPicPr>
            <a:picLocks noChangeAspect="1"/>
          </p:cNvPicPr>
          <p:nvPr/>
        </p:nvPicPr>
        <p:blipFill>
          <a:blip r:embed="rId4"/>
          <a:stretch>
            <a:fillRect/>
          </a:stretch>
        </p:blipFill>
        <p:spPr>
          <a:xfrm>
            <a:off x="1188720" y="3968496"/>
            <a:ext cx="274320" cy="274320"/>
          </a:xfrm>
          <a:prstGeom prst="rect">
            <a:avLst/>
          </a:prstGeom>
        </p:spPr>
      </p:pic>
    </p:spTree>
  </p:cSld>
  <p:clrMapOvr>
    <a:masterClrMapping/>
  </p:clrMapOvr>
  <p:transition spd="med" advTm="5000">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giving-map-zoom.jpg"/>
          <p:cNvPicPr>
            <a:picLocks noGrp="1" noChangeAspect="1"/>
          </p:cNvPicPr>
          <p:nvPr>
            <p:ph type="pic" sz="quarter" idx="10"/>
          </p:nvPr>
        </p:nvPicPr>
        <p:blipFill>
          <a:blip r:embed="rId2"/>
          <a:srcRect/>
          <a:stretch>
            <a:fillRect/>
          </a:stretch>
        </p:blipFill>
        <p:spPr>
          <a:xfrm>
            <a:off x="0" y="0"/>
            <a:ext cx="9144000" cy="5715000"/>
          </a:xfrm>
        </p:spPr>
      </p:pic>
      <p:sp>
        <p:nvSpPr>
          <p:cNvPr id="3" name="Content Placeholder 2"/>
          <p:cNvSpPr>
            <a:spLocks noGrp="1"/>
          </p:cNvSpPr>
          <p:nvPr>
            <p:ph sz="quarter" idx="17"/>
          </p:nvPr>
        </p:nvSpPr>
        <p:spPr/>
        <p:txBody>
          <a:bodyPr/>
          <a:lstStyle/>
          <a:p>
            <a:r>
              <a:t> </a:t>
            </a:r>
          </a:p>
        </p:txBody>
      </p:sp>
      <p:sp>
        <p:nvSpPr>
          <p:cNvPr id="5" name="Text Placeholder 4"/>
          <p:cNvSpPr>
            <a:spLocks noGrp="1"/>
          </p:cNvSpPr>
          <p:nvPr>
            <p:ph type="body" sz="quarter" idx="12"/>
          </p:nvPr>
        </p:nvSpPr>
        <p:spPr>
          <a:xfrm>
            <a:off x="1828800" y="182880"/>
            <a:ext cx="7086600" cy="4800600"/>
          </a:xfrm>
        </p:spPr>
        <p:txBody>
          <a:bodyPr wrap="square">
            <a:noAutofit/>
          </a:bodyPr>
          <a:lstStyle/>
          <a:p>
            <a:pPr>
              <a:lnSpc>
                <a:spcPts val="4600"/>
              </a:lnSpc>
            </a:pPr>
            <a:r>
              <a:rPr sz="4100" b="0">
                <a:solidFill>
                  <a:srgbClr val="FFFFFF"/>
                </a:solidFill>
              </a:rPr>
              <a:t>“I have shown you in every way, by laboring like this, that you must support the weak. And remember the words of the Lord Jesus, that He said, ‘It is more blessed to give than to receive.’”</a:t>
            </a:r>
            <a:endParaRPr sz="4100" b="0" i="0"/>
          </a:p>
        </p:txBody>
      </p:sp>
      <p:sp>
        <p:nvSpPr>
          <p:cNvPr id="8" name="Text Placeholder 7"/>
          <p:cNvSpPr>
            <a:spLocks noGrp="1"/>
          </p:cNvSpPr>
          <p:nvPr>
            <p:ph type="body" sz="quarter" idx="16"/>
          </p:nvPr>
        </p:nvSpPr>
        <p:spPr>
          <a:xfrm>
            <a:off x="6583680" y="5120640"/>
            <a:ext cx="2377440" cy="365760"/>
          </a:xfrm>
        </p:spPr>
        <p:txBody>
          <a:bodyPr wrap="square">
            <a:noAutofit/>
          </a:bodyPr>
          <a:lstStyle/>
          <a:p>
            <a:pPr>
              <a:lnSpc>
                <a:spcPts val="1800"/>
              </a:lnSpc>
            </a:pPr>
            <a:r>
              <a:rPr sz="1800" b="0"/>
              <a:t>Acts 20:35</a:t>
            </a:r>
            <a:endParaRPr sz="1800" b="0" i="0"/>
          </a:p>
        </p:txBody>
      </p:sp>
      <p:pic>
        <p:nvPicPr>
          <p:cNvPr id="10" name="Picture Placeholder 9" descr="eh20-eng-432.png"/>
          <p:cNvPicPr>
            <a:picLocks noGrp="1" noChangeAspect="1"/>
          </p:cNvPicPr>
          <p:nvPr>
            <p:ph type="pic" sz="quarter" idx="19"/>
          </p:nvPr>
        </p:nvPicPr>
        <p:blipFill>
          <a:blip r:embed="rId3"/>
          <a:srcRect t="459" b="459"/>
          <a:stretch>
            <a:fillRect/>
          </a:stretch>
        </p:blipFill>
        <p:spPr>
          <a:xfrm>
            <a:off x="1668537" y="5029200"/>
            <a:ext cx="1828800" cy="457200"/>
          </a:xfrm>
        </p:spPr>
      </p:pic>
      <p:sp>
        <p:nvSpPr>
          <p:cNvPr id="11" name="Content Placeholder 10"/>
          <p:cNvSpPr>
            <a:spLocks noGrp="1"/>
          </p:cNvSpPr>
          <p:nvPr>
            <p:ph sz="quarter" idx="22"/>
          </p:nvPr>
        </p:nvSpPr>
        <p:spPr>
          <a:xfrm>
            <a:off x="402335" y="2937510"/>
            <a:ext cx="1115568" cy="274320"/>
          </a:xfrm>
        </p:spPr>
        <p:txBody>
          <a:bodyPr/>
          <a:lstStyle/>
          <a:p>
            <a:r>
              <a:t> </a:t>
            </a:r>
          </a:p>
        </p:txBody>
      </p:sp>
      <p:sp>
        <p:nvSpPr>
          <p:cNvPr id="12" name="Text Placeholder 11"/>
          <p:cNvSpPr>
            <a:spLocks noGrp="1"/>
          </p:cNvSpPr>
          <p:nvPr>
            <p:ph type="body" sz="quarter" idx="21"/>
          </p:nvPr>
        </p:nvSpPr>
        <p:spPr/>
        <p:txBody>
          <a:bodyPr/>
          <a:lstStyle/>
          <a:p>
            <a:r>
              <a:rPr sz="1500" b="0"/>
              <a:t>Welcome</a:t>
            </a:r>
          </a:p>
          <a:p>
            <a:r>
              <a:rPr sz="1500" b="0"/>
              <a:t>Reading</a:t>
            </a:r>
          </a:p>
          <a:p>
            <a:r>
              <a:rPr sz="1500" b="0"/>
              <a:t>Prayer</a:t>
            </a:r>
          </a:p>
          <a:p>
            <a:r>
              <a:rPr sz="1500" b="1"/>
              <a:t>115      .</a:t>
            </a:r>
          </a:p>
          <a:p>
            <a:r>
              <a:rPr sz="1500" b="1"/>
              <a:t>950      .</a:t>
            </a:r>
          </a:p>
          <a:p>
            <a:r>
              <a:rPr sz="1500" b="0"/>
              <a:t>Lord’s Supper</a:t>
            </a:r>
          </a:p>
          <a:p>
            <a:r>
              <a:rPr sz="1500" b="1"/>
              <a:t>32      .</a:t>
            </a:r>
          </a:p>
          <a:p>
            <a:r>
              <a:rPr sz="1500" b="1"/>
              <a:t>• </a:t>
            </a:r>
            <a:r>
              <a:rPr sz="1500" b="0"/>
              <a:t>Collection</a:t>
            </a:r>
          </a:p>
          <a:p>
            <a:r>
              <a:rPr sz="1500" b="1"/>
              <a:t>500      .</a:t>
            </a:r>
          </a:p>
          <a:p>
            <a:r>
              <a:rPr sz="1500" b="0"/>
              <a:t>Sermon</a:t>
            </a:r>
          </a:p>
          <a:p>
            <a:r>
              <a:rPr sz="1500" b="1"/>
              <a:t>739      .</a:t>
            </a:r>
          </a:p>
          <a:p>
            <a:r>
              <a:rPr sz="1500" b="0"/>
              <a:t>Prayer</a:t>
            </a:r>
          </a:p>
        </p:txBody>
      </p:sp>
      <p:sp>
        <p:nvSpPr>
          <p:cNvPr id="15" name="Oval 14"/>
          <p:cNvSpPr/>
          <p:nvPr/>
        </p:nvSpPr>
        <p:spPr>
          <a:xfrm>
            <a:off x="42931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4759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65886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84174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02462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2075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3903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5573268" y="5303520"/>
            <a:ext cx="100584" cy="1005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575614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93902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1219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3047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pftl-xcircle.png"/>
          <p:cNvPicPr>
            <a:picLocks noChangeAspect="1"/>
          </p:cNvPicPr>
          <p:nvPr/>
        </p:nvPicPr>
        <p:blipFill>
          <a:blip r:embed="rId4"/>
          <a:stretch>
            <a:fillRect/>
          </a:stretch>
        </p:blipFill>
        <p:spPr>
          <a:xfrm>
            <a:off x="1188720" y="1568195"/>
            <a:ext cx="274320" cy="274320"/>
          </a:xfrm>
          <a:prstGeom prst="rect">
            <a:avLst/>
          </a:prstGeom>
        </p:spPr>
      </p:pic>
      <p:pic>
        <p:nvPicPr>
          <p:cNvPr id="28" name="Picture 27" descr="pftl-xcircle.png"/>
          <p:cNvPicPr>
            <a:picLocks noChangeAspect="1"/>
          </p:cNvPicPr>
          <p:nvPr/>
        </p:nvPicPr>
        <p:blipFill>
          <a:blip r:embed="rId4"/>
          <a:stretch>
            <a:fillRect/>
          </a:stretch>
        </p:blipFill>
        <p:spPr>
          <a:xfrm>
            <a:off x="1188720" y="1911095"/>
            <a:ext cx="274320" cy="274320"/>
          </a:xfrm>
          <a:prstGeom prst="rect">
            <a:avLst/>
          </a:prstGeom>
        </p:spPr>
      </p:pic>
      <p:pic>
        <p:nvPicPr>
          <p:cNvPr id="29" name="Picture 28" descr="shs-xcircle.png"/>
          <p:cNvPicPr>
            <a:picLocks noChangeAspect="1"/>
          </p:cNvPicPr>
          <p:nvPr/>
        </p:nvPicPr>
        <p:blipFill>
          <a:blip r:embed="rId5"/>
          <a:stretch>
            <a:fillRect/>
          </a:stretch>
        </p:blipFill>
        <p:spPr>
          <a:xfrm>
            <a:off x="1188720" y="2596896"/>
            <a:ext cx="274320" cy="274320"/>
          </a:xfrm>
          <a:prstGeom prst="rect">
            <a:avLst/>
          </a:prstGeom>
        </p:spPr>
      </p:pic>
      <p:pic>
        <p:nvPicPr>
          <p:cNvPr id="30" name="Picture 29" descr="pftl-xcircle.png"/>
          <p:cNvPicPr>
            <a:picLocks noChangeAspect="1"/>
          </p:cNvPicPr>
          <p:nvPr/>
        </p:nvPicPr>
        <p:blipFill>
          <a:blip r:embed="rId4"/>
          <a:stretch>
            <a:fillRect/>
          </a:stretch>
        </p:blipFill>
        <p:spPr>
          <a:xfrm>
            <a:off x="1188720" y="3282696"/>
            <a:ext cx="274320" cy="274320"/>
          </a:xfrm>
          <a:prstGeom prst="rect">
            <a:avLst/>
          </a:prstGeom>
        </p:spPr>
      </p:pic>
      <p:pic>
        <p:nvPicPr>
          <p:cNvPr id="31" name="Picture 30" descr="pftl-xcircle.png"/>
          <p:cNvPicPr>
            <a:picLocks noChangeAspect="1"/>
          </p:cNvPicPr>
          <p:nvPr/>
        </p:nvPicPr>
        <p:blipFill>
          <a:blip r:embed="rId4"/>
          <a:stretch>
            <a:fillRect/>
          </a:stretch>
        </p:blipFill>
        <p:spPr>
          <a:xfrm>
            <a:off x="1188720" y="3968496"/>
            <a:ext cx="274320" cy="27432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jpg"/>
          <p:cNvPicPr>
            <a:picLocks noGrp="1" noChangeAspect="1"/>
          </p:cNvPicPr>
          <p:nvPr>
            <p:ph type="pic" sz="quarter" idx="10"/>
          </p:nvPr>
        </p:nvPicPr>
        <p:blipFill>
          <a:blip r:embed="rId2"/>
          <a:srcRect/>
          <a:stretch>
            <a:fillRect/>
          </a:stretch>
        </p:blipFill>
        <p:spPr>
          <a:xfrm>
            <a:off x="0" y="0"/>
            <a:ext cx="9144000" cy="5715000"/>
          </a:xfrm>
        </p:spPr>
      </p:pic>
      <p:sp>
        <p:nvSpPr>
          <p:cNvPr id="3" name="Content Placeholder 2"/>
          <p:cNvSpPr>
            <a:spLocks noGrp="1"/>
          </p:cNvSpPr>
          <p:nvPr>
            <p:ph sz="quarter" idx="17"/>
          </p:nvPr>
        </p:nvSpPr>
        <p:spPr/>
        <p:txBody>
          <a:bodyPr/>
          <a:lstStyle/>
          <a:p>
            <a:r>
              <a:t> </a:t>
            </a:r>
          </a:p>
        </p:txBody>
      </p:sp>
      <p:sp>
        <p:nvSpPr>
          <p:cNvPr id="4" name="Content Placeholder 3"/>
          <p:cNvSpPr>
            <a:spLocks noGrp="1"/>
          </p:cNvSpPr>
          <p:nvPr>
            <p:ph sz="quarter" idx="18"/>
          </p:nvPr>
        </p:nvSpPr>
        <p:spPr/>
        <p:txBody>
          <a:bodyPr/>
          <a:lstStyle/>
          <a:p>
            <a:r>
              <a:t> </a:t>
            </a:r>
          </a:p>
        </p:txBody>
      </p:sp>
      <p:sp>
        <p:nvSpPr>
          <p:cNvPr id="5" name="Text Placeholder 4"/>
          <p:cNvSpPr>
            <a:spLocks noGrp="1"/>
          </p:cNvSpPr>
          <p:nvPr>
            <p:ph type="body" sz="quarter" idx="12"/>
          </p:nvPr>
        </p:nvSpPr>
        <p:spPr>
          <a:xfrm>
            <a:off x="4206240" y="617220"/>
            <a:ext cx="2286000" cy="914400"/>
          </a:xfrm>
        </p:spPr>
        <p:txBody>
          <a:bodyPr wrap="square">
            <a:noAutofit/>
          </a:bodyPr>
          <a:lstStyle/>
          <a:p>
            <a:r>
              <a:rPr sz="6000" b="1" i="0"/>
              <a:t>739</a:t>
            </a:r>
          </a:p>
        </p:txBody>
      </p:sp>
      <p:sp>
        <p:nvSpPr>
          <p:cNvPr id="6" name="Text Placeholder 5"/>
          <p:cNvSpPr>
            <a:spLocks noGrp="1"/>
          </p:cNvSpPr>
          <p:nvPr>
            <p:ph type="body" sz="quarter" idx="13"/>
          </p:nvPr>
        </p:nvSpPr>
        <p:spPr>
          <a:xfrm>
            <a:off x="3429000" y="1531620"/>
            <a:ext cx="3840480" cy="1645920"/>
          </a:xfrm>
        </p:spPr>
        <p:txBody>
          <a:bodyPr wrap="square">
            <a:noAutofit/>
          </a:bodyPr>
          <a:lstStyle/>
          <a:p>
            <a:r>
              <a:rPr sz="3900" b="1" i="0"/>
              <a:t>WHAT WILL YOU DO WITH JESUS?</a:t>
            </a:r>
          </a:p>
        </p:txBody>
      </p:sp>
      <p:sp>
        <p:nvSpPr>
          <p:cNvPr id="7" name="Text Placeholder 6"/>
          <p:cNvSpPr>
            <a:spLocks noGrp="1"/>
          </p:cNvSpPr>
          <p:nvPr>
            <p:ph type="body" sz="quarter" idx="15"/>
          </p:nvPr>
        </p:nvSpPr>
        <p:spPr>
          <a:xfrm>
            <a:off x="3749039" y="3954780"/>
            <a:ext cx="3200400" cy="640080"/>
          </a:xfrm>
        </p:spPr>
        <p:txBody>
          <a:bodyPr wrap="square">
            <a:noAutofit/>
          </a:bodyPr>
          <a:lstStyle/>
          <a:p>
            <a:r>
              <a:rPr sz="1900" b="0" i="0"/>
              <a:t>“SINGING...TO THE LORD”</a:t>
            </a:r>
          </a:p>
          <a:p>
            <a:r>
              <a:rPr sz="1900" b="0" i="0"/>
              <a:t>COLOSSIANS 3:16</a:t>
            </a:r>
          </a:p>
        </p:txBody>
      </p:sp>
      <p:sp>
        <p:nvSpPr>
          <p:cNvPr id="8" name="Text Placeholder 7"/>
          <p:cNvSpPr>
            <a:spLocks noGrp="1"/>
          </p:cNvSpPr>
          <p:nvPr>
            <p:ph type="body" sz="quarter" idx="16"/>
          </p:nvPr>
        </p:nvSpPr>
        <p:spPr/>
        <p:txBody>
          <a:bodyPr wrap="square">
            <a:noAutofit/>
          </a:bodyPr>
          <a:lstStyle/>
          <a:p>
            <a:r>
              <a:rPr sz="1200" b="0" i="0"/>
              <a:t>Words: James Robinson</a:t>
            </a:r>
          </a:p>
          <a:p>
            <a:r>
              <a:rPr sz="1200" b="0" i="0"/>
              <a:t>Music: Bentley D. Ackley</a:t>
            </a:r>
          </a:p>
        </p:txBody>
      </p:sp>
      <p:pic>
        <p:nvPicPr>
          <p:cNvPr id="10" name="Picture Placeholder 9" descr="eh20-eng-432.png"/>
          <p:cNvPicPr>
            <a:picLocks noGrp="1" noChangeAspect="1"/>
          </p:cNvPicPr>
          <p:nvPr>
            <p:ph type="pic" sz="quarter" idx="19"/>
          </p:nvPr>
        </p:nvPicPr>
        <p:blipFill>
          <a:blip r:embed="rId3"/>
          <a:srcRect t="459" b="459"/>
          <a:stretch>
            <a:fillRect/>
          </a:stretch>
        </p:blipFill>
        <p:spPr>
          <a:xfrm>
            <a:off x="1668537" y="5029200"/>
            <a:ext cx="1828800" cy="457200"/>
          </a:xfrm>
        </p:spPr>
      </p:pic>
      <p:sp>
        <p:nvSpPr>
          <p:cNvPr id="11" name="Content Placeholder 10"/>
          <p:cNvSpPr>
            <a:spLocks noGrp="1"/>
          </p:cNvSpPr>
          <p:nvPr>
            <p:ph sz="quarter" idx="22"/>
          </p:nvPr>
        </p:nvSpPr>
        <p:spPr>
          <a:xfrm>
            <a:off x="548640" y="3966209"/>
            <a:ext cx="914400" cy="274320"/>
          </a:xfrm>
        </p:spPr>
        <p:txBody>
          <a:bodyPr/>
          <a:lstStyle/>
          <a:p>
            <a:r>
              <a:t> </a:t>
            </a:r>
          </a:p>
        </p:txBody>
      </p:sp>
      <p:sp>
        <p:nvSpPr>
          <p:cNvPr id="12" name="Text Placeholder 11"/>
          <p:cNvSpPr>
            <a:spLocks noGrp="1"/>
          </p:cNvSpPr>
          <p:nvPr>
            <p:ph type="body" sz="quarter" idx="21"/>
          </p:nvPr>
        </p:nvSpPr>
        <p:spPr/>
        <p:txBody>
          <a:bodyPr/>
          <a:lstStyle/>
          <a:p>
            <a:r>
              <a:rPr sz="1500" b="0"/>
              <a:t>Welcome</a:t>
            </a:r>
          </a:p>
          <a:p>
            <a:r>
              <a:rPr sz="1500" b="0"/>
              <a:t>Reading</a:t>
            </a:r>
          </a:p>
          <a:p>
            <a:r>
              <a:rPr sz="1500" b="0"/>
              <a:t>Prayer</a:t>
            </a:r>
          </a:p>
          <a:p>
            <a:r>
              <a:rPr sz="1500" b="1"/>
              <a:t>115      .</a:t>
            </a:r>
          </a:p>
          <a:p>
            <a:r>
              <a:rPr sz="1500" b="1"/>
              <a:t>950      .</a:t>
            </a:r>
          </a:p>
          <a:p>
            <a:r>
              <a:rPr sz="1500" b="0"/>
              <a:t>Lord’s Supper</a:t>
            </a:r>
          </a:p>
          <a:p>
            <a:r>
              <a:rPr sz="1500" b="1"/>
              <a:t>32      .</a:t>
            </a:r>
          </a:p>
          <a:p>
            <a:r>
              <a:rPr sz="1500" b="0"/>
              <a:t>Collection</a:t>
            </a:r>
          </a:p>
          <a:p>
            <a:r>
              <a:rPr sz="1500" b="1"/>
              <a:t>500      .</a:t>
            </a:r>
          </a:p>
          <a:p>
            <a:r>
              <a:rPr sz="1500" b="0"/>
              <a:t>Sermon</a:t>
            </a:r>
          </a:p>
          <a:p>
            <a:r>
              <a:rPr sz="1500" b="1"/>
              <a:t>• 739      .</a:t>
            </a:r>
          </a:p>
          <a:p>
            <a:r>
              <a:rPr sz="1500" b="0"/>
              <a:t>Prayer</a:t>
            </a:r>
          </a:p>
        </p:txBody>
      </p:sp>
      <p:sp>
        <p:nvSpPr>
          <p:cNvPr id="13" name="Text Placeholder 12"/>
          <p:cNvSpPr>
            <a:spLocks noGrp="1"/>
          </p:cNvSpPr>
          <p:nvPr>
            <p:ph type="body" sz="quarter" idx="23"/>
          </p:nvPr>
        </p:nvSpPr>
        <p:spPr>
          <a:xfrm>
            <a:off x="6903720" y="228600"/>
            <a:ext cx="2743200" cy="402336"/>
          </a:xfrm>
        </p:spPr>
        <p:txBody>
          <a:bodyPr wrap="square">
            <a:noAutofit/>
          </a:bodyPr>
          <a:lstStyle/>
          <a:p>
            <a:pPr algn="l"/>
            <a:r>
              <a:rPr sz="1800" b="0" i="0"/>
              <a:t>INVITATION SONG</a:t>
            </a:r>
          </a:p>
        </p:txBody>
      </p:sp>
      <p:sp>
        <p:nvSpPr>
          <p:cNvPr id="15" name="Oval 14"/>
          <p:cNvSpPr/>
          <p:nvPr/>
        </p:nvSpPr>
        <p:spPr>
          <a:xfrm>
            <a:off x="42931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4759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65886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84174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02462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2075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3903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557326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575614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93902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121908" y="5303520"/>
            <a:ext cx="100584" cy="1005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3047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764024"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1</a:t>
            </a:r>
          </a:p>
        </p:txBody>
      </p:sp>
      <p:sp>
        <p:nvSpPr>
          <p:cNvPr id="28" name="Oval 27"/>
          <p:cNvSpPr/>
          <p:nvPr/>
        </p:nvSpPr>
        <p:spPr>
          <a:xfrm>
            <a:off x="5166360"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2</a:t>
            </a:r>
          </a:p>
        </p:txBody>
      </p:sp>
      <p:sp>
        <p:nvSpPr>
          <p:cNvPr id="29" name="Oval 28"/>
          <p:cNvSpPr/>
          <p:nvPr/>
        </p:nvSpPr>
        <p:spPr>
          <a:xfrm>
            <a:off x="5568696"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3</a:t>
            </a:r>
          </a:p>
        </p:txBody>
      </p:sp>
      <p:pic>
        <p:nvPicPr>
          <p:cNvPr id="30" name="Picture 29" descr="pftl-xcircle.png"/>
          <p:cNvPicPr>
            <a:picLocks noChangeAspect="1"/>
          </p:cNvPicPr>
          <p:nvPr/>
        </p:nvPicPr>
        <p:blipFill>
          <a:blip r:embed="rId4"/>
          <a:stretch>
            <a:fillRect/>
          </a:stretch>
        </p:blipFill>
        <p:spPr>
          <a:xfrm>
            <a:off x="1188720" y="1568195"/>
            <a:ext cx="274320" cy="274320"/>
          </a:xfrm>
          <a:prstGeom prst="rect">
            <a:avLst/>
          </a:prstGeom>
        </p:spPr>
      </p:pic>
      <p:pic>
        <p:nvPicPr>
          <p:cNvPr id="31" name="Picture 30" descr="pftl-xcircle.png"/>
          <p:cNvPicPr>
            <a:picLocks noChangeAspect="1"/>
          </p:cNvPicPr>
          <p:nvPr/>
        </p:nvPicPr>
        <p:blipFill>
          <a:blip r:embed="rId4"/>
          <a:stretch>
            <a:fillRect/>
          </a:stretch>
        </p:blipFill>
        <p:spPr>
          <a:xfrm>
            <a:off x="1188720" y="1911095"/>
            <a:ext cx="274320" cy="274320"/>
          </a:xfrm>
          <a:prstGeom prst="rect">
            <a:avLst/>
          </a:prstGeom>
        </p:spPr>
      </p:pic>
      <p:pic>
        <p:nvPicPr>
          <p:cNvPr id="32" name="Picture 31" descr="shs-xcircle.png"/>
          <p:cNvPicPr>
            <a:picLocks noChangeAspect="1"/>
          </p:cNvPicPr>
          <p:nvPr/>
        </p:nvPicPr>
        <p:blipFill>
          <a:blip r:embed="rId5"/>
          <a:stretch>
            <a:fillRect/>
          </a:stretch>
        </p:blipFill>
        <p:spPr>
          <a:xfrm>
            <a:off x="1188720" y="2596896"/>
            <a:ext cx="274320" cy="274320"/>
          </a:xfrm>
          <a:prstGeom prst="rect">
            <a:avLst/>
          </a:prstGeom>
        </p:spPr>
      </p:pic>
      <p:pic>
        <p:nvPicPr>
          <p:cNvPr id="33" name="Picture 32" descr="pftl-xcircle.png"/>
          <p:cNvPicPr>
            <a:picLocks noChangeAspect="1"/>
          </p:cNvPicPr>
          <p:nvPr/>
        </p:nvPicPr>
        <p:blipFill>
          <a:blip r:embed="rId4"/>
          <a:stretch>
            <a:fillRect/>
          </a:stretch>
        </p:blipFill>
        <p:spPr>
          <a:xfrm>
            <a:off x="1188720" y="3282696"/>
            <a:ext cx="274320" cy="274320"/>
          </a:xfrm>
          <a:prstGeom prst="rect">
            <a:avLst/>
          </a:prstGeom>
        </p:spPr>
      </p:pic>
      <p:pic>
        <p:nvPicPr>
          <p:cNvPr id="34" name="Picture 33" descr="pftl-xcircle.png"/>
          <p:cNvPicPr>
            <a:picLocks noChangeAspect="1"/>
          </p:cNvPicPr>
          <p:nvPr/>
        </p:nvPicPr>
        <p:blipFill>
          <a:blip r:embed="rId4"/>
          <a:stretch>
            <a:fillRect/>
          </a:stretch>
        </p:blipFill>
        <p:spPr>
          <a:xfrm>
            <a:off x="1188720" y="3968496"/>
            <a:ext cx="274320" cy="27432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mountains.jpg"/>
          <p:cNvPicPr>
            <a:picLocks noGrp="1" noChangeAspect="1"/>
          </p:cNvPicPr>
          <p:nvPr>
            <p:ph type="pic" sz="quarter" idx="10"/>
          </p:nvPr>
        </p:nvPicPr>
        <p:blipFill>
          <a:blip r:embed="rId2"/>
          <a:srcRect/>
          <a:stretch>
            <a:fillRect/>
          </a:stretch>
        </p:blipFill>
        <p:spPr>
          <a:xfrm>
            <a:off x="0" y="0"/>
            <a:ext cx="9144000" cy="5715000"/>
          </a:xfrm>
        </p:spPr>
      </p:pic>
      <p:sp>
        <p:nvSpPr>
          <p:cNvPr id="3" name="Content Placeholder 2"/>
          <p:cNvSpPr>
            <a:spLocks noGrp="1"/>
          </p:cNvSpPr>
          <p:nvPr>
            <p:ph sz="quarter" idx="17"/>
          </p:nvPr>
        </p:nvSpPr>
        <p:spPr/>
        <p:txBody>
          <a:bodyPr/>
          <a:lstStyle/>
          <a:p>
            <a:r>
              <a:t> </a:t>
            </a:r>
          </a:p>
        </p:txBody>
      </p:sp>
      <p:sp>
        <p:nvSpPr>
          <p:cNvPr id="4" name="Content Placeholder 3"/>
          <p:cNvSpPr>
            <a:spLocks noGrp="1"/>
          </p:cNvSpPr>
          <p:nvPr>
            <p:ph sz="quarter" idx="18"/>
          </p:nvPr>
        </p:nvSpPr>
        <p:spPr/>
        <p:txBody>
          <a:bodyPr/>
          <a:lstStyle/>
          <a:p>
            <a:r>
              <a:t> </a:t>
            </a:r>
          </a:p>
        </p:txBody>
      </p:sp>
      <p:sp>
        <p:nvSpPr>
          <p:cNvPr id="5" name="Text Placeholder 4"/>
          <p:cNvSpPr>
            <a:spLocks noGrp="1"/>
          </p:cNvSpPr>
          <p:nvPr>
            <p:ph type="body" sz="quarter" idx="12"/>
          </p:nvPr>
        </p:nvSpPr>
        <p:spPr>
          <a:xfrm>
            <a:off x="4206240" y="617220"/>
            <a:ext cx="2286000" cy="914400"/>
          </a:xfrm>
        </p:spPr>
        <p:txBody>
          <a:bodyPr wrap="square">
            <a:noAutofit/>
          </a:bodyPr>
          <a:lstStyle/>
          <a:p>
            <a:r>
              <a:rPr sz="6000" b="1" i="0"/>
              <a:t>500</a:t>
            </a:r>
          </a:p>
        </p:txBody>
      </p:sp>
      <p:sp>
        <p:nvSpPr>
          <p:cNvPr id="6" name="Text Placeholder 5"/>
          <p:cNvSpPr>
            <a:spLocks noGrp="1"/>
          </p:cNvSpPr>
          <p:nvPr>
            <p:ph type="body" sz="quarter" idx="13"/>
          </p:nvPr>
        </p:nvSpPr>
        <p:spPr>
          <a:xfrm>
            <a:off x="3429000" y="1531620"/>
            <a:ext cx="3840480" cy="1645920"/>
          </a:xfrm>
        </p:spPr>
        <p:txBody>
          <a:bodyPr wrap="square">
            <a:noAutofit/>
          </a:bodyPr>
          <a:lstStyle/>
          <a:p>
            <a:r>
              <a:rPr sz="3600" b="1" i="0"/>
              <a:t>O THOU FOUNT OF EVERY BLESSING</a:t>
            </a:r>
          </a:p>
        </p:txBody>
      </p:sp>
      <p:sp>
        <p:nvSpPr>
          <p:cNvPr id="7" name="Text Placeholder 6"/>
          <p:cNvSpPr>
            <a:spLocks noGrp="1"/>
          </p:cNvSpPr>
          <p:nvPr>
            <p:ph type="body" sz="quarter" idx="15"/>
          </p:nvPr>
        </p:nvSpPr>
        <p:spPr>
          <a:xfrm>
            <a:off x="3749039" y="3954780"/>
            <a:ext cx="3200400" cy="640080"/>
          </a:xfrm>
        </p:spPr>
        <p:txBody>
          <a:bodyPr wrap="square">
            <a:noAutofit/>
          </a:bodyPr>
          <a:lstStyle/>
          <a:p>
            <a:r>
              <a:rPr sz="1900" b="0" i="0"/>
              <a:t>“SINGING...TO THE LORD”</a:t>
            </a:r>
          </a:p>
          <a:p>
            <a:r>
              <a:rPr sz="1900" b="0" i="0"/>
              <a:t>COLOSSIANS 3:16</a:t>
            </a:r>
          </a:p>
        </p:txBody>
      </p:sp>
      <p:sp>
        <p:nvSpPr>
          <p:cNvPr id="8" name="Text Placeholder 7"/>
          <p:cNvSpPr>
            <a:spLocks noGrp="1"/>
          </p:cNvSpPr>
          <p:nvPr>
            <p:ph type="body" sz="quarter" idx="16"/>
          </p:nvPr>
        </p:nvSpPr>
        <p:spPr/>
        <p:txBody>
          <a:bodyPr wrap="square">
            <a:noAutofit/>
          </a:bodyPr>
          <a:lstStyle/>
          <a:p>
            <a:r>
              <a:rPr sz="1200" b="0" i="0"/>
              <a:t>Words: Robert Robinson</a:t>
            </a:r>
          </a:p>
          <a:p>
            <a:r>
              <a:rPr sz="1200" b="0" i="0"/>
              <a:t>Music: Wyeth’s Repository of Sacred Music</a:t>
            </a:r>
          </a:p>
        </p:txBody>
      </p:sp>
      <p:pic>
        <p:nvPicPr>
          <p:cNvPr id="10" name="Picture Placeholder 9" descr="eh20-eng-432.png"/>
          <p:cNvPicPr>
            <a:picLocks noGrp="1" noChangeAspect="1"/>
          </p:cNvPicPr>
          <p:nvPr>
            <p:ph type="pic" sz="quarter" idx="19"/>
          </p:nvPr>
        </p:nvPicPr>
        <p:blipFill>
          <a:blip r:embed="rId3"/>
          <a:srcRect t="459" b="459"/>
          <a:stretch>
            <a:fillRect/>
          </a:stretch>
        </p:blipFill>
        <p:spPr>
          <a:xfrm>
            <a:off x="1668537" y="5029200"/>
            <a:ext cx="1828800" cy="457200"/>
          </a:xfrm>
        </p:spPr>
      </p:pic>
      <p:sp>
        <p:nvSpPr>
          <p:cNvPr id="11" name="Content Placeholder 10"/>
          <p:cNvSpPr>
            <a:spLocks noGrp="1"/>
          </p:cNvSpPr>
          <p:nvPr>
            <p:ph sz="quarter" idx="22"/>
          </p:nvPr>
        </p:nvSpPr>
        <p:spPr>
          <a:xfrm>
            <a:off x="548640" y="3280410"/>
            <a:ext cx="914400" cy="274320"/>
          </a:xfrm>
        </p:spPr>
        <p:txBody>
          <a:bodyPr/>
          <a:lstStyle/>
          <a:p>
            <a:r>
              <a:t> </a:t>
            </a:r>
          </a:p>
        </p:txBody>
      </p:sp>
      <p:sp>
        <p:nvSpPr>
          <p:cNvPr id="12" name="Text Placeholder 11"/>
          <p:cNvSpPr>
            <a:spLocks noGrp="1"/>
          </p:cNvSpPr>
          <p:nvPr>
            <p:ph type="body" sz="quarter" idx="21"/>
          </p:nvPr>
        </p:nvSpPr>
        <p:spPr/>
        <p:txBody>
          <a:bodyPr/>
          <a:lstStyle/>
          <a:p>
            <a:r>
              <a:rPr sz="1500" b="0"/>
              <a:t>Welcome</a:t>
            </a:r>
          </a:p>
          <a:p>
            <a:r>
              <a:rPr sz="1500" b="0"/>
              <a:t>Reading</a:t>
            </a:r>
          </a:p>
          <a:p>
            <a:r>
              <a:rPr sz="1500" b="0"/>
              <a:t>Prayer</a:t>
            </a:r>
          </a:p>
          <a:p>
            <a:r>
              <a:rPr sz="1500" b="1"/>
              <a:t>115      .</a:t>
            </a:r>
          </a:p>
          <a:p>
            <a:r>
              <a:rPr sz="1500" b="1"/>
              <a:t>950      .</a:t>
            </a:r>
          </a:p>
          <a:p>
            <a:r>
              <a:rPr sz="1500" b="0"/>
              <a:t>Lord’s Supper</a:t>
            </a:r>
          </a:p>
          <a:p>
            <a:r>
              <a:rPr sz="1500" b="1"/>
              <a:t>32      .</a:t>
            </a:r>
          </a:p>
          <a:p>
            <a:r>
              <a:rPr sz="1500" b="0"/>
              <a:t>Collection</a:t>
            </a:r>
          </a:p>
          <a:p>
            <a:r>
              <a:rPr sz="1500" b="1"/>
              <a:t>• 500      .</a:t>
            </a:r>
          </a:p>
          <a:p>
            <a:r>
              <a:rPr sz="1500" b="0"/>
              <a:t>Sermon</a:t>
            </a:r>
          </a:p>
          <a:p>
            <a:r>
              <a:rPr sz="1500" b="1"/>
              <a:t>739      .</a:t>
            </a:r>
          </a:p>
          <a:p>
            <a:r>
              <a:rPr sz="1500" b="0"/>
              <a:t>Prayer</a:t>
            </a:r>
          </a:p>
        </p:txBody>
      </p:sp>
      <p:sp>
        <p:nvSpPr>
          <p:cNvPr id="15" name="Oval 14"/>
          <p:cNvSpPr/>
          <p:nvPr/>
        </p:nvSpPr>
        <p:spPr>
          <a:xfrm>
            <a:off x="42931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4759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65886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84174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02462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2075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3903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557326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5756148" y="5303520"/>
            <a:ext cx="100584" cy="1005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93902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1219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3047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764024"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1</a:t>
            </a:r>
          </a:p>
        </p:txBody>
      </p:sp>
      <p:sp>
        <p:nvSpPr>
          <p:cNvPr id="28" name="Oval 27"/>
          <p:cNvSpPr/>
          <p:nvPr/>
        </p:nvSpPr>
        <p:spPr>
          <a:xfrm>
            <a:off x="5166360"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2</a:t>
            </a:r>
          </a:p>
        </p:txBody>
      </p:sp>
      <p:sp>
        <p:nvSpPr>
          <p:cNvPr id="29" name="Oval 28"/>
          <p:cNvSpPr/>
          <p:nvPr/>
        </p:nvSpPr>
        <p:spPr>
          <a:xfrm>
            <a:off x="5568696"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pPr>
            <a:r>
              <a:rPr sz="1600" b="1">
                <a:solidFill>
                  <a:srgbClr val="FFFFFF"/>
                </a:solidFill>
                <a:latin typeface="Avenir Next LT Pro"/>
              </a:rPr>
              <a:t>3</a:t>
            </a:r>
          </a:p>
        </p:txBody>
      </p:sp>
      <p:pic>
        <p:nvPicPr>
          <p:cNvPr id="30" name="Picture 29" descr="pftl-xcircle.png"/>
          <p:cNvPicPr>
            <a:picLocks noChangeAspect="1"/>
          </p:cNvPicPr>
          <p:nvPr/>
        </p:nvPicPr>
        <p:blipFill>
          <a:blip r:embed="rId4"/>
          <a:stretch>
            <a:fillRect/>
          </a:stretch>
        </p:blipFill>
        <p:spPr>
          <a:xfrm>
            <a:off x="1188720" y="1568195"/>
            <a:ext cx="274320" cy="274320"/>
          </a:xfrm>
          <a:prstGeom prst="rect">
            <a:avLst/>
          </a:prstGeom>
        </p:spPr>
      </p:pic>
      <p:pic>
        <p:nvPicPr>
          <p:cNvPr id="31" name="Picture 30" descr="pftl-xcircle.png"/>
          <p:cNvPicPr>
            <a:picLocks noChangeAspect="1"/>
          </p:cNvPicPr>
          <p:nvPr/>
        </p:nvPicPr>
        <p:blipFill>
          <a:blip r:embed="rId4"/>
          <a:stretch>
            <a:fillRect/>
          </a:stretch>
        </p:blipFill>
        <p:spPr>
          <a:xfrm>
            <a:off x="1188720" y="1911095"/>
            <a:ext cx="274320" cy="274320"/>
          </a:xfrm>
          <a:prstGeom prst="rect">
            <a:avLst/>
          </a:prstGeom>
        </p:spPr>
      </p:pic>
      <p:pic>
        <p:nvPicPr>
          <p:cNvPr id="32" name="Picture 31" descr="shs-xcircle.png"/>
          <p:cNvPicPr>
            <a:picLocks noChangeAspect="1"/>
          </p:cNvPicPr>
          <p:nvPr/>
        </p:nvPicPr>
        <p:blipFill>
          <a:blip r:embed="rId5"/>
          <a:stretch>
            <a:fillRect/>
          </a:stretch>
        </p:blipFill>
        <p:spPr>
          <a:xfrm>
            <a:off x="1188720" y="2596896"/>
            <a:ext cx="274320" cy="274320"/>
          </a:xfrm>
          <a:prstGeom prst="rect">
            <a:avLst/>
          </a:prstGeom>
        </p:spPr>
      </p:pic>
      <p:pic>
        <p:nvPicPr>
          <p:cNvPr id="33" name="Picture 32" descr="pftl-xcircle.png"/>
          <p:cNvPicPr>
            <a:picLocks noChangeAspect="1"/>
          </p:cNvPicPr>
          <p:nvPr/>
        </p:nvPicPr>
        <p:blipFill>
          <a:blip r:embed="rId4"/>
          <a:stretch>
            <a:fillRect/>
          </a:stretch>
        </p:blipFill>
        <p:spPr>
          <a:xfrm>
            <a:off x="1188720" y="3282696"/>
            <a:ext cx="274320" cy="274320"/>
          </a:xfrm>
          <a:prstGeom prst="rect">
            <a:avLst/>
          </a:prstGeom>
        </p:spPr>
      </p:pic>
      <p:pic>
        <p:nvPicPr>
          <p:cNvPr id="34" name="Picture 33" descr="pftl-xcircle.png"/>
          <p:cNvPicPr>
            <a:picLocks noChangeAspect="1"/>
          </p:cNvPicPr>
          <p:nvPr/>
        </p:nvPicPr>
        <p:blipFill>
          <a:blip r:embed="rId4"/>
          <a:stretch>
            <a:fillRect/>
          </a:stretch>
        </p:blipFill>
        <p:spPr>
          <a:xfrm>
            <a:off x="1188720" y="3968496"/>
            <a:ext cx="274320" cy="27432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mountains-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15"/>
          </p:nvPr>
        </p:nvSpPr>
        <p:spPr>
          <a:xfrm>
            <a:off x="-228600" y="5257800"/>
            <a:ext cx="914400" cy="365760"/>
          </a:xfrm>
          <a:noFill/>
        </p:spPr>
        <p:txBody>
          <a:bodyPr/>
          <a:lstStyle/>
          <a:p>
            <a:r>
              <a:t>500</a:t>
            </a:r>
          </a:p>
        </p:txBody>
      </p:sp>
      <p:pic>
        <p:nvPicPr>
          <p:cNvPr id="5" name="Picture Placeholder 4" descr="pftl-circle.png"/>
          <p:cNvPicPr>
            <a:picLocks noGrp="1" noChangeAspect="1"/>
          </p:cNvPicPr>
          <p:nvPr>
            <p:ph type="pic" sz="quarter" idx="14"/>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O THOU FOUNT OF EVERY BLESSING</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2001 The Paperless Hymnal™</a:t>
            </a:r>
          </a:p>
        </p:txBody>
      </p:sp>
      <p:pic>
        <p:nvPicPr>
          <p:cNvPr id="9" name="Picture Placeholder 8" descr="pftl-500-01.png"/>
          <p:cNvPicPr>
            <a:picLocks noGrp="1" noChangeAspect="1"/>
          </p:cNvPicPr>
          <p:nvPr>
            <p:ph type="pic" sz="quarter" idx="10"/>
          </p:nvPr>
        </p:nvPicPr>
        <p:blipFill>
          <a:blip r:embed="rId4"/>
          <a:srcRect t="7" b="7"/>
          <a:stretch>
            <a:fillRect/>
          </a:stretch>
        </p:blipFill>
        <p:spPr>
          <a:xfrm>
            <a:off x="731520" y="418197"/>
            <a:ext cx="8229600" cy="4329965"/>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4"/>
          </p:nvPr>
        </p:nvSpPr>
        <p:spPr>
          <a:xfrm>
            <a:off x="228600" y="729093"/>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28600" y="1168005"/>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228600" y="1606917"/>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mountains-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500</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O THOU FOUNT OF EVERY BLESSING</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2001 The Paperless Hymnal™</a:t>
            </a:r>
          </a:p>
        </p:txBody>
      </p:sp>
      <p:pic>
        <p:nvPicPr>
          <p:cNvPr id="9" name="Picture Placeholder 8" descr="pftl-500-02.png"/>
          <p:cNvPicPr>
            <a:picLocks noGrp="1" noChangeAspect="1"/>
          </p:cNvPicPr>
          <p:nvPr>
            <p:ph type="pic" sz="quarter" idx="10"/>
          </p:nvPr>
        </p:nvPicPr>
        <p:blipFill>
          <a:blip r:embed="rId4"/>
          <a:srcRect t="7" b="7"/>
          <a:stretch>
            <a:fillRect/>
          </a:stretch>
        </p:blipFill>
        <p:spPr>
          <a:xfrm>
            <a:off x="731520" y="418197"/>
            <a:ext cx="8229600" cy="4329965"/>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28600" y="729093"/>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28600" y="1168005"/>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228600" y="1606917"/>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mountains-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500</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O THOU FOUNT OF EVERY BLESSING</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2001 The Paperless Hymnal™</a:t>
            </a:r>
          </a:p>
        </p:txBody>
      </p:sp>
      <p:pic>
        <p:nvPicPr>
          <p:cNvPr id="9" name="Picture Placeholder 8" descr="pftl-500-03.png"/>
          <p:cNvPicPr>
            <a:picLocks noGrp="1" noChangeAspect="1"/>
          </p:cNvPicPr>
          <p:nvPr>
            <p:ph type="pic" sz="quarter" idx="10"/>
          </p:nvPr>
        </p:nvPicPr>
        <p:blipFill>
          <a:blip r:embed="rId4"/>
          <a:srcRect t="7" b="7"/>
          <a:stretch>
            <a:fillRect/>
          </a:stretch>
        </p:blipFill>
        <p:spPr>
          <a:xfrm>
            <a:off x="731520" y="418197"/>
            <a:ext cx="8229600" cy="4329965"/>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28600" y="729093"/>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28600" y="1168005"/>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228600" y="1606917"/>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mountains-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500</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O THOU FOUNT OF EVERY BLESSING</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2001 The Paperless Hymnal™</a:t>
            </a:r>
          </a:p>
        </p:txBody>
      </p:sp>
      <p:pic>
        <p:nvPicPr>
          <p:cNvPr id="9" name="Picture Placeholder 8" descr="pftl-500-04.png"/>
          <p:cNvPicPr>
            <a:picLocks noGrp="1" noChangeAspect="1"/>
          </p:cNvPicPr>
          <p:nvPr>
            <p:ph type="pic" sz="quarter" idx="10"/>
          </p:nvPr>
        </p:nvPicPr>
        <p:blipFill>
          <a:blip r:embed="rId4"/>
          <a:srcRect t="7" b="7"/>
          <a:stretch>
            <a:fillRect/>
          </a:stretch>
        </p:blipFill>
        <p:spPr>
          <a:xfrm>
            <a:off x="731520" y="418197"/>
            <a:ext cx="8229600" cy="4329965"/>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28600" y="729093"/>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28600" y="1168005"/>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228600" y="1606917"/>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mountains-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500</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O THOU FOUNT OF EVERY BLESSING</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2001 The Paperless Hymnal™</a:t>
            </a:r>
          </a:p>
        </p:txBody>
      </p:sp>
      <p:pic>
        <p:nvPicPr>
          <p:cNvPr id="9" name="Picture Placeholder 8" descr="pftl-500-05.png"/>
          <p:cNvPicPr>
            <a:picLocks noGrp="1" noChangeAspect="1"/>
          </p:cNvPicPr>
          <p:nvPr>
            <p:ph type="pic" sz="quarter" idx="10"/>
          </p:nvPr>
        </p:nvPicPr>
        <p:blipFill>
          <a:blip r:embed="rId4"/>
          <a:srcRect t="7" b="7"/>
          <a:stretch>
            <a:fillRect/>
          </a:stretch>
        </p:blipFill>
        <p:spPr>
          <a:xfrm>
            <a:off x="731520" y="418197"/>
            <a:ext cx="8229600" cy="4329965"/>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28600" y="729093"/>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28600" y="1168005"/>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228600" y="1606917"/>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3</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mountains-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500</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O THOU FOUNT OF EVERY BLESSING</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2001 The Paperless Hymnal™</a:t>
            </a:r>
          </a:p>
        </p:txBody>
      </p:sp>
      <p:pic>
        <p:nvPicPr>
          <p:cNvPr id="9" name="Picture Placeholder 8" descr="pftl-500-06.png"/>
          <p:cNvPicPr>
            <a:picLocks noGrp="1" noChangeAspect="1"/>
          </p:cNvPicPr>
          <p:nvPr>
            <p:ph type="pic" sz="quarter" idx="10"/>
          </p:nvPr>
        </p:nvPicPr>
        <p:blipFill>
          <a:blip r:embed="rId4"/>
          <a:srcRect t="7" b="7"/>
          <a:stretch>
            <a:fillRect/>
          </a:stretch>
        </p:blipFill>
        <p:spPr>
          <a:xfrm>
            <a:off x="731520" y="418197"/>
            <a:ext cx="8229600" cy="4329965"/>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28600" y="729093"/>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28600" y="1168005"/>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sz="quarter" idx="28"/>
          </p:nvPr>
        </p:nvSpPr>
        <p:spPr>
          <a:xfrm>
            <a:off x="228600" y="1606917"/>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3</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739</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WHAT WILL YOU DO WITH JESUS?</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2004 The Paperless Hymnal™</a:t>
            </a:r>
          </a:p>
        </p:txBody>
      </p:sp>
      <p:pic>
        <p:nvPicPr>
          <p:cNvPr id="9" name="Picture Placeholder 8" descr="pftl-739-01.png"/>
          <p:cNvPicPr>
            <a:picLocks noGrp="1" noChangeAspect="1"/>
          </p:cNvPicPr>
          <p:nvPr>
            <p:ph type="pic" sz="quarter" idx="10"/>
          </p:nvPr>
        </p:nvPicPr>
        <p:blipFill>
          <a:blip r:embed="rId4"/>
          <a:srcRect t="4" b="4"/>
          <a:stretch>
            <a:fillRect/>
          </a:stretch>
        </p:blipFill>
        <p:spPr>
          <a:xfrm>
            <a:off x="731520" y="195927"/>
            <a:ext cx="8229600" cy="4774505"/>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28600" y="506823"/>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28600" y="945735"/>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28600" y="1384647"/>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28600" y="1823559"/>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sz="quarter" idx="30"/>
          </p:nvPr>
        </p:nvSpPr>
        <p:spPr>
          <a:xfrm>
            <a:off x="228600" y="2262471"/>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sz="quarter" idx="31"/>
          </p:nvPr>
        </p:nvSpPr>
        <p:spPr>
          <a:xfrm>
            <a:off x="228600" y="2701383"/>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739</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WHAT WILL YOU DO WITH JESUS?</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2004 The Paperless Hymnal™</a:t>
            </a:r>
          </a:p>
        </p:txBody>
      </p:sp>
      <p:pic>
        <p:nvPicPr>
          <p:cNvPr id="9" name="Picture Placeholder 8" descr="pftl-739-02.png"/>
          <p:cNvPicPr>
            <a:picLocks noGrp="1" noChangeAspect="1"/>
          </p:cNvPicPr>
          <p:nvPr>
            <p:ph type="pic" sz="quarter" idx="10"/>
          </p:nvPr>
        </p:nvPicPr>
        <p:blipFill>
          <a:blip r:embed="rId4"/>
          <a:srcRect t="4" b="4"/>
          <a:stretch>
            <a:fillRect/>
          </a:stretch>
        </p:blipFill>
        <p:spPr>
          <a:xfrm>
            <a:off x="731520" y="195927"/>
            <a:ext cx="8229600" cy="4774505"/>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28600" y="506823"/>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28600" y="945735"/>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28600" y="1384647"/>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28600" y="1823559"/>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sz="quarter" idx="30"/>
          </p:nvPr>
        </p:nvSpPr>
        <p:spPr>
          <a:xfrm>
            <a:off x="228600" y="2262471"/>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sz="quarter" idx="31"/>
          </p:nvPr>
        </p:nvSpPr>
        <p:spPr>
          <a:xfrm>
            <a:off x="228600" y="2701383"/>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739</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WHAT WILL YOU DO WITH JESUS?</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2004 The Paperless Hymnal™</a:t>
            </a:r>
          </a:p>
        </p:txBody>
      </p:sp>
      <p:pic>
        <p:nvPicPr>
          <p:cNvPr id="9" name="Picture Placeholder 8" descr="pftl-739-03.png"/>
          <p:cNvPicPr>
            <a:picLocks noGrp="1" noChangeAspect="1"/>
          </p:cNvPicPr>
          <p:nvPr>
            <p:ph type="pic" sz="quarter" idx="10"/>
          </p:nvPr>
        </p:nvPicPr>
        <p:blipFill>
          <a:blip r:embed="rId4"/>
          <a:srcRect t="4" b="4"/>
          <a:stretch>
            <a:fillRect/>
          </a:stretch>
        </p:blipFill>
        <p:spPr>
          <a:xfrm>
            <a:off x="731520" y="195927"/>
            <a:ext cx="8229600" cy="4774505"/>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28600" y="506823"/>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28600" y="945735"/>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28600" y="1384647"/>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28600" y="1823559"/>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sz="quarter" idx="30"/>
          </p:nvPr>
        </p:nvSpPr>
        <p:spPr>
          <a:xfrm>
            <a:off x="228600" y="2262471"/>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sz="quarter" idx="31"/>
          </p:nvPr>
        </p:nvSpPr>
        <p:spPr>
          <a:xfrm>
            <a:off x="228600" y="2701383"/>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739</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WHAT WILL YOU DO WITH JESUS?</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2004 The Paperless Hymnal™</a:t>
            </a:r>
          </a:p>
        </p:txBody>
      </p:sp>
      <p:pic>
        <p:nvPicPr>
          <p:cNvPr id="9" name="Picture Placeholder 8" descr="pftl-739-04.png"/>
          <p:cNvPicPr>
            <a:picLocks noGrp="1" noChangeAspect="1"/>
          </p:cNvPicPr>
          <p:nvPr>
            <p:ph type="pic" sz="quarter" idx="10"/>
          </p:nvPr>
        </p:nvPicPr>
        <p:blipFill>
          <a:blip r:embed="rId4"/>
          <a:srcRect t="4" b="4"/>
          <a:stretch>
            <a:fillRect/>
          </a:stretch>
        </p:blipFill>
        <p:spPr>
          <a:xfrm>
            <a:off x="731520" y="195927"/>
            <a:ext cx="8229600" cy="4774505"/>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28600" y="506823"/>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28600" y="945735"/>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28600" y="1384647"/>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28600" y="1823559"/>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sz="quarter" idx="30"/>
          </p:nvPr>
        </p:nvSpPr>
        <p:spPr>
          <a:xfrm>
            <a:off x="228600" y="2262471"/>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sz="quarter" idx="31"/>
          </p:nvPr>
        </p:nvSpPr>
        <p:spPr>
          <a:xfrm>
            <a:off x="228600" y="2701383"/>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739</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WHAT WILL YOU DO WITH JESUS?</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2004 The Paperless Hymnal™</a:t>
            </a:r>
          </a:p>
        </p:txBody>
      </p:sp>
      <p:pic>
        <p:nvPicPr>
          <p:cNvPr id="9" name="Picture Placeholder 8" descr="pftl-739-02.png"/>
          <p:cNvPicPr>
            <a:picLocks noGrp="1" noChangeAspect="1"/>
          </p:cNvPicPr>
          <p:nvPr>
            <p:ph type="pic" sz="quarter" idx="10"/>
          </p:nvPr>
        </p:nvPicPr>
        <p:blipFill>
          <a:blip r:embed="rId4"/>
          <a:srcRect t="4" b="4"/>
          <a:stretch>
            <a:fillRect/>
          </a:stretch>
        </p:blipFill>
        <p:spPr>
          <a:xfrm>
            <a:off x="731520" y="195927"/>
            <a:ext cx="8229600" cy="4774505"/>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28600" y="506823"/>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28600" y="945735"/>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28600" y="1384647"/>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28600" y="1823559"/>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sz="quarter" idx="30"/>
          </p:nvPr>
        </p:nvSpPr>
        <p:spPr>
          <a:xfrm>
            <a:off x="228600" y="2262471"/>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sz="quarter" idx="31"/>
          </p:nvPr>
        </p:nvSpPr>
        <p:spPr>
          <a:xfrm>
            <a:off x="228600" y="2701383"/>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739</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WHAT WILL YOU DO WITH JESUS?</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2004 The Paperless Hymnal™</a:t>
            </a:r>
          </a:p>
        </p:txBody>
      </p:sp>
      <p:pic>
        <p:nvPicPr>
          <p:cNvPr id="9" name="Picture Placeholder 8" descr="pftl-739-03.png"/>
          <p:cNvPicPr>
            <a:picLocks noGrp="1" noChangeAspect="1"/>
          </p:cNvPicPr>
          <p:nvPr>
            <p:ph type="pic" sz="quarter" idx="10"/>
          </p:nvPr>
        </p:nvPicPr>
        <p:blipFill>
          <a:blip r:embed="rId4"/>
          <a:srcRect t="4" b="4"/>
          <a:stretch>
            <a:fillRect/>
          </a:stretch>
        </p:blipFill>
        <p:spPr>
          <a:xfrm>
            <a:off x="731520" y="195927"/>
            <a:ext cx="8229600" cy="4774505"/>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28600" y="506823"/>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28600" y="945735"/>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28600" y="1384647"/>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28600" y="1823559"/>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sz="quarter" idx="30"/>
          </p:nvPr>
        </p:nvSpPr>
        <p:spPr>
          <a:xfrm>
            <a:off x="228600" y="2262471"/>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sz="quarter" idx="31"/>
          </p:nvPr>
        </p:nvSpPr>
        <p:spPr>
          <a:xfrm>
            <a:off x="228600" y="2701383"/>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739</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WHAT WILL YOU DO WITH JESUS?</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2004 The Paperless Hymnal™</a:t>
            </a:r>
          </a:p>
        </p:txBody>
      </p:sp>
      <p:pic>
        <p:nvPicPr>
          <p:cNvPr id="9" name="Picture Placeholder 8" descr="pftl-739-07.png"/>
          <p:cNvPicPr>
            <a:picLocks noGrp="1" noChangeAspect="1"/>
          </p:cNvPicPr>
          <p:nvPr>
            <p:ph type="pic" sz="quarter" idx="10"/>
          </p:nvPr>
        </p:nvPicPr>
        <p:blipFill>
          <a:blip r:embed="rId4"/>
          <a:srcRect t="4" b="4"/>
          <a:stretch>
            <a:fillRect/>
          </a:stretch>
        </p:blipFill>
        <p:spPr>
          <a:xfrm>
            <a:off x="731520" y="195927"/>
            <a:ext cx="8229600" cy="4774505"/>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28600" y="506823"/>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28600" y="945735"/>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28600" y="1384647"/>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28600" y="1823559"/>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sz="quarter" idx="30"/>
          </p:nvPr>
        </p:nvSpPr>
        <p:spPr>
          <a:xfrm>
            <a:off x="228600" y="2262471"/>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sz="quarter" idx="31"/>
          </p:nvPr>
        </p:nvSpPr>
        <p:spPr>
          <a:xfrm>
            <a:off x="228600" y="2701383"/>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739</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WHAT WILL YOU DO WITH JESUS?</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2004 The Paperless Hymnal™</a:t>
            </a:r>
          </a:p>
        </p:txBody>
      </p:sp>
      <p:pic>
        <p:nvPicPr>
          <p:cNvPr id="9" name="Picture Placeholder 8" descr="pftl-739-02.png"/>
          <p:cNvPicPr>
            <a:picLocks noGrp="1" noChangeAspect="1"/>
          </p:cNvPicPr>
          <p:nvPr>
            <p:ph type="pic" sz="quarter" idx="10"/>
          </p:nvPr>
        </p:nvPicPr>
        <p:blipFill>
          <a:blip r:embed="rId4"/>
          <a:srcRect t="4" b="4"/>
          <a:stretch>
            <a:fillRect/>
          </a:stretch>
        </p:blipFill>
        <p:spPr>
          <a:xfrm>
            <a:off x="731520" y="195927"/>
            <a:ext cx="8229600" cy="4774505"/>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28600" y="506823"/>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28600" y="945735"/>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28600" y="1384647"/>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28600" y="1823559"/>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sz="quarter" idx="30"/>
          </p:nvPr>
        </p:nvSpPr>
        <p:spPr>
          <a:xfrm>
            <a:off x="228600" y="2262471"/>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sz="quarter" idx="31"/>
          </p:nvPr>
        </p:nvSpPr>
        <p:spPr>
          <a:xfrm>
            <a:off x="228600" y="2701383"/>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song-gray-blur.jpg"/>
          <p:cNvPicPr>
            <a:picLocks noGrp="1" noChangeAspect="1"/>
          </p:cNvPicPr>
          <p:nvPr>
            <p:ph type="pic" sz="quarter" idx="23"/>
          </p:nvPr>
        </p:nvPicPr>
        <p:blipFill>
          <a:blip r:embed="rId2"/>
          <a:srcRect/>
          <a:stretch>
            <a:fillRect/>
          </a:stretch>
        </p:blipFill>
        <p:spPr>
          <a:xfrm>
            <a:off x="0" y="0"/>
            <a:ext cx="9144000" cy="5715000"/>
          </a:xfrm>
        </p:spPr>
      </p:pic>
      <p:sp>
        <p:nvSpPr>
          <p:cNvPr id="3" name="Text Placeholder 2"/>
          <p:cNvSpPr>
            <a:spLocks noGrp="1"/>
          </p:cNvSpPr>
          <p:nvPr>
            <p:ph type="body" sz="quarter" idx="19"/>
          </p:nvPr>
        </p:nvSpPr>
        <p:spPr>
          <a:xfrm>
            <a:off x="0" y="5166360"/>
            <a:ext cx="9144000" cy="548640"/>
          </a:xfrm>
        </p:spPr>
        <p:txBody>
          <a:bodyPr/>
          <a:lstStyle/>
          <a:p>
            <a:r>
              <a:t> </a:t>
            </a:r>
          </a:p>
        </p:txBody>
      </p:sp>
      <p:sp>
        <p:nvSpPr>
          <p:cNvPr id="4" name="Text Placeholder 3"/>
          <p:cNvSpPr>
            <a:spLocks noGrp="1"/>
          </p:cNvSpPr>
          <p:nvPr>
            <p:ph type="body" sz="quarter" idx="24"/>
          </p:nvPr>
        </p:nvSpPr>
        <p:spPr>
          <a:xfrm>
            <a:off x="-228600" y="5257800"/>
            <a:ext cx="914400" cy="365760"/>
          </a:xfrm>
          <a:noFill/>
        </p:spPr>
        <p:txBody>
          <a:bodyPr/>
          <a:lstStyle/>
          <a:p>
            <a:r>
              <a:t>739</a:t>
            </a:r>
          </a:p>
        </p:txBody>
      </p:sp>
      <p:pic>
        <p:nvPicPr>
          <p:cNvPr id="5" name="Picture Placeholder 4" descr="pftl-circle.png"/>
          <p:cNvPicPr>
            <a:picLocks noGrp="1" noChangeAspect="1"/>
          </p:cNvPicPr>
          <p:nvPr>
            <p:ph type="pic" sz="quarter" idx="25"/>
          </p:nvPr>
        </p:nvPicPr>
        <p:blipFill>
          <a:blip r:embed="rId3"/>
          <a:srcRect t="526" b="526"/>
          <a:stretch>
            <a:fillRect/>
          </a:stretch>
        </p:blipFill>
        <p:spPr>
          <a:xfrm>
            <a:off x="731520" y="5257800"/>
            <a:ext cx="365760" cy="361915"/>
          </a:xfrm>
        </p:spPr>
      </p:pic>
      <p:sp>
        <p:nvSpPr>
          <p:cNvPr id="6" name="Text Placeholder 5"/>
          <p:cNvSpPr>
            <a:spLocks noGrp="1"/>
          </p:cNvSpPr>
          <p:nvPr>
            <p:ph type="body" sz="quarter" idx="16"/>
          </p:nvPr>
        </p:nvSpPr>
        <p:spPr>
          <a:xfrm>
            <a:off x="1188720" y="5212080"/>
            <a:ext cx="7315200" cy="361915"/>
          </a:xfrm>
        </p:spPr>
        <p:txBody>
          <a:bodyPr wrap="square">
            <a:noAutofit/>
          </a:bodyPr>
          <a:lstStyle/>
          <a:p>
            <a:r>
              <a:rPr sz="1600" b="1" i="0"/>
              <a:t>WHAT WILL YOU DO WITH JESUS?</a:t>
            </a:r>
          </a:p>
        </p:txBody>
      </p:sp>
      <p:sp>
        <p:nvSpPr>
          <p:cNvPr id="7" name="Text Placeholder 6"/>
          <p:cNvSpPr>
            <a:spLocks noGrp="1"/>
          </p:cNvSpPr>
          <p:nvPr>
            <p:ph type="body" sz="quarter" idx="17"/>
          </p:nvPr>
        </p:nvSpPr>
        <p:spPr>
          <a:xfrm>
            <a:off x="1280160" y="5486400"/>
            <a:ext cx="2951596" cy="180975"/>
          </a:xfrm>
        </p:spPr>
        <p:txBody>
          <a:bodyPr wrap="square" tIns="0" bIns="0">
            <a:noAutofit/>
          </a:bodyPr>
          <a:lstStyle/>
          <a:p>
            <a:r>
              <a:rPr sz="800" b="0" i="0"/>
              <a:t>© 2004 The Paperless Hymnal™</a:t>
            </a:r>
          </a:p>
        </p:txBody>
      </p:sp>
      <p:pic>
        <p:nvPicPr>
          <p:cNvPr id="9" name="Picture Placeholder 8" descr="pftl-739-03.png"/>
          <p:cNvPicPr>
            <a:picLocks noGrp="1" noChangeAspect="1"/>
          </p:cNvPicPr>
          <p:nvPr>
            <p:ph type="pic" sz="quarter" idx="10"/>
          </p:nvPr>
        </p:nvPicPr>
        <p:blipFill>
          <a:blip r:embed="rId4"/>
          <a:srcRect t="4" b="4"/>
          <a:stretch>
            <a:fillRect/>
          </a:stretch>
        </p:blipFill>
        <p:spPr>
          <a:xfrm>
            <a:off x="731520" y="195927"/>
            <a:ext cx="8229600" cy="4774505"/>
          </a:xfrm>
        </p:spPr>
      </p:pic>
      <p:pic>
        <p:nvPicPr>
          <p:cNvPr id="10" name="Picture Placeholder 9" descr="eh-circle.png"/>
          <p:cNvPicPr>
            <a:picLocks noGrp="1" noChangeAspect="1"/>
          </p:cNvPicPr>
          <p:nvPr>
            <p:ph type="pic" sz="quarter" idx="20"/>
          </p:nvPr>
        </p:nvPicPr>
        <p:blipFill>
          <a:blip r:embed="rId5"/>
          <a:srcRect t="219" b="219"/>
          <a:stretch>
            <a:fillRect/>
          </a:stretch>
        </p:blipFill>
        <p:spPr>
          <a:xfrm>
            <a:off x="8595360" y="5257800"/>
            <a:ext cx="367371" cy="365760"/>
          </a:xfrm>
        </p:spPr>
      </p:pic>
      <p:sp>
        <p:nvSpPr>
          <p:cNvPr id="14" name="Text Placeholder 13"/>
          <p:cNvSpPr>
            <a:spLocks noGrp="1"/>
          </p:cNvSpPr>
          <p:nvPr>
            <p:ph type="body" sz="quarter" idx="26"/>
          </p:nvPr>
        </p:nvSpPr>
        <p:spPr>
          <a:xfrm>
            <a:off x="228600" y="506823"/>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sz="quarter" idx="27"/>
          </p:nvPr>
        </p:nvSpPr>
        <p:spPr>
          <a:xfrm>
            <a:off x="228600" y="945735"/>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sz="quarter" idx="28"/>
          </p:nvPr>
        </p:nvSpPr>
        <p:spPr>
          <a:xfrm>
            <a:off x="228600" y="1384647"/>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sz="quarter" idx="29"/>
          </p:nvPr>
        </p:nvSpPr>
        <p:spPr>
          <a:xfrm>
            <a:off x="228600" y="1823559"/>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sz="quarter" idx="30"/>
          </p:nvPr>
        </p:nvSpPr>
        <p:spPr>
          <a:xfrm>
            <a:off x="228600" y="2262471"/>
            <a:ext cx="365760" cy="365760"/>
          </a:xfrm>
          <a:solidFill>
            <a:srgbClr val="7F7F7F"/>
          </a:solidFill>
          <a:ln>
            <a:noFill/>
          </a:ln>
        </p:spPr>
        <p:txBody>
          <a:bodyPr lIns="0" tIns="0" rIns="0" b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sz="quarter" idx="31"/>
          </p:nvPr>
        </p:nvSpPr>
        <p:spPr>
          <a:xfrm>
            <a:off x="228600" y="2701383"/>
            <a:ext cx="365760" cy="365760"/>
          </a:xfrm>
          <a:solidFill>
            <a:srgbClr val="1C81B9"/>
          </a:solidFill>
          <a:ln>
            <a:noFill/>
          </a:ln>
        </p:spPr>
        <p:txBody>
          <a:bodyPr lIns="0" tIns="0" rIns="0" bIns="0"/>
          <a:lstStyle/>
          <a:p>
            <a:pPr>
              <a:lnSpc>
                <a:spcPct val="90000"/>
              </a:lnSpc>
            </a:pPr>
            <a:r>
              <a:rPr sz="1600" b="1">
                <a:solidFill>
                  <a:srgbClr val="FFFFFF"/>
                </a:solidFill>
                <a:latin typeface="Avenir Next LT Pro"/>
              </a:rPr>
              <a:t>C</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prayer-wheat.jpg"/>
          <p:cNvPicPr>
            <a:picLocks noGrp="1" noChangeAspect="1"/>
          </p:cNvPicPr>
          <p:nvPr>
            <p:ph type="pic" sz="quarter" idx="10"/>
          </p:nvPr>
        </p:nvPicPr>
        <p:blipFill>
          <a:blip r:embed="rId2"/>
          <a:srcRect/>
          <a:stretch>
            <a:fillRect/>
          </a:stretch>
        </p:blipFill>
        <p:spPr>
          <a:xfrm>
            <a:off x="0" y="0"/>
            <a:ext cx="9144000" cy="5715000"/>
          </a:xfrm>
        </p:spPr>
      </p:pic>
      <p:sp>
        <p:nvSpPr>
          <p:cNvPr id="3" name="Content Placeholder 2"/>
          <p:cNvSpPr>
            <a:spLocks noGrp="1"/>
          </p:cNvSpPr>
          <p:nvPr>
            <p:ph sz="quarter" idx="17"/>
          </p:nvPr>
        </p:nvSpPr>
        <p:spPr/>
        <p:txBody>
          <a:bodyPr/>
          <a:lstStyle/>
          <a:p>
            <a:r>
              <a:t> </a:t>
            </a:r>
          </a:p>
        </p:txBody>
      </p:sp>
      <p:sp>
        <p:nvSpPr>
          <p:cNvPr id="4" name="Content Placeholder 3"/>
          <p:cNvSpPr>
            <a:spLocks noGrp="1"/>
          </p:cNvSpPr>
          <p:nvPr>
            <p:ph sz="quarter" idx="18"/>
          </p:nvPr>
        </p:nvSpPr>
        <p:spPr/>
        <p:txBody>
          <a:bodyPr/>
          <a:lstStyle/>
          <a:p>
            <a:r>
              <a:t> </a:t>
            </a:r>
          </a:p>
        </p:txBody>
      </p:sp>
      <p:sp>
        <p:nvSpPr>
          <p:cNvPr id="6" name="Text Placeholder 5"/>
          <p:cNvSpPr>
            <a:spLocks noGrp="1"/>
          </p:cNvSpPr>
          <p:nvPr>
            <p:ph type="body" sz="quarter" idx="13"/>
          </p:nvPr>
        </p:nvSpPr>
        <p:spPr>
          <a:xfrm>
            <a:off x="3063240" y="1531620"/>
            <a:ext cx="4572000" cy="1645920"/>
          </a:xfrm>
        </p:spPr>
        <p:txBody>
          <a:bodyPr wrap="square">
            <a:noAutofit/>
          </a:bodyPr>
          <a:lstStyle/>
          <a:p>
            <a:r>
              <a:rPr sz="8000" b="1" i="0"/>
              <a:t>PRAYER</a:t>
            </a:r>
          </a:p>
        </p:txBody>
      </p:sp>
      <p:sp>
        <p:nvSpPr>
          <p:cNvPr id="7" name="Text Placeholder 6"/>
          <p:cNvSpPr>
            <a:spLocks noGrp="1"/>
          </p:cNvSpPr>
          <p:nvPr>
            <p:ph type="body" sz="quarter" idx="15"/>
          </p:nvPr>
        </p:nvSpPr>
        <p:spPr>
          <a:xfrm>
            <a:off x="3566160" y="3040380"/>
            <a:ext cx="3566160" cy="914400"/>
          </a:xfrm>
        </p:spPr>
        <p:txBody>
          <a:bodyPr wrap="square">
            <a:noAutofit/>
          </a:bodyPr>
          <a:lstStyle/>
          <a:p>
            <a:r>
              <a:rPr sz="2400" b="0" i="0"/>
              <a:t>“DEVOTE YOURSELVES TO PRAYER”</a:t>
            </a:r>
          </a:p>
        </p:txBody>
      </p:sp>
      <p:sp>
        <p:nvSpPr>
          <p:cNvPr id="9" name="Text Placeholder 8"/>
          <p:cNvSpPr>
            <a:spLocks noGrp="1"/>
          </p:cNvSpPr>
          <p:nvPr>
            <p:ph type="body" sz="quarter" idx="20"/>
          </p:nvPr>
        </p:nvSpPr>
        <p:spPr>
          <a:xfrm>
            <a:off x="3291840" y="3863339"/>
            <a:ext cx="4133087" cy="914400"/>
          </a:xfrm>
        </p:spPr>
        <p:txBody>
          <a:bodyPr wrap="square">
            <a:noAutofit/>
          </a:bodyPr>
          <a:lstStyle/>
          <a:p>
            <a:r>
              <a:rPr sz="2000" b="0" i="0"/>
              <a:t>COLOSSIANS 4:2</a:t>
            </a:r>
          </a:p>
        </p:txBody>
      </p:sp>
      <p:pic>
        <p:nvPicPr>
          <p:cNvPr id="10" name="Picture Placeholder 9" descr="eh20-eng-432.png"/>
          <p:cNvPicPr>
            <a:picLocks noGrp="1" noChangeAspect="1"/>
          </p:cNvPicPr>
          <p:nvPr>
            <p:ph type="pic" sz="quarter" idx="19"/>
          </p:nvPr>
        </p:nvPicPr>
        <p:blipFill>
          <a:blip r:embed="rId3"/>
          <a:srcRect t="459" b="459"/>
          <a:stretch>
            <a:fillRect/>
          </a:stretch>
        </p:blipFill>
        <p:spPr>
          <a:xfrm>
            <a:off x="1668537" y="5029200"/>
            <a:ext cx="1828800" cy="457200"/>
          </a:xfrm>
        </p:spPr>
      </p:pic>
      <p:sp>
        <p:nvSpPr>
          <p:cNvPr id="11" name="Content Placeholder 10"/>
          <p:cNvSpPr>
            <a:spLocks noGrp="1"/>
          </p:cNvSpPr>
          <p:nvPr>
            <p:ph sz="quarter" idx="22"/>
          </p:nvPr>
        </p:nvSpPr>
        <p:spPr>
          <a:xfrm>
            <a:off x="694943" y="4309109"/>
            <a:ext cx="822960" cy="274320"/>
          </a:xfrm>
        </p:spPr>
        <p:txBody>
          <a:bodyPr/>
          <a:lstStyle/>
          <a:p>
            <a:r>
              <a:t> </a:t>
            </a:r>
          </a:p>
        </p:txBody>
      </p:sp>
      <p:sp>
        <p:nvSpPr>
          <p:cNvPr id="12" name="Text Placeholder 11"/>
          <p:cNvSpPr>
            <a:spLocks noGrp="1"/>
          </p:cNvSpPr>
          <p:nvPr>
            <p:ph type="body" sz="quarter" idx="21"/>
          </p:nvPr>
        </p:nvSpPr>
        <p:spPr/>
        <p:txBody>
          <a:bodyPr/>
          <a:lstStyle/>
          <a:p>
            <a:r>
              <a:rPr sz="1500" b="0"/>
              <a:t>Welcome</a:t>
            </a:r>
          </a:p>
          <a:p>
            <a:r>
              <a:rPr sz="1500" b="0"/>
              <a:t>Reading</a:t>
            </a:r>
          </a:p>
          <a:p>
            <a:r>
              <a:rPr sz="1500" b="0"/>
              <a:t>Prayer</a:t>
            </a:r>
          </a:p>
          <a:p>
            <a:r>
              <a:rPr sz="1500" b="1"/>
              <a:t>115      .</a:t>
            </a:r>
          </a:p>
          <a:p>
            <a:r>
              <a:rPr sz="1500" b="1"/>
              <a:t>950      .</a:t>
            </a:r>
          </a:p>
          <a:p>
            <a:r>
              <a:rPr sz="1500" b="0"/>
              <a:t>Lord’s Supper</a:t>
            </a:r>
          </a:p>
          <a:p>
            <a:r>
              <a:rPr sz="1500" b="1"/>
              <a:t>32      .</a:t>
            </a:r>
          </a:p>
          <a:p>
            <a:r>
              <a:rPr sz="1500" b="0"/>
              <a:t>Collection</a:t>
            </a:r>
          </a:p>
          <a:p>
            <a:r>
              <a:rPr sz="1500" b="1"/>
              <a:t>500      .</a:t>
            </a:r>
          </a:p>
          <a:p>
            <a:r>
              <a:rPr sz="1500" b="0"/>
              <a:t>Sermon</a:t>
            </a:r>
          </a:p>
          <a:p>
            <a:r>
              <a:rPr sz="1500" b="1"/>
              <a:t>739      .</a:t>
            </a:r>
          </a:p>
          <a:p>
            <a:r>
              <a:rPr sz="1500" b="1"/>
              <a:t>• </a:t>
            </a:r>
            <a:r>
              <a:rPr sz="1500" b="0"/>
              <a:t>Prayer</a:t>
            </a:r>
          </a:p>
        </p:txBody>
      </p:sp>
      <p:sp>
        <p:nvSpPr>
          <p:cNvPr id="15" name="Oval 14"/>
          <p:cNvSpPr/>
          <p:nvPr/>
        </p:nvSpPr>
        <p:spPr>
          <a:xfrm>
            <a:off x="42931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4759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65886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84174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02462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2075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39038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557326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575614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93902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121908" y="5303520"/>
            <a:ext cx="100584" cy="100584"/>
          </a:xfrm>
          <a:prstGeom prst="ellipse">
            <a:avLst/>
          </a:prstGeom>
          <a:solidFill>
            <a:srgbClr val="94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304788" y="5303520"/>
            <a:ext cx="100584" cy="1005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pftl-xcircle.png"/>
          <p:cNvPicPr>
            <a:picLocks noChangeAspect="1"/>
          </p:cNvPicPr>
          <p:nvPr/>
        </p:nvPicPr>
        <p:blipFill>
          <a:blip r:embed="rId4"/>
          <a:stretch>
            <a:fillRect/>
          </a:stretch>
        </p:blipFill>
        <p:spPr>
          <a:xfrm>
            <a:off x="1188720" y="1568195"/>
            <a:ext cx="274320" cy="274320"/>
          </a:xfrm>
          <a:prstGeom prst="rect">
            <a:avLst/>
          </a:prstGeom>
        </p:spPr>
      </p:pic>
      <p:pic>
        <p:nvPicPr>
          <p:cNvPr id="28" name="Picture 27" descr="pftl-xcircle.png"/>
          <p:cNvPicPr>
            <a:picLocks noChangeAspect="1"/>
          </p:cNvPicPr>
          <p:nvPr/>
        </p:nvPicPr>
        <p:blipFill>
          <a:blip r:embed="rId4"/>
          <a:stretch>
            <a:fillRect/>
          </a:stretch>
        </p:blipFill>
        <p:spPr>
          <a:xfrm>
            <a:off x="1188720" y="1911095"/>
            <a:ext cx="274320" cy="274320"/>
          </a:xfrm>
          <a:prstGeom prst="rect">
            <a:avLst/>
          </a:prstGeom>
        </p:spPr>
      </p:pic>
      <p:pic>
        <p:nvPicPr>
          <p:cNvPr id="29" name="Picture 28" descr="shs-xcircle.png"/>
          <p:cNvPicPr>
            <a:picLocks noChangeAspect="1"/>
          </p:cNvPicPr>
          <p:nvPr/>
        </p:nvPicPr>
        <p:blipFill>
          <a:blip r:embed="rId5"/>
          <a:stretch>
            <a:fillRect/>
          </a:stretch>
        </p:blipFill>
        <p:spPr>
          <a:xfrm>
            <a:off x="1188720" y="2596896"/>
            <a:ext cx="274320" cy="274320"/>
          </a:xfrm>
          <a:prstGeom prst="rect">
            <a:avLst/>
          </a:prstGeom>
        </p:spPr>
      </p:pic>
      <p:pic>
        <p:nvPicPr>
          <p:cNvPr id="30" name="Picture 29" descr="pftl-xcircle.png"/>
          <p:cNvPicPr>
            <a:picLocks noChangeAspect="1"/>
          </p:cNvPicPr>
          <p:nvPr/>
        </p:nvPicPr>
        <p:blipFill>
          <a:blip r:embed="rId4"/>
          <a:stretch>
            <a:fillRect/>
          </a:stretch>
        </p:blipFill>
        <p:spPr>
          <a:xfrm>
            <a:off x="1188720" y="3282696"/>
            <a:ext cx="274320" cy="274320"/>
          </a:xfrm>
          <a:prstGeom prst="rect">
            <a:avLst/>
          </a:prstGeom>
        </p:spPr>
      </p:pic>
      <p:pic>
        <p:nvPicPr>
          <p:cNvPr id="31" name="Picture 30" descr="pftl-xcircle.png"/>
          <p:cNvPicPr>
            <a:picLocks noChangeAspect="1"/>
          </p:cNvPicPr>
          <p:nvPr/>
        </p:nvPicPr>
        <p:blipFill>
          <a:blip r:embed="rId4"/>
          <a:stretch>
            <a:fillRect/>
          </a:stretch>
        </p:blipFill>
        <p:spPr>
          <a:xfrm>
            <a:off x="1188720" y="3968496"/>
            <a:ext cx="274320" cy="274320"/>
          </a:xfrm>
          <a:prstGeom prst="rect">
            <a:avLst/>
          </a:prstGeom>
        </p:spPr>
      </p:pic>
    </p:spTree>
  </p:cSld>
  <p:clrMapOvr>
    <a:masterClrMapping/>
  </p:clrMapOvr>
</p:sld>
</file>

<file path=ppt/theme/theme1.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133070</TotalTime>
  <Words>1534</Words>
  <Application>Microsoft Office PowerPoint</Application>
  <PresentationFormat>On-screen Show (16:10)</PresentationFormat>
  <Paragraphs>660</Paragraphs>
  <Slides>62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62</vt:i4>
      </vt:variant>
    </vt:vector>
  </HeadingPairs>
  <TitlesOfParts>
    <vt:vector size="67" baseType="lpstr">
      <vt:lpstr>Alegreya Sans Medium</vt:lpstr>
      <vt:lpstr>Arial</vt:lpstr>
      <vt:lpstr>Avenir Next LT Pro</vt:lpstr>
      <vt:lpstr>Calibri</vt:lpstr>
      <vt:lpstr>3_Custom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Williams David</dc:creator>
  <cp:lastModifiedBy>David Williams</cp:lastModifiedBy>
  <cp:revision>556</cp:revision>
  <dcterms:created xsi:type="dcterms:W3CDTF">2019-05-01T02:25:12Z</dcterms:created>
  <dcterms:modified xsi:type="dcterms:W3CDTF">2021-01-17T00:28:17Z</dcterms:modified>
</cp:coreProperties>
</file>