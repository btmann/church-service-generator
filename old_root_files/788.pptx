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4" d="100"/>
          <a:sy n="104" d="100"/>
        </p:scale>
        <p:origin x="142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249E-03B0-4CF6-9BFA-2328486C7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7C31E-5310-42BD-B866-CF1AA07E0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DA5C5-8760-4150-87B1-CF3CC6DDE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662A6-3011-42D5-8480-33DDB0091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71EEF-201F-413C-A664-8AF3E1F0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96154E-9F2E-4FB2-A68F-9D97281FAD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658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64F0-4F97-428A-B7C7-C5B77EEE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64B21-095E-46B9-980C-870B4710B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06A44-FDE9-41AB-8E87-AFA65753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892A7-887F-4163-B415-9CDC92CA8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5BD53-12A4-4ACF-9413-54DCE946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993B6-93F3-487C-942B-D0D4C2FFAD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46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D94C-25F4-496F-8F02-9E7BB24E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389A0-A0EB-4B81-A395-3135417A0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96013-7C51-4905-9DB4-E4548C5C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54839-8C6B-4A32-80FB-C5AB99A0B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3FD7E-9DBF-4F74-9145-E8F941E3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A405FD-9518-4A5E-941A-F57F9ADFCA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4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FCCD-C47B-4080-B70E-FF81488D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FBDFA-3AE1-45BA-AEB7-F28F44734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9AA13-BE80-42ED-9514-CC3A825E1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80DB3-2BA1-4340-A9DB-1C761FB8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E33AE-8F6A-49DF-8D8A-0B09B239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6FF0F-EB09-4A50-AEE8-CA3CF3E9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5A3BBE-3F89-4876-B415-27A5AE5340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07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2699-250C-4931-87E6-59EE1A36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5AD89-87F0-4238-AFCC-7D2C0E071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F6C99-79AE-4EA1-B1E2-25EACDCFB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158FD-E39D-4B5B-BA97-A478B7E82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167175-8AA7-456A-AB77-9FA855C59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AD5BF-61B4-45FE-9621-0CF7E405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51EBE-1455-4E78-9F2F-FE3A4684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722FB-F718-4644-A2B7-358FFC3E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9AA7AB-D00E-43B4-8784-6CC2A100A8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090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60A4-301B-4875-9F3F-3DE1659AC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8289B8-02FF-4E6B-BD2A-598B1E03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D28B8-3E33-4172-9604-A4DB4386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096BE-45E2-48CB-A44B-D422FD6A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809FF-C982-419B-A197-460F851C66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6586E-D111-4426-9A16-98AEDE5F1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1AF91-2E8C-4FC0-AB7B-729F3E4B9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22DE0-E8B0-4FF7-A0F2-A63D763A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C1DA7C-9FFF-4912-9BBF-67FF01842D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73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1554-3DF9-41E2-BF53-2EB74C96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9C430-1B3B-45B1-AB63-C98349B6D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3C8F8-6FEB-48FF-A5E1-701589707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6FE0A-458A-486F-8171-04564043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80B2E-2CB2-4E46-B07A-8AC51104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5BE1F-4086-44CC-B7BF-6625F37A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A7CAFA-02F0-4FF7-8E16-7789B31F1A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725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B9AD-8685-4354-BE56-F007C91BA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2E8E50-B7AC-4D23-B932-7497F02F9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E8B60-E80B-42CB-9B37-B466114A4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24AF4-18D9-4898-98C5-C7045C20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1E2C3-4C9E-495D-8D1B-F670B7E31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152B7-9815-42F3-A513-F614E227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FC356-FA63-49D5-B61E-F056E29B51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86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F9EA-870D-4A3E-BFCC-CE4A5355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9BC2A-53AD-40B1-8AC5-1D3756723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42193-29BA-4877-A8EB-D87B92FA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D171E-495B-4C30-9883-75EAE6E7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0802A-BD05-4577-B9ED-E5800021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84EF2B-2287-4BD8-90B1-9CE3DC7C77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46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05635-6D5D-4EA8-B17A-DAE3FE3D7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D5EFF-7AFA-4530-AAB5-7120CCB33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A614B-7E82-4415-916A-577BC5F8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7C203-FF4B-4088-8C08-74DC56119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6EB39-A591-4729-961C-51B11CC9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2FBF1A-53C6-468F-99B4-FD0711CBF9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065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7C986E2-EDE2-49E6-98A5-11141EC02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F6BC654-A8D0-4FA8-BE7C-7D98C1F2BE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FC8DD05-3846-46E9-9B9C-EE7AD498D7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D62BBF2-FC9A-451C-88B6-FAE1405EEE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6CD0DE-22D6-44E2-BB1C-61A9AD243F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5E9DDCE-C7E3-4A0F-8F25-E66AE0A4553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Text Box 14">
            <a:extLst>
              <a:ext uri="{FF2B5EF4-FFF2-40B4-BE49-F238E27FC236}">
                <a16:creationId xmlns:a16="http://schemas.microsoft.com/office/drawing/2014/main" id="{D0E9C1C9-33F8-4FE5-A262-0275A3983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2098675"/>
            <a:ext cx="413067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1.</a:t>
            </a:r>
          </a:p>
          <a:p>
            <a:r>
              <a:rPr lang="en-US" altLang="en-US"/>
              <a:t>Sing them over again to me,</a:t>
            </a:r>
          </a:p>
          <a:p>
            <a:r>
              <a:rPr lang="en-US" altLang="en-US"/>
              <a:t>Wonderful words of Life;  </a:t>
            </a:r>
          </a:p>
          <a:p>
            <a:r>
              <a:rPr lang="en-US" altLang="en-US"/>
              <a:t>Let me more of their beauty see,</a:t>
            </a:r>
          </a:p>
          <a:p>
            <a:r>
              <a:rPr lang="en-US" altLang="en-US"/>
              <a:t>Wonderful words of Life.  </a:t>
            </a:r>
          </a:p>
          <a:p>
            <a:r>
              <a:rPr lang="en-US" altLang="en-US"/>
              <a:t>Words of life and beauty,</a:t>
            </a:r>
          </a:p>
          <a:p>
            <a:r>
              <a:rPr lang="en-US" altLang="en-US"/>
              <a:t>Teach me faith and duty;</a:t>
            </a:r>
          </a:p>
        </p:txBody>
      </p:sp>
      <p:pic>
        <p:nvPicPr>
          <p:cNvPr id="2063" name="Picture 15" descr="E:\The Paperless Hymnal\SONGS\PPTiffFiles\Single Stanza\W\WonderfulWordsOfLife1.TIF">
            <a:extLst>
              <a:ext uri="{FF2B5EF4-FFF2-40B4-BE49-F238E27FC236}">
                <a16:creationId xmlns:a16="http://schemas.microsoft.com/office/drawing/2014/main" id="{67C48ED3-6AAE-46D6-B7AE-9C6553A42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Rectangle 5">
            <a:extLst>
              <a:ext uri="{FF2B5EF4-FFF2-40B4-BE49-F238E27FC236}">
                <a16:creationId xmlns:a16="http://schemas.microsoft.com/office/drawing/2014/main" id="{4F6FDE18-010D-4B61-B71F-29A720A11C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1 – Wonderful Words of Life</a:t>
            </a:r>
            <a:endParaRPr lang="en-US" altLang="en-US" sz="5400"/>
          </a:p>
        </p:txBody>
      </p:sp>
      <p:sp>
        <p:nvSpPr>
          <p:cNvPr id="2059" name="Text Box 11">
            <a:extLst>
              <a:ext uri="{FF2B5EF4-FFF2-40B4-BE49-F238E27FC236}">
                <a16:creationId xmlns:a16="http://schemas.microsoft.com/office/drawing/2014/main" id="{E8B9DCC6-B456-4AFA-9D74-21EC82F13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6419850"/>
            <a:ext cx="21653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Words and Music by: P. P. Bliss</a:t>
            </a:r>
          </a:p>
        </p:txBody>
      </p:sp>
      <p:sp>
        <p:nvSpPr>
          <p:cNvPr id="2061" name="Text Box 13">
            <a:extLst>
              <a:ext uri="{FF2B5EF4-FFF2-40B4-BE49-F238E27FC236}">
                <a16:creationId xmlns:a16="http://schemas.microsoft.com/office/drawing/2014/main" id="{1E9DD2DA-5661-4735-8D3F-57787B0AD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2064" name="Text Box 16">
            <a:extLst>
              <a:ext uri="{FF2B5EF4-FFF2-40B4-BE49-F238E27FC236}">
                <a16:creationId xmlns:a16="http://schemas.microsoft.com/office/drawing/2014/main" id="{8F99267A-7F32-49EE-955F-263450E76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788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5" name="Picture 9" descr="E:\The Paperless Hymnal\SONGS\PPTiffFiles\Single Stanza\W\WonderfulWordsOfLife2.TIF">
            <a:extLst>
              <a:ext uri="{FF2B5EF4-FFF2-40B4-BE49-F238E27FC236}">
                <a16:creationId xmlns:a16="http://schemas.microsoft.com/office/drawing/2014/main" id="{9679DC30-E7FC-41A8-BF51-D7A3560E4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66C08605-CD11-45B8-873C-12D57D3CFB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1 – Wonderful Words of Life</a:t>
            </a:r>
            <a:endParaRPr lang="en-US" altLang="en-US" sz="5400"/>
          </a:p>
        </p:txBody>
      </p:sp>
      <p:sp>
        <p:nvSpPr>
          <p:cNvPr id="4104" name="Text Box 8">
            <a:extLst>
              <a:ext uri="{FF2B5EF4-FFF2-40B4-BE49-F238E27FC236}">
                <a16:creationId xmlns:a16="http://schemas.microsoft.com/office/drawing/2014/main" id="{7B91CD03-6B14-4809-B4FA-E17BFF70D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4106" name="Text Box 10">
            <a:extLst>
              <a:ext uri="{FF2B5EF4-FFF2-40B4-BE49-F238E27FC236}">
                <a16:creationId xmlns:a16="http://schemas.microsoft.com/office/drawing/2014/main" id="{42368AF9-3A49-4EFB-B8E8-BF25E3B80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788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Text Box 7">
            <a:extLst>
              <a:ext uri="{FF2B5EF4-FFF2-40B4-BE49-F238E27FC236}">
                <a16:creationId xmlns:a16="http://schemas.microsoft.com/office/drawing/2014/main" id="{77374CA2-AD5A-4692-82E6-F6FC07F4D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1641475"/>
            <a:ext cx="44418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Beautiful words, wonderful words,</a:t>
            </a:r>
          </a:p>
          <a:p>
            <a:r>
              <a:rPr lang="en-US" altLang="en-US"/>
              <a:t>Wonderful words of Life;  </a:t>
            </a:r>
          </a:p>
          <a:p>
            <a:r>
              <a:rPr lang="en-US" altLang="en-US"/>
              <a:t>Beautiful words, wonderful words,</a:t>
            </a:r>
          </a:p>
          <a:p>
            <a:r>
              <a:rPr lang="en-US" altLang="en-US"/>
              <a:t>Wonderful words of Life.</a:t>
            </a:r>
          </a:p>
        </p:txBody>
      </p:sp>
      <p:pic>
        <p:nvPicPr>
          <p:cNvPr id="5128" name="Picture 8" descr="E:\The Paperless Hymnal\SONGS\PPTiffFiles\Single Stanza\W\WonderfulWordsOfLife3.TIF">
            <a:extLst>
              <a:ext uri="{FF2B5EF4-FFF2-40B4-BE49-F238E27FC236}">
                <a16:creationId xmlns:a16="http://schemas.microsoft.com/office/drawing/2014/main" id="{2813337E-B169-42C9-9042-C8606C36D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D794173F-0EC4-4BDE-A10C-C261FF84E1F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c – Wonderful Words of Life</a:t>
            </a:r>
            <a:endParaRPr lang="en-US" altLang="en-US" sz="5400"/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DA18AB4E-A7E7-4C03-B05B-7212584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5129" name="Text Box 9">
            <a:extLst>
              <a:ext uri="{FF2B5EF4-FFF2-40B4-BE49-F238E27FC236}">
                <a16:creationId xmlns:a16="http://schemas.microsoft.com/office/drawing/2014/main" id="{322E3A97-0214-4834-B787-253FCF068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788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" name="Text Box 10">
            <a:extLst>
              <a:ext uri="{FF2B5EF4-FFF2-40B4-BE49-F238E27FC236}">
                <a16:creationId xmlns:a16="http://schemas.microsoft.com/office/drawing/2014/main" id="{2002F2EF-D4B1-4333-9971-70D609DB2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5" y="1717675"/>
            <a:ext cx="4573588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2.</a:t>
            </a:r>
          </a:p>
          <a:p>
            <a:r>
              <a:rPr lang="en-US" altLang="en-US"/>
              <a:t>Christ, the blessed One, gives to all,</a:t>
            </a:r>
          </a:p>
          <a:p>
            <a:r>
              <a:rPr lang="en-US" altLang="en-US"/>
              <a:t>Wonderful words of Life;  </a:t>
            </a:r>
          </a:p>
          <a:p>
            <a:r>
              <a:rPr lang="en-US" altLang="en-US"/>
              <a:t>Sinner, list to the loving call,</a:t>
            </a:r>
          </a:p>
          <a:p>
            <a:r>
              <a:rPr lang="en-US" altLang="en-US"/>
              <a:t>Wonderful words of Life.  </a:t>
            </a:r>
          </a:p>
          <a:p>
            <a:r>
              <a:rPr lang="en-US" altLang="en-US"/>
              <a:t>All so freely given,</a:t>
            </a:r>
          </a:p>
          <a:p>
            <a:r>
              <a:rPr lang="en-US" altLang="en-US"/>
              <a:t>Wooing us to heaven;</a:t>
            </a:r>
          </a:p>
        </p:txBody>
      </p:sp>
      <p:pic>
        <p:nvPicPr>
          <p:cNvPr id="6155" name="Picture 11" descr="E:\The Paperless Hymnal\SONGS\PPTiffFiles\Single Stanza\W\WonderfulWordsOfLife4.TIF">
            <a:extLst>
              <a:ext uri="{FF2B5EF4-FFF2-40B4-BE49-F238E27FC236}">
                <a16:creationId xmlns:a16="http://schemas.microsoft.com/office/drawing/2014/main" id="{F2084933-BD99-4973-B6D6-088C51859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76ED111F-18A6-4CA9-B6BD-16DDD30FF4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2 – Wonderful Words of Life</a:t>
            </a:r>
            <a:endParaRPr lang="en-US" altLang="en-US" sz="5400"/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254629FB-C42B-4178-9619-0EA412C82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6156" name="Text Box 12">
            <a:extLst>
              <a:ext uri="{FF2B5EF4-FFF2-40B4-BE49-F238E27FC236}">
                <a16:creationId xmlns:a16="http://schemas.microsoft.com/office/drawing/2014/main" id="{94B71CAC-2B07-4294-9090-1E4C4B172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788</a:t>
            </a:r>
          </a:p>
        </p:txBody>
      </p:sp>
      <p:sp>
        <p:nvSpPr>
          <p:cNvPr id="6157" name="Text Box 13">
            <a:extLst>
              <a:ext uri="{FF2B5EF4-FFF2-40B4-BE49-F238E27FC236}">
                <a16:creationId xmlns:a16="http://schemas.microsoft.com/office/drawing/2014/main" id="{645F92B6-65F6-4207-AE7B-E284BDD6E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6419850"/>
            <a:ext cx="21653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Words and Music by: P. P. Bliss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7" name="Picture 9" descr="E:\The Paperless Hymnal\SONGS\PPTiffFiles\Single Stanza\W\WonderfulWordsOfLife5.TIF">
            <a:extLst>
              <a:ext uri="{FF2B5EF4-FFF2-40B4-BE49-F238E27FC236}">
                <a16:creationId xmlns:a16="http://schemas.microsoft.com/office/drawing/2014/main" id="{C6033A5A-EC91-4FCA-8B64-011F930A0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831A577A-0C66-4CAB-BD5E-AEF04F9262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2 – Wonderful Words of Life</a:t>
            </a:r>
            <a:endParaRPr lang="en-US" altLang="en-US" sz="5400"/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63A470CF-1982-4AFE-8A0F-2540C4526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D1E57191-B7CB-4B20-A770-2B3E757F5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788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30965847-3FA1-42AC-8B04-226424FF9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1641475"/>
            <a:ext cx="44418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Beautiful words, wonderful words,</a:t>
            </a:r>
          </a:p>
          <a:p>
            <a:r>
              <a:rPr lang="en-US" altLang="en-US"/>
              <a:t>Wonderful words of Life;  </a:t>
            </a:r>
          </a:p>
          <a:p>
            <a:r>
              <a:rPr lang="en-US" altLang="en-US"/>
              <a:t>Beautiful words, wonderful words,</a:t>
            </a:r>
          </a:p>
          <a:p>
            <a:r>
              <a:rPr lang="en-US" altLang="en-US"/>
              <a:t>Wonderful words of Life.</a:t>
            </a:r>
          </a:p>
        </p:txBody>
      </p:sp>
      <p:pic>
        <p:nvPicPr>
          <p:cNvPr id="12291" name="Picture 3" descr="E:\The Paperless Hymnal\SONGS\PPTiffFiles\Single Stanza\W\WonderfulWordsOfLife3.TIF">
            <a:extLst>
              <a:ext uri="{FF2B5EF4-FFF2-40B4-BE49-F238E27FC236}">
                <a16:creationId xmlns:a16="http://schemas.microsoft.com/office/drawing/2014/main" id="{BB78AB22-8AA2-483C-BBFE-6F5AC2FDE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2" name="Rectangle 4">
            <a:extLst>
              <a:ext uri="{FF2B5EF4-FFF2-40B4-BE49-F238E27FC236}">
                <a16:creationId xmlns:a16="http://schemas.microsoft.com/office/drawing/2014/main" id="{63D664B9-3C73-4C30-B687-A64B7F05E8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c – Wonderful Words of Life</a:t>
            </a:r>
            <a:endParaRPr lang="en-US" altLang="en-US" sz="5400"/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4C5C10D0-AB88-4967-910B-913EDA0F1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12294" name="Text Box 6">
            <a:extLst>
              <a:ext uri="{FF2B5EF4-FFF2-40B4-BE49-F238E27FC236}">
                <a16:creationId xmlns:a16="http://schemas.microsoft.com/office/drawing/2014/main" id="{D5C432B0-058F-46F1-B46C-08DDEE9F9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788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Text Box 10">
            <a:extLst>
              <a:ext uri="{FF2B5EF4-FFF2-40B4-BE49-F238E27FC236}">
                <a16:creationId xmlns:a16="http://schemas.microsoft.com/office/drawing/2014/main" id="{A9E513EF-4268-40E0-B8CE-06EAD9786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1870075"/>
            <a:ext cx="381952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3.</a:t>
            </a:r>
          </a:p>
          <a:p>
            <a:r>
              <a:rPr lang="en-US" altLang="en-US"/>
              <a:t>Sweetly echo the gospel call,</a:t>
            </a:r>
          </a:p>
          <a:p>
            <a:r>
              <a:rPr lang="en-US" altLang="en-US"/>
              <a:t>Wonderful words of Life;  </a:t>
            </a:r>
          </a:p>
          <a:p>
            <a:r>
              <a:rPr lang="en-US" altLang="en-US"/>
              <a:t>Offer pardon and peace to all,</a:t>
            </a:r>
          </a:p>
          <a:p>
            <a:r>
              <a:rPr lang="en-US" altLang="en-US"/>
              <a:t>Wonderful words of Life.  </a:t>
            </a:r>
          </a:p>
          <a:p>
            <a:r>
              <a:rPr lang="en-US" altLang="en-US"/>
              <a:t>Jesus, only Savior,</a:t>
            </a:r>
          </a:p>
          <a:p>
            <a:r>
              <a:rPr lang="en-US" altLang="en-US"/>
              <a:t>Sanctify for ever;</a:t>
            </a:r>
          </a:p>
        </p:txBody>
      </p:sp>
      <p:pic>
        <p:nvPicPr>
          <p:cNvPr id="9227" name="Picture 11" descr="E:\The Paperless Hymnal\SONGS\PPTiffFiles\Single Stanza\W\WonderfulWordsOfLife6.TIF">
            <a:extLst>
              <a:ext uri="{FF2B5EF4-FFF2-40B4-BE49-F238E27FC236}">
                <a16:creationId xmlns:a16="http://schemas.microsoft.com/office/drawing/2014/main" id="{25A1EBD5-0ABE-4070-8302-F36A768E7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8" name="Rectangle 2">
            <a:extLst>
              <a:ext uri="{FF2B5EF4-FFF2-40B4-BE49-F238E27FC236}">
                <a16:creationId xmlns:a16="http://schemas.microsoft.com/office/drawing/2014/main" id="{411045B6-B491-4376-B901-0AE9CB99B5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3 – Wonderful Words of Life</a:t>
            </a:r>
            <a:endParaRPr lang="en-US" altLang="en-US" sz="5400"/>
          </a:p>
        </p:txBody>
      </p:sp>
      <p:sp>
        <p:nvSpPr>
          <p:cNvPr id="9225" name="Text Box 9">
            <a:extLst>
              <a:ext uri="{FF2B5EF4-FFF2-40B4-BE49-F238E27FC236}">
                <a16:creationId xmlns:a16="http://schemas.microsoft.com/office/drawing/2014/main" id="{F168E80A-5C12-484E-818F-737ADCCCC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9228" name="Text Box 12">
            <a:extLst>
              <a:ext uri="{FF2B5EF4-FFF2-40B4-BE49-F238E27FC236}">
                <a16:creationId xmlns:a16="http://schemas.microsoft.com/office/drawing/2014/main" id="{FDA94022-9AA2-4D0A-ADD7-D42D3A415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788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05F60DC-3CB1-4AD6-B287-8C57009EA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6419850"/>
            <a:ext cx="21653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Words and Music by: P. P. Bliss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9" name="Picture 9" descr="E:\The Paperless Hymnal\SONGS\PPTiffFiles\Single Stanza\W\WonderfulWordsOfLife7.TIF">
            <a:extLst>
              <a:ext uri="{FF2B5EF4-FFF2-40B4-BE49-F238E27FC236}">
                <a16:creationId xmlns:a16="http://schemas.microsoft.com/office/drawing/2014/main" id="{97E53139-A02E-48F2-A952-06055311C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2" name="Rectangle 2">
            <a:extLst>
              <a:ext uri="{FF2B5EF4-FFF2-40B4-BE49-F238E27FC236}">
                <a16:creationId xmlns:a16="http://schemas.microsoft.com/office/drawing/2014/main" id="{79612CDE-48F1-4F26-9FC1-09679F5E87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3 – Wonderful Words of Life</a:t>
            </a:r>
            <a:endParaRPr lang="en-US" altLang="en-US" sz="5400"/>
          </a:p>
        </p:txBody>
      </p:sp>
      <p:sp>
        <p:nvSpPr>
          <p:cNvPr id="10248" name="Text Box 8">
            <a:extLst>
              <a:ext uri="{FF2B5EF4-FFF2-40B4-BE49-F238E27FC236}">
                <a16:creationId xmlns:a16="http://schemas.microsoft.com/office/drawing/2014/main" id="{76AE3FE8-C65F-4712-8487-387E0C470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73B95561-D0CA-4C8F-9C1B-64941D882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788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CD8D2072-EC51-4DCD-8919-709A3430C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1641475"/>
            <a:ext cx="44418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Beautiful words, wonderful words,</a:t>
            </a:r>
          </a:p>
          <a:p>
            <a:r>
              <a:rPr lang="en-US" altLang="en-US"/>
              <a:t>Wonderful words of Life;  </a:t>
            </a:r>
          </a:p>
          <a:p>
            <a:r>
              <a:rPr lang="en-US" altLang="en-US"/>
              <a:t>Beautiful words, wonderful words,</a:t>
            </a:r>
          </a:p>
          <a:p>
            <a:r>
              <a:rPr lang="en-US" altLang="en-US"/>
              <a:t>Wonderful words of Life.</a:t>
            </a:r>
          </a:p>
        </p:txBody>
      </p:sp>
      <p:pic>
        <p:nvPicPr>
          <p:cNvPr id="13315" name="Picture 3" descr="E:\The Paperless Hymnal\SONGS\PPTiffFiles\Single Stanza\W\WonderfulWordsOfLife3.TIF">
            <a:extLst>
              <a:ext uri="{FF2B5EF4-FFF2-40B4-BE49-F238E27FC236}">
                <a16:creationId xmlns:a16="http://schemas.microsoft.com/office/drawing/2014/main" id="{4788AD4E-308C-4322-AACB-2C46C58BB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6" name="Rectangle 4">
            <a:extLst>
              <a:ext uri="{FF2B5EF4-FFF2-40B4-BE49-F238E27FC236}">
                <a16:creationId xmlns:a16="http://schemas.microsoft.com/office/drawing/2014/main" id="{805E87D4-38BF-4248-8060-04B6482008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c – Wonderful Words of Life</a:t>
            </a:r>
            <a:endParaRPr lang="en-US" altLang="en-US" sz="5400"/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C3260F40-0E64-4994-A98F-AE4A2DFBF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CFF98ABF-C758-4273-9049-1FB849A3F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788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326</Words>
  <Application>Microsoft Office PowerPoint</Application>
  <PresentationFormat>On-screen Show (4:3)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Times New Roman</vt:lpstr>
      <vt:lpstr>Arial</vt:lpstr>
      <vt:lpstr>Default Design</vt:lpstr>
      <vt:lpstr>1 – Wonderful Words of Life</vt:lpstr>
      <vt:lpstr>1 – Wonderful Words of Life</vt:lpstr>
      <vt:lpstr>c – Wonderful Words of Life</vt:lpstr>
      <vt:lpstr>2 – Wonderful Words of Life</vt:lpstr>
      <vt:lpstr>2 – Wonderful Words of Life</vt:lpstr>
      <vt:lpstr>c – Wonderful Words of Life</vt:lpstr>
      <vt:lpstr>3 – Wonderful Words of Life</vt:lpstr>
      <vt:lpstr>3 – Wonderful Words of Life</vt:lpstr>
      <vt:lpstr>c – Wonderful Words of Life</vt:lpstr>
    </vt:vector>
  </TitlesOfParts>
  <Manager>10/22/2012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Wonderful Words of Life</dc:title>
  <dc:subject>© 2001 The Paperless Hymnal</dc:subject>
  <dc:creator>Bliss / Bliss / G</dc:creator>
  <cp:lastModifiedBy>Williams David</cp:lastModifiedBy>
  <cp:revision>26</cp:revision>
  <dcterms:created xsi:type="dcterms:W3CDTF">1999-09-24T02:15:18Z</dcterms:created>
  <dcterms:modified xsi:type="dcterms:W3CDTF">2019-04-19T22:45:28Z</dcterms:modified>
</cp:coreProperties>
</file>