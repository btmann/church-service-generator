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6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7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1" r:id="rId2"/>
    <p:sldMasterId id="2147483683" r:id="rId3"/>
    <p:sldMasterId id="2147483685" r:id="rId4"/>
    <p:sldMasterId id="2147483687" r:id="rId5"/>
    <p:sldMasterId id="2147483695" r:id="rId6"/>
    <p:sldMasterId id="2147483698" r:id="rId7"/>
    <p:sldMasterId id="2147483701" r:id="rId8"/>
  </p:sldMasterIdLst>
  <p:notesMasterIdLst>
    <p:notesMasterId r:id="rId24"/>
  </p:notesMasterIdLst>
  <p:sldIdLst>
    <p:sldId id="256" r:id="rId9"/>
    <p:sldId id="319" r:id="rId10"/>
    <p:sldId id="320" r:id="rId11"/>
    <p:sldId id="321" r:id="rId12"/>
    <p:sldId id="322" r:id="rId13"/>
    <p:sldId id="323" r:id="rId14"/>
    <p:sldId id="324" r:id="rId15"/>
    <p:sldId id="326" r:id="rId16"/>
    <p:sldId id="325" r:id="rId17"/>
    <p:sldId id="330" r:id="rId18"/>
    <p:sldId id="328" r:id="rId19"/>
    <p:sldId id="329" r:id="rId20"/>
    <p:sldId id="331" r:id="rId21"/>
    <p:sldId id="332" r:id="rId22"/>
    <p:sldId id="327" r:id="rId23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7A84"/>
    <a:srgbClr val="125984"/>
    <a:srgbClr val="1E3362"/>
    <a:srgbClr val="014A81"/>
    <a:srgbClr val="113245"/>
    <a:srgbClr val="FFFFFF"/>
    <a:srgbClr val="1B255E"/>
    <a:srgbClr val="C80000"/>
    <a:srgbClr val="000000"/>
    <a:srgbClr val="2F6B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10" d="100"/>
          <a:sy n="110" d="100"/>
        </p:scale>
        <p:origin x="163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897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68068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93485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83599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17608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42283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66419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5309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19845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80592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4824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54326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677588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325671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99753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7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7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7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4311" y="1073160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656" y="2051571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24525" y="2111178"/>
            <a:ext cx="3271429" cy="3166216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488F34F-244E-40D9-97F0-DDAEE142C2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863" y="4229099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Verse Info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2270" y="1041519"/>
            <a:ext cx="3055938" cy="1041400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25C3AC-BB59-4D94-9E32-C88081C6CE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472" y="457200"/>
            <a:ext cx="4800600" cy="4800600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sz="6000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Invitation Song</a:t>
            </a:r>
          </a:p>
        </p:txBody>
      </p:sp>
    </p:spTree>
    <p:extLst>
      <p:ext uri="{BB962C8B-B14F-4D97-AF65-F5344CB8AC3E}">
        <p14:creationId xmlns:p14="http://schemas.microsoft.com/office/powerpoint/2010/main" val="59071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2.22222E-6 L -0.17969 -0.2913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458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3.33333E-6 L -0.18542 -0.2994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-14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9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/>
      <p:bldP spid="8" grpId="0" uiExpand="1" build="p" animBg="1">
        <p:tmplLst>
          <p:tmpl>
            <p:tnLst>
              <p:par>
                <p:cTn presetID="6" presetClass="emph" presetSubtype="0" fill="hold" nodeType="after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  <p:tmpl lvl="1">
            <p:tnLst>
              <p:par>
                <p:cTn presetID="6" presetClass="emph" presetSubtype="0" fill="hold" nodeType="with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</p:tmplLst>
      </p:bldP>
      <p:bldP spid="8" grpId="1" uiExpand="1" build="p" animBg="1">
        <p:tmplLst>
          <p:tmpl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2.22222E-6 L -0.17969 -0.29139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368" y="-14583"/>
                    </p:animMotion>
                  </p:childTnLst>
                </p:cTn>
              </p:par>
            </p:tnLst>
          </p:tmpl>
          <p:tmpl lvl="1"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3.33333E-6 L -0.18542 -0.29944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663" y="-14972"/>
                    </p:animMotion>
                  </p:childTnLst>
                </p:cTn>
              </p:par>
            </p:tnLst>
          </p:tmpl>
        </p:tmplLst>
      </p:bldP>
      <p:bldP spid="8" grpId="2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9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17A2C7A-D8B9-40F0-ABF5-0AA4058A20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5C3585-C28D-488C-B183-8FEB3C654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03390" y="1738703"/>
            <a:ext cx="7210258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239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ness" panose="02000500000000000000" pitchFamily="2" charset="0"/>
                <a:ea typeface="Rockness" panose="02000500000000000000" pitchFamily="2" charset="0"/>
                <a:cs typeface="Rockness" panose="02000500000000000000" pitchFamily="2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6976345D-007B-4869-B810-625AA00CC78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4A60A25C-C4AA-4A7F-975D-2D8B0F31C3D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2">
            <a:extLst>
              <a:ext uri="{FF2B5EF4-FFF2-40B4-BE49-F238E27FC236}">
                <a16:creationId xmlns:a16="http://schemas.microsoft.com/office/drawing/2014/main" id="{500A3EAB-A4C4-4397-BAF7-DB53832F99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3">
            <a:extLst>
              <a:ext uri="{FF2B5EF4-FFF2-40B4-BE49-F238E27FC236}">
                <a16:creationId xmlns:a16="http://schemas.microsoft.com/office/drawing/2014/main" id="{49AD7269-1363-4300-8B87-FCC0A8830B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4">
            <a:extLst>
              <a:ext uri="{FF2B5EF4-FFF2-40B4-BE49-F238E27FC236}">
                <a16:creationId xmlns:a16="http://schemas.microsoft.com/office/drawing/2014/main" id="{712EB14E-0849-49CF-99DA-41E03FFA0B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5">
            <a:extLst>
              <a:ext uri="{FF2B5EF4-FFF2-40B4-BE49-F238E27FC236}">
                <a16:creationId xmlns:a16="http://schemas.microsoft.com/office/drawing/2014/main" id="{E7A54D31-F96F-46AC-AEF5-23577A1134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6">
            <a:extLst>
              <a:ext uri="{FF2B5EF4-FFF2-40B4-BE49-F238E27FC236}">
                <a16:creationId xmlns:a16="http://schemas.microsoft.com/office/drawing/2014/main" id="{9A965C7F-DC31-4532-9FF1-3C5FE7BF5C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7">
            <a:extLst>
              <a:ext uri="{FF2B5EF4-FFF2-40B4-BE49-F238E27FC236}">
                <a16:creationId xmlns:a16="http://schemas.microsoft.com/office/drawing/2014/main" id="{DE5FD0A1-B047-48F9-99AC-4C7FC549A9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8">
            <a:extLst>
              <a:ext uri="{FF2B5EF4-FFF2-40B4-BE49-F238E27FC236}">
                <a16:creationId xmlns:a16="http://schemas.microsoft.com/office/drawing/2014/main" id="{5CAEAC07-B751-4012-89D1-B5D779F2DCC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9">
            <a:extLst>
              <a:ext uri="{FF2B5EF4-FFF2-40B4-BE49-F238E27FC236}">
                <a16:creationId xmlns:a16="http://schemas.microsoft.com/office/drawing/2014/main" id="{E8DBF0DB-E66C-4AE0-9EA7-59E8677BA56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0">
            <a:extLst>
              <a:ext uri="{FF2B5EF4-FFF2-40B4-BE49-F238E27FC236}">
                <a16:creationId xmlns:a16="http://schemas.microsoft.com/office/drawing/2014/main" id="{A1E4A98D-B4B9-4655-8B97-120B6D292DD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1">
            <a:extLst>
              <a:ext uri="{FF2B5EF4-FFF2-40B4-BE49-F238E27FC236}">
                <a16:creationId xmlns:a16="http://schemas.microsoft.com/office/drawing/2014/main" id="{1DFC8DFC-6F58-49AF-8D01-9FC95066B8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2">
            <a:extLst>
              <a:ext uri="{FF2B5EF4-FFF2-40B4-BE49-F238E27FC236}">
                <a16:creationId xmlns:a16="http://schemas.microsoft.com/office/drawing/2014/main" id="{F320853A-D98D-49B1-8173-A53F5504E3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3">
            <a:extLst>
              <a:ext uri="{FF2B5EF4-FFF2-40B4-BE49-F238E27FC236}">
                <a16:creationId xmlns:a16="http://schemas.microsoft.com/office/drawing/2014/main" id="{0D72BA1D-56DD-4E13-AF3F-B7485FA6F73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4">
            <a:extLst>
              <a:ext uri="{FF2B5EF4-FFF2-40B4-BE49-F238E27FC236}">
                <a16:creationId xmlns:a16="http://schemas.microsoft.com/office/drawing/2014/main" id="{27681741-56D3-4839-9473-ECDF473986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7BC7DE9C-A60D-46F7-A5BB-D48E090998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838" y="168545"/>
            <a:ext cx="1898923" cy="57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ECBE7D6-7458-4D04-B9B3-460DCB5819C7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A52EFFE9-C96C-4213-9ECB-F3B2740117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8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672BFEEF-BCCD-410E-BF32-2EF6B3AC67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5A0EF9FF-75F4-4BC0-B7C4-B88F7428D7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45C2D233-F577-46D2-98A3-3677A588C7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Oración</a:t>
            </a:r>
            <a:endParaRPr lang="en-US" dirty="0"/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B6D5994B-54E5-4456-946F-375E8A512CC2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982D92BC-0422-4AFB-8AC9-4C52E460D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2" name="Spanish Item 1">
            <a:extLst>
              <a:ext uri="{FF2B5EF4-FFF2-40B4-BE49-F238E27FC236}">
                <a16:creationId xmlns:a16="http://schemas.microsoft.com/office/drawing/2014/main" id="{C5A9556C-1331-42D2-ABFC-332399229E9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Spanish Item 2">
            <a:extLst>
              <a:ext uri="{FF2B5EF4-FFF2-40B4-BE49-F238E27FC236}">
                <a16:creationId xmlns:a16="http://schemas.microsoft.com/office/drawing/2014/main" id="{15FF24B5-544A-416B-9076-E9094777A5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Spanish Item 3">
            <a:extLst>
              <a:ext uri="{FF2B5EF4-FFF2-40B4-BE49-F238E27FC236}">
                <a16:creationId xmlns:a16="http://schemas.microsoft.com/office/drawing/2014/main" id="{492BA70C-CAE0-48C0-AF72-758E77AE378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Spanish Item 4">
            <a:extLst>
              <a:ext uri="{FF2B5EF4-FFF2-40B4-BE49-F238E27FC236}">
                <a16:creationId xmlns:a16="http://schemas.microsoft.com/office/drawing/2014/main" id="{B99A656E-BDBF-4807-BDB1-7C9581324C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Spanish Item 5">
            <a:extLst>
              <a:ext uri="{FF2B5EF4-FFF2-40B4-BE49-F238E27FC236}">
                <a16:creationId xmlns:a16="http://schemas.microsoft.com/office/drawing/2014/main" id="{36F8662B-9DEC-4AC8-A700-3B2B986B5F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6">
            <a:extLst>
              <a:ext uri="{FF2B5EF4-FFF2-40B4-BE49-F238E27FC236}">
                <a16:creationId xmlns:a16="http://schemas.microsoft.com/office/drawing/2014/main" id="{784C4D3A-108A-4F68-894A-4BA9D317C51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7">
            <a:extLst>
              <a:ext uri="{FF2B5EF4-FFF2-40B4-BE49-F238E27FC236}">
                <a16:creationId xmlns:a16="http://schemas.microsoft.com/office/drawing/2014/main" id="{F793976C-FC13-4B9E-8B5D-6B27D33D7C6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8">
            <a:extLst>
              <a:ext uri="{FF2B5EF4-FFF2-40B4-BE49-F238E27FC236}">
                <a16:creationId xmlns:a16="http://schemas.microsoft.com/office/drawing/2014/main" id="{7F62952C-8A5B-4908-B244-8689BDEF655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9">
            <a:extLst>
              <a:ext uri="{FF2B5EF4-FFF2-40B4-BE49-F238E27FC236}">
                <a16:creationId xmlns:a16="http://schemas.microsoft.com/office/drawing/2014/main" id="{AA6CD2CE-6DC9-4093-8269-DA9D911B6CA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10">
            <a:extLst>
              <a:ext uri="{FF2B5EF4-FFF2-40B4-BE49-F238E27FC236}">
                <a16:creationId xmlns:a16="http://schemas.microsoft.com/office/drawing/2014/main" id="{849AA515-CA14-4CC3-BCE2-2E0D1656AB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11">
            <a:extLst>
              <a:ext uri="{FF2B5EF4-FFF2-40B4-BE49-F238E27FC236}">
                <a16:creationId xmlns:a16="http://schemas.microsoft.com/office/drawing/2014/main" id="{8012D3BE-DC2A-481E-82AA-9B42DB0A486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12">
            <a:extLst>
              <a:ext uri="{FF2B5EF4-FFF2-40B4-BE49-F238E27FC236}">
                <a16:creationId xmlns:a16="http://schemas.microsoft.com/office/drawing/2014/main" id="{A485E884-A8A7-4B25-B42D-0A7F4E1A14A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13">
            <a:extLst>
              <a:ext uri="{FF2B5EF4-FFF2-40B4-BE49-F238E27FC236}">
                <a16:creationId xmlns:a16="http://schemas.microsoft.com/office/drawing/2014/main" id="{ACD61B1D-EEE3-4535-9229-FC59FB5C090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4">
            <a:extLst>
              <a:ext uri="{FF2B5EF4-FFF2-40B4-BE49-F238E27FC236}">
                <a16:creationId xmlns:a16="http://schemas.microsoft.com/office/drawing/2014/main" id="{28AF5339-3DC7-44A1-A2FA-0D6848F9DD6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1">
            <a:extLst>
              <a:ext uri="{FF2B5EF4-FFF2-40B4-BE49-F238E27FC236}">
                <a16:creationId xmlns:a16="http://schemas.microsoft.com/office/drawing/2014/main" id="{4A2E968B-48F7-43B9-8D29-A9E6ED5BAE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2">
            <a:extLst>
              <a:ext uri="{FF2B5EF4-FFF2-40B4-BE49-F238E27FC236}">
                <a16:creationId xmlns:a16="http://schemas.microsoft.com/office/drawing/2014/main" id="{85AF5EA1-CA3B-4BB7-8808-5A9A81C0F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3">
            <a:extLst>
              <a:ext uri="{FF2B5EF4-FFF2-40B4-BE49-F238E27FC236}">
                <a16:creationId xmlns:a16="http://schemas.microsoft.com/office/drawing/2014/main" id="{3CFCCAB7-3006-4008-856F-B57A679354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4">
            <a:extLst>
              <a:ext uri="{FF2B5EF4-FFF2-40B4-BE49-F238E27FC236}">
                <a16:creationId xmlns:a16="http://schemas.microsoft.com/office/drawing/2014/main" id="{C36205E1-0C47-4B2B-A06F-C5CCD20760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5">
            <a:extLst>
              <a:ext uri="{FF2B5EF4-FFF2-40B4-BE49-F238E27FC236}">
                <a16:creationId xmlns:a16="http://schemas.microsoft.com/office/drawing/2014/main" id="{8F6166F3-F4A7-4BED-9266-58451EC2D72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6">
            <a:extLst>
              <a:ext uri="{FF2B5EF4-FFF2-40B4-BE49-F238E27FC236}">
                <a16:creationId xmlns:a16="http://schemas.microsoft.com/office/drawing/2014/main" id="{A6ACB0EF-7B02-484E-B490-B8AB5E0A2C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7">
            <a:extLst>
              <a:ext uri="{FF2B5EF4-FFF2-40B4-BE49-F238E27FC236}">
                <a16:creationId xmlns:a16="http://schemas.microsoft.com/office/drawing/2014/main" id="{E292ACDD-B5DE-4408-9721-675F0E6920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8">
            <a:extLst>
              <a:ext uri="{FF2B5EF4-FFF2-40B4-BE49-F238E27FC236}">
                <a16:creationId xmlns:a16="http://schemas.microsoft.com/office/drawing/2014/main" id="{7ADAB785-ABDA-43E0-82F5-0742FBB6E1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9">
            <a:extLst>
              <a:ext uri="{FF2B5EF4-FFF2-40B4-BE49-F238E27FC236}">
                <a16:creationId xmlns:a16="http://schemas.microsoft.com/office/drawing/2014/main" id="{24A798C0-4386-48B4-8F3F-B0AB5F29285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10">
            <a:extLst>
              <a:ext uri="{FF2B5EF4-FFF2-40B4-BE49-F238E27FC236}">
                <a16:creationId xmlns:a16="http://schemas.microsoft.com/office/drawing/2014/main" id="{C4D91F51-64B1-4461-B11A-E34B16685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11">
            <a:extLst>
              <a:ext uri="{FF2B5EF4-FFF2-40B4-BE49-F238E27FC236}">
                <a16:creationId xmlns:a16="http://schemas.microsoft.com/office/drawing/2014/main" id="{0E4EA180-2796-4D42-911F-96875B3BB2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12">
            <a:extLst>
              <a:ext uri="{FF2B5EF4-FFF2-40B4-BE49-F238E27FC236}">
                <a16:creationId xmlns:a16="http://schemas.microsoft.com/office/drawing/2014/main" id="{D700A33C-DF66-4958-8691-FE690EF8E6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3">
            <a:extLst>
              <a:ext uri="{FF2B5EF4-FFF2-40B4-BE49-F238E27FC236}">
                <a16:creationId xmlns:a16="http://schemas.microsoft.com/office/drawing/2014/main" id="{F6EC6ADC-2E24-4924-9AB6-C18A5DD7FE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4">
            <a:extLst>
              <a:ext uri="{FF2B5EF4-FFF2-40B4-BE49-F238E27FC236}">
                <a16:creationId xmlns:a16="http://schemas.microsoft.com/office/drawing/2014/main" id="{CABEEE9C-CB53-4044-AD7E-4AE1247DD5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86063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1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8" y="0"/>
            <a:ext cx="7545362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D815D35-F510-45C4-9DCA-7968526B9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5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nglish Circle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nglish Slience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55969FE-C24B-462F-B730-C1FA942C1E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8DE38-5338-4098-AB98-1A1405C80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4" name="Spanish Circle">
            <a:extLst>
              <a:ext uri="{FF2B5EF4-FFF2-40B4-BE49-F238E27FC236}">
                <a16:creationId xmlns:a16="http://schemas.microsoft.com/office/drawing/2014/main" id="{6818C2F8-C3E7-462D-BA30-11657B8E50F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panish Slience">
            <a:extLst>
              <a:ext uri="{FF2B5EF4-FFF2-40B4-BE49-F238E27FC236}">
                <a16:creationId xmlns:a16="http://schemas.microsoft.com/office/drawing/2014/main" id="{6E4E3606-D808-4AC9-A88E-921FD6C035B4}"/>
              </a:ext>
            </a:extLst>
          </p:cNvPr>
          <p:cNvSpPr txBox="1">
            <a:spLocks/>
          </p:cNvSpPr>
          <p:nvPr userDrawn="1"/>
        </p:nvSpPr>
        <p:spPr>
          <a:xfrm>
            <a:off x="6970461" y="2023232"/>
            <a:ext cx="1879962" cy="1656892"/>
          </a:xfrm>
          <a:prstGeom prst="rect">
            <a:avLst/>
          </a:prstGeom>
        </p:spPr>
        <p:txBody>
          <a:bodyPr lIns="90102" tIns="45031" rIns="90102" bIns="45031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Bienvenido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180AC"/>
              </a:solidFill>
              <a:effectLst/>
              <a:uLnTx/>
              <a:uFillTx/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Silencie cualquier dispositivo móvil antes de comenzar</a:t>
            </a:r>
          </a:p>
        </p:txBody>
      </p:sp>
      <p:sp>
        <p:nvSpPr>
          <p:cNvPr id="5" name="English Service/Date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English Order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7" y="0"/>
            <a:ext cx="7274897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panish Service/Date">
            <a:extLst>
              <a:ext uri="{FF2B5EF4-FFF2-40B4-BE49-F238E27FC236}">
                <a16:creationId xmlns:a16="http://schemas.microsoft.com/office/drawing/2014/main" id="{F76DA1D6-7BD8-4405-948A-48FF1AB68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8800" y="901700"/>
            <a:ext cx="281520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12" name="Spanish Order">
            <a:extLst>
              <a:ext uri="{FF2B5EF4-FFF2-40B4-BE49-F238E27FC236}">
                <a16:creationId xmlns:a16="http://schemas.microsoft.com/office/drawing/2014/main" id="{226ECA04-16A7-4DBC-8C02-462181A9E7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3037" y="-5822"/>
            <a:ext cx="7274897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+mn-ea"/>
                <a:cs typeface="+mn-cs"/>
              </a:defRPr>
            </a:lvl1pPr>
            <a:lvl2pPr>
              <a:defRPr>
                <a:latin typeface="Alegreya Sans Medium" panose="00000600000000000000" pitchFamily="50" charset="0"/>
              </a:defRPr>
            </a:lvl2pPr>
            <a:lvl3pPr>
              <a:defRPr>
                <a:latin typeface="Alegreya Sans Medium" panose="00000600000000000000" pitchFamily="50" charset="0"/>
              </a:defRPr>
            </a:lvl3pPr>
            <a:lvl4pPr>
              <a:defRPr>
                <a:latin typeface="Alegreya Sans Medium" panose="00000600000000000000" pitchFamily="50" charset="0"/>
              </a:defRPr>
            </a:lvl4pPr>
            <a:lvl5pPr>
              <a:defRPr>
                <a:latin typeface="Alegreya Sans Medium" panose="00000600000000000000" pitchFamily="50" charset="0"/>
              </a:defRPr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silence-40s">
            <a:hlinkClick r:id="" action="ppaction://media"/>
            <a:extLst>
              <a:ext uri="{FF2B5EF4-FFF2-40B4-BE49-F238E27FC236}">
                <a16:creationId xmlns:a16="http://schemas.microsoft.com/office/drawing/2014/main" id="{7E5779AC-563F-4184-B667-26057B1B1B75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8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  <p:seq concurrent="1" nextAc="seek">
                  <p:cTn id="12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" fill="hold">
                          <p:stCondLst>
                            <p:cond delay="0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7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0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3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4" dur="1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66" dur="1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1"/>
                      </p:tgtEl>
                    </p:cond>
                  </p:nextCondLst>
                </p:seq>
                <p:seq concurrent="1" nextAc="seek">
                  <p:cTn id="79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0" fill="hold">
                          <p:stCondLst>
                            <p:cond delay="0"/>
                          </p:stCondLst>
                          <p:childTnLst>
                            <p:par>
                              <p:cTn id="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6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8" presetID="10" presetClass="exit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9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2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5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4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7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0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2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3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4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5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6" grpId="1" animBg="1"/>
          <p:bldP spid="6" grpId="2" animBg="1"/>
          <p:bldP spid="6" grpId="3" animBg="1"/>
          <p:bldP spid="6" grpId="4" animBg="1"/>
          <p:bldP spid="7" grpId="1"/>
          <p:bldP spid="7" grpId="2"/>
          <p:bldP spid="7" grpId="3"/>
          <p:bldP spid="7" grpId="4"/>
          <p:bldP spid="14" grpId="0" animBg="1"/>
          <p:bldP spid="14" grpId="1" animBg="1"/>
          <p:bldP spid="14" grpId="2" animBg="1"/>
          <p:bldP spid="15" grpId="1"/>
          <p:bldP spid="15" grpId="2"/>
          <p:bldP spid="15" grpId="3"/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6" grpId="1" animBg="1"/>
          <p:bldP spid="7" grpId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0" y="0"/>
            <a:ext cx="6511423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D815D35-F510-45C4-9DCA-7968526B9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9F200C3E-4E5E-4E93-9716-308C2BCCA0F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1" name="English Item 1">
            <a:extLst>
              <a:ext uri="{FF2B5EF4-FFF2-40B4-BE49-F238E27FC236}">
                <a16:creationId xmlns:a16="http://schemas.microsoft.com/office/drawing/2014/main" id="{676BA91C-E6DE-424B-B493-AA5B670557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2">
            <a:extLst>
              <a:ext uri="{FF2B5EF4-FFF2-40B4-BE49-F238E27FC236}">
                <a16:creationId xmlns:a16="http://schemas.microsoft.com/office/drawing/2014/main" id="{19BCE10E-6CFC-45D8-BC26-B02AFA7E92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3">
            <a:extLst>
              <a:ext uri="{FF2B5EF4-FFF2-40B4-BE49-F238E27FC236}">
                <a16:creationId xmlns:a16="http://schemas.microsoft.com/office/drawing/2014/main" id="{49C86741-5151-44CC-B3B8-E575274A3A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4">
            <a:extLst>
              <a:ext uri="{FF2B5EF4-FFF2-40B4-BE49-F238E27FC236}">
                <a16:creationId xmlns:a16="http://schemas.microsoft.com/office/drawing/2014/main" id="{00C4127E-3B99-4C26-B50D-33F7FBCA35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5">
            <a:extLst>
              <a:ext uri="{FF2B5EF4-FFF2-40B4-BE49-F238E27FC236}">
                <a16:creationId xmlns:a16="http://schemas.microsoft.com/office/drawing/2014/main" id="{2525118B-9B7E-4221-AC65-DE51B9B5E7F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6">
            <a:extLst>
              <a:ext uri="{FF2B5EF4-FFF2-40B4-BE49-F238E27FC236}">
                <a16:creationId xmlns:a16="http://schemas.microsoft.com/office/drawing/2014/main" id="{D30CC94F-8B4F-4FE0-A6A1-A391AE1B29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7">
            <a:extLst>
              <a:ext uri="{FF2B5EF4-FFF2-40B4-BE49-F238E27FC236}">
                <a16:creationId xmlns:a16="http://schemas.microsoft.com/office/drawing/2014/main" id="{F2EEFF29-46C2-4942-8CDE-BF73131B41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8">
            <a:extLst>
              <a:ext uri="{FF2B5EF4-FFF2-40B4-BE49-F238E27FC236}">
                <a16:creationId xmlns:a16="http://schemas.microsoft.com/office/drawing/2014/main" id="{D1102DA3-3B8E-4EA8-BDED-908E7788F8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9">
            <a:extLst>
              <a:ext uri="{FF2B5EF4-FFF2-40B4-BE49-F238E27FC236}">
                <a16:creationId xmlns:a16="http://schemas.microsoft.com/office/drawing/2014/main" id="{52519BE7-46DE-4D95-B0B4-C8C0DA7C6E2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0">
            <a:extLst>
              <a:ext uri="{FF2B5EF4-FFF2-40B4-BE49-F238E27FC236}">
                <a16:creationId xmlns:a16="http://schemas.microsoft.com/office/drawing/2014/main" id="{5896C009-26EB-4E10-88E1-C838A04CE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1">
            <a:extLst>
              <a:ext uri="{FF2B5EF4-FFF2-40B4-BE49-F238E27FC236}">
                <a16:creationId xmlns:a16="http://schemas.microsoft.com/office/drawing/2014/main" id="{10AEA45D-B012-4DE3-8D82-DD3CA3DD4A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2">
            <a:extLst>
              <a:ext uri="{FF2B5EF4-FFF2-40B4-BE49-F238E27FC236}">
                <a16:creationId xmlns:a16="http://schemas.microsoft.com/office/drawing/2014/main" id="{63E3FE19-2D67-494D-B97B-AEB03FC1DA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3">
            <a:extLst>
              <a:ext uri="{FF2B5EF4-FFF2-40B4-BE49-F238E27FC236}">
                <a16:creationId xmlns:a16="http://schemas.microsoft.com/office/drawing/2014/main" id="{BE82BFF0-9332-4832-9449-538120B7CE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14">
            <a:extLst>
              <a:ext uri="{FF2B5EF4-FFF2-40B4-BE49-F238E27FC236}">
                <a16:creationId xmlns:a16="http://schemas.microsoft.com/office/drawing/2014/main" id="{F4B50318-5B7E-4F98-9FAF-5CD3DD61D1A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19755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nglish Circle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nglish Slience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55969FE-C24B-462F-B730-C1FA942C1E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8DE38-5338-4098-AB98-1A1405C80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4" name="Spanish Circle">
            <a:extLst>
              <a:ext uri="{FF2B5EF4-FFF2-40B4-BE49-F238E27FC236}">
                <a16:creationId xmlns:a16="http://schemas.microsoft.com/office/drawing/2014/main" id="{6818C2F8-C3E7-462D-BA30-11657B8E50F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panish Slience">
            <a:extLst>
              <a:ext uri="{FF2B5EF4-FFF2-40B4-BE49-F238E27FC236}">
                <a16:creationId xmlns:a16="http://schemas.microsoft.com/office/drawing/2014/main" id="{6E4E3606-D808-4AC9-A88E-921FD6C035B4}"/>
              </a:ext>
            </a:extLst>
          </p:cNvPr>
          <p:cNvSpPr txBox="1">
            <a:spLocks/>
          </p:cNvSpPr>
          <p:nvPr userDrawn="1"/>
        </p:nvSpPr>
        <p:spPr>
          <a:xfrm>
            <a:off x="6970461" y="2023232"/>
            <a:ext cx="1879962" cy="1656892"/>
          </a:xfrm>
          <a:prstGeom prst="rect">
            <a:avLst/>
          </a:prstGeom>
        </p:spPr>
        <p:txBody>
          <a:bodyPr lIns="90102" tIns="45031" rIns="90102" bIns="45031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Bienvenido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180AC"/>
              </a:solidFill>
              <a:effectLst/>
              <a:uLnTx/>
              <a:uFillTx/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Silencie cualquier dispositivo móvil antes de comenzar</a:t>
            </a:r>
          </a:p>
        </p:txBody>
      </p:sp>
      <p:sp>
        <p:nvSpPr>
          <p:cNvPr id="5" name="English Service/Date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English Order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0" y="0"/>
            <a:ext cx="6035040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English Order</a:t>
            </a:r>
          </a:p>
        </p:txBody>
      </p:sp>
      <p:sp>
        <p:nvSpPr>
          <p:cNvPr id="13" name="Spanish Service/Date">
            <a:extLst>
              <a:ext uri="{FF2B5EF4-FFF2-40B4-BE49-F238E27FC236}">
                <a16:creationId xmlns:a16="http://schemas.microsoft.com/office/drawing/2014/main" id="{F76DA1D6-7BD8-4405-948A-48FF1AB68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8800" y="901700"/>
            <a:ext cx="281520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12" name="Spanish Order">
            <a:extLst>
              <a:ext uri="{FF2B5EF4-FFF2-40B4-BE49-F238E27FC236}">
                <a16:creationId xmlns:a16="http://schemas.microsoft.com/office/drawing/2014/main" id="{226ECA04-16A7-4DBC-8C02-462181A9E7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5840" y="-1"/>
            <a:ext cx="6035040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+mn-ea"/>
                <a:cs typeface="+mn-cs"/>
              </a:defRPr>
            </a:lvl1pPr>
            <a:lvl2pPr>
              <a:defRPr>
                <a:latin typeface="Alegreya Sans Medium" panose="00000600000000000000" pitchFamily="50" charset="0"/>
              </a:defRPr>
            </a:lvl2pPr>
            <a:lvl3pPr>
              <a:defRPr>
                <a:latin typeface="Alegreya Sans Medium" panose="00000600000000000000" pitchFamily="50" charset="0"/>
              </a:defRPr>
            </a:lvl3pPr>
            <a:lvl4pPr>
              <a:defRPr>
                <a:latin typeface="Alegreya Sans Medium" panose="00000600000000000000" pitchFamily="50" charset="0"/>
              </a:defRPr>
            </a:lvl4pPr>
            <a:lvl5pPr marL="2286000" indent="-457200" algn="l">
              <a:buFont typeface="Wingdings" panose="05000000000000000000" pitchFamily="2" charset="2"/>
              <a:buChar char="v"/>
              <a:defRPr sz="2800">
                <a:solidFill>
                  <a:schemeClr val="bg1"/>
                </a:solidFill>
                <a:latin typeface="Alegreya Sans Medium" panose="00000600000000000000" pitchFamily="50" charset="0"/>
              </a:defRPr>
            </a:lvl5pPr>
          </a:lstStyle>
          <a:p>
            <a:pPr lvl="0"/>
            <a:r>
              <a:rPr lang="en-US" dirty="0"/>
              <a:t>Spanish Order</a:t>
            </a:r>
          </a:p>
        </p:txBody>
      </p:sp>
      <p:pic>
        <p:nvPicPr>
          <p:cNvPr id="3" name="silence-40s">
            <a:hlinkClick r:id="" action="ppaction://media"/>
            <a:extLst>
              <a:ext uri="{FF2B5EF4-FFF2-40B4-BE49-F238E27FC236}">
                <a16:creationId xmlns:a16="http://schemas.microsoft.com/office/drawing/2014/main" id="{7E5779AC-563F-4184-B667-26057B1B1B75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ED053530-D5B8-482E-B4FE-B76DBF34FC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7" name="Spanish Item 1">
            <a:extLst>
              <a:ext uri="{FF2B5EF4-FFF2-40B4-BE49-F238E27FC236}">
                <a16:creationId xmlns:a16="http://schemas.microsoft.com/office/drawing/2014/main" id="{F9E04FB1-C9FF-440C-AA73-4436A96E55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2">
            <a:extLst>
              <a:ext uri="{FF2B5EF4-FFF2-40B4-BE49-F238E27FC236}">
                <a16:creationId xmlns:a16="http://schemas.microsoft.com/office/drawing/2014/main" id="{F18E24F4-C042-44EE-BF00-0F61E1AB355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3">
            <a:extLst>
              <a:ext uri="{FF2B5EF4-FFF2-40B4-BE49-F238E27FC236}">
                <a16:creationId xmlns:a16="http://schemas.microsoft.com/office/drawing/2014/main" id="{5BF1AEB9-D8E8-4073-B87C-66FF1E5B52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4">
            <a:extLst>
              <a:ext uri="{FF2B5EF4-FFF2-40B4-BE49-F238E27FC236}">
                <a16:creationId xmlns:a16="http://schemas.microsoft.com/office/drawing/2014/main" id="{7AB6EE20-0CBA-4ADD-99FD-75FE8D63EE8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5">
            <a:extLst>
              <a:ext uri="{FF2B5EF4-FFF2-40B4-BE49-F238E27FC236}">
                <a16:creationId xmlns:a16="http://schemas.microsoft.com/office/drawing/2014/main" id="{358A276E-23FE-4CEA-AD30-37191445AB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6">
            <a:extLst>
              <a:ext uri="{FF2B5EF4-FFF2-40B4-BE49-F238E27FC236}">
                <a16:creationId xmlns:a16="http://schemas.microsoft.com/office/drawing/2014/main" id="{D0AF687A-A994-4875-BFD3-A251EE0C61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7">
            <a:extLst>
              <a:ext uri="{FF2B5EF4-FFF2-40B4-BE49-F238E27FC236}">
                <a16:creationId xmlns:a16="http://schemas.microsoft.com/office/drawing/2014/main" id="{0FE54A18-4893-4B36-A512-520F8DAC2A7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8">
            <a:extLst>
              <a:ext uri="{FF2B5EF4-FFF2-40B4-BE49-F238E27FC236}">
                <a16:creationId xmlns:a16="http://schemas.microsoft.com/office/drawing/2014/main" id="{C91E5B9A-9CF1-487C-823E-6236E1ADF21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9">
            <a:extLst>
              <a:ext uri="{FF2B5EF4-FFF2-40B4-BE49-F238E27FC236}">
                <a16:creationId xmlns:a16="http://schemas.microsoft.com/office/drawing/2014/main" id="{8680D181-FE9A-4587-BF1E-CCA5EACEA08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0">
            <a:extLst>
              <a:ext uri="{FF2B5EF4-FFF2-40B4-BE49-F238E27FC236}">
                <a16:creationId xmlns:a16="http://schemas.microsoft.com/office/drawing/2014/main" id="{4B07E67A-7B52-4199-A85B-A0879F6A80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1">
            <a:extLst>
              <a:ext uri="{FF2B5EF4-FFF2-40B4-BE49-F238E27FC236}">
                <a16:creationId xmlns:a16="http://schemas.microsoft.com/office/drawing/2014/main" id="{25FC8435-6F8A-4F66-B84B-55966FCA911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2">
            <a:extLst>
              <a:ext uri="{FF2B5EF4-FFF2-40B4-BE49-F238E27FC236}">
                <a16:creationId xmlns:a16="http://schemas.microsoft.com/office/drawing/2014/main" id="{8ED01191-5DFE-4975-A275-7EA7A52EE41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3">
            <a:extLst>
              <a:ext uri="{FF2B5EF4-FFF2-40B4-BE49-F238E27FC236}">
                <a16:creationId xmlns:a16="http://schemas.microsoft.com/office/drawing/2014/main" id="{69173FB9-61D1-445E-9617-A285ED6CAB3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14">
            <a:extLst>
              <a:ext uri="{FF2B5EF4-FFF2-40B4-BE49-F238E27FC236}">
                <a16:creationId xmlns:a16="http://schemas.microsoft.com/office/drawing/2014/main" id="{05428233-1DA5-47F0-BC84-B92DDDEF99B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">
            <a:extLst>
              <a:ext uri="{FF2B5EF4-FFF2-40B4-BE49-F238E27FC236}">
                <a16:creationId xmlns:a16="http://schemas.microsoft.com/office/drawing/2014/main" id="{D0B8119A-2FD1-422F-9D57-BC6F9692C8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2">
            <a:extLst>
              <a:ext uri="{FF2B5EF4-FFF2-40B4-BE49-F238E27FC236}">
                <a16:creationId xmlns:a16="http://schemas.microsoft.com/office/drawing/2014/main" id="{6D119019-0270-4525-BCBD-0A1C1B5C86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3">
            <a:extLst>
              <a:ext uri="{FF2B5EF4-FFF2-40B4-BE49-F238E27FC236}">
                <a16:creationId xmlns:a16="http://schemas.microsoft.com/office/drawing/2014/main" id="{E4DF8122-F81E-43C2-A214-4E16957E17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4">
            <a:extLst>
              <a:ext uri="{FF2B5EF4-FFF2-40B4-BE49-F238E27FC236}">
                <a16:creationId xmlns:a16="http://schemas.microsoft.com/office/drawing/2014/main" id="{96EAD184-10AA-4D9B-A9AD-07E76A0F29F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5">
            <a:extLst>
              <a:ext uri="{FF2B5EF4-FFF2-40B4-BE49-F238E27FC236}">
                <a16:creationId xmlns:a16="http://schemas.microsoft.com/office/drawing/2014/main" id="{5BC63524-3A09-408E-9DF3-AF18674345B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6">
            <a:extLst>
              <a:ext uri="{FF2B5EF4-FFF2-40B4-BE49-F238E27FC236}">
                <a16:creationId xmlns:a16="http://schemas.microsoft.com/office/drawing/2014/main" id="{EFA030E6-8014-47E1-8F8D-2EB0533A24F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7">
            <a:extLst>
              <a:ext uri="{FF2B5EF4-FFF2-40B4-BE49-F238E27FC236}">
                <a16:creationId xmlns:a16="http://schemas.microsoft.com/office/drawing/2014/main" id="{764B1939-B64A-4A53-BB50-C32284C300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8">
            <a:extLst>
              <a:ext uri="{FF2B5EF4-FFF2-40B4-BE49-F238E27FC236}">
                <a16:creationId xmlns:a16="http://schemas.microsoft.com/office/drawing/2014/main" id="{CE575914-ECF7-41C6-882B-9CCCE7AACCE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9">
            <a:extLst>
              <a:ext uri="{FF2B5EF4-FFF2-40B4-BE49-F238E27FC236}">
                <a16:creationId xmlns:a16="http://schemas.microsoft.com/office/drawing/2014/main" id="{345E72DE-6D11-47B4-9952-C092F7F64E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0">
            <a:extLst>
              <a:ext uri="{FF2B5EF4-FFF2-40B4-BE49-F238E27FC236}">
                <a16:creationId xmlns:a16="http://schemas.microsoft.com/office/drawing/2014/main" id="{16275F2B-9A18-4D0A-954C-25652E5C52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1">
            <a:extLst>
              <a:ext uri="{FF2B5EF4-FFF2-40B4-BE49-F238E27FC236}">
                <a16:creationId xmlns:a16="http://schemas.microsoft.com/office/drawing/2014/main" id="{3C795FB4-32E5-491C-9931-ED4CF44865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2">
            <a:extLst>
              <a:ext uri="{FF2B5EF4-FFF2-40B4-BE49-F238E27FC236}">
                <a16:creationId xmlns:a16="http://schemas.microsoft.com/office/drawing/2014/main" id="{BD99343F-E0C0-4C6F-82AF-8392ECBF65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3">
            <a:extLst>
              <a:ext uri="{FF2B5EF4-FFF2-40B4-BE49-F238E27FC236}">
                <a16:creationId xmlns:a16="http://schemas.microsoft.com/office/drawing/2014/main" id="{A27A418D-19D2-4C59-A772-1D6B65ACB6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14">
            <a:extLst>
              <a:ext uri="{FF2B5EF4-FFF2-40B4-BE49-F238E27FC236}">
                <a16:creationId xmlns:a16="http://schemas.microsoft.com/office/drawing/2014/main" id="{221CBE3A-E742-4432-AC9E-955F1D2F77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52224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  <p:seq concurrent="1" nextAc="seek">
                  <p:cTn id="12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" fill="hold">
                          <p:stCondLst>
                            <p:cond delay="0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40" dur="1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42" dur="1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1"/>
                      </p:tgtEl>
                    </p:cond>
                  </p:nextCondLst>
                </p:seq>
                <p:seq concurrent="1" nextAc="seek">
                  <p:cTn id="139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0" fill="hold">
                          <p:stCondLst>
                            <p:cond delay="0"/>
                          </p:stCondLst>
                          <p:childTnLst>
                            <p:par>
                              <p:cTn id="1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3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8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1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6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9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2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3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4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6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7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0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3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6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8" presetID="42" presetClass="path" presetSubtype="0" accel="50000" decel="50000" autoRev="1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79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0" presetID="42" presetClass="path" presetSubtype="0" accel="50000" decel="50000" autoRev="1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81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5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8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4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7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0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3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1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4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3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6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9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2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5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8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1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4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6" grpId="2" animBg="1"/>
          <p:bldP spid="6" grpId="3" animBg="1"/>
          <p:bldP spid="7" grpId="0"/>
          <p:bldP spid="7" grpId="1"/>
          <p:bldP spid="7" grpId="2"/>
          <p:bldP spid="7" grpId="3"/>
          <p:bldP spid="14" grpId="0" animBg="1"/>
          <p:bldP spid="14" grpId="1" animBg="1"/>
          <p:bldP spid="14" grpId="2" animBg="1"/>
          <p:bldP spid="15" grpId="0"/>
          <p:bldP spid="15" grpId="1"/>
          <p:bldP spid="15" grpId="2"/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6" grpId="0" animBg="1"/>
          <p:bldP spid="7" grpId="0"/>
        </p:bld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pic>
        <p:nvPicPr>
          <p:cNvPr id="6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0CFDA610-DF89-495C-9160-5AE9748CA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7" name="Subtitle Background">
            <a:extLst>
              <a:ext uri="{FF2B5EF4-FFF2-40B4-BE49-F238E27FC236}">
                <a16:creationId xmlns:a16="http://schemas.microsoft.com/office/drawing/2014/main" id="{1D727A55-9D35-4561-8BEE-36D56DF474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English Subtitle">
            <a:extLst>
              <a:ext uri="{FF2B5EF4-FFF2-40B4-BE49-F238E27FC236}">
                <a16:creationId xmlns:a16="http://schemas.microsoft.com/office/drawing/2014/main" id="{8A8EDD1D-3D5F-470B-90BC-984AD5464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BE3F4735-BCF5-486B-977E-81FA07D5BEC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0" name="English Item 1">
            <a:extLst>
              <a:ext uri="{FF2B5EF4-FFF2-40B4-BE49-F238E27FC236}">
                <a16:creationId xmlns:a16="http://schemas.microsoft.com/office/drawing/2014/main" id="{EB4C6B8B-E4EF-4096-99CC-CB1F97F12C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2">
            <a:extLst>
              <a:ext uri="{FF2B5EF4-FFF2-40B4-BE49-F238E27FC236}">
                <a16:creationId xmlns:a16="http://schemas.microsoft.com/office/drawing/2014/main" id="{77D2AED8-3A64-4598-B7C9-E91A83BF41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3">
            <a:extLst>
              <a:ext uri="{FF2B5EF4-FFF2-40B4-BE49-F238E27FC236}">
                <a16:creationId xmlns:a16="http://schemas.microsoft.com/office/drawing/2014/main" id="{617D4148-7EC9-47E0-A879-0AC64171C2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4">
            <a:extLst>
              <a:ext uri="{FF2B5EF4-FFF2-40B4-BE49-F238E27FC236}">
                <a16:creationId xmlns:a16="http://schemas.microsoft.com/office/drawing/2014/main" id="{853ADA7F-1F64-43E5-98C8-B32CC17068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5">
            <a:extLst>
              <a:ext uri="{FF2B5EF4-FFF2-40B4-BE49-F238E27FC236}">
                <a16:creationId xmlns:a16="http://schemas.microsoft.com/office/drawing/2014/main" id="{D121E265-9321-466A-9787-27F411EDEA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6">
            <a:extLst>
              <a:ext uri="{FF2B5EF4-FFF2-40B4-BE49-F238E27FC236}">
                <a16:creationId xmlns:a16="http://schemas.microsoft.com/office/drawing/2014/main" id="{40642049-48AB-43E7-AF8F-3557DC69E5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7">
            <a:extLst>
              <a:ext uri="{FF2B5EF4-FFF2-40B4-BE49-F238E27FC236}">
                <a16:creationId xmlns:a16="http://schemas.microsoft.com/office/drawing/2014/main" id="{C86974F1-6237-40E1-B60A-ADC0E8D2A5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8">
            <a:extLst>
              <a:ext uri="{FF2B5EF4-FFF2-40B4-BE49-F238E27FC236}">
                <a16:creationId xmlns:a16="http://schemas.microsoft.com/office/drawing/2014/main" id="{672A06BC-5697-4B70-B914-AA67C110298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9">
            <a:extLst>
              <a:ext uri="{FF2B5EF4-FFF2-40B4-BE49-F238E27FC236}">
                <a16:creationId xmlns:a16="http://schemas.microsoft.com/office/drawing/2014/main" id="{248DC589-FFD9-45B9-8FBA-47FFC658D52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0">
            <a:extLst>
              <a:ext uri="{FF2B5EF4-FFF2-40B4-BE49-F238E27FC236}">
                <a16:creationId xmlns:a16="http://schemas.microsoft.com/office/drawing/2014/main" id="{2953913E-C43E-4D67-9E82-AAD3ABEE5D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1">
            <a:extLst>
              <a:ext uri="{FF2B5EF4-FFF2-40B4-BE49-F238E27FC236}">
                <a16:creationId xmlns:a16="http://schemas.microsoft.com/office/drawing/2014/main" id="{3A4BB49A-25E5-4643-B3A4-2383B038AA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2">
            <a:extLst>
              <a:ext uri="{FF2B5EF4-FFF2-40B4-BE49-F238E27FC236}">
                <a16:creationId xmlns:a16="http://schemas.microsoft.com/office/drawing/2014/main" id="{6772AAC2-4C81-4EEC-B933-B8C88C594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3">
            <a:extLst>
              <a:ext uri="{FF2B5EF4-FFF2-40B4-BE49-F238E27FC236}">
                <a16:creationId xmlns:a16="http://schemas.microsoft.com/office/drawing/2014/main" id="{3DF50EAF-1210-421E-A0B1-09C762BBFC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14">
            <a:extLst>
              <a:ext uri="{FF2B5EF4-FFF2-40B4-BE49-F238E27FC236}">
                <a16:creationId xmlns:a16="http://schemas.microsoft.com/office/drawing/2014/main" id="{BF1D393F-E889-4D7F-A1F7-349BAC8A5C3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68895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nglish Title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sp>
        <p:nvSpPr>
          <p:cNvPr id="7" name="Spanish Title">
            <a:extLst>
              <a:ext uri="{FF2B5EF4-FFF2-40B4-BE49-F238E27FC236}">
                <a16:creationId xmlns:a16="http://schemas.microsoft.com/office/drawing/2014/main" id="{4A44BC82-379B-4384-9B8E-54E679DE41FD}"/>
              </a:ext>
            </a:extLst>
          </p:cNvPr>
          <p:cNvSpPr txBox="1">
            <a:spLocks/>
          </p:cNvSpPr>
          <p:nvPr userDrawn="1"/>
        </p:nvSpPr>
        <p:spPr>
          <a:xfrm>
            <a:off x="2685511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5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sz="4400" b="0" i="0" kern="1200" dirty="0">
                <a:solidFill>
                  <a:schemeClr val="bg1"/>
                </a:solidFill>
                <a:effectLst/>
                <a:latin typeface="Alegreya Sans Medium" panose="00000600000000000000" pitchFamily="50" charset="0"/>
                <a:ea typeface="+mj-ea"/>
                <a:cs typeface="+mj-cs"/>
              </a:rPr>
              <a:t>Lectura de las escrituras</a:t>
            </a:r>
          </a:p>
          <a:p>
            <a:pPr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D7327975-D9AA-40B4-91F1-024F637899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2122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</a:t>
            </a:r>
          </a:p>
        </p:txBody>
      </p:sp>
      <p:pic>
        <p:nvPicPr>
          <p:cNvPr id="14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0EE380A6-0427-4B8E-BAB8-8A691EAFFF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AF520154-4062-4D8A-89B1-61FF5334297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D73A6B7A-3103-480F-BDAF-404B627BE996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4903" y="1599684"/>
            <a:ext cx="609600" cy="609600"/>
          </a:xfrm>
          <a:prstGeom prst="rect">
            <a:avLst/>
          </a:prstGeom>
        </p:spPr>
      </p:pic>
      <p:sp>
        <p:nvSpPr>
          <p:cNvPr id="5" name="Subtitle Background">
            <a:extLst>
              <a:ext uri="{FF2B5EF4-FFF2-40B4-BE49-F238E27FC236}">
                <a16:creationId xmlns:a16="http://schemas.microsoft.com/office/drawing/2014/main" id="{6C2459A5-5AAE-44C9-AFEA-F14BE8EAF2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English Subtitle">
            <a:extLst>
              <a:ext uri="{FF2B5EF4-FFF2-40B4-BE49-F238E27FC236}">
                <a16:creationId xmlns:a16="http://schemas.microsoft.com/office/drawing/2014/main" id="{51D181A5-1259-4595-9614-2BE1F94F11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Spanish Subtitle">
            <a:extLst>
              <a:ext uri="{FF2B5EF4-FFF2-40B4-BE49-F238E27FC236}">
                <a16:creationId xmlns:a16="http://schemas.microsoft.com/office/drawing/2014/main" id="{175DA522-8FD2-4BB2-B8B1-DDE0F288CA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90725" y="4103688"/>
            <a:ext cx="5154613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C8DBED71-3B39-4682-AF17-DB4A7A6A648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31" name="Spanish Item 1">
            <a:extLst>
              <a:ext uri="{FF2B5EF4-FFF2-40B4-BE49-F238E27FC236}">
                <a16:creationId xmlns:a16="http://schemas.microsoft.com/office/drawing/2014/main" id="{68AFF3D4-AF8E-4E6E-A6EA-8571E96DE0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2">
            <a:extLst>
              <a:ext uri="{FF2B5EF4-FFF2-40B4-BE49-F238E27FC236}">
                <a16:creationId xmlns:a16="http://schemas.microsoft.com/office/drawing/2014/main" id="{CDE91733-DE9A-4A40-B683-FDC58C36BD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3">
            <a:extLst>
              <a:ext uri="{FF2B5EF4-FFF2-40B4-BE49-F238E27FC236}">
                <a16:creationId xmlns:a16="http://schemas.microsoft.com/office/drawing/2014/main" id="{FB29FA12-B5BB-40E0-9885-6A66D96D401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4">
            <a:extLst>
              <a:ext uri="{FF2B5EF4-FFF2-40B4-BE49-F238E27FC236}">
                <a16:creationId xmlns:a16="http://schemas.microsoft.com/office/drawing/2014/main" id="{40759228-5583-4D92-8041-C99D45B1E4E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5">
            <a:extLst>
              <a:ext uri="{FF2B5EF4-FFF2-40B4-BE49-F238E27FC236}">
                <a16:creationId xmlns:a16="http://schemas.microsoft.com/office/drawing/2014/main" id="{A388EC75-E458-467A-89C1-AF4D96982C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6">
            <a:extLst>
              <a:ext uri="{FF2B5EF4-FFF2-40B4-BE49-F238E27FC236}">
                <a16:creationId xmlns:a16="http://schemas.microsoft.com/office/drawing/2014/main" id="{7BF4D606-B563-46BC-9797-74CA91A1AE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7">
            <a:extLst>
              <a:ext uri="{FF2B5EF4-FFF2-40B4-BE49-F238E27FC236}">
                <a16:creationId xmlns:a16="http://schemas.microsoft.com/office/drawing/2014/main" id="{A5DC3357-0805-46F3-9818-F9605BD5FBB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Spanish Item 8">
            <a:extLst>
              <a:ext uri="{FF2B5EF4-FFF2-40B4-BE49-F238E27FC236}">
                <a16:creationId xmlns:a16="http://schemas.microsoft.com/office/drawing/2014/main" id="{527D8C81-4427-4D77-895E-0350C588D1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Spanish Item 9">
            <a:extLst>
              <a:ext uri="{FF2B5EF4-FFF2-40B4-BE49-F238E27FC236}">
                <a16:creationId xmlns:a16="http://schemas.microsoft.com/office/drawing/2014/main" id="{E3388EED-A5B7-4042-A28A-1422FD6DDB9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Spanish Item 10">
            <a:extLst>
              <a:ext uri="{FF2B5EF4-FFF2-40B4-BE49-F238E27FC236}">
                <a16:creationId xmlns:a16="http://schemas.microsoft.com/office/drawing/2014/main" id="{D3AD7D5E-C398-4EC4-94AD-49AEF2D22D8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11">
            <a:extLst>
              <a:ext uri="{FF2B5EF4-FFF2-40B4-BE49-F238E27FC236}">
                <a16:creationId xmlns:a16="http://schemas.microsoft.com/office/drawing/2014/main" id="{B855BECA-CA8B-47F8-A254-65DD8816972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12">
            <a:extLst>
              <a:ext uri="{FF2B5EF4-FFF2-40B4-BE49-F238E27FC236}">
                <a16:creationId xmlns:a16="http://schemas.microsoft.com/office/drawing/2014/main" id="{3D8E5D90-6DEA-4355-963E-F2C5A98CD32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13">
            <a:extLst>
              <a:ext uri="{FF2B5EF4-FFF2-40B4-BE49-F238E27FC236}">
                <a16:creationId xmlns:a16="http://schemas.microsoft.com/office/drawing/2014/main" id="{58129248-7E4C-462F-B447-E0E182E8379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14">
            <a:extLst>
              <a:ext uri="{FF2B5EF4-FFF2-40B4-BE49-F238E27FC236}">
                <a16:creationId xmlns:a16="http://schemas.microsoft.com/office/drawing/2014/main" id="{8EAAA9BF-41B1-46B8-A86F-A013B129E99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1">
            <a:extLst>
              <a:ext uri="{FF2B5EF4-FFF2-40B4-BE49-F238E27FC236}">
                <a16:creationId xmlns:a16="http://schemas.microsoft.com/office/drawing/2014/main" id="{01DFED0E-4689-404D-8110-BD62104284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2">
            <a:extLst>
              <a:ext uri="{FF2B5EF4-FFF2-40B4-BE49-F238E27FC236}">
                <a16:creationId xmlns:a16="http://schemas.microsoft.com/office/drawing/2014/main" id="{07AEB2C1-5360-474F-9345-0482C48D60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3">
            <a:extLst>
              <a:ext uri="{FF2B5EF4-FFF2-40B4-BE49-F238E27FC236}">
                <a16:creationId xmlns:a16="http://schemas.microsoft.com/office/drawing/2014/main" id="{AA4B5CD3-91A4-429F-88DD-63F86D3093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4">
            <a:extLst>
              <a:ext uri="{FF2B5EF4-FFF2-40B4-BE49-F238E27FC236}">
                <a16:creationId xmlns:a16="http://schemas.microsoft.com/office/drawing/2014/main" id="{1EE582D5-2876-4C1E-88BE-F6BFEBEDB6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5">
            <a:extLst>
              <a:ext uri="{FF2B5EF4-FFF2-40B4-BE49-F238E27FC236}">
                <a16:creationId xmlns:a16="http://schemas.microsoft.com/office/drawing/2014/main" id="{9C819552-03DE-4E24-9EB2-EBC1AFD53A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6">
            <a:extLst>
              <a:ext uri="{FF2B5EF4-FFF2-40B4-BE49-F238E27FC236}">
                <a16:creationId xmlns:a16="http://schemas.microsoft.com/office/drawing/2014/main" id="{E509E2B2-529E-4B65-A147-F0A526CEC9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7">
            <a:extLst>
              <a:ext uri="{FF2B5EF4-FFF2-40B4-BE49-F238E27FC236}">
                <a16:creationId xmlns:a16="http://schemas.microsoft.com/office/drawing/2014/main" id="{AEB6E09E-58AF-47A5-B617-50FDD16F8C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8">
            <a:extLst>
              <a:ext uri="{FF2B5EF4-FFF2-40B4-BE49-F238E27FC236}">
                <a16:creationId xmlns:a16="http://schemas.microsoft.com/office/drawing/2014/main" id="{3E8EDB7C-6866-41CA-ADB3-A9FBA11FFA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9">
            <a:extLst>
              <a:ext uri="{FF2B5EF4-FFF2-40B4-BE49-F238E27FC236}">
                <a16:creationId xmlns:a16="http://schemas.microsoft.com/office/drawing/2014/main" id="{BB5E3A47-44BB-4EEB-BA2D-D3449CCD2B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10">
            <a:extLst>
              <a:ext uri="{FF2B5EF4-FFF2-40B4-BE49-F238E27FC236}">
                <a16:creationId xmlns:a16="http://schemas.microsoft.com/office/drawing/2014/main" id="{E4E946A7-B2A2-434B-A24B-1C4A0026B0B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11">
            <a:extLst>
              <a:ext uri="{FF2B5EF4-FFF2-40B4-BE49-F238E27FC236}">
                <a16:creationId xmlns:a16="http://schemas.microsoft.com/office/drawing/2014/main" id="{2916CB43-2F55-49C8-9A32-83C0C26FD42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12">
            <a:extLst>
              <a:ext uri="{FF2B5EF4-FFF2-40B4-BE49-F238E27FC236}">
                <a16:creationId xmlns:a16="http://schemas.microsoft.com/office/drawing/2014/main" id="{75EAB3C2-3DC2-47CB-BE6D-527539E5AC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3">
            <a:extLst>
              <a:ext uri="{FF2B5EF4-FFF2-40B4-BE49-F238E27FC236}">
                <a16:creationId xmlns:a16="http://schemas.microsoft.com/office/drawing/2014/main" id="{79CEE4C1-149E-4DAE-929C-5ACA9E2C58F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4">
            <a:extLst>
              <a:ext uri="{FF2B5EF4-FFF2-40B4-BE49-F238E27FC236}">
                <a16:creationId xmlns:a16="http://schemas.microsoft.com/office/drawing/2014/main" id="{67C85C1B-B0A9-4BC8-A87D-98C216FC69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90403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2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119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0" fill="hold">
                          <p:stCondLst>
                            <p:cond delay="0"/>
                          </p:stCondLst>
                          <p:childTnLst>
                            <p:par>
                              <p:cTn id="1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xit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4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4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4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  <p:bldP spid="8" grpId="1"/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/>
          <p:bldP spid="7" grpId="1"/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 err="1"/>
              <a:t>Copright</a:t>
            </a:r>
            <a:r>
              <a:rPr lang="en-US" sz="800" dirty="0" err="1"/>
              <a:t>y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5332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07651" y="2126643"/>
            <a:ext cx="4328699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123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0811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8494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8176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59900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6165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956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9327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Spanish Verse Info">
            <a:extLst>
              <a:ext uri="{FF2B5EF4-FFF2-40B4-BE49-F238E27FC236}">
                <a16:creationId xmlns:a16="http://schemas.microsoft.com/office/drawing/2014/main" id="{9B2A02D9-3B2E-481C-9E8A-A2FE167372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22" name="Spanish Bubble">
            <a:extLst>
              <a:ext uri="{FF2B5EF4-FFF2-40B4-BE49-F238E27FC236}">
                <a16:creationId xmlns:a16="http://schemas.microsoft.com/office/drawing/2014/main" id="{FD9EB966-00B1-4525-BA7C-755489B63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67500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94367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1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8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1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1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small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 hidden="1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50000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64008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 hidden="1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386012" y="1703338"/>
            <a:ext cx="43719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Lord’s Supper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46947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Lord’s Supper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/>
              <a:t>La Cena del </a:t>
            </a:r>
            <a:r>
              <a:rPr lang="en-US" sz="7200" dirty="0" err="1"/>
              <a:t>Señor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91635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Lord’s Supper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693" y="5016597"/>
            <a:ext cx="2865120" cy="547119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1289A1C7-BAE8-48CC-A867-EB8333264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12CCABAF-2C6D-4F52-898A-8A25FCEB14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2">
            <a:extLst>
              <a:ext uri="{FF2B5EF4-FFF2-40B4-BE49-F238E27FC236}">
                <a16:creationId xmlns:a16="http://schemas.microsoft.com/office/drawing/2014/main" id="{3FE6DC27-9B30-4779-9F95-6886652C38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3">
            <a:extLst>
              <a:ext uri="{FF2B5EF4-FFF2-40B4-BE49-F238E27FC236}">
                <a16:creationId xmlns:a16="http://schemas.microsoft.com/office/drawing/2014/main" id="{F4701529-5C74-4945-B97B-41999436E1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4">
            <a:extLst>
              <a:ext uri="{FF2B5EF4-FFF2-40B4-BE49-F238E27FC236}">
                <a16:creationId xmlns:a16="http://schemas.microsoft.com/office/drawing/2014/main" id="{9799BEC8-12D1-4835-9963-7B80AF2A1E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5">
            <a:extLst>
              <a:ext uri="{FF2B5EF4-FFF2-40B4-BE49-F238E27FC236}">
                <a16:creationId xmlns:a16="http://schemas.microsoft.com/office/drawing/2014/main" id="{4D170861-FCB9-4177-AA01-8DF96AB22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6">
            <a:extLst>
              <a:ext uri="{FF2B5EF4-FFF2-40B4-BE49-F238E27FC236}">
                <a16:creationId xmlns:a16="http://schemas.microsoft.com/office/drawing/2014/main" id="{8A8663EB-D2C1-4787-A37C-C3778FAE3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7">
            <a:extLst>
              <a:ext uri="{FF2B5EF4-FFF2-40B4-BE49-F238E27FC236}">
                <a16:creationId xmlns:a16="http://schemas.microsoft.com/office/drawing/2014/main" id="{F6B7CD0F-532F-4005-9B3A-C48EDBAB3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8">
            <a:extLst>
              <a:ext uri="{FF2B5EF4-FFF2-40B4-BE49-F238E27FC236}">
                <a16:creationId xmlns:a16="http://schemas.microsoft.com/office/drawing/2014/main" id="{D15BAF37-79FB-42BE-B19D-EFC7C06C14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9">
            <a:extLst>
              <a:ext uri="{FF2B5EF4-FFF2-40B4-BE49-F238E27FC236}">
                <a16:creationId xmlns:a16="http://schemas.microsoft.com/office/drawing/2014/main" id="{68B6D93A-F1C4-4CC5-B5D0-490D79B237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10">
            <a:extLst>
              <a:ext uri="{FF2B5EF4-FFF2-40B4-BE49-F238E27FC236}">
                <a16:creationId xmlns:a16="http://schemas.microsoft.com/office/drawing/2014/main" id="{70D4CDC8-4962-441E-980C-87D07740F0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1">
            <a:extLst>
              <a:ext uri="{FF2B5EF4-FFF2-40B4-BE49-F238E27FC236}">
                <a16:creationId xmlns:a16="http://schemas.microsoft.com/office/drawing/2014/main" id="{6A22059A-FC3B-4918-B91D-24B837D5E4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2">
            <a:extLst>
              <a:ext uri="{FF2B5EF4-FFF2-40B4-BE49-F238E27FC236}">
                <a16:creationId xmlns:a16="http://schemas.microsoft.com/office/drawing/2014/main" id="{F8869BCF-501E-494E-A100-BB32EBA274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3">
            <a:extLst>
              <a:ext uri="{FF2B5EF4-FFF2-40B4-BE49-F238E27FC236}">
                <a16:creationId xmlns:a16="http://schemas.microsoft.com/office/drawing/2014/main" id="{F858D7F1-7BCD-40E9-B65A-B8F1CE9DA1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4">
            <a:extLst>
              <a:ext uri="{FF2B5EF4-FFF2-40B4-BE49-F238E27FC236}">
                <a16:creationId xmlns:a16="http://schemas.microsoft.com/office/drawing/2014/main" id="{E0A4BFE5-E19E-4237-9A17-C9E1038D5D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80358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lence-40s">
            <a:hlinkClick r:id="" action="ppaction://media"/>
            <a:extLst>
              <a:ext uri="{FF2B5EF4-FFF2-40B4-BE49-F238E27FC236}">
                <a16:creationId xmlns:a16="http://schemas.microsoft.com/office/drawing/2014/main" id="{E97A0A6F-3AB6-4106-B20B-3184485A10E8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5" name="Text Box">
            <a:extLst>
              <a:ext uri="{FF2B5EF4-FFF2-40B4-BE49-F238E27FC236}">
                <a16:creationId xmlns:a16="http://schemas.microsoft.com/office/drawing/2014/main" id="{69CBBCF1-9072-41A8-AD5D-17B34D506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Reference Box">
            <a:extLst>
              <a:ext uri="{FF2B5EF4-FFF2-40B4-BE49-F238E27FC236}">
                <a16:creationId xmlns:a16="http://schemas.microsoft.com/office/drawing/2014/main" id="{7CB818D3-D9FD-4A09-B75C-AC7251AB2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2437" y="5041466"/>
            <a:ext cx="3151632" cy="497381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2EA108AD-AC07-4BBD-BBF6-BF151A6AF1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84350" y="501651"/>
            <a:ext cx="6577013" cy="45476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English Text</a:t>
            </a:r>
          </a:p>
        </p:txBody>
      </p:sp>
      <p:sp>
        <p:nvSpPr>
          <p:cNvPr id="10" name="English Reference">
            <a:extLst>
              <a:ext uri="{FF2B5EF4-FFF2-40B4-BE49-F238E27FC236}">
                <a16:creationId xmlns:a16="http://schemas.microsoft.com/office/drawing/2014/main" id="{5F3890A6-2E52-4247-9538-05F0FF8CF74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35375" y="5093428"/>
            <a:ext cx="2824163" cy="41266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English Reference</a:t>
            </a:r>
          </a:p>
        </p:txBody>
      </p:sp>
      <p:sp>
        <p:nvSpPr>
          <p:cNvPr id="68" name="Spanish Text">
            <a:extLst>
              <a:ext uri="{FF2B5EF4-FFF2-40B4-BE49-F238E27FC236}">
                <a16:creationId xmlns:a16="http://schemas.microsoft.com/office/drawing/2014/main" id="{6DF5E5F5-ED9F-4FAC-B238-3712BA5CE7A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76428" y="509025"/>
            <a:ext cx="6577013" cy="45402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Text</a:t>
            </a:r>
          </a:p>
        </p:txBody>
      </p:sp>
      <p:sp>
        <p:nvSpPr>
          <p:cNvPr id="69" name="Spanish Reference">
            <a:extLst>
              <a:ext uri="{FF2B5EF4-FFF2-40B4-BE49-F238E27FC236}">
                <a16:creationId xmlns:a16="http://schemas.microsoft.com/office/drawing/2014/main" id="{7DB76F92-7008-4F91-A6A2-CE9363E3F58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27453" y="5081157"/>
            <a:ext cx="2824163" cy="436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Reference</a:t>
            </a:r>
          </a:p>
        </p:txBody>
      </p:sp>
      <p:sp>
        <p:nvSpPr>
          <p:cNvPr id="39" name="Content Placeholder 19">
            <a:extLst>
              <a:ext uri="{FF2B5EF4-FFF2-40B4-BE49-F238E27FC236}">
                <a16:creationId xmlns:a16="http://schemas.microsoft.com/office/drawing/2014/main" id="{01B1F86A-4517-40F5-AA76-011B24BB4ED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0" name="Spanish Item 1">
            <a:extLst>
              <a:ext uri="{FF2B5EF4-FFF2-40B4-BE49-F238E27FC236}">
                <a16:creationId xmlns:a16="http://schemas.microsoft.com/office/drawing/2014/main" id="{1FE1DFD4-9A8C-4361-A64D-394F5F019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2">
            <a:extLst>
              <a:ext uri="{FF2B5EF4-FFF2-40B4-BE49-F238E27FC236}">
                <a16:creationId xmlns:a16="http://schemas.microsoft.com/office/drawing/2014/main" id="{12478615-32EA-4545-AEF3-547B626B72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3">
            <a:extLst>
              <a:ext uri="{FF2B5EF4-FFF2-40B4-BE49-F238E27FC236}">
                <a16:creationId xmlns:a16="http://schemas.microsoft.com/office/drawing/2014/main" id="{7E39C8CD-B50F-4CC0-970F-62D3C03BAB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4">
            <a:extLst>
              <a:ext uri="{FF2B5EF4-FFF2-40B4-BE49-F238E27FC236}">
                <a16:creationId xmlns:a16="http://schemas.microsoft.com/office/drawing/2014/main" id="{87B06F04-FABB-43D0-A027-53F21A8F45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5">
            <a:extLst>
              <a:ext uri="{FF2B5EF4-FFF2-40B4-BE49-F238E27FC236}">
                <a16:creationId xmlns:a16="http://schemas.microsoft.com/office/drawing/2014/main" id="{88F32622-B169-4553-99A2-3DBF9DC125F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Spanish Item 6">
            <a:extLst>
              <a:ext uri="{FF2B5EF4-FFF2-40B4-BE49-F238E27FC236}">
                <a16:creationId xmlns:a16="http://schemas.microsoft.com/office/drawing/2014/main" id="{0CE1522F-F93D-43E7-844B-B33DE9AA68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Spanish Item 7">
            <a:extLst>
              <a:ext uri="{FF2B5EF4-FFF2-40B4-BE49-F238E27FC236}">
                <a16:creationId xmlns:a16="http://schemas.microsoft.com/office/drawing/2014/main" id="{D99F1ECE-0656-443F-AB0D-3DF547231C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Spanish Item 8">
            <a:extLst>
              <a:ext uri="{FF2B5EF4-FFF2-40B4-BE49-F238E27FC236}">
                <a16:creationId xmlns:a16="http://schemas.microsoft.com/office/drawing/2014/main" id="{084407C7-435A-466C-84F0-001907B947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Spanish Item 9">
            <a:extLst>
              <a:ext uri="{FF2B5EF4-FFF2-40B4-BE49-F238E27FC236}">
                <a16:creationId xmlns:a16="http://schemas.microsoft.com/office/drawing/2014/main" id="{1EB00EE5-DCA8-4B53-9565-01E75183D9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Spanish Item 10">
            <a:extLst>
              <a:ext uri="{FF2B5EF4-FFF2-40B4-BE49-F238E27FC236}">
                <a16:creationId xmlns:a16="http://schemas.microsoft.com/office/drawing/2014/main" id="{944C7E12-B66D-4ED8-835E-2D04A15EBA6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Spanish Item 11">
            <a:extLst>
              <a:ext uri="{FF2B5EF4-FFF2-40B4-BE49-F238E27FC236}">
                <a16:creationId xmlns:a16="http://schemas.microsoft.com/office/drawing/2014/main" id="{251A53AA-289E-4FB1-B5CA-73534EB6EB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Spanish Item 12">
            <a:extLst>
              <a:ext uri="{FF2B5EF4-FFF2-40B4-BE49-F238E27FC236}">
                <a16:creationId xmlns:a16="http://schemas.microsoft.com/office/drawing/2014/main" id="{EB096E85-7FC8-4C83-A3D2-95D233B22A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2" name="Spanish Item 13">
            <a:extLst>
              <a:ext uri="{FF2B5EF4-FFF2-40B4-BE49-F238E27FC236}">
                <a16:creationId xmlns:a16="http://schemas.microsoft.com/office/drawing/2014/main" id="{530E5273-7669-44E4-9098-A5704EAFDE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3" name="Spanish Item 14">
            <a:extLst>
              <a:ext uri="{FF2B5EF4-FFF2-40B4-BE49-F238E27FC236}">
                <a16:creationId xmlns:a16="http://schemas.microsoft.com/office/drawing/2014/main" id="{DB88114D-4E27-4760-9773-30826466B3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4" name="English Item 1">
            <a:extLst>
              <a:ext uri="{FF2B5EF4-FFF2-40B4-BE49-F238E27FC236}">
                <a16:creationId xmlns:a16="http://schemas.microsoft.com/office/drawing/2014/main" id="{CF1B436F-41DE-4EB6-B514-576C7E2D26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5" name="English Item 2">
            <a:extLst>
              <a:ext uri="{FF2B5EF4-FFF2-40B4-BE49-F238E27FC236}">
                <a16:creationId xmlns:a16="http://schemas.microsoft.com/office/drawing/2014/main" id="{6CC5962D-7F0A-4F61-990D-F42558DFFB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6" name="English Item 3">
            <a:extLst>
              <a:ext uri="{FF2B5EF4-FFF2-40B4-BE49-F238E27FC236}">
                <a16:creationId xmlns:a16="http://schemas.microsoft.com/office/drawing/2014/main" id="{2097F535-7E06-4AE2-BEAA-8DB52BE617B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7" name="English Item 4">
            <a:extLst>
              <a:ext uri="{FF2B5EF4-FFF2-40B4-BE49-F238E27FC236}">
                <a16:creationId xmlns:a16="http://schemas.microsoft.com/office/drawing/2014/main" id="{9AF3FC4B-6FF1-49D6-A0DA-8012545D3FA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8" name="English Item 5">
            <a:extLst>
              <a:ext uri="{FF2B5EF4-FFF2-40B4-BE49-F238E27FC236}">
                <a16:creationId xmlns:a16="http://schemas.microsoft.com/office/drawing/2014/main" id="{562204F7-0F81-44B7-ACD2-EF9180A750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9" name="English Item 6">
            <a:extLst>
              <a:ext uri="{FF2B5EF4-FFF2-40B4-BE49-F238E27FC236}">
                <a16:creationId xmlns:a16="http://schemas.microsoft.com/office/drawing/2014/main" id="{31751114-1C1E-4662-8214-61C65B7AA9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0" name="English Item 7">
            <a:extLst>
              <a:ext uri="{FF2B5EF4-FFF2-40B4-BE49-F238E27FC236}">
                <a16:creationId xmlns:a16="http://schemas.microsoft.com/office/drawing/2014/main" id="{9F851116-5C96-4652-830D-D0ECC7BC2D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1" name="English Item 8">
            <a:extLst>
              <a:ext uri="{FF2B5EF4-FFF2-40B4-BE49-F238E27FC236}">
                <a16:creationId xmlns:a16="http://schemas.microsoft.com/office/drawing/2014/main" id="{4BA85412-BE3E-412D-B3F8-2CF67BA3E3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2" name="English Item 9">
            <a:extLst>
              <a:ext uri="{FF2B5EF4-FFF2-40B4-BE49-F238E27FC236}">
                <a16:creationId xmlns:a16="http://schemas.microsoft.com/office/drawing/2014/main" id="{072D91CC-9E58-47E5-AB33-87DC171CD3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3" name="English Item 10">
            <a:extLst>
              <a:ext uri="{FF2B5EF4-FFF2-40B4-BE49-F238E27FC236}">
                <a16:creationId xmlns:a16="http://schemas.microsoft.com/office/drawing/2014/main" id="{6E4BBEF4-4D85-43D9-89C1-462BB061A2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4" name="English Item 11">
            <a:extLst>
              <a:ext uri="{FF2B5EF4-FFF2-40B4-BE49-F238E27FC236}">
                <a16:creationId xmlns:a16="http://schemas.microsoft.com/office/drawing/2014/main" id="{9ED53ACE-CCBB-4C9D-9DCE-9A69882ECF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5" name="English Item 12">
            <a:extLst>
              <a:ext uri="{FF2B5EF4-FFF2-40B4-BE49-F238E27FC236}">
                <a16:creationId xmlns:a16="http://schemas.microsoft.com/office/drawing/2014/main" id="{AF3EC4A5-B93A-4A54-B696-254815E077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6" name="English Item 13">
            <a:extLst>
              <a:ext uri="{FF2B5EF4-FFF2-40B4-BE49-F238E27FC236}">
                <a16:creationId xmlns:a16="http://schemas.microsoft.com/office/drawing/2014/main" id="{AB216A15-A795-44EB-9FC9-1066324A2D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7" name="English Item 14">
            <a:extLst>
              <a:ext uri="{FF2B5EF4-FFF2-40B4-BE49-F238E27FC236}">
                <a16:creationId xmlns:a16="http://schemas.microsoft.com/office/drawing/2014/main" id="{7C832E26-0C16-49B4-8D22-1DDF7F1A8A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660790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152094" y="1467211"/>
            <a:ext cx="48398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Collection from Members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74191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1700" y="1361652"/>
            <a:ext cx="4800600" cy="29459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60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Collection from Members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27953" y="1437716"/>
            <a:ext cx="4288094" cy="27938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 err="1"/>
              <a:t>Ofrenda</a:t>
            </a:r>
            <a:r>
              <a:rPr lang="en-US" sz="7200" dirty="0"/>
              <a:t> de los </a:t>
            </a:r>
            <a:r>
              <a:rPr lang="en-US" sz="7200" dirty="0" err="1"/>
              <a:t>Miembros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25649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Collection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693" y="5016597"/>
            <a:ext cx="2865120" cy="547119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1289A1C7-BAE8-48CC-A867-EB8333264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12CCABAF-2C6D-4F52-898A-8A25FCEB14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2">
            <a:extLst>
              <a:ext uri="{FF2B5EF4-FFF2-40B4-BE49-F238E27FC236}">
                <a16:creationId xmlns:a16="http://schemas.microsoft.com/office/drawing/2014/main" id="{3FE6DC27-9B30-4779-9F95-6886652C38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3">
            <a:extLst>
              <a:ext uri="{FF2B5EF4-FFF2-40B4-BE49-F238E27FC236}">
                <a16:creationId xmlns:a16="http://schemas.microsoft.com/office/drawing/2014/main" id="{F4701529-5C74-4945-B97B-41999436E1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4">
            <a:extLst>
              <a:ext uri="{FF2B5EF4-FFF2-40B4-BE49-F238E27FC236}">
                <a16:creationId xmlns:a16="http://schemas.microsoft.com/office/drawing/2014/main" id="{9799BEC8-12D1-4835-9963-7B80AF2A1E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5">
            <a:extLst>
              <a:ext uri="{FF2B5EF4-FFF2-40B4-BE49-F238E27FC236}">
                <a16:creationId xmlns:a16="http://schemas.microsoft.com/office/drawing/2014/main" id="{4D170861-FCB9-4177-AA01-8DF96AB22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6">
            <a:extLst>
              <a:ext uri="{FF2B5EF4-FFF2-40B4-BE49-F238E27FC236}">
                <a16:creationId xmlns:a16="http://schemas.microsoft.com/office/drawing/2014/main" id="{8A8663EB-D2C1-4787-A37C-C3778FAE3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7">
            <a:extLst>
              <a:ext uri="{FF2B5EF4-FFF2-40B4-BE49-F238E27FC236}">
                <a16:creationId xmlns:a16="http://schemas.microsoft.com/office/drawing/2014/main" id="{F6B7CD0F-532F-4005-9B3A-C48EDBAB3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8">
            <a:extLst>
              <a:ext uri="{FF2B5EF4-FFF2-40B4-BE49-F238E27FC236}">
                <a16:creationId xmlns:a16="http://schemas.microsoft.com/office/drawing/2014/main" id="{D15BAF37-79FB-42BE-B19D-EFC7C06C14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9">
            <a:extLst>
              <a:ext uri="{FF2B5EF4-FFF2-40B4-BE49-F238E27FC236}">
                <a16:creationId xmlns:a16="http://schemas.microsoft.com/office/drawing/2014/main" id="{68B6D93A-F1C4-4CC5-B5D0-490D79B237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10">
            <a:extLst>
              <a:ext uri="{FF2B5EF4-FFF2-40B4-BE49-F238E27FC236}">
                <a16:creationId xmlns:a16="http://schemas.microsoft.com/office/drawing/2014/main" id="{70D4CDC8-4962-441E-980C-87D07740F0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1">
            <a:extLst>
              <a:ext uri="{FF2B5EF4-FFF2-40B4-BE49-F238E27FC236}">
                <a16:creationId xmlns:a16="http://schemas.microsoft.com/office/drawing/2014/main" id="{6A22059A-FC3B-4918-B91D-24B837D5E4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2">
            <a:extLst>
              <a:ext uri="{FF2B5EF4-FFF2-40B4-BE49-F238E27FC236}">
                <a16:creationId xmlns:a16="http://schemas.microsoft.com/office/drawing/2014/main" id="{F8869BCF-501E-494E-A100-BB32EBA274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3">
            <a:extLst>
              <a:ext uri="{FF2B5EF4-FFF2-40B4-BE49-F238E27FC236}">
                <a16:creationId xmlns:a16="http://schemas.microsoft.com/office/drawing/2014/main" id="{F858D7F1-7BCD-40E9-B65A-B8F1CE9DA1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4">
            <a:extLst>
              <a:ext uri="{FF2B5EF4-FFF2-40B4-BE49-F238E27FC236}">
                <a16:creationId xmlns:a16="http://schemas.microsoft.com/office/drawing/2014/main" id="{E0A4BFE5-E19E-4237-9A17-C9E1038D5D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37138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lence-40s">
            <a:hlinkClick r:id="" action="ppaction://media"/>
            <a:extLst>
              <a:ext uri="{FF2B5EF4-FFF2-40B4-BE49-F238E27FC236}">
                <a16:creationId xmlns:a16="http://schemas.microsoft.com/office/drawing/2014/main" id="{E97A0A6F-3AB6-4106-B20B-3184485A10E8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5" name="Text Box">
            <a:extLst>
              <a:ext uri="{FF2B5EF4-FFF2-40B4-BE49-F238E27FC236}">
                <a16:creationId xmlns:a16="http://schemas.microsoft.com/office/drawing/2014/main" id="{69CBBCF1-9072-41A8-AD5D-17B34D506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Reference Box">
            <a:extLst>
              <a:ext uri="{FF2B5EF4-FFF2-40B4-BE49-F238E27FC236}">
                <a16:creationId xmlns:a16="http://schemas.microsoft.com/office/drawing/2014/main" id="{7CB818D3-D9FD-4A09-B75C-AC7251AB2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2437" y="5041466"/>
            <a:ext cx="3151632" cy="497381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2EA108AD-AC07-4BBD-BBF6-BF151A6AF1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84350" y="501650"/>
            <a:ext cx="6577013" cy="45209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English Text</a:t>
            </a:r>
          </a:p>
        </p:txBody>
      </p:sp>
      <p:sp>
        <p:nvSpPr>
          <p:cNvPr id="10" name="English Reference">
            <a:extLst>
              <a:ext uri="{FF2B5EF4-FFF2-40B4-BE49-F238E27FC236}">
                <a16:creationId xmlns:a16="http://schemas.microsoft.com/office/drawing/2014/main" id="{5F3890A6-2E52-4247-9538-05F0FF8CF74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35375" y="5093428"/>
            <a:ext cx="2824163" cy="392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English Reference</a:t>
            </a:r>
          </a:p>
        </p:txBody>
      </p:sp>
      <p:sp>
        <p:nvSpPr>
          <p:cNvPr id="68" name="Spanish Text">
            <a:extLst>
              <a:ext uri="{FF2B5EF4-FFF2-40B4-BE49-F238E27FC236}">
                <a16:creationId xmlns:a16="http://schemas.microsoft.com/office/drawing/2014/main" id="{6DF5E5F5-ED9F-4FAC-B238-3712BA5CE7A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76428" y="509025"/>
            <a:ext cx="6577013" cy="45402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Text</a:t>
            </a:r>
          </a:p>
        </p:txBody>
      </p:sp>
      <p:sp>
        <p:nvSpPr>
          <p:cNvPr id="69" name="Spanish Reference">
            <a:extLst>
              <a:ext uri="{FF2B5EF4-FFF2-40B4-BE49-F238E27FC236}">
                <a16:creationId xmlns:a16="http://schemas.microsoft.com/office/drawing/2014/main" id="{7DB76F92-7008-4F91-A6A2-CE9363E3F58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27453" y="5093428"/>
            <a:ext cx="2824163" cy="41266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Reference</a:t>
            </a:r>
          </a:p>
        </p:txBody>
      </p:sp>
      <p:sp>
        <p:nvSpPr>
          <p:cNvPr id="39" name="Content Placeholder 19">
            <a:extLst>
              <a:ext uri="{FF2B5EF4-FFF2-40B4-BE49-F238E27FC236}">
                <a16:creationId xmlns:a16="http://schemas.microsoft.com/office/drawing/2014/main" id="{01B1F86A-4517-40F5-AA76-011B24BB4ED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0" name="Spanish Item 1">
            <a:extLst>
              <a:ext uri="{FF2B5EF4-FFF2-40B4-BE49-F238E27FC236}">
                <a16:creationId xmlns:a16="http://schemas.microsoft.com/office/drawing/2014/main" id="{1FE1DFD4-9A8C-4361-A64D-394F5F019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2">
            <a:extLst>
              <a:ext uri="{FF2B5EF4-FFF2-40B4-BE49-F238E27FC236}">
                <a16:creationId xmlns:a16="http://schemas.microsoft.com/office/drawing/2014/main" id="{12478615-32EA-4545-AEF3-547B626B72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3">
            <a:extLst>
              <a:ext uri="{FF2B5EF4-FFF2-40B4-BE49-F238E27FC236}">
                <a16:creationId xmlns:a16="http://schemas.microsoft.com/office/drawing/2014/main" id="{7E39C8CD-B50F-4CC0-970F-62D3C03BAB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4">
            <a:extLst>
              <a:ext uri="{FF2B5EF4-FFF2-40B4-BE49-F238E27FC236}">
                <a16:creationId xmlns:a16="http://schemas.microsoft.com/office/drawing/2014/main" id="{87B06F04-FABB-43D0-A027-53F21A8F45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5">
            <a:extLst>
              <a:ext uri="{FF2B5EF4-FFF2-40B4-BE49-F238E27FC236}">
                <a16:creationId xmlns:a16="http://schemas.microsoft.com/office/drawing/2014/main" id="{88F32622-B169-4553-99A2-3DBF9DC125F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Spanish Item 6">
            <a:extLst>
              <a:ext uri="{FF2B5EF4-FFF2-40B4-BE49-F238E27FC236}">
                <a16:creationId xmlns:a16="http://schemas.microsoft.com/office/drawing/2014/main" id="{0CE1522F-F93D-43E7-844B-B33DE9AA68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Spanish Item 7">
            <a:extLst>
              <a:ext uri="{FF2B5EF4-FFF2-40B4-BE49-F238E27FC236}">
                <a16:creationId xmlns:a16="http://schemas.microsoft.com/office/drawing/2014/main" id="{D99F1ECE-0656-443F-AB0D-3DF547231C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Spanish Item 8">
            <a:extLst>
              <a:ext uri="{FF2B5EF4-FFF2-40B4-BE49-F238E27FC236}">
                <a16:creationId xmlns:a16="http://schemas.microsoft.com/office/drawing/2014/main" id="{084407C7-435A-466C-84F0-001907B947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Spanish Item 9">
            <a:extLst>
              <a:ext uri="{FF2B5EF4-FFF2-40B4-BE49-F238E27FC236}">
                <a16:creationId xmlns:a16="http://schemas.microsoft.com/office/drawing/2014/main" id="{1EB00EE5-DCA8-4B53-9565-01E75183D9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Spanish Item 10">
            <a:extLst>
              <a:ext uri="{FF2B5EF4-FFF2-40B4-BE49-F238E27FC236}">
                <a16:creationId xmlns:a16="http://schemas.microsoft.com/office/drawing/2014/main" id="{944C7E12-B66D-4ED8-835E-2D04A15EBA6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Spanish Item 11">
            <a:extLst>
              <a:ext uri="{FF2B5EF4-FFF2-40B4-BE49-F238E27FC236}">
                <a16:creationId xmlns:a16="http://schemas.microsoft.com/office/drawing/2014/main" id="{251A53AA-289E-4FB1-B5CA-73534EB6EB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Spanish Item 12">
            <a:extLst>
              <a:ext uri="{FF2B5EF4-FFF2-40B4-BE49-F238E27FC236}">
                <a16:creationId xmlns:a16="http://schemas.microsoft.com/office/drawing/2014/main" id="{EB096E85-7FC8-4C83-A3D2-95D233B22A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2" name="Spanish Item 13">
            <a:extLst>
              <a:ext uri="{FF2B5EF4-FFF2-40B4-BE49-F238E27FC236}">
                <a16:creationId xmlns:a16="http://schemas.microsoft.com/office/drawing/2014/main" id="{530E5273-7669-44E4-9098-A5704EAFDE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3" name="Spanish Item 14">
            <a:extLst>
              <a:ext uri="{FF2B5EF4-FFF2-40B4-BE49-F238E27FC236}">
                <a16:creationId xmlns:a16="http://schemas.microsoft.com/office/drawing/2014/main" id="{DB88114D-4E27-4760-9773-30826466B3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4" name="English Item 1">
            <a:extLst>
              <a:ext uri="{FF2B5EF4-FFF2-40B4-BE49-F238E27FC236}">
                <a16:creationId xmlns:a16="http://schemas.microsoft.com/office/drawing/2014/main" id="{CF1B436F-41DE-4EB6-B514-576C7E2D26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5" name="English Item 2">
            <a:extLst>
              <a:ext uri="{FF2B5EF4-FFF2-40B4-BE49-F238E27FC236}">
                <a16:creationId xmlns:a16="http://schemas.microsoft.com/office/drawing/2014/main" id="{6CC5962D-7F0A-4F61-990D-F42558DFFB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6" name="English Item 3">
            <a:extLst>
              <a:ext uri="{FF2B5EF4-FFF2-40B4-BE49-F238E27FC236}">
                <a16:creationId xmlns:a16="http://schemas.microsoft.com/office/drawing/2014/main" id="{2097F535-7E06-4AE2-BEAA-8DB52BE617B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7" name="English Item 4">
            <a:extLst>
              <a:ext uri="{FF2B5EF4-FFF2-40B4-BE49-F238E27FC236}">
                <a16:creationId xmlns:a16="http://schemas.microsoft.com/office/drawing/2014/main" id="{9AF3FC4B-6FF1-49D6-A0DA-8012545D3FA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8" name="English Item 5">
            <a:extLst>
              <a:ext uri="{FF2B5EF4-FFF2-40B4-BE49-F238E27FC236}">
                <a16:creationId xmlns:a16="http://schemas.microsoft.com/office/drawing/2014/main" id="{562204F7-0F81-44B7-ACD2-EF9180A750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9" name="English Item 6">
            <a:extLst>
              <a:ext uri="{FF2B5EF4-FFF2-40B4-BE49-F238E27FC236}">
                <a16:creationId xmlns:a16="http://schemas.microsoft.com/office/drawing/2014/main" id="{31751114-1C1E-4662-8214-61C65B7AA9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0" name="English Item 7">
            <a:extLst>
              <a:ext uri="{FF2B5EF4-FFF2-40B4-BE49-F238E27FC236}">
                <a16:creationId xmlns:a16="http://schemas.microsoft.com/office/drawing/2014/main" id="{9F851116-5C96-4652-830D-D0ECC7BC2D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1" name="English Item 8">
            <a:extLst>
              <a:ext uri="{FF2B5EF4-FFF2-40B4-BE49-F238E27FC236}">
                <a16:creationId xmlns:a16="http://schemas.microsoft.com/office/drawing/2014/main" id="{4BA85412-BE3E-412D-B3F8-2CF67BA3E3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2" name="English Item 9">
            <a:extLst>
              <a:ext uri="{FF2B5EF4-FFF2-40B4-BE49-F238E27FC236}">
                <a16:creationId xmlns:a16="http://schemas.microsoft.com/office/drawing/2014/main" id="{072D91CC-9E58-47E5-AB33-87DC171CD3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3" name="English Item 10">
            <a:extLst>
              <a:ext uri="{FF2B5EF4-FFF2-40B4-BE49-F238E27FC236}">
                <a16:creationId xmlns:a16="http://schemas.microsoft.com/office/drawing/2014/main" id="{6E4BBEF4-4D85-43D9-89C1-462BB061A2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4" name="English Item 11">
            <a:extLst>
              <a:ext uri="{FF2B5EF4-FFF2-40B4-BE49-F238E27FC236}">
                <a16:creationId xmlns:a16="http://schemas.microsoft.com/office/drawing/2014/main" id="{9ED53ACE-CCBB-4C9D-9DCE-9A69882ECF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5" name="English Item 12">
            <a:extLst>
              <a:ext uri="{FF2B5EF4-FFF2-40B4-BE49-F238E27FC236}">
                <a16:creationId xmlns:a16="http://schemas.microsoft.com/office/drawing/2014/main" id="{AF3EC4A5-B93A-4A54-B696-254815E077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6" name="English Item 13">
            <a:extLst>
              <a:ext uri="{FF2B5EF4-FFF2-40B4-BE49-F238E27FC236}">
                <a16:creationId xmlns:a16="http://schemas.microsoft.com/office/drawing/2014/main" id="{AB216A15-A795-44EB-9FC9-1066324A2D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7" name="English Item 14">
            <a:extLst>
              <a:ext uri="{FF2B5EF4-FFF2-40B4-BE49-F238E27FC236}">
                <a16:creationId xmlns:a16="http://schemas.microsoft.com/office/drawing/2014/main" id="{7C832E26-0C16-49B4-8D22-1DDF7F1A8A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44381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4296EF3B-86DC-4D12-9A9D-E6A40A1C8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20AC850-BFDE-4F9D-8A53-20C7E2BB2084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031" rIns="0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</a:rPr>
              <a:t>Invitation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322026-93A3-4BCD-B71B-F509241943B9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205694-6F5E-40C0-A361-EFFCC9885042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C3B885D6-1467-47BE-BAD3-EAAFF5AAE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805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8CD1A-F0B8-4482-ADFA-04E9A09E23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4" name="Picture 3" descr="A drawing of a face&#10;&#10;Description automatically generated">
            <a:extLst>
              <a:ext uri="{FF2B5EF4-FFF2-40B4-BE49-F238E27FC236}">
                <a16:creationId xmlns:a16="http://schemas.microsoft.com/office/drawing/2014/main" id="{A945F061-02DC-453B-81E4-C48A61A959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912264"/>
            <a:ext cx="3785751" cy="37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9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table, sitting, paper&#10;&#10;Description automatically generated">
            <a:extLst>
              <a:ext uri="{FF2B5EF4-FFF2-40B4-BE49-F238E27FC236}">
                <a16:creationId xmlns:a16="http://schemas.microsoft.com/office/drawing/2014/main" id="{39B35DE4-926F-4673-8006-BBEBE2D76F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26" cy="5715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E087E3-7321-48B0-AE6A-5BE1E35A979E}"/>
              </a:ext>
            </a:extLst>
          </p:cNvPr>
          <p:cNvSpPr/>
          <p:nvPr userDrawn="1"/>
        </p:nvSpPr>
        <p:spPr>
          <a:xfrm>
            <a:off x="5216122" y="1578922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5751B2-9DAE-4F05-9F58-579C980FFBB1}"/>
              </a:ext>
            </a:extLst>
          </p:cNvPr>
          <p:cNvSpPr/>
          <p:nvPr userDrawn="1"/>
        </p:nvSpPr>
        <p:spPr>
          <a:xfrm>
            <a:off x="5351821" y="1684407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9:00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44B33B-593B-4162-89DC-67A6C58C3C02}"/>
              </a:ext>
            </a:extLst>
          </p:cNvPr>
          <p:cNvSpPr/>
          <p:nvPr userDrawn="1"/>
        </p:nvSpPr>
        <p:spPr>
          <a:xfrm>
            <a:off x="392119" y="218772"/>
            <a:ext cx="4417883" cy="4417883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Thanks for being with us tonight.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Please join us again this Sunday!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45F36-3824-4155-9DCB-0578ACCD3867}"/>
              </a:ext>
            </a:extLst>
          </p:cNvPr>
          <p:cNvSpPr txBox="1"/>
          <p:nvPr userDrawn="1"/>
        </p:nvSpPr>
        <p:spPr>
          <a:xfrm>
            <a:off x="6430854" y="1726603"/>
            <a:ext cx="2321024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Bible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BEFA6F-B836-4445-857E-DC29CC15D67F}"/>
              </a:ext>
            </a:extLst>
          </p:cNvPr>
          <p:cNvSpPr/>
          <p:nvPr userDrawn="1"/>
        </p:nvSpPr>
        <p:spPr>
          <a:xfrm>
            <a:off x="5216122" y="2924504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A4FD39-9662-44A8-A861-33633C62064D}"/>
              </a:ext>
            </a:extLst>
          </p:cNvPr>
          <p:cNvSpPr/>
          <p:nvPr userDrawn="1"/>
        </p:nvSpPr>
        <p:spPr>
          <a:xfrm>
            <a:off x="5351821" y="3029989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10:00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58BF84-EC4E-4552-A68D-3CC0F1E630D0}"/>
              </a:ext>
            </a:extLst>
          </p:cNvPr>
          <p:cNvSpPr/>
          <p:nvPr userDrawn="1"/>
        </p:nvSpPr>
        <p:spPr>
          <a:xfrm>
            <a:off x="5216122" y="4270086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B321D7-6A67-4641-B151-90AC7C8B1268}"/>
              </a:ext>
            </a:extLst>
          </p:cNvPr>
          <p:cNvSpPr/>
          <p:nvPr userDrawn="1"/>
        </p:nvSpPr>
        <p:spPr>
          <a:xfrm>
            <a:off x="5351821" y="4375571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6:00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0BADE-102C-49F8-A035-C0C5F95E9961}"/>
              </a:ext>
            </a:extLst>
          </p:cNvPr>
          <p:cNvSpPr txBox="1"/>
          <p:nvPr userDrawn="1"/>
        </p:nvSpPr>
        <p:spPr>
          <a:xfrm>
            <a:off x="6430854" y="3029989"/>
            <a:ext cx="2418543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Morning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05A34-1396-4D13-99B6-EA9354295241}"/>
              </a:ext>
            </a:extLst>
          </p:cNvPr>
          <p:cNvSpPr txBox="1"/>
          <p:nvPr userDrawn="1"/>
        </p:nvSpPr>
        <p:spPr>
          <a:xfrm>
            <a:off x="6430854" y="4383986"/>
            <a:ext cx="2377772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Evening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7C1D0F-410E-4754-9D75-F70681E68200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A034591-9BBC-4255-A9B8-55A5B8B5F380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8" name="Picture 1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15FB5808-09F3-4E57-AB30-0905797A5A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185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rgbClr val="5180AC"/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face&#10;&#10;Description automatically generated">
            <a:extLst>
              <a:ext uri="{FF2B5EF4-FFF2-40B4-BE49-F238E27FC236}">
                <a16:creationId xmlns:a16="http://schemas.microsoft.com/office/drawing/2014/main" id="{526BF870-3C21-4FE5-8BED-CB2A3F215D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498607"/>
            <a:ext cx="3785751" cy="3785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D85100-DB93-4854-90DD-5B690740542D}"/>
              </a:ext>
            </a:extLst>
          </p:cNvPr>
          <p:cNvSpPr txBox="1"/>
          <p:nvPr userDrawn="1"/>
        </p:nvSpPr>
        <p:spPr>
          <a:xfrm>
            <a:off x="2006599" y="4521199"/>
            <a:ext cx="513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embryhills.com</a:t>
            </a:r>
          </a:p>
        </p:txBody>
      </p:sp>
    </p:spTree>
    <p:extLst>
      <p:ext uri="{BB962C8B-B14F-4D97-AF65-F5344CB8AC3E}">
        <p14:creationId xmlns:p14="http://schemas.microsoft.com/office/powerpoint/2010/main" val="197620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481071-5E50-44FA-90EC-BE3C960AC901}"/>
              </a:ext>
            </a:extLst>
          </p:cNvPr>
          <p:cNvSpPr txBox="1"/>
          <p:nvPr userDrawn="1"/>
        </p:nvSpPr>
        <p:spPr>
          <a:xfrm>
            <a:off x="853944" y="2072670"/>
            <a:ext cx="76401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SERMON</a:t>
            </a:r>
          </a:p>
        </p:txBody>
      </p:sp>
    </p:spTree>
    <p:extLst>
      <p:ext uri="{BB962C8B-B14F-4D97-AF65-F5344CB8AC3E}">
        <p14:creationId xmlns:p14="http://schemas.microsoft.com/office/powerpoint/2010/main" val="2313353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0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.pn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B9E9FFA-8B02-42AA-BFA1-BAB37C281F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2D040-9D45-43CA-A34D-9CCA0AF39C5D}"/>
              </a:ext>
            </a:extLst>
          </p:cNvPr>
          <p:cNvSpPr/>
          <p:nvPr userDrawn="1"/>
        </p:nvSpPr>
        <p:spPr>
          <a:xfrm>
            <a:off x="5577816" y="93600"/>
            <a:ext cx="3907496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0F60B-0654-4686-BC45-B1C4B29C4E36}"/>
              </a:ext>
            </a:extLst>
          </p:cNvPr>
          <p:cNvSpPr/>
          <p:nvPr userDrawn="1"/>
        </p:nvSpPr>
        <p:spPr>
          <a:xfrm>
            <a:off x="347472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0910004-87AD-441C-8F01-3523741F8C2C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89E1A65-CE0A-4483-A4CC-8CF6393956C9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6" name="Picture 15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317CF3D6-2336-4F12-ACFE-B07BE35C84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966D4D37-E45A-4592-8EEC-C35894604E6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838" y="168545"/>
            <a:ext cx="1898923" cy="57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8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indoor, sitting, food, laying&#10;&#10;Description automatically generated">
            <a:extLst>
              <a:ext uri="{FF2B5EF4-FFF2-40B4-BE49-F238E27FC236}">
                <a16:creationId xmlns:a16="http://schemas.microsoft.com/office/drawing/2014/main" id="{281E6CE6-D53F-4C76-90CC-1CC7A802CC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9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14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door&#10;&#10;Description automatically generated">
            <a:extLst>
              <a:ext uri="{FF2B5EF4-FFF2-40B4-BE49-F238E27FC236}">
                <a16:creationId xmlns:a16="http://schemas.microsoft.com/office/drawing/2014/main" id="{171FA521-C2F6-4605-96C4-2FA98537515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" y="0"/>
            <a:ext cx="913912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3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15" r:id="rId2"/>
    <p:sldLayoutId id="2147483727" r:id="rId3"/>
    <p:sldLayoutId id="214748372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sitting, paper, white&#10;&#10;Description automatically generated">
            <a:extLst>
              <a:ext uri="{FF2B5EF4-FFF2-40B4-BE49-F238E27FC236}">
                <a16:creationId xmlns:a16="http://schemas.microsoft.com/office/drawing/2014/main" id="{3F456D8C-14F1-40D7-B121-AA84F5180E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"/>
            <a:ext cx="9144000" cy="571804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72E9A46-88B4-47F2-B793-D03349971FF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54DD78-0B4E-4B12-94F2-54A91B80B735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71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11" r:id="rId5"/>
    <p:sldLayoutId id="2147483712" r:id="rId6"/>
    <p:sldLayoutId id="2147483729" r:id="rId7"/>
    <p:sldLayoutId id="2147483730" r:id="rId8"/>
    <p:sldLayoutId id="2147483731" r:id="rId9"/>
    <p:sldLayoutId id="214748373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1F847A-A685-4696-AC68-59BA2E0EA9D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69000"/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1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19" r:id="rId2"/>
    <p:sldLayoutId id="2147483697" r:id="rId3"/>
    <p:sldLayoutId id="214748371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991573-2EBF-476A-A626-F089ECF8EF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9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1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dirty="0"/>
              <a:t>Welcome &amp; Announcements</a:t>
            </a:r>
          </a:p>
          <a:p>
            <a:r>
              <a:rPr dirty="0"/>
              <a:t>Isaiah 40:1-11</a:t>
            </a:r>
          </a:p>
          <a:p>
            <a:r>
              <a:rPr dirty="0"/>
              <a:t> </a:t>
            </a:r>
          </a:p>
          <a:p>
            <a:r>
              <a:rPr dirty="0"/>
              <a:t>Crown Him with Many Crowns</a:t>
            </a:r>
          </a:p>
          <a:p>
            <a:r>
              <a:rPr dirty="0"/>
              <a:t>Lamb of God</a:t>
            </a:r>
          </a:p>
          <a:p>
            <a:r>
              <a:rPr dirty="0"/>
              <a:t> </a:t>
            </a:r>
          </a:p>
          <a:p>
            <a:r>
              <a:rPr dirty="0"/>
              <a:t>Theophany</a:t>
            </a:r>
          </a:p>
          <a:p>
            <a:r>
              <a:rPr dirty="0"/>
              <a:t> </a:t>
            </a:r>
          </a:p>
          <a:p>
            <a:r>
              <a:rPr dirty="0"/>
              <a:t>O Thou Fount of Every Blessing</a:t>
            </a:r>
          </a:p>
          <a:p>
            <a:r>
              <a:rPr dirty="0"/>
              <a:t>The Goal of our Instruction is Love</a:t>
            </a:r>
          </a:p>
          <a:p>
            <a:r>
              <a:rPr dirty="0"/>
              <a:t>What Will You Do with Jesus?</a:t>
            </a:r>
          </a:p>
          <a:p>
            <a:r>
              <a:rPr dirty="0"/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566927" y="537209"/>
            <a:ext cx="950976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500" b="0" dirty="0"/>
              <a:t>Welcome</a:t>
            </a:r>
          </a:p>
          <a:p>
            <a:r>
              <a:rPr sz="1500" b="0" dirty="0"/>
              <a:t>Reading</a:t>
            </a:r>
          </a:p>
          <a:p>
            <a:r>
              <a:rPr sz="1500" b="0" dirty="0"/>
              <a:t>Prayer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115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950</a:t>
            </a:r>
          </a:p>
          <a:p>
            <a:r>
              <a:rPr sz="1500" b="0" dirty="0"/>
              <a:t>Lord’s Supper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32</a:t>
            </a:r>
          </a:p>
          <a:p>
            <a:r>
              <a:rPr sz="1500" b="0" dirty="0"/>
              <a:t>Collection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500</a:t>
            </a:r>
          </a:p>
          <a:p>
            <a:r>
              <a:rPr sz="1500" b="0" dirty="0"/>
              <a:t>Sermon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739</a:t>
            </a:r>
          </a:p>
          <a:p>
            <a:r>
              <a:rPr sz="1500" b="0" dirty="0"/>
              <a:t>Prayer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D525-6E84-4ED6-89F8-CA1FFE4CD4DF}"/>
              </a:ext>
            </a:extLst>
          </p:cNvPr>
          <p:cNvSpPr txBox="1"/>
          <p:nvPr/>
        </p:nvSpPr>
        <p:spPr>
          <a:xfrm>
            <a:off x="7938100" y="161020"/>
            <a:ext cx="1205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Please silence your phone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3309195-BA98-4CE0-B7D6-BE533DF4CDA6}"/>
              </a:ext>
            </a:extLst>
          </p:cNvPr>
          <p:cNvSpPr txBox="1">
            <a:spLocks/>
          </p:cNvSpPr>
          <p:nvPr/>
        </p:nvSpPr>
        <p:spPr>
          <a:xfrm>
            <a:off x="-159534" y="5029199"/>
            <a:ext cx="1713699" cy="4572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December 20, 2020</a:t>
            </a:r>
          </a:p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 • 8:30am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4929A05B-AF66-4FEC-87D3-6C1EDAD0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42" y="2582268"/>
            <a:ext cx="308077" cy="3080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dirty="0"/>
              <a:t>Welcome &amp; Announcements</a:t>
            </a:r>
          </a:p>
          <a:p>
            <a:r>
              <a:rPr dirty="0"/>
              <a:t>Isaiah 40:1-11</a:t>
            </a:r>
          </a:p>
          <a:p>
            <a:r>
              <a:rPr dirty="0"/>
              <a:t> </a:t>
            </a:r>
          </a:p>
          <a:p>
            <a:r>
              <a:rPr dirty="0"/>
              <a:t>Crown Him with Many Crowns</a:t>
            </a:r>
          </a:p>
          <a:p>
            <a:r>
              <a:rPr dirty="0"/>
              <a:t>Lamb of God</a:t>
            </a:r>
          </a:p>
          <a:p>
            <a:r>
              <a:rPr dirty="0"/>
              <a:t> </a:t>
            </a:r>
          </a:p>
          <a:p>
            <a:r>
              <a:rPr dirty="0"/>
              <a:t>Theophany</a:t>
            </a:r>
          </a:p>
          <a:p>
            <a:r>
              <a:rPr dirty="0"/>
              <a:t> </a:t>
            </a:r>
          </a:p>
          <a:p>
            <a:r>
              <a:rPr dirty="0"/>
              <a:t>O Thou Fount of Every Blessing</a:t>
            </a:r>
          </a:p>
          <a:p>
            <a:r>
              <a:rPr dirty="0"/>
              <a:t>The Goal of our Instruction is Love</a:t>
            </a:r>
          </a:p>
          <a:p>
            <a:r>
              <a:rPr dirty="0"/>
              <a:t>What Will You Do with Jesus?</a:t>
            </a:r>
          </a:p>
          <a:p>
            <a:r>
              <a:rPr dirty="0"/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566927" y="537209"/>
            <a:ext cx="950976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500" b="0" dirty="0"/>
              <a:t>Welcome</a:t>
            </a:r>
          </a:p>
          <a:p>
            <a:r>
              <a:rPr sz="1500" b="0" dirty="0"/>
              <a:t>Reading</a:t>
            </a:r>
          </a:p>
          <a:p>
            <a:r>
              <a:rPr sz="1500" b="0" dirty="0"/>
              <a:t>Prayer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115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950</a:t>
            </a:r>
          </a:p>
          <a:p>
            <a:r>
              <a:rPr sz="1500" b="0" dirty="0"/>
              <a:t>Lord’s Supper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32</a:t>
            </a:r>
          </a:p>
          <a:p>
            <a:r>
              <a:rPr sz="1500" b="0" dirty="0"/>
              <a:t>Collection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500</a:t>
            </a:r>
          </a:p>
          <a:p>
            <a:r>
              <a:rPr sz="1500" b="0" dirty="0"/>
              <a:t>Sermon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739</a:t>
            </a:r>
          </a:p>
          <a:p>
            <a:r>
              <a:rPr sz="1500" b="0" dirty="0"/>
              <a:t>Prayer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D525-6E84-4ED6-89F8-CA1FFE4CD4DF}"/>
              </a:ext>
            </a:extLst>
          </p:cNvPr>
          <p:cNvSpPr txBox="1"/>
          <p:nvPr/>
        </p:nvSpPr>
        <p:spPr>
          <a:xfrm>
            <a:off x="3862425" y="64008"/>
            <a:ext cx="2662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Please silence your phone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3309195-BA98-4CE0-B7D6-BE533DF4CDA6}"/>
              </a:ext>
            </a:extLst>
          </p:cNvPr>
          <p:cNvSpPr txBox="1">
            <a:spLocks/>
          </p:cNvSpPr>
          <p:nvPr/>
        </p:nvSpPr>
        <p:spPr>
          <a:xfrm>
            <a:off x="-159534" y="5029199"/>
            <a:ext cx="1713699" cy="4572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December 20, 2020</a:t>
            </a:r>
          </a:p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 • 8:30am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4929A05B-AF66-4FEC-87D3-6C1EDAD0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42" y="2582268"/>
            <a:ext cx="308077" cy="308077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D2159FD-C8BB-4317-A540-E318B3ABC883}"/>
              </a:ext>
            </a:extLst>
          </p:cNvPr>
          <p:cNvSpPr txBox="1">
            <a:spLocks/>
          </p:cNvSpPr>
          <p:nvPr/>
        </p:nvSpPr>
        <p:spPr>
          <a:xfrm>
            <a:off x="8238873" y="465698"/>
            <a:ext cx="1418365" cy="473121"/>
          </a:xfrm>
          <a:prstGeom prst="roundRect">
            <a:avLst>
              <a:gd name="adj" fmla="val 23106"/>
            </a:avLst>
          </a:prstGeom>
          <a:solidFill>
            <a:srgbClr val="125984"/>
          </a:solidFill>
          <a:ln>
            <a:noFill/>
          </a:ln>
        </p:spPr>
        <p:txBody>
          <a:bodyPr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 0:00</a:t>
            </a:r>
          </a:p>
        </p:txBody>
      </p:sp>
    </p:spTree>
    <p:extLst>
      <p:ext uri="{BB962C8B-B14F-4D97-AF65-F5344CB8AC3E}">
        <p14:creationId xmlns:p14="http://schemas.microsoft.com/office/powerpoint/2010/main" val="1070888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dirty="0"/>
              <a:t>Welcome &amp; Announcements</a:t>
            </a:r>
          </a:p>
          <a:p>
            <a:r>
              <a:rPr dirty="0"/>
              <a:t>Isaiah 40:1-11</a:t>
            </a:r>
          </a:p>
          <a:p>
            <a:r>
              <a:rPr dirty="0"/>
              <a:t> </a:t>
            </a:r>
          </a:p>
          <a:p>
            <a:r>
              <a:rPr dirty="0"/>
              <a:t>Crown Him with Many Crowns</a:t>
            </a:r>
          </a:p>
          <a:p>
            <a:r>
              <a:rPr dirty="0"/>
              <a:t>Lamb of God</a:t>
            </a:r>
          </a:p>
          <a:p>
            <a:r>
              <a:rPr dirty="0"/>
              <a:t> </a:t>
            </a:r>
          </a:p>
          <a:p>
            <a:r>
              <a:rPr dirty="0"/>
              <a:t>Theophany</a:t>
            </a:r>
          </a:p>
          <a:p>
            <a:r>
              <a:rPr dirty="0"/>
              <a:t> </a:t>
            </a:r>
          </a:p>
          <a:p>
            <a:r>
              <a:rPr dirty="0"/>
              <a:t>O Thou Fount of Every Blessing</a:t>
            </a:r>
          </a:p>
          <a:p>
            <a:r>
              <a:rPr dirty="0"/>
              <a:t>The Goal of our Instruction is Love</a:t>
            </a:r>
          </a:p>
          <a:p>
            <a:r>
              <a:rPr dirty="0"/>
              <a:t>What Will You Do with Jesus?</a:t>
            </a:r>
          </a:p>
          <a:p>
            <a:r>
              <a:rPr dirty="0"/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566927" y="537209"/>
            <a:ext cx="950976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500" b="0" dirty="0"/>
              <a:t>Welcome</a:t>
            </a:r>
          </a:p>
          <a:p>
            <a:r>
              <a:rPr sz="1500" b="0" dirty="0"/>
              <a:t>Reading</a:t>
            </a:r>
          </a:p>
          <a:p>
            <a:r>
              <a:rPr sz="1500" b="0" dirty="0"/>
              <a:t>Prayer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115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950</a:t>
            </a:r>
          </a:p>
          <a:p>
            <a:r>
              <a:rPr sz="1500" b="0" dirty="0"/>
              <a:t>Lord’s Supper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32</a:t>
            </a:r>
          </a:p>
          <a:p>
            <a:r>
              <a:rPr sz="1500" b="0" dirty="0"/>
              <a:t>Collection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500</a:t>
            </a:r>
          </a:p>
          <a:p>
            <a:r>
              <a:rPr sz="1500" b="0" dirty="0"/>
              <a:t>Sermon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739</a:t>
            </a:r>
          </a:p>
          <a:p>
            <a:r>
              <a:rPr sz="1500" b="0" dirty="0"/>
              <a:t>Prayer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D525-6E84-4ED6-89F8-CA1FFE4CD4DF}"/>
              </a:ext>
            </a:extLst>
          </p:cNvPr>
          <p:cNvSpPr txBox="1"/>
          <p:nvPr/>
        </p:nvSpPr>
        <p:spPr>
          <a:xfrm>
            <a:off x="7922362" y="161020"/>
            <a:ext cx="1221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Please silence your phone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3309195-BA98-4CE0-B7D6-BE533DF4CDA6}"/>
              </a:ext>
            </a:extLst>
          </p:cNvPr>
          <p:cNvSpPr txBox="1">
            <a:spLocks/>
          </p:cNvSpPr>
          <p:nvPr/>
        </p:nvSpPr>
        <p:spPr>
          <a:xfrm>
            <a:off x="-159534" y="5029199"/>
            <a:ext cx="1713699" cy="4572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December 20, 2020</a:t>
            </a:r>
          </a:p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 • 8:30am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4929A05B-AF66-4FEC-87D3-6C1EDAD0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42" y="2582268"/>
            <a:ext cx="308077" cy="308077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D2159FD-C8BB-4317-A540-E318B3ABC883}"/>
              </a:ext>
            </a:extLst>
          </p:cNvPr>
          <p:cNvSpPr txBox="1">
            <a:spLocks/>
          </p:cNvSpPr>
          <p:nvPr/>
        </p:nvSpPr>
        <p:spPr>
          <a:xfrm>
            <a:off x="8284593" y="5120640"/>
            <a:ext cx="1418365" cy="473121"/>
          </a:xfrm>
          <a:prstGeom prst="roundRect">
            <a:avLst>
              <a:gd name="adj" fmla="val 23106"/>
            </a:avLst>
          </a:prstGeom>
          <a:solidFill>
            <a:srgbClr val="1E3362"/>
          </a:solidFill>
          <a:ln>
            <a:noFill/>
          </a:ln>
        </p:spPr>
        <p:txBody>
          <a:bodyPr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 0:00</a:t>
            </a:r>
          </a:p>
        </p:txBody>
      </p:sp>
    </p:spTree>
    <p:extLst>
      <p:ext uri="{BB962C8B-B14F-4D97-AF65-F5344CB8AC3E}">
        <p14:creationId xmlns:p14="http://schemas.microsoft.com/office/powerpoint/2010/main" val="166440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dirty="0"/>
              <a:t>Welcome &amp; Announcements</a:t>
            </a:r>
          </a:p>
          <a:p>
            <a:r>
              <a:rPr dirty="0"/>
              <a:t>Isaiah 40:1-11</a:t>
            </a:r>
          </a:p>
          <a:p>
            <a:r>
              <a:rPr dirty="0"/>
              <a:t> </a:t>
            </a:r>
          </a:p>
          <a:p>
            <a:r>
              <a:rPr dirty="0"/>
              <a:t>Crown Him with Many Crowns</a:t>
            </a:r>
          </a:p>
          <a:p>
            <a:r>
              <a:rPr dirty="0"/>
              <a:t>Lamb of God</a:t>
            </a:r>
          </a:p>
          <a:p>
            <a:r>
              <a:rPr dirty="0"/>
              <a:t> </a:t>
            </a:r>
          </a:p>
          <a:p>
            <a:r>
              <a:rPr dirty="0"/>
              <a:t>Theophany</a:t>
            </a:r>
          </a:p>
          <a:p>
            <a:r>
              <a:rPr dirty="0"/>
              <a:t> </a:t>
            </a:r>
          </a:p>
          <a:p>
            <a:r>
              <a:rPr dirty="0"/>
              <a:t>O Thou Fount of Every Blessing</a:t>
            </a:r>
          </a:p>
          <a:p>
            <a:r>
              <a:rPr dirty="0"/>
              <a:t>The Goal of our Instruction is Love</a:t>
            </a:r>
          </a:p>
          <a:p>
            <a:r>
              <a:rPr dirty="0"/>
              <a:t>What Will You Do with Jesus?</a:t>
            </a:r>
          </a:p>
          <a:p>
            <a:r>
              <a:rPr dirty="0"/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566927" y="537209"/>
            <a:ext cx="950976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500" b="0" dirty="0"/>
              <a:t>Welcome</a:t>
            </a:r>
          </a:p>
          <a:p>
            <a:r>
              <a:rPr sz="1500" b="0" dirty="0"/>
              <a:t>Reading</a:t>
            </a:r>
          </a:p>
          <a:p>
            <a:r>
              <a:rPr sz="1500" b="0" dirty="0"/>
              <a:t>Prayer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115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950</a:t>
            </a:r>
          </a:p>
          <a:p>
            <a:r>
              <a:rPr sz="1500" b="0" dirty="0"/>
              <a:t>Lord’s Supper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32</a:t>
            </a:r>
          </a:p>
          <a:p>
            <a:r>
              <a:rPr sz="1500" b="0" dirty="0"/>
              <a:t>Collection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500</a:t>
            </a:r>
          </a:p>
          <a:p>
            <a:r>
              <a:rPr sz="1500" b="0" dirty="0"/>
              <a:t>Sermon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739</a:t>
            </a:r>
          </a:p>
          <a:p>
            <a:r>
              <a:rPr sz="1500" b="0" dirty="0"/>
              <a:t>Prayer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D525-6E84-4ED6-89F8-CA1FFE4CD4DF}"/>
              </a:ext>
            </a:extLst>
          </p:cNvPr>
          <p:cNvSpPr txBox="1"/>
          <p:nvPr/>
        </p:nvSpPr>
        <p:spPr>
          <a:xfrm>
            <a:off x="7922362" y="161020"/>
            <a:ext cx="1221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Please silence your phone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3309195-BA98-4CE0-B7D6-BE533DF4CDA6}"/>
              </a:ext>
            </a:extLst>
          </p:cNvPr>
          <p:cNvSpPr txBox="1">
            <a:spLocks/>
          </p:cNvSpPr>
          <p:nvPr/>
        </p:nvSpPr>
        <p:spPr>
          <a:xfrm>
            <a:off x="-159534" y="5029199"/>
            <a:ext cx="1713699" cy="4572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December 20, 2020</a:t>
            </a:r>
          </a:p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 • 8:30am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4929A05B-AF66-4FEC-87D3-6C1EDAD0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42" y="2582268"/>
            <a:ext cx="308077" cy="308077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D2159FD-C8BB-4317-A540-E318B3ABC883}"/>
              </a:ext>
            </a:extLst>
          </p:cNvPr>
          <p:cNvSpPr txBox="1">
            <a:spLocks/>
          </p:cNvSpPr>
          <p:nvPr/>
        </p:nvSpPr>
        <p:spPr>
          <a:xfrm>
            <a:off x="7959281" y="1494149"/>
            <a:ext cx="2048061" cy="1692112"/>
          </a:xfrm>
          <a:prstGeom prst="roundRect">
            <a:avLst>
              <a:gd name="adj" fmla="val 13048"/>
            </a:avLst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rtlCol="0" anchor="ctr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1A8CBA8-6DD5-4E1C-98F9-CCC12B115215}"/>
              </a:ext>
            </a:extLst>
          </p:cNvPr>
          <p:cNvSpPr txBox="1">
            <a:spLocks/>
          </p:cNvSpPr>
          <p:nvPr/>
        </p:nvSpPr>
        <p:spPr>
          <a:xfrm>
            <a:off x="8202842" y="2728023"/>
            <a:ext cx="734514" cy="339683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lIns="0" rIns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0:00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C8F119-F85F-4B14-9A15-B94507F2ECDE}"/>
              </a:ext>
            </a:extLst>
          </p:cNvPr>
          <p:cNvSpPr txBox="1"/>
          <p:nvPr/>
        </p:nvSpPr>
        <p:spPr>
          <a:xfrm>
            <a:off x="8023947" y="1527694"/>
            <a:ext cx="1092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Our service begins 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048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1622817" y="31086"/>
            <a:ext cx="7325239" cy="5120640"/>
          </a:xfrm>
        </p:spPr>
        <p:txBody>
          <a:bodyPr/>
          <a:lstStyle/>
          <a:p>
            <a:r>
              <a:rPr lang="en-US" sz="2200" b="0" dirty="0"/>
              <a:t>James Newman</a:t>
            </a:r>
            <a:endParaRPr sz="2200" b="0" dirty="0"/>
          </a:p>
          <a:p>
            <a:r>
              <a:rPr sz="2200" b="0" dirty="0"/>
              <a:t>Isaiah 40:1-11</a:t>
            </a:r>
            <a:r>
              <a:rPr lang="en-US" sz="2200" b="0" dirty="0"/>
              <a:t> • Blaine Mellor, Jr </a:t>
            </a:r>
            <a:endParaRPr sz="2200" b="0" dirty="0"/>
          </a:p>
          <a:p>
            <a:r>
              <a:rPr lang="en-US" sz="2200" b="0" dirty="0"/>
              <a:t>Stuart Shannon</a:t>
            </a:r>
            <a:endParaRPr sz="2200" b="0" dirty="0"/>
          </a:p>
          <a:p>
            <a:r>
              <a:rPr sz="2200" dirty="0"/>
              <a:t>Crown Him with Many Crowns</a:t>
            </a:r>
          </a:p>
          <a:p>
            <a:r>
              <a:rPr sz="2200" dirty="0"/>
              <a:t>Lamb of God</a:t>
            </a:r>
          </a:p>
          <a:p>
            <a:r>
              <a:rPr lang="en-US" sz="2200" b="0" dirty="0"/>
              <a:t>Marty Broadwell</a:t>
            </a:r>
            <a:endParaRPr sz="2200" b="0" dirty="0"/>
          </a:p>
          <a:p>
            <a:r>
              <a:rPr sz="2200" dirty="0"/>
              <a:t>Theophany</a:t>
            </a:r>
          </a:p>
          <a:p>
            <a:r>
              <a:rPr lang="en-US" sz="2200" b="0" dirty="0"/>
              <a:t>Barry Caudill</a:t>
            </a:r>
          </a:p>
          <a:p>
            <a:r>
              <a:rPr sz="2200" dirty="0"/>
              <a:t>O Thou Fount of Every Blessing</a:t>
            </a:r>
          </a:p>
          <a:p>
            <a:r>
              <a:rPr sz="2200" b="0" dirty="0"/>
              <a:t>The Goal of our Instruction is Love</a:t>
            </a:r>
            <a:r>
              <a:rPr lang="en-US" sz="2200" b="0" dirty="0"/>
              <a:t> • Phillip Shumake</a:t>
            </a:r>
            <a:endParaRPr sz="2200" b="0" dirty="0"/>
          </a:p>
          <a:p>
            <a:r>
              <a:rPr sz="2200" dirty="0"/>
              <a:t>What Will You Do with Jesus?</a:t>
            </a:r>
          </a:p>
          <a:p>
            <a:r>
              <a:rPr lang="en-US" sz="2200" b="0" dirty="0"/>
              <a:t>Maurice Norman</a:t>
            </a:r>
            <a:endParaRPr sz="2200" b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398678" y="475488"/>
            <a:ext cx="1119225" cy="336041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800" dirty="0"/>
              <a:t>Welcome</a:t>
            </a:r>
          </a:p>
          <a:p>
            <a:r>
              <a:rPr sz="1800" dirty="0"/>
              <a:t>Reading</a:t>
            </a:r>
          </a:p>
          <a:p>
            <a:r>
              <a:rPr sz="1800" dirty="0"/>
              <a:t>Prayer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115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950</a:t>
            </a:r>
          </a:p>
          <a:p>
            <a:r>
              <a:rPr dirty="0"/>
              <a:t>Lord’s Supper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32</a:t>
            </a:r>
          </a:p>
          <a:p>
            <a:r>
              <a:rPr sz="1800" dirty="0"/>
              <a:t>Collection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500</a:t>
            </a:r>
          </a:p>
          <a:p>
            <a:r>
              <a:rPr sz="1800" dirty="0"/>
              <a:t>Sermon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739</a:t>
            </a:r>
          </a:p>
          <a:p>
            <a:r>
              <a:rPr sz="1800" dirty="0"/>
              <a:t>Prayer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D525-6E84-4ED6-89F8-CA1FFE4CD4DF}"/>
              </a:ext>
            </a:extLst>
          </p:cNvPr>
          <p:cNvSpPr txBox="1"/>
          <p:nvPr/>
        </p:nvSpPr>
        <p:spPr>
          <a:xfrm>
            <a:off x="7922362" y="161020"/>
            <a:ext cx="1221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Please silence your phone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3309195-BA98-4CE0-B7D6-BE533DF4CDA6}"/>
              </a:ext>
            </a:extLst>
          </p:cNvPr>
          <p:cNvSpPr txBox="1">
            <a:spLocks/>
          </p:cNvSpPr>
          <p:nvPr/>
        </p:nvSpPr>
        <p:spPr>
          <a:xfrm>
            <a:off x="-159534" y="5029199"/>
            <a:ext cx="1713699" cy="4572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December 20, 2020</a:t>
            </a:r>
          </a:p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 • 8:30am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4929A05B-AF66-4FEC-87D3-6C1EDAD0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42" y="2582268"/>
            <a:ext cx="308077" cy="308077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D2159FD-C8BB-4317-A540-E318B3ABC883}"/>
              </a:ext>
            </a:extLst>
          </p:cNvPr>
          <p:cNvSpPr txBox="1">
            <a:spLocks/>
          </p:cNvSpPr>
          <p:nvPr/>
        </p:nvSpPr>
        <p:spPr>
          <a:xfrm>
            <a:off x="7890680" y="1449366"/>
            <a:ext cx="2154509" cy="1849966"/>
          </a:xfrm>
          <a:prstGeom prst="roundRect">
            <a:avLst>
              <a:gd name="adj" fmla="val 7098"/>
            </a:avLst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rtlCol="0" anchor="ctr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 lang="en-US" sz="1600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1A8CBA8-6DD5-4E1C-98F9-CCC12B115215}"/>
              </a:ext>
            </a:extLst>
          </p:cNvPr>
          <p:cNvSpPr txBox="1">
            <a:spLocks/>
          </p:cNvSpPr>
          <p:nvPr/>
        </p:nvSpPr>
        <p:spPr>
          <a:xfrm>
            <a:off x="8046655" y="2772805"/>
            <a:ext cx="941157" cy="400410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lIns="0" rIns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0:00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C8F119-F85F-4B14-9A15-B94507F2ECDE}"/>
              </a:ext>
            </a:extLst>
          </p:cNvPr>
          <p:cNvSpPr txBox="1"/>
          <p:nvPr/>
        </p:nvSpPr>
        <p:spPr>
          <a:xfrm>
            <a:off x="7969657" y="1465050"/>
            <a:ext cx="10923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Our service begins in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3445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1622817" y="31086"/>
            <a:ext cx="7325239" cy="5120640"/>
          </a:xfrm>
        </p:spPr>
        <p:txBody>
          <a:bodyPr/>
          <a:lstStyle/>
          <a:p>
            <a:r>
              <a:rPr lang="en-US" sz="2200" b="0" dirty="0"/>
              <a:t>James Newman</a:t>
            </a:r>
            <a:endParaRPr sz="2200" b="0" dirty="0"/>
          </a:p>
          <a:p>
            <a:r>
              <a:rPr sz="2200" dirty="0"/>
              <a:t>Isaiah 40:1-11</a:t>
            </a:r>
            <a:r>
              <a:rPr lang="en-US" sz="2200" dirty="0"/>
              <a:t> </a:t>
            </a:r>
            <a:r>
              <a:rPr lang="en-US" sz="2200" b="0" dirty="0"/>
              <a:t>• Blaine Mellor, Jr </a:t>
            </a:r>
            <a:endParaRPr sz="2200" b="0" dirty="0"/>
          </a:p>
          <a:p>
            <a:r>
              <a:rPr lang="en-US" sz="2200" b="0" dirty="0"/>
              <a:t>Stuart Shannon</a:t>
            </a:r>
            <a:endParaRPr sz="2200" b="0" dirty="0"/>
          </a:p>
          <a:p>
            <a:r>
              <a:rPr sz="2200" dirty="0"/>
              <a:t>Crown Him with Many Crowns</a:t>
            </a:r>
          </a:p>
          <a:p>
            <a:r>
              <a:rPr sz="2200" dirty="0"/>
              <a:t>Lamb of God</a:t>
            </a:r>
          </a:p>
          <a:p>
            <a:r>
              <a:rPr lang="en-US" sz="2200" b="0" dirty="0"/>
              <a:t>Marty Broadwell</a:t>
            </a:r>
            <a:endParaRPr sz="2200" b="0" dirty="0"/>
          </a:p>
          <a:p>
            <a:r>
              <a:rPr sz="2200" dirty="0"/>
              <a:t>Theophany</a:t>
            </a:r>
          </a:p>
          <a:p>
            <a:r>
              <a:rPr lang="en-US" sz="2200" b="0" dirty="0"/>
              <a:t>Barry Caudill</a:t>
            </a:r>
          </a:p>
          <a:p>
            <a:r>
              <a:rPr sz="2200" dirty="0"/>
              <a:t>O Thou Fount of Every Blessing</a:t>
            </a:r>
          </a:p>
          <a:p>
            <a:r>
              <a:rPr lang="en-US" sz="2200" b="0" dirty="0"/>
              <a:t>Phillip Shumake</a:t>
            </a:r>
            <a:endParaRPr sz="2200" b="0" dirty="0"/>
          </a:p>
          <a:p>
            <a:r>
              <a:rPr sz="2200" dirty="0"/>
              <a:t>What Will You Do with Jesus?</a:t>
            </a:r>
          </a:p>
          <a:p>
            <a:r>
              <a:rPr lang="en-US" sz="2200" b="0" dirty="0"/>
              <a:t>Maurice Norman</a:t>
            </a:r>
            <a:endParaRPr sz="2200" b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398678" y="475488"/>
            <a:ext cx="1119225" cy="336041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800" dirty="0"/>
              <a:t>Welcome</a:t>
            </a:r>
          </a:p>
          <a:p>
            <a:r>
              <a:rPr sz="1800" dirty="0"/>
              <a:t>Reading</a:t>
            </a:r>
          </a:p>
          <a:p>
            <a:r>
              <a:rPr sz="1800" dirty="0"/>
              <a:t>Prayer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115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950</a:t>
            </a:r>
          </a:p>
          <a:p>
            <a:r>
              <a:rPr dirty="0"/>
              <a:t>Lord’s Supper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32</a:t>
            </a:r>
          </a:p>
          <a:p>
            <a:r>
              <a:rPr sz="1800" dirty="0"/>
              <a:t>Collection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500</a:t>
            </a:r>
          </a:p>
          <a:p>
            <a:r>
              <a:rPr sz="1800" dirty="0"/>
              <a:t>Sermon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739</a:t>
            </a:r>
          </a:p>
          <a:p>
            <a:r>
              <a:rPr sz="1800" dirty="0"/>
              <a:t>Prayer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D525-6E84-4ED6-89F8-CA1FFE4CD4DF}"/>
              </a:ext>
            </a:extLst>
          </p:cNvPr>
          <p:cNvSpPr txBox="1"/>
          <p:nvPr/>
        </p:nvSpPr>
        <p:spPr>
          <a:xfrm>
            <a:off x="7922362" y="161020"/>
            <a:ext cx="1221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Please silence your phone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3309195-BA98-4CE0-B7D6-BE533DF4CDA6}"/>
              </a:ext>
            </a:extLst>
          </p:cNvPr>
          <p:cNvSpPr txBox="1">
            <a:spLocks/>
          </p:cNvSpPr>
          <p:nvPr/>
        </p:nvSpPr>
        <p:spPr>
          <a:xfrm>
            <a:off x="-159534" y="5029199"/>
            <a:ext cx="1713699" cy="4572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December 20, 2020</a:t>
            </a:r>
          </a:p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 • 8:30am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4929A05B-AF66-4FEC-87D3-6C1EDAD0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42" y="2582268"/>
            <a:ext cx="308077" cy="308077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D2159FD-C8BB-4317-A540-E318B3ABC883}"/>
              </a:ext>
            </a:extLst>
          </p:cNvPr>
          <p:cNvSpPr txBox="1">
            <a:spLocks/>
          </p:cNvSpPr>
          <p:nvPr/>
        </p:nvSpPr>
        <p:spPr>
          <a:xfrm>
            <a:off x="7890680" y="1449366"/>
            <a:ext cx="2154509" cy="1849966"/>
          </a:xfrm>
          <a:prstGeom prst="roundRect">
            <a:avLst>
              <a:gd name="adj" fmla="val 7098"/>
            </a:avLst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rtlCol="0" anchor="ctr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 lang="en-US" sz="1600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1A8CBA8-6DD5-4E1C-98F9-CCC12B115215}"/>
              </a:ext>
            </a:extLst>
          </p:cNvPr>
          <p:cNvSpPr txBox="1">
            <a:spLocks/>
          </p:cNvSpPr>
          <p:nvPr/>
        </p:nvSpPr>
        <p:spPr>
          <a:xfrm>
            <a:off x="8046655" y="2772805"/>
            <a:ext cx="941157" cy="400410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lIns="0" rIns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0:00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C8F119-F85F-4B14-9A15-B94507F2ECDE}"/>
              </a:ext>
            </a:extLst>
          </p:cNvPr>
          <p:cNvSpPr txBox="1"/>
          <p:nvPr/>
        </p:nvSpPr>
        <p:spPr>
          <a:xfrm>
            <a:off x="7969657" y="1465050"/>
            <a:ext cx="10923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Our service begins in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0586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1622817" y="40235"/>
            <a:ext cx="7325239" cy="5122465"/>
          </a:xfrm>
        </p:spPr>
        <p:txBody>
          <a:bodyPr/>
          <a:lstStyle/>
          <a:p>
            <a:r>
              <a:rPr lang="en-US" sz="2200" b="0" dirty="0"/>
              <a:t>James Newman</a:t>
            </a:r>
            <a:endParaRPr sz="2200" b="0" dirty="0"/>
          </a:p>
          <a:p>
            <a:r>
              <a:rPr sz="2200" dirty="0"/>
              <a:t>Isaiah 40:1-11</a:t>
            </a:r>
            <a:r>
              <a:rPr lang="en-US" sz="2200" dirty="0"/>
              <a:t> </a:t>
            </a:r>
            <a:r>
              <a:rPr lang="en-US" sz="2200" b="0" dirty="0"/>
              <a:t>• Blaine Mellor, Jr </a:t>
            </a:r>
            <a:endParaRPr sz="2200" b="0" dirty="0"/>
          </a:p>
          <a:p>
            <a:r>
              <a:rPr lang="en-US" sz="2200" b="0" dirty="0"/>
              <a:t>Stuart Shannon</a:t>
            </a:r>
            <a:endParaRPr sz="2200" b="0" dirty="0"/>
          </a:p>
          <a:p>
            <a:r>
              <a:rPr sz="2200" dirty="0"/>
              <a:t>Crown Him with Many Crowns</a:t>
            </a:r>
          </a:p>
          <a:p>
            <a:r>
              <a:rPr sz="2200" dirty="0"/>
              <a:t>Lamb of God</a:t>
            </a:r>
          </a:p>
          <a:p>
            <a:r>
              <a:rPr lang="en-US" sz="2200" b="0" dirty="0"/>
              <a:t>Marty Broadwell</a:t>
            </a:r>
            <a:endParaRPr sz="2200" b="0" dirty="0"/>
          </a:p>
          <a:p>
            <a:r>
              <a:rPr sz="2200" dirty="0"/>
              <a:t>Theophany</a:t>
            </a:r>
          </a:p>
          <a:p>
            <a:r>
              <a:rPr lang="en-US" sz="2200" b="0" dirty="0"/>
              <a:t>Barry Caudill</a:t>
            </a:r>
          </a:p>
          <a:p>
            <a:r>
              <a:rPr sz="2200" dirty="0"/>
              <a:t>O Thou Fount of Every Blessing</a:t>
            </a:r>
          </a:p>
          <a:p>
            <a:r>
              <a:rPr lang="en-US" sz="2200" b="0" dirty="0"/>
              <a:t>Phillip Shumake</a:t>
            </a:r>
            <a:endParaRPr sz="2200" b="0" dirty="0"/>
          </a:p>
          <a:p>
            <a:r>
              <a:rPr sz="2200" dirty="0"/>
              <a:t>What Will You Do with Jesus?</a:t>
            </a:r>
          </a:p>
          <a:p>
            <a:r>
              <a:rPr lang="en-US" sz="2200" b="0" dirty="0"/>
              <a:t>Maurice Norman</a:t>
            </a:r>
            <a:endParaRPr sz="2200" b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526694" y="503452"/>
            <a:ext cx="991209" cy="308077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dirty="0"/>
              <a:t>Welcome</a:t>
            </a:r>
          </a:p>
          <a:p>
            <a:r>
              <a:rPr dirty="0"/>
              <a:t>Reading</a:t>
            </a:r>
          </a:p>
          <a:p>
            <a:r>
              <a:rPr dirty="0"/>
              <a:t>Prayer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115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950</a:t>
            </a:r>
          </a:p>
          <a:p>
            <a:r>
              <a:rPr dirty="0"/>
              <a:t>Lord’s Supper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32</a:t>
            </a:r>
          </a:p>
          <a:p>
            <a:r>
              <a:rPr dirty="0"/>
              <a:t>Collection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500</a:t>
            </a:r>
          </a:p>
          <a:p>
            <a:r>
              <a:rPr dirty="0"/>
              <a:t>Sermon</a:t>
            </a:r>
            <a:endParaRPr sz="1800" dirty="0"/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739</a:t>
            </a:r>
          </a:p>
          <a:p>
            <a:r>
              <a:rPr dirty="0"/>
              <a:t>Prayer</a:t>
            </a:r>
            <a:endParaRPr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D525-6E84-4ED6-89F8-CA1FFE4CD4DF}"/>
              </a:ext>
            </a:extLst>
          </p:cNvPr>
          <p:cNvSpPr txBox="1"/>
          <p:nvPr/>
        </p:nvSpPr>
        <p:spPr>
          <a:xfrm>
            <a:off x="7922362" y="161020"/>
            <a:ext cx="1221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Please silence your phone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3309195-BA98-4CE0-B7D6-BE533DF4CDA6}"/>
              </a:ext>
            </a:extLst>
          </p:cNvPr>
          <p:cNvSpPr txBox="1">
            <a:spLocks/>
          </p:cNvSpPr>
          <p:nvPr/>
        </p:nvSpPr>
        <p:spPr>
          <a:xfrm>
            <a:off x="-159534" y="5029199"/>
            <a:ext cx="1713699" cy="4572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December 20, 2020</a:t>
            </a:r>
          </a:p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 • 8:30am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4929A05B-AF66-4FEC-87D3-6C1EDAD0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42" y="2582268"/>
            <a:ext cx="308077" cy="308077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D2159FD-C8BB-4317-A540-E318B3ABC883}"/>
              </a:ext>
            </a:extLst>
          </p:cNvPr>
          <p:cNvSpPr txBox="1">
            <a:spLocks/>
          </p:cNvSpPr>
          <p:nvPr/>
        </p:nvSpPr>
        <p:spPr>
          <a:xfrm>
            <a:off x="7890680" y="1449366"/>
            <a:ext cx="2154509" cy="1849966"/>
          </a:xfrm>
          <a:prstGeom prst="roundRect">
            <a:avLst>
              <a:gd name="adj" fmla="val 7098"/>
            </a:avLst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rtlCol="0" anchor="ctr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 lang="en-US" sz="1600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1A8CBA8-6DD5-4E1C-98F9-CCC12B115215}"/>
              </a:ext>
            </a:extLst>
          </p:cNvPr>
          <p:cNvSpPr txBox="1">
            <a:spLocks/>
          </p:cNvSpPr>
          <p:nvPr/>
        </p:nvSpPr>
        <p:spPr>
          <a:xfrm>
            <a:off x="8046655" y="2772805"/>
            <a:ext cx="941157" cy="400410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lIns="0" rIns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0:00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C8F119-F85F-4B14-9A15-B94507F2ECDE}"/>
              </a:ext>
            </a:extLst>
          </p:cNvPr>
          <p:cNvSpPr txBox="1"/>
          <p:nvPr/>
        </p:nvSpPr>
        <p:spPr>
          <a:xfrm>
            <a:off x="7969657" y="1465050"/>
            <a:ext cx="10923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Our service begins in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05953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1622817" y="40235"/>
            <a:ext cx="7325239" cy="5122465"/>
          </a:xfrm>
        </p:spPr>
        <p:txBody>
          <a:bodyPr/>
          <a:lstStyle/>
          <a:p>
            <a:r>
              <a:rPr lang="en-US" sz="2200" b="0" dirty="0"/>
              <a:t>Announcements</a:t>
            </a:r>
          </a:p>
          <a:p>
            <a:r>
              <a:rPr sz="2200" b="0" i="1" dirty="0"/>
              <a:t>Isaiah 40:1-11</a:t>
            </a:r>
            <a:r>
              <a:rPr lang="en-US" sz="2200" b="0" i="1" dirty="0"/>
              <a:t> </a:t>
            </a:r>
          </a:p>
          <a:p>
            <a:r>
              <a:rPr lang="en-US" sz="2200" b="0" dirty="0"/>
              <a:t>Opening Prayer</a:t>
            </a:r>
          </a:p>
          <a:p>
            <a:r>
              <a:rPr sz="2200" dirty="0"/>
              <a:t>Crown Him with Many Crowns</a:t>
            </a:r>
          </a:p>
          <a:p>
            <a:r>
              <a:rPr sz="2200" dirty="0"/>
              <a:t>Lamb of God</a:t>
            </a:r>
          </a:p>
          <a:p>
            <a:r>
              <a:rPr lang="en-US" sz="2200" b="0" i="1" dirty="0"/>
              <a:t>2 Corinthians 5:14-19</a:t>
            </a:r>
            <a:endParaRPr sz="2200" b="0" i="1" dirty="0"/>
          </a:p>
          <a:p>
            <a:r>
              <a:rPr sz="2200" dirty="0"/>
              <a:t>Theophany</a:t>
            </a:r>
          </a:p>
          <a:p>
            <a:r>
              <a:rPr lang="en-US" sz="2200" b="0" i="1" dirty="0"/>
              <a:t>1 Corinthians 16:1</a:t>
            </a:r>
          </a:p>
          <a:p>
            <a:r>
              <a:rPr sz="2200" dirty="0"/>
              <a:t>O Thou Fount of Every Blessing</a:t>
            </a:r>
          </a:p>
          <a:p>
            <a:r>
              <a:rPr lang="en-US" sz="2200" b="0" dirty="0"/>
              <a:t>The Goal of Our Instruction is Love</a:t>
            </a:r>
            <a:endParaRPr sz="2200" b="0" dirty="0"/>
          </a:p>
          <a:p>
            <a:r>
              <a:rPr sz="2200" dirty="0"/>
              <a:t>What Will You Do with Jesus?</a:t>
            </a:r>
            <a:endParaRPr lang="en-US" sz="2200" dirty="0"/>
          </a:p>
          <a:p>
            <a:r>
              <a:rPr lang="en-US" sz="2200" b="0" dirty="0"/>
              <a:t>Closing Prayer</a:t>
            </a:r>
            <a:endParaRPr sz="2200" b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526694" y="503452"/>
            <a:ext cx="991209" cy="308077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dirty="0"/>
              <a:t>Welcome</a:t>
            </a:r>
          </a:p>
          <a:p>
            <a:r>
              <a:rPr dirty="0"/>
              <a:t>Reading</a:t>
            </a:r>
          </a:p>
          <a:p>
            <a:r>
              <a:rPr dirty="0"/>
              <a:t>Prayer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115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950</a:t>
            </a:r>
          </a:p>
          <a:p>
            <a:r>
              <a:rPr dirty="0"/>
              <a:t>Lord’s Supper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32</a:t>
            </a:r>
          </a:p>
          <a:p>
            <a:r>
              <a:rPr dirty="0"/>
              <a:t>Collection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500</a:t>
            </a:r>
          </a:p>
          <a:p>
            <a:r>
              <a:rPr dirty="0"/>
              <a:t>Sermon</a:t>
            </a:r>
            <a:endParaRPr sz="1800" dirty="0"/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739</a:t>
            </a:r>
          </a:p>
          <a:p>
            <a:r>
              <a:rPr dirty="0"/>
              <a:t>Prayer</a:t>
            </a:r>
            <a:endParaRPr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D525-6E84-4ED6-89F8-CA1FFE4CD4DF}"/>
              </a:ext>
            </a:extLst>
          </p:cNvPr>
          <p:cNvSpPr txBox="1"/>
          <p:nvPr/>
        </p:nvSpPr>
        <p:spPr>
          <a:xfrm>
            <a:off x="7922362" y="161020"/>
            <a:ext cx="1221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Please silence your phone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3309195-BA98-4CE0-B7D6-BE533DF4CDA6}"/>
              </a:ext>
            </a:extLst>
          </p:cNvPr>
          <p:cNvSpPr txBox="1">
            <a:spLocks/>
          </p:cNvSpPr>
          <p:nvPr/>
        </p:nvSpPr>
        <p:spPr>
          <a:xfrm>
            <a:off x="-159534" y="5029199"/>
            <a:ext cx="1713699" cy="4572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December 20, 2020</a:t>
            </a:r>
          </a:p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 • 8:30am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4929A05B-AF66-4FEC-87D3-6C1EDAD0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42" y="2582268"/>
            <a:ext cx="308077" cy="308077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D2159FD-C8BB-4317-A540-E318B3ABC883}"/>
              </a:ext>
            </a:extLst>
          </p:cNvPr>
          <p:cNvSpPr txBox="1">
            <a:spLocks/>
          </p:cNvSpPr>
          <p:nvPr/>
        </p:nvSpPr>
        <p:spPr>
          <a:xfrm>
            <a:off x="7890680" y="1449366"/>
            <a:ext cx="2154509" cy="1849966"/>
          </a:xfrm>
          <a:prstGeom prst="roundRect">
            <a:avLst>
              <a:gd name="adj" fmla="val 7098"/>
            </a:avLst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rtlCol="0" anchor="ctr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 lang="en-US" sz="1600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1A8CBA8-6DD5-4E1C-98F9-CCC12B115215}"/>
              </a:ext>
            </a:extLst>
          </p:cNvPr>
          <p:cNvSpPr txBox="1">
            <a:spLocks/>
          </p:cNvSpPr>
          <p:nvPr/>
        </p:nvSpPr>
        <p:spPr>
          <a:xfrm>
            <a:off x="8046655" y="2772805"/>
            <a:ext cx="941157" cy="400410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lIns="0" rIns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0:00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C8F119-F85F-4B14-9A15-B94507F2ECDE}"/>
              </a:ext>
            </a:extLst>
          </p:cNvPr>
          <p:cNvSpPr txBox="1"/>
          <p:nvPr/>
        </p:nvSpPr>
        <p:spPr>
          <a:xfrm>
            <a:off x="7969657" y="1465050"/>
            <a:ext cx="10923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Our service begins in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17502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1622817" y="40235"/>
            <a:ext cx="7325239" cy="5122465"/>
          </a:xfrm>
        </p:spPr>
        <p:txBody>
          <a:bodyPr/>
          <a:lstStyle/>
          <a:p>
            <a:r>
              <a:rPr lang="en-US" sz="2200" b="0" dirty="0"/>
              <a:t>Announcements</a:t>
            </a:r>
          </a:p>
          <a:p>
            <a:r>
              <a:rPr sz="2200" b="0" dirty="0"/>
              <a:t>Isaiah 40:1-11</a:t>
            </a:r>
            <a:r>
              <a:rPr lang="en-US" sz="2200" b="0" dirty="0"/>
              <a:t> </a:t>
            </a:r>
          </a:p>
          <a:p>
            <a:r>
              <a:rPr lang="en-US" sz="2200" b="0" dirty="0"/>
              <a:t>Opening Prayer</a:t>
            </a:r>
          </a:p>
          <a:p>
            <a:r>
              <a:rPr sz="2200" dirty="0"/>
              <a:t>Crown Him with Many Crowns</a:t>
            </a:r>
          </a:p>
          <a:p>
            <a:r>
              <a:rPr sz="2200" dirty="0"/>
              <a:t>Lamb of God</a:t>
            </a:r>
          </a:p>
          <a:p>
            <a:r>
              <a:rPr lang="en-US" sz="2200" b="0" dirty="0"/>
              <a:t>2 Corinthians 5:14-19</a:t>
            </a:r>
            <a:endParaRPr sz="2200" b="0" dirty="0"/>
          </a:p>
          <a:p>
            <a:r>
              <a:rPr sz="2200" dirty="0"/>
              <a:t>Theophany</a:t>
            </a:r>
          </a:p>
          <a:p>
            <a:r>
              <a:rPr lang="en-US" sz="2200" b="0" dirty="0"/>
              <a:t>1 Corinthians 16:1</a:t>
            </a:r>
          </a:p>
          <a:p>
            <a:r>
              <a:rPr sz="2200" dirty="0"/>
              <a:t>O Thou Fount of Every Blessing</a:t>
            </a:r>
          </a:p>
          <a:p>
            <a:r>
              <a:rPr lang="en-US" sz="2200" b="0" dirty="0"/>
              <a:t>The Goal of Our Instruction is Love</a:t>
            </a:r>
            <a:endParaRPr sz="2200" b="0" dirty="0"/>
          </a:p>
          <a:p>
            <a:r>
              <a:rPr sz="2200" dirty="0"/>
              <a:t>What Will You Do with Jesus?</a:t>
            </a:r>
            <a:endParaRPr lang="en-US" sz="2200" dirty="0"/>
          </a:p>
          <a:p>
            <a:r>
              <a:rPr lang="en-US" sz="2200" b="0" dirty="0"/>
              <a:t>Closing Prayer</a:t>
            </a:r>
            <a:endParaRPr sz="2200" b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526694" y="503452"/>
            <a:ext cx="991209" cy="308077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dirty="0"/>
              <a:t>Welcome</a:t>
            </a:r>
          </a:p>
          <a:p>
            <a:r>
              <a:rPr dirty="0"/>
              <a:t>Reading</a:t>
            </a:r>
          </a:p>
          <a:p>
            <a:r>
              <a:rPr dirty="0"/>
              <a:t>Prayer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115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950</a:t>
            </a:r>
          </a:p>
          <a:p>
            <a:r>
              <a:rPr dirty="0"/>
              <a:t>Lord’s Supper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32</a:t>
            </a:r>
          </a:p>
          <a:p>
            <a:r>
              <a:rPr dirty="0"/>
              <a:t>Collection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500</a:t>
            </a:r>
          </a:p>
          <a:p>
            <a:r>
              <a:rPr dirty="0"/>
              <a:t>Sermon</a:t>
            </a:r>
            <a:endParaRPr sz="1800" dirty="0"/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739</a:t>
            </a:r>
          </a:p>
          <a:p>
            <a:r>
              <a:rPr dirty="0"/>
              <a:t>Prayer</a:t>
            </a:r>
            <a:endParaRPr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D525-6E84-4ED6-89F8-CA1FFE4CD4DF}"/>
              </a:ext>
            </a:extLst>
          </p:cNvPr>
          <p:cNvSpPr txBox="1"/>
          <p:nvPr/>
        </p:nvSpPr>
        <p:spPr>
          <a:xfrm>
            <a:off x="7922362" y="161020"/>
            <a:ext cx="1221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Please silence your phone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3309195-BA98-4CE0-B7D6-BE533DF4CDA6}"/>
              </a:ext>
            </a:extLst>
          </p:cNvPr>
          <p:cNvSpPr txBox="1">
            <a:spLocks/>
          </p:cNvSpPr>
          <p:nvPr/>
        </p:nvSpPr>
        <p:spPr>
          <a:xfrm>
            <a:off x="-159534" y="5029199"/>
            <a:ext cx="1713699" cy="4572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December 20, 2020</a:t>
            </a:r>
          </a:p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 • 8:30am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4929A05B-AF66-4FEC-87D3-6C1EDAD0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42" y="2582268"/>
            <a:ext cx="308077" cy="308077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D2159FD-C8BB-4317-A540-E318B3ABC883}"/>
              </a:ext>
            </a:extLst>
          </p:cNvPr>
          <p:cNvSpPr txBox="1">
            <a:spLocks/>
          </p:cNvSpPr>
          <p:nvPr/>
        </p:nvSpPr>
        <p:spPr>
          <a:xfrm>
            <a:off x="7890680" y="1449366"/>
            <a:ext cx="2154509" cy="1849966"/>
          </a:xfrm>
          <a:prstGeom prst="roundRect">
            <a:avLst>
              <a:gd name="adj" fmla="val 7098"/>
            </a:avLst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rtlCol="0" anchor="ctr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 lang="en-US" sz="1600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1A8CBA8-6DD5-4E1C-98F9-CCC12B115215}"/>
              </a:ext>
            </a:extLst>
          </p:cNvPr>
          <p:cNvSpPr txBox="1">
            <a:spLocks/>
          </p:cNvSpPr>
          <p:nvPr/>
        </p:nvSpPr>
        <p:spPr>
          <a:xfrm>
            <a:off x="8046655" y="2772805"/>
            <a:ext cx="941157" cy="400410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lIns="0" rIns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0:00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C8F119-F85F-4B14-9A15-B94507F2ECDE}"/>
              </a:ext>
            </a:extLst>
          </p:cNvPr>
          <p:cNvSpPr txBox="1"/>
          <p:nvPr/>
        </p:nvSpPr>
        <p:spPr>
          <a:xfrm>
            <a:off x="7969657" y="1465050"/>
            <a:ext cx="10923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Our service begins in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3885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1622817" y="40235"/>
            <a:ext cx="7325239" cy="5122465"/>
          </a:xfrm>
        </p:spPr>
        <p:txBody>
          <a:bodyPr/>
          <a:lstStyle/>
          <a:p>
            <a:r>
              <a:rPr lang="en-US" sz="2200" b="0" dirty="0"/>
              <a:t>Announcements</a:t>
            </a:r>
          </a:p>
          <a:p>
            <a:r>
              <a:rPr sz="2200" b="0" dirty="0"/>
              <a:t>Isaiah 40:1-11</a:t>
            </a:r>
            <a:r>
              <a:rPr lang="en-US" sz="2200" b="0" dirty="0"/>
              <a:t> </a:t>
            </a:r>
          </a:p>
          <a:p>
            <a:endParaRPr lang="en-US" sz="2200" dirty="0"/>
          </a:p>
          <a:p>
            <a:r>
              <a:rPr sz="2200" dirty="0"/>
              <a:t>Crown Him with Many Crowns</a:t>
            </a:r>
          </a:p>
          <a:p>
            <a:r>
              <a:rPr sz="2200" dirty="0"/>
              <a:t>Lamb of God</a:t>
            </a:r>
          </a:p>
          <a:p>
            <a:r>
              <a:rPr lang="en-US" sz="2200" b="0" dirty="0"/>
              <a:t>2 Corinthians 5:14-19</a:t>
            </a:r>
            <a:endParaRPr sz="2200" b="0" dirty="0"/>
          </a:p>
          <a:p>
            <a:r>
              <a:rPr sz="2200" dirty="0"/>
              <a:t>Theophany</a:t>
            </a:r>
          </a:p>
          <a:p>
            <a:r>
              <a:rPr lang="en-US" sz="2200" b="0" dirty="0"/>
              <a:t>1 Corinthians 16:1</a:t>
            </a:r>
          </a:p>
          <a:p>
            <a:r>
              <a:rPr sz="2200" dirty="0"/>
              <a:t>O Thou Fount of Every Blessing</a:t>
            </a:r>
          </a:p>
          <a:p>
            <a:r>
              <a:rPr lang="en-US" sz="2200" b="0" dirty="0"/>
              <a:t>The Goal of Our Instruction is Love</a:t>
            </a:r>
            <a:endParaRPr sz="2200" b="0" dirty="0"/>
          </a:p>
          <a:p>
            <a:r>
              <a:rPr sz="2200" dirty="0"/>
              <a:t>What Will You Do with Jesus?</a:t>
            </a:r>
            <a:endParaRPr lang="en-US" sz="2200" dirty="0"/>
          </a:p>
          <a:p>
            <a:r>
              <a:rPr lang="en-US" sz="2200" b="0" dirty="0"/>
              <a:t> </a:t>
            </a:r>
            <a:endParaRPr sz="2200" b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526694" y="503452"/>
            <a:ext cx="991209" cy="308077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dirty="0"/>
              <a:t>Welcome</a:t>
            </a:r>
          </a:p>
          <a:p>
            <a:r>
              <a:rPr dirty="0"/>
              <a:t>Reading</a:t>
            </a:r>
          </a:p>
          <a:p>
            <a:r>
              <a:rPr dirty="0"/>
              <a:t>Prayer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115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950</a:t>
            </a:r>
          </a:p>
          <a:p>
            <a:r>
              <a:rPr dirty="0"/>
              <a:t>Lord’s Supper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32</a:t>
            </a:r>
          </a:p>
          <a:p>
            <a:r>
              <a:rPr dirty="0"/>
              <a:t>Collection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500</a:t>
            </a:r>
          </a:p>
          <a:p>
            <a:r>
              <a:rPr dirty="0"/>
              <a:t>Sermon</a:t>
            </a:r>
            <a:endParaRPr sz="1800" dirty="0"/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739</a:t>
            </a:r>
          </a:p>
          <a:p>
            <a:r>
              <a:rPr dirty="0"/>
              <a:t>Prayer</a:t>
            </a:r>
            <a:endParaRPr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D525-6E84-4ED6-89F8-CA1FFE4CD4DF}"/>
              </a:ext>
            </a:extLst>
          </p:cNvPr>
          <p:cNvSpPr txBox="1"/>
          <p:nvPr/>
        </p:nvSpPr>
        <p:spPr>
          <a:xfrm>
            <a:off x="7922362" y="161020"/>
            <a:ext cx="1221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Please silence your phone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3309195-BA98-4CE0-B7D6-BE533DF4CDA6}"/>
              </a:ext>
            </a:extLst>
          </p:cNvPr>
          <p:cNvSpPr txBox="1">
            <a:spLocks/>
          </p:cNvSpPr>
          <p:nvPr/>
        </p:nvSpPr>
        <p:spPr>
          <a:xfrm>
            <a:off x="-159534" y="5029199"/>
            <a:ext cx="1713699" cy="4572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December 20, 2020</a:t>
            </a:r>
          </a:p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 • 8:30am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4929A05B-AF66-4FEC-87D3-6C1EDAD0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42" y="2582268"/>
            <a:ext cx="308077" cy="308077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D2159FD-C8BB-4317-A540-E318B3ABC883}"/>
              </a:ext>
            </a:extLst>
          </p:cNvPr>
          <p:cNvSpPr txBox="1">
            <a:spLocks/>
          </p:cNvSpPr>
          <p:nvPr/>
        </p:nvSpPr>
        <p:spPr>
          <a:xfrm>
            <a:off x="7890680" y="1449366"/>
            <a:ext cx="2154509" cy="1849966"/>
          </a:xfrm>
          <a:prstGeom prst="roundRect">
            <a:avLst>
              <a:gd name="adj" fmla="val 7098"/>
            </a:avLst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rtlCol="0" anchor="ctr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 lang="en-US" sz="1600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1A8CBA8-6DD5-4E1C-98F9-CCC12B115215}"/>
              </a:ext>
            </a:extLst>
          </p:cNvPr>
          <p:cNvSpPr txBox="1">
            <a:spLocks/>
          </p:cNvSpPr>
          <p:nvPr/>
        </p:nvSpPr>
        <p:spPr>
          <a:xfrm>
            <a:off x="8046655" y="2772805"/>
            <a:ext cx="941157" cy="400410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lIns="0" rIns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0:00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C8F119-F85F-4B14-9A15-B94507F2ECDE}"/>
              </a:ext>
            </a:extLst>
          </p:cNvPr>
          <p:cNvSpPr txBox="1"/>
          <p:nvPr/>
        </p:nvSpPr>
        <p:spPr>
          <a:xfrm>
            <a:off x="7969657" y="1465050"/>
            <a:ext cx="10923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Our service begins in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71207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1622817" y="40235"/>
            <a:ext cx="7325239" cy="5122465"/>
          </a:xfrm>
        </p:spPr>
        <p:txBody>
          <a:bodyPr/>
          <a:lstStyle/>
          <a:p>
            <a:r>
              <a:rPr lang="en-US" sz="2200" b="0" dirty="0"/>
              <a:t> </a:t>
            </a:r>
          </a:p>
          <a:p>
            <a:r>
              <a:rPr sz="2200" b="0" dirty="0"/>
              <a:t>Isaiah 40:1-11</a:t>
            </a:r>
            <a:r>
              <a:rPr lang="en-US" sz="2200" b="0" dirty="0"/>
              <a:t> </a:t>
            </a:r>
          </a:p>
          <a:p>
            <a:r>
              <a:rPr lang="en-US" sz="2200" b="0" dirty="0"/>
              <a:t> </a:t>
            </a:r>
          </a:p>
          <a:p>
            <a:r>
              <a:rPr sz="2200" dirty="0"/>
              <a:t>Crown Him with Many Crowns</a:t>
            </a:r>
          </a:p>
          <a:p>
            <a:r>
              <a:rPr sz="2200" dirty="0"/>
              <a:t>Lamb of God</a:t>
            </a:r>
          </a:p>
          <a:p>
            <a:r>
              <a:rPr lang="en-US" sz="2200" b="0" i="1" dirty="0"/>
              <a:t> </a:t>
            </a:r>
            <a:endParaRPr sz="2200" b="0" i="1" dirty="0"/>
          </a:p>
          <a:p>
            <a:r>
              <a:rPr sz="2200" dirty="0"/>
              <a:t>Theophany</a:t>
            </a:r>
          </a:p>
          <a:p>
            <a:r>
              <a:rPr lang="en-US" sz="2200" b="0" i="1" dirty="0"/>
              <a:t> </a:t>
            </a:r>
          </a:p>
          <a:p>
            <a:r>
              <a:rPr sz="2200" dirty="0"/>
              <a:t>O Thou Fount of Every Blessing</a:t>
            </a:r>
          </a:p>
          <a:p>
            <a:r>
              <a:rPr lang="en-US" sz="2200" b="0" dirty="0"/>
              <a:t>The Goal of Our Instruction is Love</a:t>
            </a:r>
            <a:endParaRPr sz="2200" b="0" dirty="0"/>
          </a:p>
          <a:p>
            <a:r>
              <a:rPr sz="2200" dirty="0"/>
              <a:t>What Will You Do with Jesus?</a:t>
            </a:r>
            <a:endParaRPr lang="en-US" sz="2200" dirty="0"/>
          </a:p>
          <a:p>
            <a:r>
              <a:rPr lang="en-US" sz="2200" b="0" dirty="0"/>
              <a:t> </a:t>
            </a:r>
            <a:endParaRPr sz="2200" b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526694" y="503452"/>
            <a:ext cx="991209" cy="308077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dirty="0"/>
              <a:t>Welcome</a:t>
            </a:r>
          </a:p>
          <a:p>
            <a:r>
              <a:rPr dirty="0"/>
              <a:t>Reading</a:t>
            </a:r>
          </a:p>
          <a:p>
            <a:r>
              <a:rPr dirty="0"/>
              <a:t>Prayer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115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950</a:t>
            </a:r>
          </a:p>
          <a:p>
            <a:r>
              <a:rPr dirty="0"/>
              <a:t>Lord’s Supper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32</a:t>
            </a:r>
          </a:p>
          <a:p>
            <a:r>
              <a:rPr dirty="0"/>
              <a:t>Collection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500</a:t>
            </a:r>
          </a:p>
          <a:p>
            <a:r>
              <a:rPr dirty="0"/>
              <a:t>Sermon</a:t>
            </a:r>
            <a:endParaRPr sz="1800" dirty="0"/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739</a:t>
            </a:r>
          </a:p>
          <a:p>
            <a:r>
              <a:rPr dirty="0"/>
              <a:t>Prayer</a:t>
            </a:r>
            <a:endParaRPr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D525-6E84-4ED6-89F8-CA1FFE4CD4DF}"/>
              </a:ext>
            </a:extLst>
          </p:cNvPr>
          <p:cNvSpPr txBox="1"/>
          <p:nvPr/>
        </p:nvSpPr>
        <p:spPr>
          <a:xfrm>
            <a:off x="7922362" y="161020"/>
            <a:ext cx="1221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Please silence your phone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3309195-BA98-4CE0-B7D6-BE533DF4CDA6}"/>
              </a:ext>
            </a:extLst>
          </p:cNvPr>
          <p:cNvSpPr txBox="1">
            <a:spLocks/>
          </p:cNvSpPr>
          <p:nvPr/>
        </p:nvSpPr>
        <p:spPr>
          <a:xfrm>
            <a:off x="-159534" y="5029199"/>
            <a:ext cx="1713699" cy="4572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December 20, 2020</a:t>
            </a:r>
          </a:p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 • 8:30am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4929A05B-AF66-4FEC-87D3-6C1EDAD0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42" y="2582268"/>
            <a:ext cx="308077" cy="308077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D2159FD-C8BB-4317-A540-E318B3ABC883}"/>
              </a:ext>
            </a:extLst>
          </p:cNvPr>
          <p:cNvSpPr txBox="1">
            <a:spLocks/>
          </p:cNvSpPr>
          <p:nvPr/>
        </p:nvSpPr>
        <p:spPr>
          <a:xfrm>
            <a:off x="7890680" y="1449366"/>
            <a:ext cx="2154509" cy="1849966"/>
          </a:xfrm>
          <a:prstGeom prst="roundRect">
            <a:avLst>
              <a:gd name="adj" fmla="val 7098"/>
            </a:avLst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rtlCol="0" anchor="ctr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 lang="en-US" sz="1600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1A8CBA8-6DD5-4E1C-98F9-CCC12B115215}"/>
              </a:ext>
            </a:extLst>
          </p:cNvPr>
          <p:cNvSpPr txBox="1">
            <a:spLocks/>
          </p:cNvSpPr>
          <p:nvPr/>
        </p:nvSpPr>
        <p:spPr>
          <a:xfrm>
            <a:off x="8046655" y="2772805"/>
            <a:ext cx="941157" cy="400410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lIns="0" rIns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0:00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C8F119-F85F-4B14-9A15-B94507F2ECDE}"/>
              </a:ext>
            </a:extLst>
          </p:cNvPr>
          <p:cNvSpPr txBox="1"/>
          <p:nvPr/>
        </p:nvSpPr>
        <p:spPr>
          <a:xfrm>
            <a:off x="7969657" y="1465050"/>
            <a:ext cx="10923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Our service begins in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37133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1622817" y="40235"/>
            <a:ext cx="7325239" cy="5122465"/>
          </a:xfrm>
        </p:spPr>
        <p:txBody>
          <a:bodyPr/>
          <a:lstStyle/>
          <a:p>
            <a:r>
              <a:rPr lang="en-US" sz="2200" dirty="0"/>
              <a:t>James Newman</a:t>
            </a:r>
          </a:p>
          <a:p>
            <a:r>
              <a:rPr lang="en-US" sz="2200" dirty="0"/>
              <a:t>Blaine Mellor, Jr.</a:t>
            </a:r>
          </a:p>
          <a:p>
            <a:r>
              <a:rPr lang="en-US" sz="2200" dirty="0"/>
              <a:t>Stuart Shannon</a:t>
            </a:r>
          </a:p>
          <a:p>
            <a:r>
              <a:rPr lang="en-US" sz="2200" dirty="0"/>
              <a:t>Larry Brown</a:t>
            </a:r>
            <a:endParaRPr sz="2200" dirty="0"/>
          </a:p>
          <a:p>
            <a:r>
              <a:rPr lang="en-US" sz="2200" dirty="0"/>
              <a:t> </a:t>
            </a:r>
            <a:endParaRPr sz="2200" dirty="0"/>
          </a:p>
          <a:p>
            <a:r>
              <a:rPr lang="en-US" sz="2200" dirty="0"/>
              <a:t>Marty Broadwell</a:t>
            </a:r>
            <a:endParaRPr sz="2200" dirty="0"/>
          </a:p>
          <a:p>
            <a:r>
              <a:rPr lang="en-US" sz="2200" dirty="0"/>
              <a:t> </a:t>
            </a:r>
            <a:endParaRPr sz="2200" dirty="0"/>
          </a:p>
          <a:p>
            <a:r>
              <a:rPr lang="en-US" sz="2200" dirty="0"/>
              <a:t>Barry Caudill</a:t>
            </a:r>
          </a:p>
          <a:p>
            <a:r>
              <a:rPr lang="en-US" sz="2200" dirty="0"/>
              <a:t> </a:t>
            </a:r>
            <a:endParaRPr sz="2200" dirty="0"/>
          </a:p>
          <a:p>
            <a:r>
              <a:rPr lang="en-US" sz="2200" dirty="0"/>
              <a:t>Phillip Shumake</a:t>
            </a:r>
            <a:endParaRPr sz="2200" dirty="0"/>
          </a:p>
          <a:p>
            <a:r>
              <a:rPr lang="en-US" sz="2200" dirty="0"/>
              <a:t> </a:t>
            </a:r>
          </a:p>
          <a:p>
            <a:r>
              <a:rPr lang="en-US" sz="2200" dirty="0"/>
              <a:t>Maurice Norman</a:t>
            </a:r>
            <a:endParaRPr sz="2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526694" y="503452"/>
            <a:ext cx="991209" cy="308077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dirty="0"/>
              <a:t>Welcome</a:t>
            </a:r>
          </a:p>
          <a:p>
            <a:r>
              <a:rPr dirty="0"/>
              <a:t>Reading</a:t>
            </a:r>
          </a:p>
          <a:p>
            <a:r>
              <a:rPr dirty="0"/>
              <a:t>Prayer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115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950</a:t>
            </a:r>
          </a:p>
          <a:p>
            <a:r>
              <a:rPr dirty="0"/>
              <a:t>Lord’s Supper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32</a:t>
            </a:r>
          </a:p>
          <a:p>
            <a:r>
              <a:rPr dirty="0"/>
              <a:t>Collection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500</a:t>
            </a:r>
          </a:p>
          <a:p>
            <a:r>
              <a:rPr dirty="0"/>
              <a:t>Sermon</a:t>
            </a:r>
            <a:endParaRPr sz="1800" dirty="0"/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739</a:t>
            </a:r>
          </a:p>
          <a:p>
            <a:r>
              <a:rPr dirty="0"/>
              <a:t>Prayer</a:t>
            </a:r>
            <a:endParaRPr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D525-6E84-4ED6-89F8-CA1FFE4CD4DF}"/>
              </a:ext>
            </a:extLst>
          </p:cNvPr>
          <p:cNvSpPr txBox="1"/>
          <p:nvPr/>
        </p:nvSpPr>
        <p:spPr>
          <a:xfrm>
            <a:off x="7922362" y="161020"/>
            <a:ext cx="1221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Please silence your phone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3309195-BA98-4CE0-B7D6-BE533DF4CDA6}"/>
              </a:ext>
            </a:extLst>
          </p:cNvPr>
          <p:cNvSpPr txBox="1">
            <a:spLocks/>
          </p:cNvSpPr>
          <p:nvPr/>
        </p:nvSpPr>
        <p:spPr>
          <a:xfrm>
            <a:off x="-159534" y="5029199"/>
            <a:ext cx="1713699" cy="4572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December 20, 2020</a:t>
            </a:r>
          </a:p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 • 8:30am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4929A05B-AF66-4FEC-87D3-6C1EDAD0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42" y="2582268"/>
            <a:ext cx="308077" cy="308077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D2159FD-C8BB-4317-A540-E318B3ABC883}"/>
              </a:ext>
            </a:extLst>
          </p:cNvPr>
          <p:cNvSpPr txBox="1">
            <a:spLocks/>
          </p:cNvSpPr>
          <p:nvPr/>
        </p:nvSpPr>
        <p:spPr>
          <a:xfrm>
            <a:off x="7890680" y="1449366"/>
            <a:ext cx="2154509" cy="1849966"/>
          </a:xfrm>
          <a:prstGeom prst="roundRect">
            <a:avLst>
              <a:gd name="adj" fmla="val 7098"/>
            </a:avLst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rtlCol="0" anchor="ctr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 lang="en-US" sz="1600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1A8CBA8-6DD5-4E1C-98F9-CCC12B115215}"/>
              </a:ext>
            </a:extLst>
          </p:cNvPr>
          <p:cNvSpPr txBox="1">
            <a:spLocks/>
          </p:cNvSpPr>
          <p:nvPr/>
        </p:nvSpPr>
        <p:spPr>
          <a:xfrm>
            <a:off x="8046655" y="2772805"/>
            <a:ext cx="941157" cy="400410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lIns="0" rIns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0:00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C8F119-F85F-4B14-9A15-B94507F2ECDE}"/>
              </a:ext>
            </a:extLst>
          </p:cNvPr>
          <p:cNvSpPr txBox="1"/>
          <p:nvPr/>
        </p:nvSpPr>
        <p:spPr>
          <a:xfrm>
            <a:off x="7969657" y="1465050"/>
            <a:ext cx="10923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Our service begins in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28485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1622817" y="40235"/>
            <a:ext cx="7325239" cy="5122465"/>
          </a:xfrm>
        </p:spPr>
        <p:txBody>
          <a:bodyPr/>
          <a:lstStyle/>
          <a:p>
            <a:r>
              <a:rPr lang="en-US" sz="2200" dirty="0"/>
              <a:t>James Newman</a:t>
            </a:r>
          </a:p>
          <a:p>
            <a:r>
              <a:rPr lang="en-US" sz="2200" dirty="0"/>
              <a:t>Blaine Mellor, Jr.</a:t>
            </a:r>
          </a:p>
          <a:p>
            <a:r>
              <a:rPr lang="en-US" sz="2200" dirty="0"/>
              <a:t>Stuart Shannon</a:t>
            </a:r>
          </a:p>
          <a:p>
            <a:r>
              <a:rPr lang="en-US" sz="2200" dirty="0"/>
              <a:t>Larry Brown</a:t>
            </a:r>
            <a:endParaRPr sz="2200" dirty="0"/>
          </a:p>
          <a:p>
            <a:r>
              <a:rPr lang="en-US" sz="2200" dirty="0"/>
              <a:t> </a:t>
            </a:r>
            <a:endParaRPr sz="2200" dirty="0"/>
          </a:p>
          <a:p>
            <a:r>
              <a:rPr lang="en-US" sz="2200" dirty="0"/>
              <a:t>Marty Broadwell</a:t>
            </a:r>
            <a:endParaRPr sz="2200" dirty="0"/>
          </a:p>
          <a:p>
            <a:r>
              <a:rPr lang="en-US" sz="2200" dirty="0"/>
              <a:t> </a:t>
            </a:r>
            <a:endParaRPr sz="2200" dirty="0"/>
          </a:p>
          <a:p>
            <a:r>
              <a:rPr lang="en-US" sz="2200" dirty="0"/>
              <a:t>Barry Caudill</a:t>
            </a:r>
          </a:p>
          <a:p>
            <a:r>
              <a:rPr lang="en-US" sz="2200" dirty="0"/>
              <a:t> </a:t>
            </a:r>
            <a:endParaRPr sz="2200" dirty="0"/>
          </a:p>
          <a:p>
            <a:r>
              <a:rPr lang="en-US" sz="2200" dirty="0"/>
              <a:t>Phillip Shumake</a:t>
            </a:r>
            <a:endParaRPr sz="2200" dirty="0"/>
          </a:p>
          <a:p>
            <a:r>
              <a:rPr lang="en-US" sz="2200" dirty="0"/>
              <a:t> </a:t>
            </a:r>
          </a:p>
          <a:p>
            <a:r>
              <a:rPr lang="en-US" sz="2200" dirty="0"/>
              <a:t>Maurice Norman</a:t>
            </a:r>
            <a:endParaRPr sz="2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526694" y="503452"/>
            <a:ext cx="991209" cy="308077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dirty="0"/>
              <a:t>Welcome</a:t>
            </a:r>
          </a:p>
          <a:p>
            <a:r>
              <a:rPr dirty="0"/>
              <a:t>Reading</a:t>
            </a:r>
          </a:p>
          <a:p>
            <a:r>
              <a:rPr dirty="0"/>
              <a:t>Prayer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115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950</a:t>
            </a:r>
          </a:p>
          <a:p>
            <a:r>
              <a:rPr dirty="0"/>
              <a:t>Lord’s Supper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32</a:t>
            </a:r>
          </a:p>
          <a:p>
            <a:r>
              <a:rPr dirty="0"/>
              <a:t>Collection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500</a:t>
            </a:r>
          </a:p>
          <a:p>
            <a:r>
              <a:rPr dirty="0"/>
              <a:t>Sermon</a:t>
            </a:r>
            <a:endParaRPr sz="1800" dirty="0"/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739</a:t>
            </a:r>
          </a:p>
          <a:p>
            <a:r>
              <a:rPr dirty="0"/>
              <a:t>Prayer</a:t>
            </a:r>
            <a:endParaRPr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D525-6E84-4ED6-89F8-CA1FFE4CD4DF}"/>
              </a:ext>
            </a:extLst>
          </p:cNvPr>
          <p:cNvSpPr txBox="1"/>
          <p:nvPr/>
        </p:nvSpPr>
        <p:spPr>
          <a:xfrm>
            <a:off x="7922362" y="161020"/>
            <a:ext cx="1221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Please silence your phone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3309195-BA98-4CE0-B7D6-BE533DF4CDA6}"/>
              </a:ext>
            </a:extLst>
          </p:cNvPr>
          <p:cNvSpPr txBox="1">
            <a:spLocks/>
          </p:cNvSpPr>
          <p:nvPr/>
        </p:nvSpPr>
        <p:spPr>
          <a:xfrm>
            <a:off x="-159534" y="5029199"/>
            <a:ext cx="1713699" cy="4572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December 20, 2020</a:t>
            </a:r>
          </a:p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 • 8:30am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4929A05B-AF66-4FEC-87D3-6C1EDAD0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42" y="2582268"/>
            <a:ext cx="308077" cy="308077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D2159FD-C8BB-4317-A540-E318B3ABC883}"/>
              </a:ext>
            </a:extLst>
          </p:cNvPr>
          <p:cNvSpPr txBox="1">
            <a:spLocks/>
          </p:cNvSpPr>
          <p:nvPr/>
        </p:nvSpPr>
        <p:spPr>
          <a:xfrm>
            <a:off x="7550447" y="1399748"/>
            <a:ext cx="2187244" cy="1907593"/>
          </a:xfrm>
          <a:prstGeom prst="roundRect">
            <a:avLst>
              <a:gd name="adj" fmla="val 13029"/>
            </a:avLst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rtlCol="0" anchor="ctr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 lang="en-US" sz="1600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1A8CBA8-6DD5-4E1C-98F9-CCC12B115215}"/>
              </a:ext>
            </a:extLst>
          </p:cNvPr>
          <p:cNvSpPr txBox="1">
            <a:spLocks/>
          </p:cNvSpPr>
          <p:nvPr/>
        </p:nvSpPr>
        <p:spPr>
          <a:xfrm>
            <a:off x="7684659" y="2596240"/>
            <a:ext cx="1321511" cy="575263"/>
          </a:xfrm>
          <a:prstGeom prst="roundRect">
            <a:avLst>
              <a:gd name="adj" fmla="val 33296"/>
            </a:avLst>
          </a:prstGeom>
          <a:solidFill>
            <a:srgbClr val="057A84"/>
          </a:solidFill>
          <a:ln>
            <a:noFill/>
          </a:ln>
        </p:spPr>
        <p:txBody>
          <a:bodyPr lIns="0" tIns="0" rIns="0" bIns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2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0:00</a:t>
            </a:r>
            <a:r>
              <a:rPr lang="en-US" sz="28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C8F119-F85F-4B14-9A15-B94507F2ECDE}"/>
              </a:ext>
            </a:extLst>
          </p:cNvPr>
          <p:cNvSpPr txBox="1"/>
          <p:nvPr/>
        </p:nvSpPr>
        <p:spPr>
          <a:xfrm>
            <a:off x="7629155" y="1443996"/>
            <a:ext cx="14280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Our worship begins in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81783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1622817" y="40235"/>
            <a:ext cx="7325239" cy="5122465"/>
          </a:xfrm>
        </p:spPr>
        <p:txBody>
          <a:bodyPr/>
          <a:lstStyle/>
          <a:p>
            <a:r>
              <a:rPr lang="en-US" sz="2200" dirty="0"/>
              <a:t>James Newman</a:t>
            </a:r>
          </a:p>
          <a:p>
            <a:r>
              <a:rPr lang="en-US" sz="2200" dirty="0"/>
              <a:t>Blaine Mellor, Jr.</a:t>
            </a:r>
          </a:p>
          <a:p>
            <a:r>
              <a:rPr lang="en-US" sz="2200" dirty="0"/>
              <a:t>Stuart Shannon</a:t>
            </a:r>
          </a:p>
          <a:p>
            <a:r>
              <a:rPr lang="en-US" sz="2200" dirty="0"/>
              <a:t>Larry Brown</a:t>
            </a:r>
            <a:endParaRPr sz="2200" dirty="0"/>
          </a:p>
          <a:p>
            <a:r>
              <a:rPr lang="en-US" sz="2200" dirty="0"/>
              <a:t> </a:t>
            </a:r>
            <a:endParaRPr sz="2200" dirty="0"/>
          </a:p>
          <a:p>
            <a:r>
              <a:rPr lang="en-US" sz="2200" dirty="0"/>
              <a:t>Marty Broadwell</a:t>
            </a:r>
            <a:endParaRPr sz="2200" dirty="0"/>
          </a:p>
          <a:p>
            <a:r>
              <a:rPr lang="en-US" sz="2200" dirty="0"/>
              <a:t> </a:t>
            </a:r>
            <a:endParaRPr sz="2200" dirty="0"/>
          </a:p>
          <a:p>
            <a:r>
              <a:rPr lang="en-US" sz="2200" dirty="0"/>
              <a:t>Barry Caudill</a:t>
            </a:r>
          </a:p>
          <a:p>
            <a:r>
              <a:rPr lang="en-US" sz="2200" dirty="0"/>
              <a:t> </a:t>
            </a:r>
            <a:endParaRPr sz="2200" dirty="0"/>
          </a:p>
          <a:p>
            <a:r>
              <a:rPr lang="en-US" sz="2200" dirty="0"/>
              <a:t>Phillip Shumake</a:t>
            </a:r>
            <a:endParaRPr sz="2200" dirty="0"/>
          </a:p>
          <a:p>
            <a:r>
              <a:rPr lang="en-US" sz="2200" dirty="0"/>
              <a:t> </a:t>
            </a:r>
          </a:p>
          <a:p>
            <a:r>
              <a:rPr lang="en-US" sz="2200" dirty="0"/>
              <a:t>Maurice Norman</a:t>
            </a:r>
            <a:endParaRPr sz="2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526694" y="503452"/>
            <a:ext cx="991209" cy="308077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dirty="0"/>
              <a:t>Welcome</a:t>
            </a:r>
          </a:p>
          <a:p>
            <a:r>
              <a:rPr dirty="0"/>
              <a:t>Reading</a:t>
            </a:r>
          </a:p>
          <a:p>
            <a:r>
              <a:rPr dirty="0"/>
              <a:t>Prayer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115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950</a:t>
            </a:r>
          </a:p>
          <a:p>
            <a:r>
              <a:rPr dirty="0"/>
              <a:t>Lord’s Supper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32</a:t>
            </a:r>
          </a:p>
          <a:p>
            <a:r>
              <a:rPr dirty="0"/>
              <a:t>Collection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500</a:t>
            </a:r>
          </a:p>
          <a:p>
            <a:r>
              <a:rPr dirty="0"/>
              <a:t>Sermon</a:t>
            </a:r>
            <a:endParaRPr sz="1800" dirty="0"/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739</a:t>
            </a:r>
          </a:p>
          <a:p>
            <a:r>
              <a:rPr dirty="0"/>
              <a:t>Prayer</a:t>
            </a:r>
            <a:endParaRPr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D525-6E84-4ED6-89F8-CA1FFE4CD4DF}"/>
              </a:ext>
            </a:extLst>
          </p:cNvPr>
          <p:cNvSpPr txBox="1"/>
          <p:nvPr/>
        </p:nvSpPr>
        <p:spPr>
          <a:xfrm>
            <a:off x="7922362" y="161020"/>
            <a:ext cx="1221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Please silence your phone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3309195-BA98-4CE0-B7D6-BE533DF4CDA6}"/>
              </a:ext>
            </a:extLst>
          </p:cNvPr>
          <p:cNvSpPr txBox="1">
            <a:spLocks/>
          </p:cNvSpPr>
          <p:nvPr/>
        </p:nvSpPr>
        <p:spPr>
          <a:xfrm>
            <a:off x="-159534" y="5029199"/>
            <a:ext cx="1713699" cy="4572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December 20, 2020</a:t>
            </a:r>
          </a:p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 • 8:30am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4929A05B-AF66-4FEC-87D3-6C1EDAD0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42" y="2582268"/>
            <a:ext cx="308077" cy="308077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D2159FD-C8BB-4317-A540-E318B3ABC883}"/>
              </a:ext>
            </a:extLst>
          </p:cNvPr>
          <p:cNvSpPr txBox="1">
            <a:spLocks/>
          </p:cNvSpPr>
          <p:nvPr/>
        </p:nvSpPr>
        <p:spPr>
          <a:xfrm>
            <a:off x="7550447" y="1399748"/>
            <a:ext cx="2187244" cy="1907593"/>
          </a:xfrm>
          <a:prstGeom prst="roundRect">
            <a:avLst>
              <a:gd name="adj" fmla="val 13029"/>
            </a:avLst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rtlCol="0" anchor="ctr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 lang="en-US" sz="1600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1A8CBA8-6DD5-4E1C-98F9-CCC12B115215}"/>
              </a:ext>
            </a:extLst>
          </p:cNvPr>
          <p:cNvSpPr txBox="1">
            <a:spLocks/>
          </p:cNvSpPr>
          <p:nvPr/>
        </p:nvSpPr>
        <p:spPr>
          <a:xfrm>
            <a:off x="7684659" y="2596240"/>
            <a:ext cx="1321511" cy="575263"/>
          </a:xfrm>
          <a:prstGeom prst="roundRect">
            <a:avLst>
              <a:gd name="adj" fmla="val 33296"/>
            </a:avLst>
          </a:prstGeom>
          <a:solidFill>
            <a:srgbClr val="057A84"/>
          </a:solidFill>
          <a:ln>
            <a:noFill/>
          </a:ln>
        </p:spPr>
        <p:txBody>
          <a:bodyPr lIns="0" tIns="0" rIns="0" bIns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2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0:00</a:t>
            </a:r>
            <a:r>
              <a:rPr lang="en-US" sz="28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C8F119-F85F-4B14-9A15-B94507F2ECDE}"/>
              </a:ext>
            </a:extLst>
          </p:cNvPr>
          <p:cNvSpPr txBox="1"/>
          <p:nvPr/>
        </p:nvSpPr>
        <p:spPr>
          <a:xfrm>
            <a:off x="7573423" y="1490163"/>
            <a:ext cx="15439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Alegreya Sans Medium" panose="00000600000000000000" pitchFamily="50" charset="0"/>
              </a:rPr>
              <a:t>Nuestro</a:t>
            </a:r>
            <a:r>
              <a:rPr lang="en-US" sz="2000" b="1" dirty="0">
                <a:solidFill>
                  <a:schemeClr val="bg1"/>
                </a:solidFill>
                <a:latin typeface="Alegreya Sans Medium" panose="00000600000000000000" pitchFamily="50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legreya Sans Medium" panose="00000600000000000000" pitchFamily="50" charset="0"/>
              </a:rPr>
              <a:t>culto</a:t>
            </a:r>
            <a:r>
              <a:rPr lang="en-US" sz="2000" b="1" dirty="0">
                <a:solidFill>
                  <a:schemeClr val="bg1"/>
                </a:solidFill>
                <a:latin typeface="Alegreya Sans Medium" panose="00000600000000000000" pitchFamily="50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legreya Sans Medium" panose="00000600000000000000" pitchFamily="50" charset="0"/>
              </a:rPr>
              <a:t>comienza</a:t>
            </a:r>
            <a:r>
              <a:rPr lang="en-US" sz="2000" b="1" dirty="0">
                <a:solidFill>
                  <a:schemeClr val="bg1"/>
                </a:solidFill>
                <a:latin typeface="Alegreya Sans Medium" panose="00000600000000000000" pitchFamily="50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legreya Sans Medium" panose="00000600000000000000" pitchFamily="50" charset="0"/>
              </a:rPr>
              <a:t>en</a:t>
            </a:r>
            <a:endParaRPr lang="en-US" sz="2000" dirty="0">
              <a:latin typeface="Alegreya Sans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049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1622817" y="40235"/>
            <a:ext cx="7325239" cy="5122465"/>
          </a:xfrm>
        </p:spPr>
        <p:txBody>
          <a:bodyPr/>
          <a:lstStyle/>
          <a:p>
            <a:r>
              <a:rPr lang="en-US" sz="2200" b="0" dirty="0"/>
              <a:t>James Newman</a:t>
            </a:r>
          </a:p>
          <a:p>
            <a:r>
              <a:rPr lang="en-US" sz="2200" b="0" dirty="0"/>
              <a:t>Blaine Mellor, Jr.</a:t>
            </a:r>
          </a:p>
          <a:p>
            <a:r>
              <a:rPr lang="en-US" sz="2200" b="0" dirty="0"/>
              <a:t>Stuart Shannon</a:t>
            </a:r>
          </a:p>
          <a:p>
            <a:r>
              <a:rPr lang="en-US" sz="2200" b="0" dirty="0"/>
              <a:t>Larry Brown</a:t>
            </a:r>
            <a:endParaRPr sz="2200" b="0" dirty="0"/>
          </a:p>
          <a:p>
            <a:r>
              <a:rPr lang="en-US" sz="2200" b="0" dirty="0"/>
              <a:t> </a:t>
            </a:r>
            <a:endParaRPr sz="2200" b="0" dirty="0"/>
          </a:p>
          <a:p>
            <a:r>
              <a:rPr lang="en-US" sz="2200" b="0" dirty="0"/>
              <a:t>Marty Broadwell</a:t>
            </a:r>
            <a:endParaRPr sz="2200" b="0" dirty="0"/>
          </a:p>
          <a:p>
            <a:r>
              <a:rPr lang="en-US" sz="2200" b="0" dirty="0"/>
              <a:t> </a:t>
            </a:r>
            <a:endParaRPr sz="2200" b="0" dirty="0"/>
          </a:p>
          <a:p>
            <a:r>
              <a:rPr lang="en-US" sz="2200" b="0" dirty="0"/>
              <a:t>Barry Caudill</a:t>
            </a:r>
          </a:p>
          <a:p>
            <a:r>
              <a:rPr lang="en-US" sz="2200" b="0" dirty="0"/>
              <a:t> </a:t>
            </a:r>
            <a:endParaRPr sz="2200" b="0" dirty="0"/>
          </a:p>
          <a:p>
            <a:r>
              <a:rPr lang="en-US" sz="2200" b="0" dirty="0"/>
              <a:t>Phillip Shumake</a:t>
            </a:r>
            <a:endParaRPr sz="2200" b="0" dirty="0"/>
          </a:p>
          <a:p>
            <a:r>
              <a:rPr lang="en-US" sz="2200" b="0" dirty="0"/>
              <a:t> </a:t>
            </a:r>
          </a:p>
          <a:p>
            <a:r>
              <a:rPr lang="en-US" sz="2200" b="0" dirty="0"/>
              <a:t>Maurice Norman</a:t>
            </a:r>
            <a:endParaRPr sz="2200" b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526694" y="503452"/>
            <a:ext cx="991209" cy="308077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dirty="0"/>
              <a:t>Welcome</a:t>
            </a:r>
          </a:p>
          <a:p>
            <a:r>
              <a:rPr dirty="0"/>
              <a:t>Reading</a:t>
            </a:r>
          </a:p>
          <a:p>
            <a:r>
              <a:rPr dirty="0"/>
              <a:t>Prayer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115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950</a:t>
            </a:r>
          </a:p>
          <a:p>
            <a:r>
              <a:rPr dirty="0"/>
              <a:t>Lord’s Supper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32</a:t>
            </a:r>
          </a:p>
          <a:p>
            <a:r>
              <a:rPr dirty="0"/>
              <a:t>Collection</a:t>
            </a:r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500</a:t>
            </a:r>
          </a:p>
          <a:p>
            <a:r>
              <a:rPr dirty="0"/>
              <a:t>Sermon</a:t>
            </a:r>
            <a:endParaRPr sz="1800" dirty="0"/>
          </a:p>
          <a:p>
            <a:pPr>
              <a:lnSpc>
                <a:spcPts val="900"/>
              </a:lnSpc>
              <a:spcBef>
                <a:spcPts val="1800"/>
              </a:spcBef>
            </a:pPr>
            <a:r>
              <a:rPr sz="1800" b="1" dirty="0"/>
              <a:t>739</a:t>
            </a:r>
          </a:p>
          <a:p>
            <a:r>
              <a:rPr dirty="0"/>
              <a:t>Prayer</a:t>
            </a:r>
            <a:endParaRPr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D525-6E84-4ED6-89F8-CA1FFE4CD4DF}"/>
              </a:ext>
            </a:extLst>
          </p:cNvPr>
          <p:cNvSpPr txBox="1"/>
          <p:nvPr/>
        </p:nvSpPr>
        <p:spPr>
          <a:xfrm>
            <a:off x="7922362" y="161020"/>
            <a:ext cx="1221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Please silence your phone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3309195-BA98-4CE0-B7D6-BE533DF4CDA6}"/>
              </a:ext>
            </a:extLst>
          </p:cNvPr>
          <p:cNvSpPr txBox="1">
            <a:spLocks/>
          </p:cNvSpPr>
          <p:nvPr/>
        </p:nvSpPr>
        <p:spPr>
          <a:xfrm>
            <a:off x="-159534" y="5029199"/>
            <a:ext cx="1713699" cy="4572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December 20, 2020</a:t>
            </a:r>
          </a:p>
          <a:p>
            <a:pPr marL="0" indent="0" algn="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 • 8:30am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4929A05B-AF66-4FEC-87D3-6C1EDAD0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42" y="2582268"/>
            <a:ext cx="308077" cy="308077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D2159FD-C8BB-4317-A540-E318B3ABC883}"/>
              </a:ext>
            </a:extLst>
          </p:cNvPr>
          <p:cNvSpPr txBox="1">
            <a:spLocks/>
          </p:cNvSpPr>
          <p:nvPr/>
        </p:nvSpPr>
        <p:spPr>
          <a:xfrm>
            <a:off x="7890680" y="1449366"/>
            <a:ext cx="2154509" cy="1849966"/>
          </a:xfrm>
          <a:prstGeom prst="roundRect">
            <a:avLst>
              <a:gd name="adj" fmla="val 7098"/>
            </a:avLst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rtlCol="0" anchor="ctr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 lang="en-US" sz="1600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1A8CBA8-6DD5-4E1C-98F9-CCC12B115215}"/>
              </a:ext>
            </a:extLst>
          </p:cNvPr>
          <p:cNvSpPr txBox="1">
            <a:spLocks/>
          </p:cNvSpPr>
          <p:nvPr/>
        </p:nvSpPr>
        <p:spPr>
          <a:xfrm>
            <a:off x="8046655" y="2772805"/>
            <a:ext cx="941157" cy="400410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lIns="0" rIns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0:00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C8F119-F85F-4B14-9A15-B94507F2ECDE}"/>
              </a:ext>
            </a:extLst>
          </p:cNvPr>
          <p:cNvSpPr txBox="1"/>
          <p:nvPr/>
        </p:nvSpPr>
        <p:spPr>
          <a:xfrm>
            <a:off x="7969657" y="1465050"/>
            <a:ext cx="10923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Our service begins in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93015943"/>
      </p:ext>
    </p:extLst>
  </p:cSld>
  <p:clrMapOvr>
    <a:masterClrMapping/>
  </p:clrMapOvr>
</p:sld>
</file>

<file path=ppt/theme/theme1.xml><?xml version="1.0" encoding="utf-8"?>
<a:theme xmlns:a="http://schemas.openxmlformats.org/drawingml/2006/main" name="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158599</TotalTime>
  <Words>1063</Words>
  <Application>Microsoft Office PowerPoint</Application>
  <PresentationFormat>On-screen Show (16:10)</PresentationFormat>
  <Paragraphs>476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15</vt:i4>
      </vt:variant>
    </vt:vector>
  </HeadingPairs>
  <TitlesOfParts>
    <vt:vector size="31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Rockness</vt:lpstr>
      <vt:lpstr>Wingdings</vt:lpstr>
      <vt:lpstr>Song Titles</vt:lpstr>
      <vt:lpstr>Custom Design</vt:lpstr>
      <vt:lpstr>1_Custom Design</vt:lpstr>
      <vt:lpstr>2_Custom Design</vt:lpstr>
      <vt:lpstr>3_Custom Design</vt:lpstr>
      <vt:lpstr>4_Custom Design</vt:lpstr>
      <vt:lpstr>5_Custom Design</vt:lpstr>
      <vt:lpstr>6_Custom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579</cp:revision>
  <dcterms:created xsi:type="dcterms:W3CDTF">2019-05-01T02:25:12Z</dcterms:created>
  <dcterms:modified xsi:type="dcterms:W3CDTF">2021-03-13T15:19:47Z</dcterms:modified>
</cp:coreProperties>
</file>