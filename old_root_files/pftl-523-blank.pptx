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787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39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37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78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5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368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