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77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2.png"/><Relationship Id="rId4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4.png"/><Relationship Id="rId4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5.png"/><Relationship Id="rId4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6.png"/><Relationship Id="rId4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7.png"/><Relationship Id="rId4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8.png"/><Relationship Id="rId4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9.png"/><Relationship Id="rId4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0.png"/><Relationship Id="rId4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1.png"/><Relationship Id="rId4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2.png"/><Relationship Id="rId4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3.png"/><Relationship Id="rId4" Type="http://schemas.openxmlformats.org/officeDocument/2006/relationships/image" Target="../media/image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4.png"/><Relationship Id="rId4" Type="http://schemas.openxmlformats.org/officeDocument/2006/relationships/image" Target="../media/image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5.png"/><Relationship Id="rId4" Type="http://schemas.openxmlformats.org/officeDocument/2006/relationships/image" Target="../media/image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6.png"/><Relationship Id="rId4" Type="http://schemas.openxmlformats.org/officeDocument/2006/relationships/image" Target="../media/image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7.png"/><Relationship Id="rId4" Type="http://schemas.openxmlformats.org/officeDocument/2006/relationships/image" Target="../media/image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8.png"/><Relationship Id="rId4" Type="http://schemas.openxmlformats.org/officeDocument/2006/relationships/image" Target="../media/image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9.png"/><Relationship Id="rId4" Type="http://schemas.openxmlformats.org/officeDocument/2006/relationships/image" Target="../media/image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30.png"/><Relationship Id="rId4" Type="http://schemas.openxmlformats.org/officeDocument/2006/relationships/image" Target="../media/image9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31.png"/><Relationship Id="rId4" Type="http://schemas.openxmlformats.org/officeDocument/2006/relationships/image" Target="../media/image9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32.png"/><Relationship Id="rId4" Type="http://schemas.openxmlformats.org/officeDocument/2006/relationships/image" Target="../media/image9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33.png"/><Relationship Id="rId4" Type="http://schemas.openxmlformats.org/officeDocument/2006/relationships/image" Target="../media/image9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34.png"/><Relationship Id="rId4" Type="http://schemas.openxmlformats.org/officeDocument/2006/relationships/image" Target="../media/image9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35.png"/><Relationship Id="rId4" Type="http://schemas.openxmlformats.org/officeDocument/2006/relationships/image" Target="../media/image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36.png"/><Relationship Id="rId4" Type="http://schemas.openxmlformats.org/officeDocument/2006/relationships/image" Target="../media/image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37.png"/><Relationship Id="rId4" Type="http://schemas.openxmlformats.org/officeDocument/2006/relationships/image" Target="../media/image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38.png"/><Relationship Id="rId4" Type="http://schemas.openxmlformats.org/officeDocument/2006/relationships/image" Target="../media/image9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39.pn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200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5400" b="1" i="0">
                <a:latin typeface="Avenir Next LT Pro"/>
              </a:rPr>
              <a:t>LIVING HOPE</a:t>
            </a:r>
            <a:endParaRPr sz="54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900" b="0" i="0">
                <a:latin typeface="Avenir Next LT Pro"/>
              </a:rPr>
              <a:t>© Copyright 2018 by Phil Wickham/Simply Global Songs/Sing My Songs/Bethel Music Publishing.
All Rights Reserved. Used by Permission.
CCLI Song #7106807
Words &amp; Music: Phil Wickham &amp; Brian Johnson
Arr. Aneva Peirce</a:t>
            </a:r>
            <a:endParaRPr sz="9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6" name="Text Placeholder 15"/>
          <p:cNvSpPr>
            <a:spLocks noGrp="1"/>
          </p:cNvSpPr>
          <p:nvPr>
            <p:ph type="body" idx="26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200</a:t>
            </a:r>
            <a:endParaRPr sz="6000" b="1" i="0">
              <a:latin typeface="Avenir Next LT Pro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429000" y="1481328"/>
            <a:ext cx="3840480" cy="1645920"/>
          </a:xfrm>
        </p:spPr>
        <p:txBody>
          <a:bodyPr wrap="square">
            <a:noAutofit/>
          </a:bodyPr>
          <a:lstStyle/>
          <a:p>
            <a:r>
              <a:rPr sz="4400" b="1" i="0">
                <a:latin typeface="Alegreya Sans ExtraBold"/>
              </a:rPr>
              <a:t>MI ESPERANZA ESTÁ EN JESÚS</a:t>
            </a:r>
            <a:endParaRPr sz="4400" b="1" i="0">
              <a:latin typeface="Alegreya Sans ExtraBold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749039" y="3913632"/>
            <a:ext cx="3200400" cy="822960"/>
          </a:xfrm>
        </p:spPr>
        <p:txBody>
          <a:bodyPr wrap="square">
            <a:noAutofit/>
          </a:bodyPr>
          <a:lstStyle/>
          <a:p>
            <a:r>
              <a:rPr sz="2200" b="0" i="0">
                <a:latin typeface="Alegreya Sans Medium"/>
              </a:rPr>
              <a:t>“CANTANDO...AL SEÑOR”
COLOSENSES 3:16</a:t>
            </a:r>
            <a:endParaRPr sz="2200" b="0" i="0">
              <a:latin typeface="Alegreya Sans Medium"/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idx="29" sz="quarter"/>
          </p:nvPr>
        </p:nvSpPr>
        <p:spPr/>
        <p:txBody>
          <a:bodyPr wrap="square">
            <a:noAutofit/>
          </a:bodyPr>
          <a:lstStyle/>
          <a:p>
            <a:r>
              <a:rPr sz="800" b="0" i="0">
                <a:latin typeface="Alegreya Sans Medium"/>
              </a:rPr>
              <a:t>© Derechos del autor 2018 por Phil Wickham/Simply Global Songs/Sing My Songs/Bethel Music Publishing.
Todos los derechos reservados. Usado con permiso.
CCLI Song #7106807
Letra y música: Phil Wickham &amp; Brian Johnson
Arr. Aneva Peirce</a:t>
            </a:r>
            <a:endParaRPr sz="800" b="0" i="0">
              <a:latin typeface="Alegreya Sans Medium"/>
            </a:endParaRP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Oval 21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0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0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0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0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1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1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1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1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1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1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1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1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1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1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2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2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2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2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2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2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2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2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2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2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3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/>
          <a:lstStyle/>
          <a:p>
            <a: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R. J. Stevens Music</a:t>
            </a:r>
            <a:endParaRPr sz="800" b="0" i="0"/>
          </a:p>
        </p:txBody>
      </p:sp>
      <p:pic>
        <p:nvPicPr>
          <p:cNvPr id="9" name="Picture Placeholder 8" descr="eh-200-3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" r="3"/>
          <a:stretch>
            <a:fillRect/>
          </a:stretch>
        </p:blipFill>
        <p:spPr>
          <a:xfrm>
            <a:off x="2252071" y="114300"/>
            <a:ext cx="66972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600" b="1" i="0"/>
              <a:t>MI ESPERANZA ESTÁ EN JESÚS</a:t>
            </a:r>
            <a:endParaRPr sz="16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Bethel Music, modificada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7491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7491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7491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7491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749151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162761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627</cp:revision>
  <dcterms:created xsi:type="dcterms:W3CDTF">2019-05-01T02:25:12Z</dcterms:created>
  <dcterms:modified xsi:type="dcterms:W3CDTF">2023-02-22T18:30:13Z</dcterms:modified>
</cp:coreProperties>
</file>