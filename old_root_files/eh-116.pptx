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2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  <p:sldMasterId id="2147483701" r:id="rId2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4A81"/>
    <a:srgbClr val="057A84"/>
    <a:srgbClr val="113245"/>
    <a:srgbClr val="FFFFFF"/>
    <a:srgbClr val="1B255E"/>
    <a:srgbClr val="C80000"/>
    <a:srgbClr val="000000"/>
    <a:srgbClr val="2F6B33"/>
    <a:srgbClr val="5180AC"/>
    <a:srgbClr val="5A7B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1277" y="45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414ACA6-25A9-4915-905A-FD3CBE1D4DC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C3E1E18F-61D4-418C-8737-199CE3BC0B4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90B4E4-EFB1-4D2F-A03C-85168A64736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B974C8F6-19A6-4FED-833E-441EF3906C9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7400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7400" y="5369019"/>
            <a:ext cx="2951596" cy="180975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5" name="highlight">
            <a:extLst>
              <a:ext uri="{FF2B5EF4-FFF2-40B4-BE49-F238E27FC236}">
                <a16:creationId xmlns:a16="http://schemas.microsoft.com/office/drawing/2014/main" id="{16182663-C95B-4D2F-B10C-F3173538E3CF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5" name="verse bubble 1">
            <a:extLst>
              <a:ext uri="{FF2B5EF4-FFF2-40B4-BE49-F238E27FC236}">
                <a16:creationId xmlns:a16="http://schemas.microsoft.com/office/drawing/2014/main" id="{737DC236-BB5F-4BFF-A286-45EF0F972532}"/>
              </a:ext>
            </a:extLst>
          </p:cNvPr>
          <p:cNvSpPr>
            <a:spLocks noGrp="1" noChangeAspect="1"/>
          </p:cNvSpPr>
          <p:nvPr>
            <p:ph type="body" sz="quarter" idx="26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2">
            <a:extLst>
              <a:ext uri="{FF2B5EF4-FFF2-40B4-BE49-F238E27FC236}">
                <a16:creationId xmlns:a16="http://schemas.microsoft.com/office/drawing/2014/main" id="{D0AEDD85-7A0B-4D2B-B906-742725AF2F76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3">
            <a:extLst>
              <a:ext uri="{FF2B5EF4-FFF2-40B4-BE49-F238E27FC236}">
                <a16:creationId xmlns:a16="http://schemas.microsoft.com/office/drawing/2014/main" id="{E93B2427-07EA-4B99-B55D-7345681AAF77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4">
            <a:extLst>
              <a:ext uri="{FF2B5EF4-FFF2-40B4-BE49-F238E27FC236}">
                <a16:creationId xmlns:a16="http://schemas.microsoft.com/office/drawing/2014/main" id="{634350AA-9A35-485E-8F3F-30E2C1759797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42B81697-728C-4898-82E6-FA3A25A8921E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6DA6694-352C-4A1C-AE0E-B7716D46F1B1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540D71D5-E26F-448F-B3EF-97EDF344DBC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2A6F04E9-A2BE-4165-95D8-5E9DCF2636C2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F930E85B-311A-4F08-93CF-C547C5F89F49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40F61BAD-E2AE-4384-959A-3E5E963B85CC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E759EA89-2BB6-4D7A-9AD8-F831A5BA06CE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23720F09-2E47-4AD2-8D6D-D128DC9A5EEE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" name="arrow 1">
            <a:extLst>
              <a:ext uri="{FF2B5EF4-FFF2-40B4-BE49-F238E27FC236}">
                <a16:creationId xmlns:a16="http://schemas.microsoft.com/office/drawing/2014/main" id="{67599A41-5B05-4158-9E34-723E9520C38B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F099D2A6-DAB4-49CC-8F25-E80A8088197B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629A8049-CA79-45B5-A3A4-B7E2D589E4B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7A71B740-231F-489E-B687-6E569D748FDE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7" name="coda">
            <a:extLst>
              <a:ext uri="{FF2B5EF4-FFF2-40B4-BE49-F238E27FC236}">
                <a16:creationId xmlns:a16="http://schemas.microsoft.com/office/drawing/2014/main" id="{1463550C-78E1-41CF-A9A3-3A03BDFB211D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  <a:noFill/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109824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CFC4D95-A1B9-4CAC-A7E4-3AFFE45B09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FCCFC2EA-00A5-43DD-BD0D-FA4AD2B986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A8847B3E-C275-487D-A3D3-F6E68C8F4BA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3716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6" name="highlight">
            <a:extLst>
              <a:ext uri="{FF2B5EF4-FFF2-40B4-BE49-F238E27FC236}">
                <a16:creationId xmlns:a16="http://schemas.microsoft.com/office/drawing/2014/main" id="{BAA7AA87-50C5-423B-86F8-0C6A4F1B1932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 lang="en-US" dirty="0"/>
            </a:lvl1pPr>
          </a:lstStyle>
          <a:p>
            <a:pPr lvl="0" algn="ctr">
              <a:buNone/>
            </a:pPr>
            <a:r>
              <a:rPr lang="en-US" dirty="0"/>
              <a:t>H</a:t>
            </a:r>
          </a:p>
        </p:txBody>
      </p:sp>
      <p:sp>
        <p:nvSpPr>
          <p:cNvPr id="17" name="verse bubble 1">
            <a:extLst>
              <a:ext uri="{FF2B5EF4-FFF2-40B4-BE49-F238E27FC236}">
                <a16:creationId xmlns:a16="http://schemas.microsoft.com/office/drawing/2014/main" id="{82F03A9D-AB25-4AB8-9AC5-8C5B9F81F191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8" name="verse bubble 2">
            <a:extLst>
              <a:ext uri="{FF2B5EF4-FFF2-40B4-BE49-F238E27FC236}">
                <a16:creationId xmlns:a16="http://schemas.microsoft.com/office/drawing/2014/main" id="{E9D49E91-1075-47D8-A4B9-69865465C665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3">
            <a:extLst>
              <a:ext uri="{FF2B5EF4-FFF2-40B4-BE49-F238E27FC236}">
                <a16:creationId xmlns:a16="http://schemas.microsoft.com/office/drawing/2014/main" id="{A1DED6BF-A5E8-4313-8E13-D55C5827B238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0" name="verse bubble 4">
            <a:extLst>
              <a:ext uri="{FF2B5EF4-FFF2-40B4-BE49-F238E27FC236}">
                <a16:creationId xmlns:a16="http://schemas.microsoft.com/office/drawing/2014/main" id="{6D7C50B4-FDDA-4AB4-9582-5E18FA756CE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67272D6A-5CF6-40D7-96C7-5BB7E98D3587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FE42672-6A04-438A-B322-6562B702E07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ECA2AC19-4B38-4ECD-8F50-5E8611A79E96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614F49A9-D838-4332-836A-37D93D4190D4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749173CF-22A0-4D33-A686-64C860B1ED32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E69F2AE9-A6EB-45A9-BAB4-7BAF8E35FE4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7095BE66-2A43-474F-8119-625B960C8833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33F6DF6F-9465-490B-A1B5-CFEEA9AA5A9A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9" name="arrow 1">
            <a:extLst>
              <a:ext uri="{FF2B5EF4-FFF2-40B4-BE49-F238E27FC236}">
                <a16:creationId xmlns:a16="http://schemas.microsoft.com/office/drawing/2014/main" id="{7E8CED3D-E261-4A9E-9550-E3A55B8A1401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1" name="arrow 2">
            <a:extLst>
              <a:ext uri="{FF2B5EF4-FFF2-40B4-BE49-F238E27FC236}">
                <a16:creationId xmlns:a16="http://schemas.microsoft.com/office/drawing/2014/main" id="{3795FAE6-69C7-460D-896E-689566A8B2E9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3">
            <a:extLst>
              <a:ext uri="{FF2B5EF4-FFF2-40B4-BE49-F238E27FC236}">
                <a16:creationId xmlns:a16="http://schemas.microsoft.com/office/drawing/2014/main" id="{09ABCEF0-0DE6-4825-96C5-C776F725AFE5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4">
            <a:extLst>
              <a:ext uri="{FF2B5EF4-FFF2-40B4-BE49-F238E27FC236}">
                <a16:creationId xmlns:a16="http://schemas.microsoft.com/office/drawing/2014/main" id="{1018D508-1B69-4AC3-9C67-41AC0F9FFF48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0" name="coda">
            <a:extLst>
              <a:ext uri="{FF2B5EF4-FFF2-40B4-BE49-F238E27FC236}">
                <a16:creationId xmlns:a16="http://schemas.microsoft.com/office/drawing/2014/main" id="{9A233050-FD81-44D5-BC12-AA485D30BF2B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568201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8B91267-FDE2-4D9A-8E71-A5FFC555050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-6435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EE5E541-0B4C-4026-A54E-B6945EDC064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3" name="song_number">
            <a:extLst>
              <a:ext uri="{FF2B5EF4-FFF2-40B4-BE49-F238E27FC236}">
                <a16:creationId xmlns:a16="http://schemas.microsoft.com/office/drawing/2014/main" id="{E1887CE4-DD4C-4587-8EC3-4DC394CD17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6" name="songbook_logo">
            <a:extLst>
              <a:ext uri="{FF2B5EF4-FFF2-40B4-BE49-F238E27FC236}">
                <a16:creationId xmlns:a16="http://schemas.microsoft.com/office/drawing/2014/main" id="{137C8DEF-D234-4CF7-B2B7-D99941A16A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3869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3869" y="5369019"/>
            <a:ext cx="2951596" cy="180975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3" name="highlight">
            <a:extLst>
              <a:ext uri="{FF2B5EF4-FFF2-40B4-BE49-F238E27FC236}">
                <a16:creationId xmlns:a16="http://schemas.microsoft.com/office/drawing/2014/main" id="{A899190C-0700-477D-A65F-23479193626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2" name="verse bubble 1">
            <a:extLst>
              <a:ext uri="{FF2B5EF4-FFF2-40B4-BE49-F238E27FC236}">
                <a16:creationId xmlns:a16="http://schemas.microsoft.com/office/drawing/2014/main" id="{10E014E7-AD5E-4627-BBCE-C729EE422E1E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4" name="verse bubble 2">
            <a:extLst>
              <a:ext uri="{FF2B5EF4-FFF2-40B4-BE49-F238E27FC236}">
                <a16:creationId xmlns:a16="http://schemas.microsoft.com/office/drawing/2014/main" id="{259582AF-2007-4C65-AE5E-62E5D641A2A9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5" name="verse bubble 3">
            <a:extLst>
              <a:ext uri="{FF2B5EF4-FFF2-40B4-BE49-F238E27FC236}">
                <a16:creationId xmlns:a16="http://schemas.microsoft.com/office/drawing/2014/main" id="{0F99BFD7-E18F-48B7-85B0-2381A1A27BBC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4">
            <a:extLst>
              <a:ext uri="{FF2B5EF4-FFF2-40B4-BE49-F238E27FC236}">
                <a16:creationId xmlns:a16="http://schemas.microsoft.com/office/drawing/2014/main" id="{A3D2E26D-2971-45FB-B7E2-C9BC3040514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5">
            <a:extLst>
              <a:ext uri="{FF2B5EF4-FFF2-40B4-BE49-F238E27FC236}">
                <a16:creationId xmlns:a16="http://schemas.microsoft.com/office/drawing/2014/main" id="{CB38EF52-0BA5-42C8-A054-AD96B4FA24E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6">
            <a:extLst>
              <a:ext uri="{FF2B5EF4-FFF2-40B4-BE49-F238E27FC236}">
                <a16:creationId xmlns:a16="http://schemas.microsoft.com/office/drawing/2014/main" id="{6E195C6A-FCF9-4725-A12B-4C907FAC9CC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7">
            <a:extLst>
              <a:ext uri="{FF2B5EF4-FFF2-40B4-BE49-F238E27FC236}">
                <a16:creationId xmlns:a16="http://schemas.microsoft.com/office/drawing/2014/main" id="{B3D5AC04-0626-495C-9F7B-5714DA7938E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8">
            <a:extLst>
              <a:ext uri="{FF2B5EF4-FFF2-40B4-BE49-F238E27FC236}">
                <a16:creationId xmlns:a16="http://schemas.microsoft.com/office/drawing/2014/main" id="{34F67621-337B-4BBD-863F-A76519F8AF4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9">
            <a:extLst>
              <a:ext uri="{FF2B5EF4-FFF2-40B4-BE49-F238E27FC236}">
                <a16:creationId xmlns:a16="http://schemas.microsoft.com/office/drawing/2014/main" id="{F929F94E-4FE0-41D1-A2A6-A7DAC386EFB4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10">
            <a:extLst>
              <a:ext uri="{FF2B5EF4-FFF2-40B4-BE49-F238E27FC236}">
                <a16:creationId xmlns:a16="http://schemas.microsoft.com/office/drawing/2014/main" id="{389786B5-0C94-44CF-8785-7C3C68D0779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11">
            <a:extLst>
              <a:ext uri="{FF2B5EF4-FFF2-40B4-BE49-F238E27FC236}">
                <a16:creationId xmlns:a16="http://schemas.microsoft.com/office/drawing/2014/main" id="{BFE21B06-65DF-43AE-9B0A-D8C7D1F3C07D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2">
            <a:extLst>
              <a:ext uri="{FF2B5EF4-FFF2-40B4-BE49-F238E27FC236}">
                <a16:creationId xmlns:a16="http://schemas.microsoft.com/office/drawing/2014/main" id="{9825D956-414D-4DA3-86AE-A00E538964E7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1" name="arrow 1">
            <a:extLst>
              <a:ext uri="{FF2B5EF4-FFF2-40B4-BE49-F238E27FC236}">
                <a16:creationId xmlns:a16="http://schemas.microsoft.com/office/drawing/2014/main" id="{7476E0B6-96A7-41D7-90A5-49CA75BDB350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E8AC0966-4CED-42BF-A748-5F55C6EA79F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FAF836BF-3BD9-4BBE-B038-CEBB384FC63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DD61458B-021A-421D-B2CB-55FDB3D74662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5" name="coda">
            <a:extLst>
              <a:ext uri="{FF2B5EF4-FFF2-40B4-BE49-F238E27FC236}">
                <a16:creationId xmlns:a16="http://schemas.microsoft.com/office/drawing/2014/main" id="{5D05FB20-A57F-4C7D-BB57-63334EF65B9F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  <a:noFill/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3530612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8" grpId="0"/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C84ADAA-E604-4CEB-91B0-AF1B9F90234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6BC108-63F5-494C-AD18-0ACA3C0C44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F6B992DB-BF87-468E-9ADD-A14380E2412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0290" y="22860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4" name="highlight">
            <a:extLst>
              <a:ext uri="{FF2B5EF4-FFF2-40B4-BE49-F238E27FC236}">
                <a16:creationId xmlns:a16="http://schemas.microsoft.com/office/drawing/2014/main" id="{61CB7EFD-BD44-4B06-A1E0-C5B8F0FE6B0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35" name="verse bubble 1">
            <a:extLst>
              <a:ext uri="{FF2B5EF4-FFF2-40B4-BE49-F238E27FC236}">
                <a16:creationId xmlns:a16="http://schemas.microsoft.com/office/drawing/2014/main" id="{A6FD5BBB-6C0D-4198-B190-49BEC9170B88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6" name="verse bubble 2">
            <a:extLst>
              <a:ext uri="{FF2B5EF4-FFF2-40B4-BE49-F238E27FC236}">
                <a16:creationId xmlns:a16="http://schemas.microsoft.com/office/drawing/2014/main" id="{FEC94C96-EC65-4289-8B61-E15D0C2D1FE3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7" name="verse bubble 3">
            <a:extLst>
              <a:ext uri="{FF2B5EF4-FFF2-40B4-BE49-F238E27FC236}">
                <a16:creationId xmlns:a16="http://schemas.microsoft.com/office/drawing/2014/main" id="{FBFA4583-ECA1-45BF-87FE-1C5F48145EB4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8" name="verse bubble 4">
            <a:extLst>
              <a:ext uri="{FF2B5EF4-FFF2-40B4-BE49-F238E27FC236}">
                <a16:creationId xmlns:a16="http://schemas.microsoft.com/office/drawing/2014/main" id="{64F21FFD-0332-4460-8120-5DFDA2049C1B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9" name="verse bubble 5">
            <a:extLst>
              <a:ext uri="{FF2B5EF4-FFF2-40B4-BE49-F238E27FC236}">
                <a16:creationId xmlns:a16="http://schemas.microsoft.com/office/drawing/2014/main" id="{7713CC5A-C6E7-46A4-837E-035390E9A06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0" name="verse bubble 6">
            <a:extLst>
              <a:ext uri="{FF2B5EF4-FFF2-40B4-BE49-F238E27FC236}">
                <a16:creationId xmlns:a16="http://schemas.microsoft.com/office/drawing/2014/main" id="{762E0081-B402-4920-BF13-AC2BDF3686C8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1" name="verse bubble 7">
            <a:extLst>
              <a:ext uri="{FF2B5EF4-FFF2-40B4-BE49-F238E27FC236}">
                <a16:creationId xmlns:a16="http://schemas.microsoft.com/office/drawing/2014/main" id="{14596804-1D5C-4F38-8556-68E92AD69A0B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2" name="verse bubble 8">
            <a:extLst>
              <a:ext uri="{FF2B5EF4-FFF2-40B4-BE49-F238E27FC236}">
                <a16:creationId xmlns:a16="http://schemas.microsoft.com/office/drawing/2014/main" id="{4440295B-EF48-44E9-B8DC-D8643533889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3" name="verse bubble 9">
            <a:extLst>
              <a:ext uri="{FF2B5EF4-FFF2-40B4-BE49-F238E27FC236}">
                <a16:creationId xmlns:a16="http://schemas.microsoft.com/office/drawing/2014/main" id="{25E142A8-CC09-4113-93E3-B780EA7D9DB8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4" name="verse bubble 10">
            <a:extLst>
              <a:ext uri="{FF2B5EF4-FFF2-40B4-BE49-F238E27FC236}">
                <a16:creationId xmlns:a16="http://schemas.microsoft.com/office/drawing/2014/main" id="{0F0F089A-584F-4FF8-B1E2-4F2326728124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5" name="verse bubble 11">
            <a:extLst>
              <a:ext uri="{FF2B5EF4-FFF2-40B4-BE49-F238E27FC236}">
                <a16:creationId xmlns:a16="http://schemas.microsoft.com/office/drawing/2014/main" id="{03A39CC9-B6F7-48C3-A8CC-EA7C85076092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6" name="verse bubble 12">
            <a:extLst>
              <a:ext uri="{FF2B5EF4-FFF2-40B4-BE49-F238E27FC236}">
                <a16:creationId xmlns:a16="http://schemas.microsoft.com/office/drawing/2014/main" id="{E5FECA32-30E4-48BA-AC33-B4E8123E2CC2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7" name="arrow 1">
            <a:extLst>
              <a:ext uri="{FF2B5EF4-FFF2-40B4-BE49-F238E27FC236}">
                <a16:creationId xmlns:a16="http://schemas.microsoft.com/office/drawing/2014/main" id="{162298F0-271B-46D4-8C1E-7CBB2993BCC6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49" name="arrow 2">
            <a:extLst>
              <a:ext uri="{FF2B5EF4-FFF2-40B4-BE49-F238E27FC236}">
                <a16:creationId xmlns:a16="http://schemas.microsoft.com/office/drawing/2014/main" id="{7E3D4712-3E2F-4CA7-AF0F-2B278ADBA62C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0" name="arrow 3">
            <a:extLst>
              <a:ext uri="{FF2B5EF4-FFF2-40B4-BE49-F238E27FC236}">
                <a16:creationId xmlns:a16="http://schemas.microsoft.com/office/drawing/2014/main" id="{73B10C46-99DD-480F-962C-DDC24DD4F56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1" name="arrow 4">
            <a:extLst>
              <a:ext uri="{FF2B5EF4-FFF2-40B4-BE49-F238E27FC236}">
                <a16:creationId xmlns:a16="http://schemas.microsoft.com/office/drawing/2014/main" id="{2AB38A91-5394-4C24-93C3-CAD174155CB4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48" name="coda">
            <a:extLst>
              <a:ext uri="{FF2B5EF4-FFF2-40B4-BE49-F238E27FC236}">
                <a16:creationId xmlns:a16="http://schemas.microsoft.com/office/drawing/2014/main" id="{CF9DED1F-1FA5-4D28-BAD4-A03C7E01CEE9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  <a:noFill/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4049669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5" grpId="0"/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animBg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22360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callout">
            <a:extLst>
              <a:ext uri="{FF2B5EF4-FFF2-40B4-BE49-F238E27FC236}">
                <a16:creationId xmlns:a16="http://schemas.microsoft.com/office/drawing/2014/main" id="{24980923-FB96-4E12-B290-EAFB8C34AF3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36988" y="3257550"/>
            <a:ext cx="3006725" cy="444500"/>
          </a:xfrm>
          <a:prstGeom prst="roundRect">
            <a:avLst>
              <a:gd name="adj" fmla="val 26137"/>
            </a:avLst>
          </a:prstGeom>
          <a:solidFill>
            <a:srgbClr val="014A81"/>
          </a:solidFill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05027"/>
            <a:ext cx="7603461" cy="209973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15925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</p:spTree>
    <p:extLst>
      <p:ext uri="{BB962C8B-B14F-4D97-AF65-F5344CB8AC3E}">
        <p14:creationId xmlns:p14="http://schemas.microsoft.com/office/powerpoint/2010/main" val="2078846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8" name="highlight">
            <a:extLst>
              <a:ext uri="{FF2B5EF4-FFF2-40B4-BE49-F238E27FC236}">
                <a16:creationId xmlns:a16="http://schemas.microsoft.com/office/drawing/2014/main" id="{A33580DC-3D3A-465D-96F6-1519354675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1" name="callout">
            <a:extLst>
              <a:ext uri="{FF2B5EF4-FFF2-40B4-BE49-F238E27FC236}">
                <a16:creationId xmlns:a16="http://schemas.microsoft.com/office/drawing/2014/main" id="{5555FF73-0CDC-424B-AD6C-6AA9A6095B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10940" y="3270391"/>
            <a:ext cx="166211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507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2062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  <p:sp>
        <p:nvSpPr>
          <p:cNvPr id="17" name="esp-title">
            <a:extLst>
              <a:ext uri="{FF2B5EF4-FFF2-40B4-BE49-F238E27FC236}">
                <a16:creationId xmlns:a16="http://schemas.microsoft.com/office/drawing/2014/main" id="{DAF42457-8B43-4BE6-8458-681251A8F81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89109" y="24820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esp-detail">
            <a:extLst>
              <a:ext uri="{FF2B5EF4-FFF2-40B4-BE49-F238E27FC236}">
                <a16:creationId xmlns:a16="http://schemas.microsoft.com/office/drawing/2014/main" id="{33D4B0F1-EF15-48BB-8E2F-BFC5E757FD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8664" y="10010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19" name="esp-quote">
            <a:extLst>
              <a:ext uri="{FF2B5EF4-FFF2-40B4-BE49-F238E27FC236}">
                <a16:creationId xmlns:a16="http://schemas.microsoft.com/office/drawing/2014/main" id="{7FB4866D-503C-46C5-9CC9-32FA979E39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7342" y="41427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0" name="esp-credits">
            <a:extLst>
              <a:ext uri="{FF2B5EF4-FFF2-40B4-BE49-F238E27FC236}">
                <a16:creationId xmlns:a16="http://schemas.microsoft.com/office/drawing/2014/main" id="{F70D7E14-764E-445B-A94F-62EDA7CA65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9844" y="4549012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esp-reference">
            <a:extLst>
              <a:ext uri="{FF2B5EF4-FFF2-40B4-BE49-F238E27FC236}">
                <a16:creationId xmlns:a16="http://schemas.microsoft.com/office/drawing/2014/main" id="{CBD09730-1303-4D7B-920D-D59F64FC4E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7342" y="46230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22" name="esp-logo">
            <a:extLst>
              <a:ext uri="{FF2B5EF4-FFF2-40B4-BE49-F238E27FC236}">
                <a16:creationId xmlns:a16="http://schemas.microsoft.com/office/drawing/2014/main" id="{A449D713-59D3-43EE-BB66-B5747C9C60A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9" name="esp-highlight">
            <a:extLst>
              <a:ext uri="{FF2B5EF4-FFF2-40B4-BE49-F238E27FC236}">
                <a16:creationId xmlns:a16="http://schemas.microsoft.com/office/drawing/2014/main" id="{115545AB-E91A-42DC-8068-AFF72A9D5D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24" name="esp-navbar">
            <a:extLst>
              <a:ext uri="{FF2B5EF4-FFF2-40B4-BE49-F238E27FC236}">
                <a16:creationId xmlns:a16="http://schemas.microsoft.com/office/drawing/2014/main" id="{22476951-8E99-4FE9-B8E7-773D03E7409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2" name="esp-callout">
            <a:extLst>
              <a:ext uri="{FF2B5EF4-FFF2-40B4-BE49-F238E27FC236}">
                <a16:creationId xmlns:a16="http://schemas.microsoft.com/office/drawing/2014/main" id="{C89FEC88-BCA8-4440-92B1-D090C92154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74349" y="3268712"/>
            <a:ext cx="225245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-callout</a:t>
            </a:r>
          </a:p>
        </p:txBody>
      </p:sp>
      <p:sp>
        <p:nvSpPr>
          <p:cNvPr id="26" name="esp-copyright">
            <a:extLst>
              <a:ext uri="{FF2B5EF4-FFF2-40B4-BE49-F238E27FC236}">
                <a16:creationId xmlns:a16="http://schemas.microsoft.com/office/drawing/2014/main" id="{9F0726DE-C67E-4CA6-A0DC-42EB439EF0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06564" y="57031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pic>
        <p:nvPicPr>
          <p:cNvPr id="2" name="silence-10s">
            <a:hlinkClick r:id="" action="ppaction://media"/>
            <a:extLst>
              <a:ext uri="{FF2B5EF4-FFF2-40B4-BE49-F238E27FC236}">
                <a16:creationId xmlns:a16="http://schemas.microsoft.com/office/drawing/2014/main" id="{51584255-B263-4500-A903-6DE4F9716DC7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56942" y="3926760"/>
            <a:ext cx="271463" cy="27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713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 nodePh="1">
                                      <p:stCondLst>
                                        <p:cond delay="450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 nodePh="1">
                                      <p:stCondLst>
                                        <p:cond delay="4500"/>
                                      </p:stCondLst>
                                      <p:endCondLst>
                                        <p:cond evt="begin" delay="0">
                                          <p:tn val="4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1" nodeType="withEffect" nodePh="1">
                                      <p:stCondLst>
                                        <p:cond delay="9500"/>
                                      </p:stCondLst>
                                      <p:endCondLst>
                                        <p:cond evt="begin" delay="0">
                                          <p:tn val="8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81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4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6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7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9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0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2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3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1" nodeType="withEffect" nodePh="1">
                                      <p:stCondLst>
                                        <p:cond delay="9500"/>
                                      </p:stCondLst>
                                      <p:endCondLst>
                                        <p:cond evt="begin" delay="0">
                                          <p:tn val="110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2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" grpId="0"/>
          <p:bldP spid="3" grpId="1"/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4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9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9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/>
          <p:bldP spid="22" grpId="1"/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4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8" name="highlight">
            <a:extLst>
              <a:ext uri="{FF2B5EF4-FFF2-40B4-BE49-F238E27FC236}">
                <a16:creationId xmlns:a16="http://schemas.microsoft.com/office/drawing/2014/main" id="{A33580DC-3D3A-465D-96F6-1519354675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1" name="callout">
            <a:extLst>
              <a:ext uri="{FF2B5EF4-FFF2-40B4-BE49-F238E27FC236}">
                <a16:creationId xmlns:a16="http://schemas.microsoft.com/office/drawing/2014/main" id="{5555FF73-0CDC-424B-AD6C-6AA9A6095B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10940" y="3270391"/>
            <a:ext cx="166211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507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2062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  <p:sp>
        <p:nvSpPr>
          <p:cNvPr id="17" name="esp-title">
            <a:extLst>
              <a:ext uri="{FF2B5EF4-FFF2-40B4-BE49-F238E27FC236}">
                <a16:creationId xmlns:a16="http://schemas.microsoft.com/office/drawing/2014/main" id="{DAF42457-8B43-4BE6-8458-681251A8F81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89109" y="24820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esp-detail">
            <a:extLst>
              <a:ext uri="{FF2B5EF4-FFF2-40B4-BE49-F238E27FC236}">
                <a16:creationId xmlns:a16="http://schemas.microsoft.com/office/drawing/2014/main" id="{33D4B0F1-EF15-48BB-8E2F-BFC5E757FD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8664" y="10010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19" name="esp-quote">
            <a:extLst>
              <a:ext uri="{FF2B5EF4-FFF2-40B4-BE49-F238E27FC236}">
                <a16:creationId xmlns:a16="http://schemas.microsoft.com/office/drawing/2014/main" id="{7FB4866D-503C-46C5-9CC9-32FA979E39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7342" y="41427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0" name="esp-credits">
            <a:extLst>
              <a:ext uri="{FF2B5EF4-FFF2-40B4-BE49-F238E27FC236}">
                <a16:creationId xmlns:a16="http://schemas.microsoft.com/office/drawing/2014/main" id="{F70D7E14-764E-445B-A94F-62EDA7CA65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9844" y="4549012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esp-reference">
            <a:extLst>
              <a:ext uri="{FF2B5EF4-FFF2-40B4-BE49-F238E27FC236}">
                <a16:creationId xmlns:a16="http://schemas.microsoft.com/office/drawing/2014/main" id="{CBD09730-1303-4D7B-920D-D59F64FC4E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7342" y="46230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22" name="esp-logo">
            <a:extLst>
              <a:ext uri="{FF2B5EF4-FFF2-40B4-BE49-F238E27FC236}">
                <a16:creationId xmlns:a16="http://schemas.microsoft.com/office/drawing/2014/main" id="{A449D713-59D3-43EE-BB66-B5747C9C60A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9" name="esp-highlight">
            <a:extLst>
              <a:ext uri="{FF2B5EF4-FFF2-40B4-BE49-F238E27FC236}">
                <a16:creationId xmlns:a16="http://schemas.microsoft.com/office/drawing/2014/main" id="{115545AB-E91A-42DC-8068-AFF72A9D5D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24" name="esp-navbar">
            <a:extLst>
              <a:ext uri="{FF2B5EF4-FFF2-40B4-BE49-F238E27FC236}">
                <a16:creationId xmlns:a16="http://schemas.microsoft.com/office/drawing/2014/main" id="{22476951-8E99-4FE9-B8E7-773D03E7409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2" name="esp-callout">
            <a:extLst>
              <a:ext uri="{FF2B5EF4-FFF2-40B4-BE49-F238E27FC236}">
                <a16:creationId xmlns:a16="http://schemas.microsoft.com/office/drawing/2014/main" id="{C89FEC88-BCA8-4440-92B1-D090C92154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74349" y="3268712"/>
            <a:ext cx="225245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-callout</a:t>
            </a:r>
          </a:p>
        </p:txBody>
      </p:sp>
      <p:sp>
        <p:nvSpPr>
          <p:cNvPr id="26" name="esp-copyright">
            <a:extLst>
              <a:ext uri="{FF2B5EF4-FFF2-40B4-BE49-F238E27FC236}">
                <a16:creationId xmlns:a16="http://schemas.microsoft.com/office/drawing/2014/main" id="{9F0726DE-C67E-4CA6-A0DC-42EB439EF0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06564" y="57031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pic>
        <p:nvPicPr>
          <p:cNvPr id="5" name="silence-40s">
            <a:hlinkClick r:id="" action="ppaction://media"/>
            <a:extLst>
              <a:ext uri="{FF2B5EF4-FFF2-40B4-BE49-F238E27FC236}">
                <a16:creationId xmlns:a16="http://schemas.microsoft.com/office/drawing/2014/main" id="{F8501AD9-913E-4623-94C0-4CCABB8914DA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435350" y="3638273"/>
            <a:ext cx="271463" cy="27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699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1000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5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5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4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8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81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4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6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7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9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0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2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3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110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5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" grpId="0"/>
          <p:bldP spid="3" grpId="1"/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9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9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/>
          <p:bldP spid="22" grpId="1"/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1000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5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6" name="order of worship">
            <a:extLst>
              <a:ext uri="{FF2B5EF4-FFF2-40B4-BE49-F238E27FC236}">
                <a16:creationId xmlns:a16="http://schemas.microsoft.com/office/drawing/2014/main" id="{E6F9FE29-F14D-4ACE-81C4-AA80FBAACFC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622817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23106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A0CEDCF9-8163-4EA7-9A9D-DD60C8755D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68336" y="5001768"/>
            <a:ext cx="1622500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silence">
            <a:extLst>
              <a:ext uri="{FF2B5EF4-FFF2-40B4-BE49-F238E27FC236}">
                <a16:creationId xmlns:a16="http://schemas.microsoft.com/office/drawing/2014/main" id="{C6B850A9-26C5-4CE4-9231-46EF9FFCF3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i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sp>
        <p:nvSpPr>
          <p:cNvPr id="11" name="leaders">
            <a:extLst>
              <a:ext uri="{FF2B5EF4-FFF2-40B4-BE49-F238E27FC236}">
                <a16:creationId xmlns:a16="http://schemas.microsoft.com/office/drawing/2014/main" id="{2F04EB4F-A9F3-4954-8B0D-347FC628432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612475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8" name="silence-40s">
            <a:hlinkClick r:id="" action="ppaction://media"/>
            <a:extLst>
              <a:ext uri="{FF2B5EF4-FFF2-40B4-BE49-F238E27FC236}">
                <a16:creationId xmlns:a16="http://schemas.microsoft.com/office/drawing/2014/main" id="{A32E0CFD-C192-43F3-BD6A-38BBFD7C26F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53653" y="4928329"/>
            <a:ext cx="271462" cy="27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742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8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grpId="0" nodeType="afterEffect" nodePh="1">
                                      <p:stCondLst>
                                        <p:cond delay="15000"/>
                                      </p:stCondLst>
                                      <p:endCondLst>
                                        <p:cond evt="begin" delay="0">
                                          <p:tn val="1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 nodePh="1">
                                      <p:stCondLst>
                                        <p:cond delay="15000"/>
                                      </p:stCondLst>
                                      <p:endCondLst>
                                        <p:cond evt="begin" delay="0">
                                          <p:tn val="14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5500"/>
                                </p:stCondLst>
                                <p:childTnLst>
                                  <p:par>
                                    <p:cTn id="18" presetID="10" presetClass="exit" presetSubtype="0" fill="hold" grpId="1" nodeType="afterEffect" nodePh="1">
                                      <p:stCondLst>
                                        <p:cond delay="10000"/>
                                      </p:stCondLst>
                                      <p:endCondLst>
                                        <p:cond evt="begin" delay="0">
                                          <p:tn val="18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9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1" nodeType="withEffect" nodePh="1">
                                      <p:stCondLst>
                                        <p:cond delay="1000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8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16" grpId="0" build="allAtOnce"/>
          <p:bldP spid="16" grpId="1" build="allAtOnce"/>
          <p:bldP spid="11" grpId="0" build="allAtOnce"/>
          <p:bldP spid="11" grpId="1" build="allAtOnce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6" name="order of worship">
            <a:extLst>
              <a:ext uri="{FF2B5EF4-FFF2-40B4-BE49-F238E27FC236}">
                <a16:creationId xmlns:a16="http://schemas.microsoft.com/office/drawing/2014/main" id="{E6F9FE29-F14D-4ACE-81C4-AA80FBAACFC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622817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order</a:t>
            </a:r>
          </a:p>
        </p:txBody>
      </p:sp>
      <p:sp>
        <p:nvSpPr>
          <p:cNvPr id="15" name="highlight">
            <a:extLst>
              <a:ext uri="{FF2B5EF4-FFF2-40B4-BE49-F238E27FC236}">
                <a16:creationId xmlns:a16="http://schemas.microsoft.com/office/drawing/2014/main" id="{3A4D01FA-51AD-4FD6-B29E-C705346CF71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A0CEDCF9-8163-4EA7-9A9D-DD60C8755D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100196" y="5001768"/>
            <a:ext cx="1654350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silence">
            <a:extLst>
              <a:ext uri="{FF2B5EF4-FFF2-40B4-BE49-F238E27FC236}">
                <a16:creationId xmlns:a16="http://schemas.microsoft.com/office/drawing/2014/main" id="{C6B850A9-26C5-4CE4-9231-46EF9FFCF3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i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sp>
        <p:nvSpPr>
          <p:cNvPr id="11" name="leaders">
            <a:extLst>
              <a:ext uri="{FF2B5EF4-FFF2-40B4-BE49-F238E27FC236}">
                <a16:creationId xmlns:a16="http://schemas.microsoft.com/office/drawing/2014/main" id="{2F04EB4F-A9F3-4954-8B0D-347FC628432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612475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leaders</a:t>
            </a:r>
          </a:p>
        </p:txBody>
      </p:sp>
      <p:sp>
        <p:nvSpPr>
          <p:cNvPr id="18" name="esp-logo">
            <a:extLst>
              <a:ext uri="{FF2B5EF4-FFF2-40B4-BE49-F238E27FC236}">
                <a16:creationId xmlns:a16="http://schemas.microsoft.com/office/drawing/2014/main" id="{FD164486-4B32-41F1-8590-D12ADEDED6A9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logo-</a:t>
            </a:r>
            <a:r>
              <a:rPr lang="en-US" dirty="0" err="1"/>
              <a:t>esp</a:t>
            </a:r>
            <a:endParaRPr lang="en-US" dirty="0"/>
          </a:p>
        </p:txBody>
      </p:sp>
      <p:sp>
        <p:nvSpPr>
          <p:cNvPr id="13" name="esp-order of worship">
            <a:extLst>
              <a:ext uri="{FF2B5EF4-FFF2-40B4-BE49-F238E27FC236}">
                <a16:creationId xmlns:a16="http://schemas.microsoft.com/office/drawing/2014/main" id="{E2E9C165-96D8-4A41-9A17-FDF19533130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602133" y="46977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-order</a:t>
            </a:r>
          </a:p>
        </p:txBody>
      </p:sp>
      <p:sp>
        <p:nvSpPr>
          <p:cNvPr id="17" name="esp-highlight">
            <a:extLst>
              <a:ext uri="{FF2B5EF4-FFF2-40B4-BE49-F238E27FC236}">
                <a16:creationId xmlns:a16="http://schemas.microsoft.com/office/drawing/2014/main" id="{58132511-C249-4523-A4BF-FB5577C48F4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19" name="esp-navbar">
            <a:extLst>
              <a:ext uri="{FF2B5EF4-FFF2-40B4-BE49-F238E27FC236}">
                <a16:creationId xmlns:a16="http://schemas.microsoft.com/office/drawing/2014/main" id="{E94E221E-2F60-4CD0-8913-4F19F6E011F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0" name="esp-date">
            <a:extLst>
              <a:ext uri="{FF2B5EF4-FFF2-40B4-BE49-F238E27FC236}">
                <a16:creationId xmlns:a16="http://schemas.microsoft.com/office/drawing/2014/main" id="{717EDC48-BD44-4C58-8C39-AFE6292CC97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-114057" y="5000140"/>
            <a:ext cx="1668211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-date</a:t>
            </a:r>
          </a:p>
        </p:txBody>
      </p:sp>
      <p:sp>
        <p:nvSpPr>
          <p:cNvPr id="21" name="esp-silence">
            <a:extLst>
              <a:ext uri="{FF2B5EF4-FFF2-40B4-BE49-F238E27FC236}">
                <a16:creationId xmlns:a16="http://schemas.microsoft.com/office/drawing/2014/main" id="{FF6AC8D4-E694-405D-9824-67843D0B4FC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i="1">
                <a:solidFill>
                  <a:schemeClr val="bg1"/>
                </a:solidFill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pic>
        <p:nvPicPr>
          <p:cNvPr id="8" name="silence-40s">
            <a:hlinkClick r:id="" action="ppaction://media"/>
            <a:extLst>
              <a:ext uri="{FF2B5EF4-FFF2-40B4-BE49-F238E27FC236}">
                <a16:creationId xmlns:a16="http://schemas.microsoft.com/office/drawing/2014/main" id="{A32E0CFD-C192-43F3-BD6A-38BBFD7C26F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53653" y="4928329"/>
            <a:ext cx="271462" cy="27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726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8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grpId="0" nodeType="withEffect">
                                      <p:stCondLst>
                                        <p:cond delay="1250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12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23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4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7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10" presetClass="entr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38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0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1" nodeType="withEffect">
                                      <p:stCondLst>
                                        <p:cond delay="26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26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59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60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7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5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8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3" grpId="0"/>
          <p:bldP spid="3" grpId="1"/>
          <p:bldP spid="16" grpId="0" build="allAtOnce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2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6" grpId="1" build="allAtOnce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allAtOnce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2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1" build="allAtOnce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26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/>
          <p:bldP spid="18" grpId="1"/>
          <p:bldP spid="13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26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9825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09825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5945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8045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1945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9293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0780372-4935-4986-90A4-48B55ED36F53}"/>
              </a:ext>
            </a:extLst>
          </p:cNvPr>
          <p:cNvSpPr/>
          <p:nvPr userDrawn="1"/>
        </p:nvSpPr>
        <p:spPr>
          <a:xfrm>
            <a:off x="5297681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32A558E-8BF8-4D5C-A2ED-BF3E28AEA0FA}"/>
              </a:ext>
            </a:extLst>
          </p:cNvPr>
          <p:cNvSpPr>
            <a:spLocks noChangeAspect="1"/>
          </p:cNvSpPr>
          <p:nvPr userDrawn="1"/>
        </p:nvSpPr>
        <p:spPr>
          <a:xfrm>
            <a:off x="5297681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Content Placeholder 14">
            <a:extLst>
              <a:ext uri="{FF2B5EF4-FFF2-40B4-BE49-F238E27FC236}">
                <a16:creationId xmlns:a16="http://schemas.microsoft.com/office/drawing/2014/main" id="{B78C6C9D-AB0C-44A1-A80F-156900B29323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223801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37" name="Text Placeholder 18">
            <a:extLst>
              <a:ext uri="{FF2B5EF4-FFF2-40B4-BE49-F238E27FC236}">
                <a16:creationId xmlns:a16="http://schemas.microsoft.com/office/drawing/2014/main" id="{923B6B27-F36B-4C3B-87FB-5C5FFD3F757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25901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C8C2C615-3170-47DE-8512-40865D66E58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09801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39" name="Picture Placeholder 2">
            <a:extLst>
              <a:ext uri="{FF2B5EF4-FFF2-40B4-BE49-F238E27FC236}">
                <a16:creationId xmlns:a16="http://schemas.microsoft.com/office/drawing/2014/main" id="{72680DDC-CABF-48B8-87F5-81027DD804C5}"/>
              </a:ext>
            </a:extLst>
          </p:cNvPr>
          <p:cNvSpPr>
            <a:spLocks noGrp="1" noChangeAspect="1"/>
          </p:cNvSpPr>
          <p:nvPr>
            <p:ph type="pic" sz="quarter" idx="37" hasCustomPrompt="1"/>
          </p:nvPr>
        </p:nvSpPr>
        <p:spPr>
          <a:xfrm>
            <a:off x="6417149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6" name="Content Placeholder 19">
            <a:extLst>
              <a:ext uri="{FF2B5EF4-FFF2-40B4-BE49-F238E27FC236}">
                <a16:creationId xmlns:a16="http://schemas.microsoft.com/office/drawing/2014/main" id="{DA3E7898-6FE8-49BD-972E-B3AAB18A359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9" name="English Item 1">
            <a:extLst>
              <a:ext uri="{FF2B5EF4-FFF2-40B4-BE49-F238E27FC236}">
                <a16:creationId xmlns:a16="http://schemas.microsoft.com/office/drawing/2014/main" id="{DAB46348-1018-491D-8109-A2D1EB5C923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2">
            <a:extLst>
              <a:ext uri="{FF2B5EF4-FFF2-40B4-BE49-F238E27FC236}">
                <a16:creationId xmlns:a16="http://schemas.microsoft.com/office/drawing/2014/main" id="{FD1503C4-4E9B-4535-9ADB-74FCEEC0BB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3">
            <a:extLst>
              <a:ext uri="{FF2B5EF4-FFF2-40B4-BE49-F238E27FC236}">
                <a16:creationId xmlns:a16="http://schemas.microsoft.com/office/drawing/2014/main" id="{DB3056AB-4519-4E2C-A0E8-6DDA4B3EC0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4">
            <a:extLst>
              <a:ext uri="{FF2B5EF4-FFF2-40B4-BE49-F238E27FC236}">
                <a16:creationId xmlns:a16="http://schemas.microsoft.com/office/drawing/2014/main" id="{9DF5592A-A77A-407C-9C9C-C27B164A19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English Item 5">
            <a:extLst>
              <a:ext uri="{FF2B5EF4-FFF2-40B4-BE49-F238E27FC236}">
                <a16:creationId xmlns:a16="http://schemas.microsoft.com/office/drawing/2014/main" id="{D3662E57-565C-4E45-98A4-8D8E3C3CB88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English Item 6">
            <a:extLst>
              <a:ext uri="{FF2B5EF4-FFF2-40B4-BE49-F238E27FC236}">
                <a16:creationId xmlns:a16="http://schemas.microsoft.com/office/drawing/2014/main" id="{2578A92A-8EFF-4568-A06D-5779D203970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English Item 7">
            <a:extLst>
              <a:ext uri="{FF2B5EF4-FFF2-40B4-BE49-F238E27FC236}">
                <a16:creationId xmlns:a16="http://schemas.microsoft.com/office/drawing/2014/main" id="{179FB5E2-FBEE-4FBA-AF27-A94970BFC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English Item 8">
            <a:extLst>
              <a:ext uri="{FF2B5EF4-FFF2-40B4-BE49-F238E27FC236}">
                <a16:creationId xmlns:a16="http://schemas.microsoft.com/office/drawing/2014/main" id="{1919A087-2EFF-4E39-8037-C88FF7C955E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English Item 9">
            <a:extLst>
              <a:ext uri="{FF2B5EF4-FFF2-40B4-BE49-F238E27FC236}">
                <a16:creationId xmlns:a16="http://schemas.microsoft.com/office/drawing/2014/main" id="{85223DAC-0D1F-416B-A43F-A9D5C1090DD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English Item 10">
            <a:extLst>
              <a:ext uri="{FF2B5EF4-FFF2-40B4-BE49-F238E27FC236}">
                <a16:creationId xmlns:a16="http://schemas.microsoft.com/office/drawing/2014/main" id="{F0FBCD67-F549-44D1-96D7-28B74090A0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1">
            <a:extLst>
              <a:ext uri="{FF2B5EF4-FFF2-40B4-BE49-F238E27FC236}">
                <a16:creationId xmlns:a16="http://schemas.microsoft.com/office/drawing/2014/main" id="{5975C85C-FCD3-42A6-9A9B-549D71818D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12">
            <a:extLst>
              <a:ext uri="{FF2B5EF4-FFF2-40B4-BE49-F238E27FC236}">
                <a16:creationId xmlns:a16="http://schemas.microsoft.com/office/drawing/2014/main" id="{D48D47D7-CDC6-4F9D-8D1E-B02869DEEC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13">
            <a:extLst>
              <a:ext uri="{FF2B5EF4-FFF2-40B4-BE49-F238E27FC236}">
                <a16:creationId xmlns:a16="http://schemas.microsoft.com/office/drawing/2014/main" id="{BCDA842C-BD8E-4E94-AF28-9C14967890E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14">
            <a:extLst>
              <a:ext uri="{FF2B5EF4-FFF2-40B4-BE49-F238E27FC236}">
                <a16:creationId xmlns:a16="http://schemas.microsoft.com/office/drawing/2014/main" id="{04FB01CE-EC4A-4C58-8953-588F5230E1B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807223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8760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10101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2304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0881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8900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16" name="Spanish Song Title">
            <a:extLst>
              <a:ext uri="{FF2B5EF4-FFF2-40B4-BE49-F238E27FC236}">
                <a16:creationId xmlns:a16="http://schemas.microsoft.com/office/drawing/2014/main" id="{8D76D5C2-4349-449E-9822-63CBEA493D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9" name="Spanish Credits">
            <a:extLst>
              <a:ext uri="{FF2B5EF4-FFF2-40B4-BE49-F238E27FC236}">
                <a16:creationId xmlns:a16="http://schemas.microsoft.com/office/drawing/2014/main" id="{21B48B08-B8D3-4A9E-9425-A65019C117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20881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AF16D1EE-EA76-4798-9BA2-E283AC65E152}"/>
              </a:ext>
            </a:extLst>
          </p:cNvPr>
          <p:cNvSpPr/>
          <p:nvPr userDrawn="1"/>
        </p:nvSpPr>
        <p:spPr>
          <a:xfrm>
            <a:off x="5325039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EA9284E6-FF08-4ECB-9879-D9D2A311384E}"/>
              </a:ext>
            </a:extLst>
          </p:cNvPr>
          <p:cNvSpPr>
            <a:spLocks noChangeAspect="1"/>
          </p:cNvSpPr>
          <p:nvPr userDrawn="1"/>
        </p:nvSpPr>
        <p:spPr>
          <a:xfrm>
            <a:off x="5326380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Content Placeholder 14">
            <a:extLst>
              <a:ext uri="{FF2B5EF4-FFF2-40B4-BE49-F238E27FC236}">
                <a16:creationId xmlns:a16="http://schemas.microsoft.com/office/drawing/2014/main" id="{680C9F90-3987-40CF-83E3-FF4C7FBF309B}"/>
              </a:ext>
            </a:extLst>
          </p:cNvPr>
          <p:cNvSpPr>
            <a:spLocks noGrp="1"/>
          </p:cNvSpPr>
          <p:nvPr>
            <p:ph sz="quarter" idx="52" hasCustomPrompt="1"/>
          </p:nvPr>
        </p:nvSpPr>
        <p:spPr>
          <a:xfrm>
            <a:off x="6248583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55" name="Text Placeholder 18">
            <a:extLst>
              <a:ext uri="{FF2B5EF4-FFF2-40B4-BE49-F238E27FC236}">
                <a16:creationId xmlns:a16="http://schemas.microsoft.com/office/drawing/2014/main" id="{3C99D6CA-D8DB-4320-ACDD-8B94E012E27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6" name="Text Placeholder 24">
            <a:extLst>
              <a:ext uri="{FF2B5EF4-FFF2-40B4-BE49-F238E27FC236}">
                <a16:creationId xmlns:a16="http://schemas.microsoft.com/office/drawing/2014/main" id="{9138FE83-618D-4272-8834-716F189F954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437160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A6751229-0F07-4258-AC12-7264733748EE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6445179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8" name="Spanish Song Title">
            <a:extLst>
              <a:ext uri="{FF2B5EF4-FFF2-40B4-BE49-F238E27FC236}">
                <a16:creationId xmlns:a16="http://schemas.microsoft.com/office/drawing/2014/main" id="{5F137CD4-9662-44E1-8A0A-FA693A95FA2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9" name="Spanish Credits">
            <a:extLst>
              <a:ext uri="{FF2B5EF4-FFF2-40B4-BE49-F238E27FC236}">
                <a16:creationId xmlns:a16="http://schemas.microsoft.com/office/drawing/2014/main" id="{DF7C044A-038D-4782-B9EF-BE032880A94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437160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pic>
        <p:nvPicPr>
          <p:cNvPr id="8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CFEC77F2-AB56-4FCB-B825-7105F5DABAE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12" name="silence-10s">
            <a:hlinkClick r:id="" action="ppaction://media"/>
            <a:extLst>
              <a:ext uri="{FF2B5EF4-FFF2-40B4-BE49-F238E27FC236}">
                <a16:creationId xmlns:a16="http://schemas.microsoft.com/office/drawing/2014/main" id="{7A991DD0-CA10-4371-BD94-D3CD5DEFE12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658258" y="4655772"/>
            <a:ext cx="609600" cy="609600"/>
          </a:xfrm>
          <a:prstGeom prst="rect">
            <a:avLst/>
          </a:prstGeom>
        </p:spPr>
      </p:pic>
      <p:sp>
        <p:nvSpPr>
          <p:cNvPr id="23" name="Content Placeholder 19">
            <a:extLst>
              <a:ext uri="{FF2B5EF4-FFF2-40B4-BE49-F238E27FC236}">
                <a16:creationId xmlns:a16="http://schemas.microsoft.com/office/drawing/2014/main" id="{89D02FA0-F85F-4F1D-86AA-2458D7268C92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24" name="Spanish Item 1">
            <a:extLst>
              <a:ext uri="{FF2B5EF4-FFF2-40B4-BE49-F238E27FC236}">
                <a16:creationId xmlns:a16="http://schemas.microsoft.com/office/drawing/2014/main" id="{50B7BC3F-B105-4E03-A4F7-CECC96739E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2">
            <a:extLst>
              <a:ext uri="{FF2B5EF4-FFF2-40B4-BE49-F238E27FC236}">
                <a16:creationId xmlns:a16="http://schemas.microsoft.com/office/drawing/2014/main" id="{3C01D79D-2FB0-453D-BCE3-99891FF9262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3">
            <a:extLst>
              <a:ext uri="{FF2B5EF4-FFF2-40B4-BE49-F238E27FC236}">
                <a16:creationId xmlns:a16="http://schemas.microsoft.com/office/drawing/2014/main" id="{7C519B3D-EC95-4704-9E64-9A04A7CAA54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4">
            <a:extLst>
              <a:ext uri="{FF2B5EF4-FFF2-40B4-BE49-F238E27FC236}">
                <a16:creationId xmlns:a16="http://schemas.microsoft.com/office/drawing/2014/main" id="{33958D73-7E7B-4357-8511-E6EFEA0EF95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5">
            <a:extLst>
              <a:ext uri="{FF2B5EF4-FFF2-40B4-BE49-F238E27FC236}">
                <a16:creationId xmlns:a16="http://schemas.microsoft.com/office/drawing/2014/main" id="{3C32C377-FE81-46AD-B5EA-CA83F2C5047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6">
            <a:extLst>
              <a:ext uri="{FF2B5EF4-FFF2-40B4-BE49-F238E27FC236}">
                <a16:creationId xmlns:a16="http://schemas.microsoft.com/office/drawing/2014/main" id="{24E25697-1C79-4363-9138-ACA09C23160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Spanish Item 7">
            <a:extLst>
              <a:ext uri="{FF2B5EF4-FFF2-40B4-BE49-F238E27FC236}">
                <a16:creationId xmlns:a16="http://schemas.microsoft.com/office/drawing/2014/main" id="{D962CC2E-FEE1-4122-A32D-46F76EACF22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Spanish Item 8">
            <a:extLst>
              <a:ext uri="{FF2B5EF4-FFF2-40B4-BE49-F238E27FC236}">
                <a16:creationId xmlns:a16="http://schemas.microsoft.com/office/drawing/2014/main" id="{A085EB3B-7641-446C-8E16-BEC58C3865D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Spanish Item 9">
            <a:extLst>
              <a:ext uri="{FF2B5EF4-FFF2-40B4-BE49-F238E27FC236}">
                <a16:creationId xmlns:a16="http://schemas.microsoft.com/office/drawing/2014/main" id="{37976B9B-046C-4D80-BAE0-2370AF4F68A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Spanish Item 10">
            <a:extLst>
              <a:ext uri="{FF2B5EF4-FFF2-40B4-BE49-F238E27FC236}">
                <a16:creationId xmlns:a16="http://schemas.microsoft.com/office/drawing/2014/main" id="{169CA6FA-929D-447C-8DCE-A9B9F0CEE8E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Spanish Item 11">
            <a:extLst>
              <a:ext uri="{FF2B5EF4-FFF2-40B4-BE49-F238E27FC236}">
                <a16:creationId xmlns:a16="http://schemas.microsoft.com/office/drawing/2014/main" id="{52F8C99B-A5BF-4F67-A48F-01B4A300BF9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Spanish Item 12">
            <a:extLst>
              <a:ext uri="{FF2B5EF4-FFF2-40B4-BE49-F238E27FC236}">
                <a16:creationId xmlns:a16="http://schemas.microsoft.com/office/drawing/2014/main" id="{D5BF7C34-69F1-4175-9B5A-5C2D94DD6F9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Spanish Item 13">
            <a:extLst>
              <a:ext uri="{FF2B5EF4-FFF2-40B4-BE49-F238E27FC236}">
                <a16:creationId xmlns:a16="http://schemas.microsoft.com/office/drawing/2014/main" id="{34F081F5-6A19-4F84-9A6A-56539870372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Spanish Item 14">
            <a:extLst>
              <a:ext uri="{FF2B5EF4-FFF2-40B4-BE49-F238E27FC236}">
                <a16:creationId xmlns:a16="http://schemas.microsoft.com/office/drawing/2014/main" id="{0B11674E-C139-4CA1-A2EA-2EDE74E53DF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1">
            <a:extLst>
              <a:ext uri="{FF2B5EF4-FFF2-40B4-BE49-F238E27FC236}">
                <a16:creationId xmlns:a16="http://schemas.microsoft.com/office/drawing/2014/main" id="{64511456-FC51-47DD-BFD0-4943429CABE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2">
            <a:extLst>
              <a:ext uri="{FF2B5EF4-FFF2-40B4-BE49-F238E27FC236}">
                <a16:creationId xmlns:a16="http://schemas.microsoft.com/office/drawing/2014/main" id="{77FFD70F-11D8-4F0B-9C11-71C2BC7F333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3">
            <a:extLst>
              <a:ext uri="{FF2B5EF4-FFF2-40B4-BE49-F238E27FC236}">
                <a16:creationId xmlns:a16="http://schemas.microsoft.com/office/drawing/2014/main" id="{F87C32C9-B3F7-4468-9E26-D649E1154BC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4">
            <a:extLst>
              <a:ext uri="{FF2B5EF4-FFF2-40B4-BE49-F238E27FC236}">
                <a16:creationId xmlns:a16="http://schemas.microsoft.com/office/drawing/2014/main" id="{25544223-978A-496C-AFE7-E04E9DD3B1E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5">
            <a:extLst>
              <a:ext uri="{FF2B5EF4-FFF2-40B4-BE49-F238E27FC236}">
                <a16:creationId xmlns:a16="http://schemas.microsoft.com/office/drawing/2014/main" id="{70142A18-F862-4599-B43A-74683EE0374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6">
            <a:extLst>
              <a:ext uri="{FF2B5EF4-FFF2-40B4-BE49-F238E27FC236}">
                <a16:creationId xmlns:a16="http://schemas.microsoft.com/office/drawing/2014/main" id="{FB224DD5-2774-4F12-B0B6-28C7446947A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English Item 7">
            <a:extLst>
              <a:ext uri="{FF2B5EF4-FFF2-40B4-BE49-F238E27FC236}">
                <a16:creationId xmlns:a16="http://schemas.microsoft.com/office/drawing/2014/main" id="{3C792080-92A6-4656-99EF-B192654536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5" name="English Item 8">
            <a:extLst>
              <a:ext uri="{FF2B5EF4-FFF2-40B4-BE49-F238E27FC236}">
                <a16:creationId xmlns:a16="http://schemas.microsoft.com/office/drawing/2014/main" id="{43990215-9E95-4F3F-A512-2C8388A8E1C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6" name="English Item 9">
            <a:extLst>
              <a:ext uri="{FF2B5EF4-FFF2-40B4-BE49-F238E27FC236}">
                <a16:creationId xmlns:a16="http://schemas.microsoft.com/office/drawing/2014/main" id="{C9AF262B-0E8B-401A-911E-4903359CE8F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7" name="English Item 10">
            <a:extLst>
              <a:ext uri="{FF2B5EF4-FFF2-40B4-BE49-F238E27FC236}">
                <a16:creationId xmlns:a16="http://schemas.microsoft.com/office/drawing/2014/main" id="{C48066A8-CD95-44E1-B350-279359E486D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8" name="English Item 11">
            <a:extLst>
              <a:ext uri="{FF2B5EF4-FFF2-40B4-BE49-F238E27FC236}">
                <a16:creationId xmlns:a16="http://schemas.microsoft.com/office/drawing/2014/main" id="{3BDF1151-7B7E-4F3C-A872-C2120EC76A3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9" name="English Item 12">
            <a:extLst>
              <a:ext uri="{FF2B5EF4-FFF2-40B4-BE49-F238E27FC236}">
                <a16:creationId xmlns:a16="http://schemas.microsoft.com/office/drawing/2014/main" id="{9330F07F-E095-4B99-B3F0-D000A080368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0" name="English Item 13">
            <a:extLst>
              <a:ext uri="{FF2B5EF4-FFF2-40B4-BE49-F238E27FC236}">
                <a16:creationId xmlns:a16="http://schemas.microsoft.com/office/drawing/2014/main" id="{85021B58-4CDE-4E99-8A7B-ACF14CB48BE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1" name="English Item 14">
            <a:extLst>
              <a:ext uri="{FF2B5EF4-FFF2-40B4-BE49-F238E27FC236}">
                <a16:creationId xmlns:a16="http://schemas.microsoft.com/office/drawing/2014/main" id="{D7BF4D17-421D-4CBB-B002-3920B96C33D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3278206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0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4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7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1"/>
                      </p:tgtEl>
                    </p:cond>
                  </p:nextCondLst>
                </p:seq>
                <p:seq concurrent="1" nextAc="seek">
                  <p:cTn id="125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6" fill="hold">
                          <p:stCondLst>
                            <p:cond delay="0"/>
                          </p:stCondLst>
                          <p:childTnLst>
                            <p:par>
                              <p:cTn id="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" presetID="10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9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2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5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7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4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7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0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6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9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2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5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8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1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4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7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9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2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5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8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7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0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3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6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9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2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5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8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2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5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7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0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6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6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3125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'1.0' encoding='UTF-8' standalone='yes'?>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0081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07" r:id="rId2"/>
    <p:sldLayoutId id="2147483708" r:id="rId3"/>
    <p:sldLayoutId id="2147483709" r:id="rId4"/>
    <p:sldLayoutId id="2147483731" r:id="rId5"/>
    <p:sldLayoutId id="2147483733" r:id="rId6"/>
    <p:sldLayoutId id="2147483734" r:id="rId7"/>
    <p:sldLayoutId id="2147483732" r:id="rId8"/>
    <p:sldLayoutId id="2147483735" r:id="rId9"/>
    <p:sldLayoutId id="2147483729" r:id="rId10"/>
    <p:sldLayoutId id="214748373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0460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9.png"/><Relationship Id="rId4" Type="http://schemas.openxmlformats.org/officeDocument/2006/relationships/image" Target="../media/image8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0.png"/><Relationship Id="rId4" Type="http://schemas.openxmlformats.org/officeDocument/2006/relationships/image" Target="../media/image8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8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2.png"/><Relationship Id="rId4" Type="http://schemas.openxmlformats.org/officeDocument/2006/relationships/image" Target="../media/image8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3.png"/><Relationship Id="rId4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4.png"/><Relationship Id="rId4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5.png"/><Relationship Id="rId4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6.png"/><Relationship Id="rId4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7.png"/><Relationship Id="rId4" Type="http://schemas.openxmlformats.org/officeDocument/2006/relationships/image" Target="../media/image8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8.png"/><Relationship Id="rId4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.jp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4206240" y="617220"/>
            <a:ext cx="2286000" cy="914400"/>
          </a:xfrm>
        </p:spPr>
        <p:txBody>
          <a:bodyPr wrap="square">
            <a:noAutofit/>
          </a:bodyPr>
          <a:lstStyle/>
          <a:p>
            <a:r>
              <a:rPr sz="6000" b="1" i="0">
                <a:latin typeface="Avenir Next LT Pro"/>
              </a:rPr>
              <a:t>116</a:t>
            </a:r>
            <a:endParaRPr sz="6000" b="1" i="0">
              <a:latin typeface="Avenir Next LT Pro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>
          <a:xfrm>
            <a:off x="3429000" y="1531620"/>
            <a:ext cx="3840480" cy="1645920"/>
          </a:xfrm>
        </p:spPr>
        <p:txBody>
          <a:bodyPr wrap="square">
            <a:noAutofit/>
          </a:bodyPr>
          <a:lstStyle/>
          <a:p>
            <a:r>
              <a:rPr sz="5400" b="1" i="0">
                <a:latin typeface="Avenir Next LT Pro"/>
              </a:rPr>
              <a:t>IN NEED</a:t>
            </a:r>
            <a:endParaRPr sz="5400" b="1" i="0">
              <a:latin typeface="Avenir Next LT Pro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3749039" y="3954780"/>
            <a:ext cx="3200400" cy="640080"/>
          </a:xfrm>
        </p:spPr>
        <p:txBody>
          <a:bodyPr wrap="square">
            <a:noAutofit/>
          </a:bodyPr>
          <a:lstStyle/>
          <a:p>
            <a:r>
              <a:rPr sz="1900" b="0" i="0">
                <a:latin typeface="Avenir Next LT Pro"/>
              </a:rPr>
              <a:t>“SINGING...TO THE LORD”
COLOSSIANS 3:16</a:t>
            </a:r>
            <a:endParaRPr sz="1900" b="0" i="0">
              <a:latin typeface="Avenir Next LT Pro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idx="16" sz="quarter"/>
          </p:nvPr>
        </p:nvSpPr>
        <p:spPr/>
        <p:txBody>
          <a:bodyPr wrap="square">
            <a:noAutofit/>
          </a:bodyPr>
          <a:lstStyle/>
          <a:p>
            <a:r>
              <a:rPr sz="1200" b="0" i="0">
                <a:latin typeface="Avenir Next LT Pro"/>
              </a:rPr>
              <a:t>Words &amp; Music: Ross King
Arr. Shane Coffman
© 1996 Reliance Music. All Rights Reserved</a:t>
            </a:r>
            <a:endParaRPr sz="1200" b="0" i="0">
              <a:latin typeface="Avenir Next LT Pro"/>
            </a:endParaRPr>
          </a:p>
        </p:txBody>
      </p:sp>
      <p:pic>
        <p:nvPicPr>
          <p:cNvPr id="10" name="Picture Placeholder 9" descr="eh20-eng-432.png"/>
          <p:cNvPicPr>
            <a:picLocks noGrp="1" noChangeAspect="1"/>
          </p:cNvPicPr>
          <p:nvPr>
            <p:ph type="pic" idx="19" sz="quarter"/>
          </p:nvPr>
        </p:nvPicPr>
        <p:blipFill>
          <a:blip r:embed="rId3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1" name="Oval 10"/>
          <p:cNvSpPr/>
          <p:nvPr/>
        </p:nvSpPr>
        <p:spPr>
          <a:xfrm>
            <a:off x="4965192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2" name="Oval 11"/>
          <p:cNvSpPr/>
          <p:nvPr/>
        </p:nvSpPr>
        <p:spPr>
          <a:xfrm>
            <a:off x="5367528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116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IN NEED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2018 Taylor Publications LLC</a:t>
            </a:r>
          </a:p>
        </p:txBody>
      </p:sp>
      <p:pic>
        <p:nvPicPr>
          <p:cNvPr id="9" name="Picture Placeholder 8" descr="eh-116-01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7" b="7"/>
          <a:stretch>
            <a:fillRect/>
          </a:stretch>
        </p:blipFill>
        <p:spPr>
          <a:xfrm>
            <a:off x="731520" y="759451"/>
            <a:ext cx="8229600" cy="3647456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228600" y="1070347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150925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948171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2387083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116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IN NEED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2018 Taylor Publications LLC</a:t>
            </a:r>
          </a:p>
        </p:txBody>
      </p:sp>
      <p:pic>
        <p:nvPicPr>
          <p:cNvPr id="9" name="Picture Placeholder 8" descr="eh-116-02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7" b="7"/>
          <a:stretch>
            <a:fillRect/>
          </a:stretch>
        </p:blipFill>
        <p:spPr>
          <a:xfrm>
            <a:off x="731520" y="759451"/>
            <a:ext cx="8229600" cy="3647456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1070347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150925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948171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2387083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116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IN NEED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2018 Taylor Publications LLC</a:t>
            </a:r>
          </a:p>
        </p:txBody>
      </p:sp>
      <p:pic>
        <p:nvPicPr>
          <p:cNvPr id="9" name="Picture Placeholder 8" descr="eh-116-03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7" b="7"/>
          <a:stretch>
            <a:fillRect/>
          </a:stretch>
        </p:blipFill>
        <p:spPr>
          <a:xfrm>
            <a:off x="731520" y="759451"/>
            <a:ext cx="8229600" cy="3647456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1070347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1509259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948171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2387083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116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IN NEED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2018 Taylor Publications LLC</a:t>
            </a:r>
          </a:p>
        </p:txBody>
      </p:sp>
      <p:pic>
        <p:nvPicPr>
          <p:cNvPr id="9" name="Picture Placeholder 8" descr="eh-116-04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7" b="7"/>
          <a:stretch>
            <a:fillRect/>
          </a:stretch>
        </p:blipFill>
        <p:spPr>
          <a:xfrm>
            <a:off x="731520" y="759451"/>
            <a:ext cx="8229600" cy="3647456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1070347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1509259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948171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2387083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116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IN NEED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2018 Taylor Publications LLC</a:t>
            </a:r>
          </a:p>
        </p:txBody>
      </p:sp>
      <p:pic>
        <p:nvPicPr>
          <p:cNvPr id="9" name="Picture Placeholder 8" descr="eh-116-05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7" b="7"/>
          <a:stretch>
            <a:fillRect/>
          </a:stretch>
        </p:blipFill>
        <p:spPr>
          <a:xfrm>
            <a:off x="731520" y="759451"/>
            <a:ext cx="8229600" cy="3647456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1070347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150925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948171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2387083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116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IN NEED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2018 Taylor Publications LLC</a:t>
            </a:r>
          </a:p>
        </p:txBody>
      </p:sp>
      <p:pic>
        <p:nvPicPr>
          <p:cNvPr id="9" name="Picture Placeholder 8" descr="eh-116-06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7" b="7"/>
          <a:stretch>
            <a:fillRect/>
          </a:stretch>
        </p:blipFill>
        <p:spPr>
          <a:xfrm>
            <a:off x="731520" y="759451"/>
            <a:ext cx="8229600" cy="3647456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1070347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150925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948171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2387083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116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IN NEED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2018 Taylor Publications LLC</a:t>
            </a:r>
          </a:p>
        </p:txBody>
      </p:sp>
      <p:pic>
        <p:nvPicPr>
          <p:cNvPr id="9" name="Picture Placeholder 8" descr="eh-116-07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7" b="7"/>
          <a:stretch>
            <a:fillRect/>
          </a:stretch>
        </p:blipFill>
        <p:spPr>
          <a:xfrm>
            <a:off x="731520" y="759451"/>
            <a:ext cx="8229600" cy="3647456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1070347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150925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948171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2387083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116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IN NEED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2018 Taylor Publications LLC</a:t>
            </a:r>
          </a:p>
        </p:txBody>
      </p:sp>
      <p:pic>
        <p:nvPicPr>
          <p:cNvPr id="9" name="Picture Placeholder 8" descr="eh-116-08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7" b="7"/>
          <a:stretch>
            <a:fillRect/>
          </a:stretch>
        </p:blipFill>
        <p:spPr>
          <a:xfrm>
            <a:off x="731520" y="759451"/>
            <a:ext cx="8229600" cy="3647456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1070347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150925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948171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2387083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116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IN NEED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2018 Taylor Publications LLC</a:t>
            </a:r>
          </a:p>
        </p:txBody>
      </p:sp>
      <p:pic>
        <p:nvPicPr>
          <p:cNvPr id="9" name="Picture Placeholder 8" descr="eh-116-09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7" b="7"/>
          <a:stretch>
            <a:fillRect/>
          </a:stretch>
        </p:blipFill>
        <p:spPr>
          <a:xfrm>
            <a:off x="731520" y="759451"/>
            <a:ext cx="8229600" cy="3647456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1070347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150925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948171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2387083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116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IN NEED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2018 Taylor Publications LLC</a:t>
            </a:r>
          </a:p>
        </p:txBody>
      </p:sp>
      <p:pic>
        <p:nvPicPr>
          <p:cNvPr id="9" name="Picture Placeholder 8" descr="eh-116-10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7" b="7"/>
          <a:stretch>
            <a:fillRect/>
          </a:stretch>
        </p:blipFill>
        <p:spPr>
          <a:xfrm>
            <a:off x="731520" y="759451"/>
            <a:ext cx="8229600" cy="3647456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1070347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150925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948171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2387083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116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IN NEED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2018 Taylor Publications LLC</a:t>
            </a:r>
          </a:p>
        </p:txBody>
      </p:sp>
      <p:pic>
        <p:nvPicPr>
          <p:cNvPr id="9" name="Picture Placeholder 8" descr="eh-116-11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7" b="7"/>
          <a:stretch>
            <a:fillRect/>
          </a:stretch>
        </p:blipFill>
        <p:spPr>
          <a:xfrm>
            <a:off x="731520" y="759451"/>
            <a:ext cx="8229600" cy="3647456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1070347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150925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948171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2387083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162761</TotalTime>
  <Words>0</Words>
  <Application>Microsoft Office PowerPoint</Application>
  <PresentationFormat>On-screen Show (16:10)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0</vt:i4>
      </vt:variant>
    </vt:vector>
  </HeadingPairs>
  <TitlesOfParts>
    <vt:vector size="8" baseType="lpstr">
      <vt:lpstr>Alegreya Sans Light</vt:lpstr>
      <vt:lpstr>Alegreya Sans Medium</vt:lpstr>
      <vt:lpstr>Arial</vt:lpstr>
      <vt:lpstr>Avenir Next LT Pro</vt:lpstr>
      <vt:lpstr>Calibri</vt:lpstr>
      <vt:lpstr>Century Gothic</vt:lpstr>
      <vt:lpstr>3_Custom Design</vt:lpstr>
      <vt:lpstr>6_Custom Design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Williams David</dc:creator>
  <cp:lastModifiedBy>David Williams</cp:lastModifiedBy>
  <cp:revision>627</cp:revision>
  <dcterms:created xsi:type="dcterms:W3CDTF">2019-05-01T02:25:12Z</dcterms:created>
  <dcterms:modified xsi:type="dcterms:W3CDTF">2023-02-22T18:30:13Z</dcterms:modified>
</cp:coreProperties>
</file>