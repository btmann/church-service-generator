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5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0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1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2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3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146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900" b="1" i="0">
                <a:latin typeface="Avenir Next LT Pro"/>
              </a:rPr>
              <a:t>I WILL SING TO THE LORD (PSALM 146)</a:t>
            </a:r>
            <a:endParaRPr sz="39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Words: Psalm 146, arr. Matthew L. Harber (2021)
Music: PRINCES, Matthew L. Harber (2021), arr. MLH &amp; S. E. Rouse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146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legreya Sans ExtraBold"/>
              </a:rPr>
              <a:t>I WILL SING TO THE LORD (PSALM 146)</a:t>
            </a:r>
            <a:endParaRPr sz="40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Words: Psalm 146, arr. Matthew L. Harber (2021)
Music: PRINCES, Matthew L. Harber (2021), arr. MLH &amp; S. E. Rouse</a:t>
            </a:r>
            <a:endParaRPr sz="13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Oval 21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7F7F7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1C81B9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99216"/>
            <a:ext cx="914400" cy="365760"/>
          </a:xfrm>
          <a:noFill/>
        </p:spPr>
        <p:txBody>
          <a:bodyPr/>
          <a:lstStyle/>
          <a:p>
            <a:r>
              <a:t>146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9921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156416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I WILL SING TO THE LORD (PSALM 146)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2021 Matthew L. Harber</a:t>
            </a:r>
            <a:endParaRPr sz="800" b="0" i="0"/>
          </a:p>
        </p:txBody>
      </p:sp>
      <p:pic>
        <p:nvPicPr>
          <p:cNvPr id="9" name="Picture Placeholder 8" descr="eh-146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4" b="4"/>
          <a:stretch>
            <a:fillRect/>
          </a:stretch>
        </p:blipFill>
        <p:spPr>
          <a:xfrm>
            <a:off x="2171700" y="388320"/>
            <a:ext cx="6858000" cy="493835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41268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I WILL SING TO THE LORD (PSALM 146)</a:t>
            </a:r>
            <a:endParaRPr sz="16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99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138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77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2015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454864"/>
            <a:ext cx="365760" cy="365760"/>
          </a:xfrm>
          <a:solidFill>
            <a:srgbClr val="1C81B9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pic>
        <p:nvPicPr>
          <p:cNvPr id="30" name="Picture Placeholder 29" descr="coda-white.png"/>
          <p:cNvPicPr>
            <a:picLocks noGrp="1" noChangeAspect="1"/>
          </p:cNvPicPr>
          <p:nvPr>
            <p:ph type="pic" idx="4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1668780" y="2454864"/>
            <a:ext cx="365760" cy="36576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626</cp:revision>
  <dcterms:created xsi:type="dcterms:W3CDTF">2019-05-01T02:25:12Z</dcterms:created>
  <dcterms:modified xsi:type="dcterms:W3CDTF">2021-12-29T16:17:02Z</dcterms:modified>
</cp:coreProperties>
</file>