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204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HYMN OF HEAVEN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800" b="0" i="0">
                <a:latin typeface="Avenir Next LT Pro"/>
              </a:rPr>
              <a:t>Words and Music: Phil Wickham, Bill Johnson, Brian Johnson and Chris Davenport Arr:  Mike Rogers
© 2021 Be Essential Songs o/b/o Simply Global Songs, Capitol Cmg Paragon o/b/o Songs for Tim, Be Essential Songs o/b/o Phil Wickham Music, Capitol Cmg Paragon o/b/o Cdaves</a:t>
            </a:r>
            <a:endParaRPr sz="8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5554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HYMN OF HEAVEN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2023 The Acapella Company</a:t>
            </a:r>
          </a:p>
        </p:txBody>
      </p:sp>
      <p:pic>
        <p:nvPicPr>
          <p:cNvPr id="9" name="Picture Placeholder 8" descr="eh-204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731520" y="244592"/>
            <a:ext cx="8229600" cy="467717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554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944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433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72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311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50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