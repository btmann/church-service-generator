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media1.mp3" ContentType="audio/mpeg"/>
  <Override PartName="/ppt/media/media2.mp3" ContentType="audio/mpe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7" r:id="rId1"/>
    <p:sldMasterId id="2147483701" r:id="rId2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14A81"/>
    <a:srgbClr val="057A84"/>
    <a:srgbClr val="113245"/>
    <a:srgbClr val="FFFFFF"/>
    <a:srgbClr val="1B255E"/>
    <a:srgbClr val="C80000"/>
    <a:srgbClr val="000000"/>
    <a:srgbClr val="2F6B33"/>
    <a:srgbClr val="5180AC"/>
    <a:srgbClr val="5A7BA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1277" y="45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4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2.mp3"/><Relationship Id="rId1" Type="http://schemas.microsoft.com/office/2007/relationships/media" Target="../media/media2.mp3"/><Relationship Id="rId4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1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414ACA6-25A9-4915-905A-FD3CBE1D4DCB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C3E1E18F-61D4-418C-8737-199CE3BC0B4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90B4E4-EFB1-4D2F-A03C-85168A64736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B974C8F6-19A6-4FED-833E-441EF3906C99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7400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7400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5" name="highlight">
            <a:extLst>
              <a:ext uri="{FF2B5EF4-FFF2-40B4-BE49-F238E27FC236}">
                <a16:creationId xmlns:a16="http://schemas.microsoft.com/office/drawing/2014/main" id="{16182663-C95B-4D2F-B10C-F3173538E3CF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5" name="verse bubble 1">
            <a:extLst>
              <a:ext uri="{FF2B5EF4-FFF2-40B4-BE49-F238E27FC236}">
                <a16:creationId xmlns:a16="http://schemas.microsoft.com/office/drawing/2014/main" id="{737DC236-BB5F-4BFF-A286-45EF0F972532}"/>
              </a:ext>
            </a:extLst>
          </p:cNvPr>
          <p:cNvSpPr>
            <a:spLocks noGrp="1" noChangeAspect="1"/>
          </p:cNvSpPr>
          <p:nvPr>
            <p:ph type="body" sz="quarter" idx="26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2">
            <a:extLst>
              <a:ext uri="{FF2B5EF4-FFF2-40B4-BE49-F238E27FC236}">
                <a16:creationId xmlns:a16="http://schemas.microsoft.com/office/drawing/2014/main" id="{D0AEDD85-7A0B-4D2B-B906-742725AF2F76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3">
            <a:extLst>
              <a:ext uri="{FF2B5EF4-FFF2-40B4-BE49-F238E27FC236}">
                <a16:creationId xmlns:a16="http://schemas.microsoft.com/office/drawing/2014/main" id="{E93B2427-07EA-4B99-B55D-7345681AAF77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4">
            <a:extLst>
              <a:ext uri="{FF2B5EF4-FFF2-40B4-BE49-F238E27FC236}">
                <a16:creationId xmlns:a16="http://schemas.microsoft.com/office/drawing/2014/main" id="{634350AA-9A35-485E-8F3F-30E2C1759797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42B81697-728C-4898-82E6-FA3A25A8921E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6DA6694-352C-4A1C-AE0E-B7716D46F1B1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540D71D5-E26F-448F-B3EF-97EDF344DBC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2A6F04E9-A2BE-4165-95D8-5E9DCF2636C2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F930E85B-311A-4F08-93CF-C547C5F89F49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40F61BAD-E2AE-4384-959A-3E5E963B85CC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E759EA89-2BB6-4D7A-9AD8-F831A5BA06CE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23720F09-2E47-4AD2-8D6D-D128DC9A5EEE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" name="arrow 1">
            <a:extLst>
              <a:ext uri="{FF2B5EF4-FFF2-40B4-BE49-F238E27FC236}">
                <a16:creationId xmlns:a16="http://schemas.microsoft.com/office/drawing/2014/main" id="{67599A41-5B05-4158-9E34-723E9520C38B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F099D2A6-DAB4-49CC-8F25-E80A8088197B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629A8049-CA79-45B5-A3A4-B7E2D589E4B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7A71B740-231F-489E-B687-6E569D748FDE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rgbClr val="2F6B33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7" name="coda">
            <a:extLst>
              <a:ext uri="{FF2B5EF4-FFF2-40B4-BE49-F238E27FC236}">
                <a16:creationId xmlns:a16="http://schemas.microsoft.com/office/drawing/2014/main" id="{1463550C-78E1-41CF-A9A3-3A03BDFB211D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1098248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BCFC4D95-A1B9-4CAC-A7E4-3AFFE45B09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FCCFC2EA-00A5-43DD-BD0D-FA4AD2B986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A8847B3E-C275-487D-A3D3-F6E68C8F4BA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3716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6" name="highlight">
            <a:extLst>
              <a:ext uri="{FF2B5EF4-FFF2-40B4-BE49-F238E27FC236}">
                <a16:creationId xmlns:a16="http://schemas.microsoft.com/office/drawing/2014/main" id="{BAA7AA87-50C5-423B-86F8-0C6A4F1B1932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 lang="en-US" dirty="0"/>
            </a:lvl1pPr>
          </a:lstStyle>
          <a:p>
            <a:pPr lvl="0" algn="ctr">
              <a:buNone/>
            </a:pPr>
            <a:r>
              <a:rPr lang="en-US" dirty="0"/>
              <a:t>H</a:t>
            </a:r>
          </a:p>
        </p:txBody>
      </p:sp>
      <p:sp>
        <p:nvSpPr>
          <p:cNvPr id="17" name="verse bubble 1">
            <a:extLst>
              <a:ext uri="{FF2B5EF4-FFF2-40B4-BE49-F238E27FC236}">
                <a16:creationId xmlns:a16="http://schemas.microsoft.com/office/drawing/2014/main" id="{82F03A9D-AB25-4AB8-9AC5-8C5B9F81F191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8" name="verse bubble 2">
            <a:extLst>
              <a:ext uri="{FF2B5EF4-FFF2-40B4-BE49-F238E27FC236}">
                <a16:creationId xmlns:a16="http://schemas.microsoft.com/office/drawing/2014/main" id="{E9D49E91-1075-47D8-A4B9-69865465C665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3">
            <a:extLst>
              <a:ext uri="{FF2B5EF4-FFF2-40B4-BE49-F238E27FC236}">
                <a16:creationId xmlns:a16="http://schemas.microsoft.com/office/drawing/2014/main" id="{A1DED6BF-A5E8-4313-8E13-D55C5827B238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0" name="verse bubble 4">
            <a:extLst>
              <a:ext uri="{FF2B5EF4-FFF2-40B4-BE49-F238E27FC236}">
                <a16:creationId xmlns:a16="http://schemas.microsoft.com/office/drawing/2014/main" id="{6D7C50B4-FDDA-4AB4-9582-5E18FA756CE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5">
            <a:extLst>
              <a:ext uri="{FF2B5EF4-FFF2-40B4-BE49-F238E27FC236}">
                <a16:creationId xmlns:a16="http://schemas.microsoft.com/office/drawing/2014/main" id="{67272D6A-5CF6-40D7-96C7-5BB7E98D3587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6">
            <a:extLst>
              <a:ext uri="{FF2B5EF4-FFF2-40B4-BE49-F238E27FC236}">
                <a16:creationId xmlns:a16="http://schemas.microsoft.com/office/drawing/2014/main" id="{0FE42672-6A04-438A-B322-6562B702E07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7">
            <a:extLst>
              <a:ext uri="{FF2B5EF4-FFF2-40B4-BE49-F238E27FC236}">
                <a16:creationId xmlns:a16="http://schemas.microsoft.com/office/drawing/2014/main" id="{ECA2AC19-4B38-4ECD-8F50-5E8611A79E96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8">
            <a:extLst>
              <a:ext uri="{FF2B5EF4-FFF2-40B4-BE49-F238E27FC236}">
                <a16:creationId xmlns:a16="http://schemas.microsoft.com/office/drawing/2014/main" id="{614F49A9-D838-4332-836A-37D93D4190D4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9">
            <a:extLst>
              <a:ext uri="{FF2B5EF4-FFF2-40B4-BE49-F238E27FC236}">
                <a16:creationId xmlns:a16="http://schemas.microsoft.com/office/drawing/2014/main" id="{749173CF-22A0-4D33-A686-64C860B1ED32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0">
            <a:extLst>
              <a:ext uri="{FF2B5EF4-FFF2-40B4-BE49-F238E27FC236}">
                <a16:creationId xmlns:a16="http://schemas.microsoft.com/office/drawing/2014/main" id="{E69F2AE9-A6EB-45A9-BAB4-7BAF8E35FE4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7" name="verse bubble 11">
            <a:extLst>
              <a:ext uri="{FF2B5EF4-FFF2-40B4-BE49-F238E27FC236}">
                <a16:creationId xmlns:a16="http://schemas.microsoft.com/office/drawing/2014/main" id="{7095BE66-2A43-474F-8119-625B960C8833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8" name="verse bubble 12">
            <a:extLst>
              <a:ext uri="{FF2B5EF4-FFF2-40B4-BE49-F238E27FC236}">
                <a16:creationId xmlns:a16="http://schemas.microsoft.com/office/drawing/2014/main" id="{33F6DF6F-9465-490B-A1B5-CFEEA9AA5A9A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9" name="arrow 1">
            <a:extLst>
              <a:ext uri="{FF2B5EF4-FFF2-40B4-BE49-F238E27FC236}">
                <a16:creationId xmlns:a16="http://schemas.microsoft.com/office/drawing/2014/main" id="{7E8CED3D-E261-4A9E-9550-E3A55B8A1401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1" name="arrow 2">
            <a:extLst>
              <a:ext uri="{FF2B5EF4-FFF2-40B4-BE49-F238E27FC236}">
                <a16:creationId xmlns:a16="http://schemas.microsoft.com/office/drawing/2014/main" id="{3795FAE6-69C7-460D-896E-689566A8B2E9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3">
            <a:extLst>
              <a:ext uri="{FF2B5EF4-FFF2-40B4-BE49-F238E27FC236}">
                <a16:creationId xmlns:a16="http://schemas.microsoft.com/office/drawing/2014/main" id="{09ABCEF0-0DE6-4825-96C5-C776F725AFE5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4">
            <a:extLst>
              <a:ext uri="{FF2B5EF4-FFF2-40B4-BE49-F238E27FC236}">
                <a16:creationId xmlns:a16="http://schemas.microsoft.com/office/drawing/2014/main" id="{1018D508-1B69-4AC3-9C67-41AC0F9FFF48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0" name="coda">
            <a:extLst>
              <a:ext uri="{FF2B5EF4-FFF2-40B4-BE49-F238E27FC236}">
                <a16:creationId xmlns:a16="http://schemas.microsoft.com/office/drawing/2014/main" id="{9A233050-FD81-44D5-BC12-AA485D30BF2B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568201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8B91267-FDE2-4D9A-8E71-A5FFC5550501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-6435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EE5E541-0B4C-4026-A54E-B6945EDC064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033272" y="4687707"/>
            <a:ext cx="7638587" cy="9144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3" name="song_number">
            <a:extLst>
              <a:ext uri="{FF2B5EF4-FFF2-40B4-BE49-F238E27FC236}">
                <a16:creationId xmlns:a16="http://schemas.microsoft.com/office/drawing/2014/main" id="{E1887CE4-DD4C-4587-8EC3-4DC394CD174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097280" y="5144907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6" name="songbook_logo">
            <a:extLst>
              <a:ext uri="{FF2B5EF4-FFF2-40B4-BE49-F238E27FC236}">
                <a16:creationId xmlns:a16="http://schemas.microsoft.com/office/drawing/2014/main" id="{137C8DEF-D234-4CF7-B2B7-D99941A16A3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1097280" y="514632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083869" y="5097592"/>
            <a:ext cx="2951596" cy="361915"/>
          </a:xfrm>
          <a:prstGeom prst="rect">
            <a:avLst/>
          </a:prstGeom>
        </p:spPr>
        <p:txBody>
          <a:bodyPr wrap="none" lIns="0" tIns="0" rIns="0" bIns="0" anchor="ctr"/>
          <a:lstStyle>
            <a:lvl1pPr marL="0" indent="0">
              <a:lnSpc>
                <a:spcPts val="16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083869" y="5369019"/>
            <a:ext cx="2951596" cy="180975"/>
          </a:xfrm>
          <a:prstGeom prst="rect">
            <a:avLst/>
          </a:prstGeom>
        </p:spPr>
        <p:txBody>
          <a:bodyPr tIns="0" bIns="0" anchor="ctr"/>
          <a:lstStyle>
            <a:lvl1pPr marL="0" indent="0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F0ED832-0344-4740-AF3C-8E33EC7E5375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1520" y="118872"/>
            <a:ext cx="8229600" cy="493776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DA5B166A-A382-4219-AA09-0C1C23FB1184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8157642" y="5144907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8B0EA83-2871-4B3A-BFBF-045B9CAC9B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17393" y="5102352"/>
            <a:ext cx="2951596" cy="361950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lnSpc>
                <a:spcPts val="1600"/>
              </a:lnSpc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>
                <a:latin typeface="Alegreya Sans Medium" panose="00000600000000000000" pitchFamily="50" charset="0"/>
              </a:rPr>
              <a:t>Song Title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54F2E3-7906-407E-A077-833997EA973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17393" y="5369020"/>
            <a:ext cx="2893403" cy="18097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r">
              <a:buFont typeface="Arial" panose="020B0604020202020204" pitchFamily="34" charset="0"/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13" name="highlight">
            <a:extLst>
              <a:ext uri="{FF2B5EF4-FFF2-40B4-BE49-F238E27FC236}">
                <a16:creationId xmlns:a16="http://schemas.microsoft.com/office/drawing/2014/main" id="{A899190C-0700-477D-A65F-23479193626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12" name="verse bubble 1">
            <a:extLst>
              <a:ext uri="{FF2B5EF4-FFF2-40B4-BE49-F238E27FC236}">
                <a16:creationId xmlns:a16="http://schemas.microsoft.com/office/drawing/2014/main" id="{10E014E7-AD5E-4627-BBCE-C729EE422E1E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4" name="verse bubble 2">
            <a:extLst>
              <a:ext uri="{FF2B5EF4-FFF2-40B4-BE49-F238E27FC236}">
                <a16:creationId xmlns:a16="http://schemas.microsoft.com/office/drawing/2014/main" id="{259582AF-2007-4C65-AE5E-62E5D641A2A9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5" name="verse bubble 3">
            <a:extLst>
              <a:ext uri="{FF2B5EF4-FFF2-40B4-BE49-F238E27FC236}">
                <a16:creationId xmlns:a16="http://schemas.microsoft.com/office/drawing/2014/main" id="{0F99BFD7-E18F-48B7-85B0-2381A1A27BBC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6" name="verse bubble 4">
            <a:extLst>
              <a:ext uri="{FF2B5EF4-FFF2-40B4-BE49-F238E27FC236}">
                <a16:creationId xmlns:a16="http://schemas.microsoft.com/office/drawing/2014/main" id="{A3D2E26D-2971-45FB-B7E2-C9BC3040514C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7" name="verse bubble 5">
            <a:extLst>
              <a:ext uri="{FF2B5EF4-FFF2-40B4-BE49-F238E27FC236}">
                <a16:creationId xmlns:a16="http://schemas.microsoft.com/office/drawing/2014/main" id="{CB38EF52-0BA5-42C8-A054-AD96B4FA24E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19" name="verse bubble 6">
            <a:extLst>
              <a:ext uri="{FF2B5EF4-FFF2-40B4-BE49-F238E27FC236}">
                <a16:creationId xmlns:a16="http://schemas.microsoft.com/office/drawing/2014/main" id="{6E195C6A-FCF9-4725-A12B-4C907FAC9CC7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1" name="verse bubble 7">
            <a:extLst>
              <a:ext uri="{FF2B5EF4-FFF2-40B4-BE49-F238E27FC236}">
                <a16:creationId xmlns:a16="http://schemas.microsoft.com/office/drawing/2014/main" id="{B3D5AC04-0626-495C-9F7B-5714DA7938E5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2" name="verse bubble 8">
            <a:extLst>
              <a:ext uri="{FF2B5EF4-FFF2-40B4-BE49-F238E27FC236}">
                <a16:creationId xmlns:a16="http://schemas.microsoft.com/office/drawing/2014/main" id="{34F67621-337B-4BBD-863F-A76519F8AF4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3" name="verse bubble 9">
            <a:extLst>
              <a:ext uri="{FF2B5EF4-FFF2-40B4-BE49-F238E27FC236}">
                <a16:creationId xmlns:a16="http://schemas.microsoft.com/office/drawing/2014/main" id="{F929F94E-4FE0-41D1-A2A6-A7DAC386EFB4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4" name="verse bubble 10">
            <a:extLst>
              <a:ext uri="{FF2B5EF4-FFF2-40B4-BE49-F238E27FC236}">
                <a16:creationId xmlns:a16="http://schemas.microsoft.com/office/drawing/2014/main" id="{389786B5-0C94-44CF-8785-7C3C68D07790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5" name="verse bubble 11">
            <a:extLst>
              <a:ext uri="{FF2B5EF4-FFF2-40B4-BE49-F238E27FC236}">
                <a16:creationId xmlns:a16="http://schemas.microsoft.com/office/drawing/2014/main" id="{BFE21B06-65DF-43AE-9B0A-D8C7D1F3C07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26" name="verse bubble 12">
            <a:extLst>
              <a:ext uri="{FF2B5EF4-FFF2-40B4-BE49-F238E27FC236}">
                <a16:creationId xmlns:a16="http://schemas.microsoft.com/office/drawing/2014/main" id="{9825D956-414D-4DA3-86AE-A00E538964E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1" name="arrow 1">
            <a:extLst>
              <a:ext uri="{FF2B5EF4-FFF2-40B4-BE49-F238E27FC236}">
                <a16:creationId xmlns:a16="http://schemas.microsoft.com/office/drawing/2014/main" id="{7476E0B6-96A7-41D7-90A5-49CA75BDB350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2" name="arrow 2">
            <a:extLst>
              <a:ext uri="{FF2B5EF4-FFF2-40B4-BE49-F238E27FC236}">
                <a16:creationId xmlns:a16="http://schemas.microsoft.com/office/drawing/2014/main" id="{E8AC0966-4CED-42BF-A748-5F55C6EA79F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3" name="arrow 3">
            <a:extLst>
              <a:ext uri="{FF2B5EF4-FFF2-40B4-BE49-F238E27FC236}">
                <a16:creationId xmlns:a16="http://schemas.microsoft.com/office/drawing/2014/main" id="{FAF836BF-3BD9-4BBE-B038-CEBB384FC63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4" name="arrow 4">
            <a:extLst>
              <a:ext uri="{FF2B5EF4-FFF2-40B4-BE49-F238E27FC236}">
                <a16:creationId xmlns:a16="http://schemas.microsoft.com/office/drawing/2014/main" id="{DD61458B-021A-421D-B2CB-55FDB3D74662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35" name="coda">
            <a:extLst>
              <a:ext uri="{FF2B5EF4-FFF2-40B4-BE49-F238E27FC236}">
                <a16:creationId xmlns:a16="http://schemas.microsoft.com/office/drawing/2014/main" id="{5D05FB20-A57F-4C7D-BB57-63334EF65B9F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2353061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1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2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3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3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3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6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8" grpId="0"/>
      <p:bldP spid="20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2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2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2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animBg="1"/>
    </p:bld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C84ADAA-E604-4CEB-91B0-AF1B9F902348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0" y="0"/>
            <a:ext cx="9144000" cy="5715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E8801CDF-2457-49F4-8B32-2421C32757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932024" y="457201"/>
            <a:ext cx="2093104" cy="484632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buFont typeface="Arial" panose="020B0604020202020204" pitchFamily="34" charset="0"/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indent="0" algn="ctr" defTabSz="713232">
              <a:buNone/>
            </a:pPr>
            <a:endParaRPr lang="en-US" dirty="0"/>
          </a:p>
        </p:txBody>
      </p:sp>
      <p:sp>
        <p:nvSpPr>
          <p:cNvPr id="13" name="song_number">
            <a:extLst>
              <a:ext uri="{FF2B5EF4-FFF2-40B4-BE49-F238E27FC236}">
                <a16:creationId xmlns:a16="http://schemas.microsoft.com/office/drawing/2014/main" id="{7C6BC108-63F5-494C-AD18-0ACA3C0C44A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680960" y="548640"/>
            <a:ext cx="914400" cy="36576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</p:spPr>
        <p:txBody>
          <a:bodyPr lIns="274320" tIns="27432" rIns="0" bIns="0" anchor="ctr"/>
          <a:lstStyle>
            <a:lvl1pPr marL="0" indent="0" algn="ctr">
              <a:buNone/>
              <a:defRPr sz="1800" b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  <a:lvl2pPr marL="457200" indent="0">
              <a:buNone/>
              <a:defRPr sz="105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 algn="l">
              <a:buNone/>
              <a:defRPr sz="900"/>
            </a:lvl5pPr>
          </a:lstStyle>
          <a:p>
            <a:pPr lvl="0"/>
            <a:r>
              <a:rPr lang="en-US" dirty="0"/>
              <a:t>888</a:t>
            </a:r>
          </a:p>
        </p:txBody>
      </p:sp>
      <p:sp>
        <p:nvSpPr>
          <p:cNvPr id="14" name="songbook_logo">
            <a:extLst>
              <a:ext uri="{FF2B5EF4-FFF2-40B4-BE49-F238E27FC236}">
                <a16:creationId xmlns:a16="http://schemas.microsoft.com/office/drawing/2014/main" id="{F6B992DB-BF87-468E-9ADD-A14380E2412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680960" y="548640"/>
            <a:ext cx="365760" cy="361915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 marL="0" indent="0" algn="ctr">
              <a:buNone/>
              <a:defRPr sz="14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04A485-3738-4C04-81B8-D532D3482A4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679775" y="1543662"/>
            <a:ext cx="1213847" cy="1164831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lnSpc>
                <a:spcPct val="90000"/>
              </a:lnSpc>
              <a:spcBef>
                <a:spcPts val="0"/>
              </a:spcBef>
              <a:buNone/>
              <a:defRPr sz="2000" cap="small" baseline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1600" dirty="0"/>
              <a:t>Song Title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50B753F-E541-4C9F-B669-A910A156CE6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679775" y="4422523"/>
            <a:ext cx="1213399" cy="365760"/>
          </a:xfrm>
          <a:prstGeom prst="rect">
            <a:avLst/>
          </a:prstGeom>
        </p:spPr>
        <p:txBody>
          <a:bodyPr lIns="0" tIns="0" rIns="0" bIns="0" anchor="t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sz="700" dirty="0"/>
              <a:t>Copyright</a:t>
            </a:r>
            <a:endParaRPr lang="en-US" dirty="0"/>
          </a:p>
        </p:txBody>
      </p:sp>
      <p:sp>
        <p:nvSpPr>
          <p:cNvPr id="11" name="Content Placeholder 6">
            <a:extLst>
              <a:ext uri="{FF2B5EF4-FFF2-40B4-BE49-F238E27FC236}">
                <a16:creationId xmlns:a16="http://schemas.microsoft.com/office/drawing/2014/main" id="{699063FC-9632-4D6F-B1DE-EF002F6A361D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118872" y="457200"/>
            <a:ext cx="914400" cy="4297680"/>
          </a:xfrm>
          <a:prstGeom prst="roundRect">
            <a:avLst>
              <a:gd name="adj" fmla="val 28004"/>
            </a:avLst>
          </a:prstGeom>
          <a:solidFill>
            <a:srgbClr val="FFFFFF">
              <a:alpha val="14902"/>
            </a:srgbClr>
          </a:solidFill>
          <a:ln w="6350" cap="flat" cmpd="sng" algn="ctr">
            <a:noFill/>
            <a:prstDash val="solid"/>
            <a:miter lim="800000"/>
          </a:ln>
          <a:effectLst/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sz="1400" b="0" dirty="0">
                <a:solidFill>
                  <a:schemeClr val="bg1"/>
                </a:solidFill>
              </a:defRPr>
            </a:lvl1pPr>
          </a:lstStyle>
          <a:p>
            <a:pPr marL="228600" lvl="0" indent="-228600" algn="ctr" defTabSz="685800">
              <a:spcBef>
                <a:spcPts val="750"/>
              </a:spcBef>
            </a:pP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0E80279-BD62-43D8-9181-D59FD7657BA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00290" y="228600"/>
            <a:ext cx="6858000" cy="5486400"/>
          </a:xfrm>
          <a:prstGeom prst="roundRect">
            <a:avLst>
              <a:gd name="adj" fmla="val 4465"/>
            </a:avLst>
          </a:prstGeom>
          <a:effectLst>
            <a:outerShdw blurRad="127000" sx="101000" sy="101000" algn="ctr" rotWithShape="0">
              <a:prstClr val="black">
                <a:alpha val="40000"/>
              </a:prst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5" name="Picture Placeholder 17">
            <a:extLst>
              <a:ext uri="{FF2B5EF4-FFF2-40B4-BE49-F238E27FC236}">
                <a16:creationId xmlns:a16="http://schemas.microsoft.com/office/drawing/2014/main" id="{02E7528C-D042-4C00-8262-48D39802E0FD}"/>
              </a:ext>
            </a:extLst>
          </p:cNvPr>
          <p:cNvSpPr>
            <a:spLocks noGrp="1" noChangeAspect="1"/>
          </p:cNvSpPr>
          <p:nvPr>
            <p:ph type="pic" sz="quarter" idx="20"/>
          </p:nvPr>
        </p:nvSpPr>
        <p:spPr>
          <a:xfrm>
            <a:off x="7679775" y="4831811"/>
            <a:ext cx="367371" cy="365760"/>
          </a:xfrm>
          <a:prstGeom prst="ellipse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F209F-6325-4F89-AF15-E9902E6E185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679328" y="2790825"/>
            <a:ext cx="1213847" cy="11652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spcBef>
                <a:spcPts val="0"/>
              </a:spcBef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BEE7DFD-75AB-4A06-A88A-D17B96DFDA4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679327" y="4009512"/>
            <a:ext cx="1213847" cy="365125"/>
          </a:xfrm>
          <a:prstGeom prst="rect">
            <a:avLst/>
          </a:prstGeom>
        </p:spPr>
        <p:txBody>
          <a:bodyPr lIns="0" tIns="0" rIns="0" bIns="0"/>
          <a:lstStyle>
            <a:lvl1pPr marL="0" indent="0" algn="r"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Translation</a:t>
            </a:r>
          </a:p>
        </p:txBody>
      </p:sp>
      <p:sp>
        <p:nvSpPr>
          <p:cNvPr id="34" name="highlight">
            <a:extLst>
              <a:ext uri="{FF2B5EF4-FFF2-40B4-BE49-F238E27FC236}">
                <a16:creationId xmlns:a16="http://schemas.microsoft.com/office/drawing/2014/main" id="{61CB7EFD-BD44-4B06-A1E0-C5B8F0FE6B00}"/>
              </a:ext>
            </a:extLst>
          </p:cNvPr>
          <p:cNvSpPr>
            <a:spLocks noGrp="1"/>
          </p:cNvSpPr>
          <p:nvPr>
            <p:ph sz="quarter" idx="42" hasCustomPrompt="1"/>
          </p:nvPr>
        </p:nvSpPr>
        <p:spPr>
          <a:xfrm flipH="1" flipV="1">
            <a:off x="1725613" y="2344738"/>
            <a:ext cx="365760" cy="365760"/>
          </a:xfrm>
          <a:prstGeom prst="roundRect">
            <a:avLst>
              <a:gd name="adj" fmla="val 50000"/>
            </a:avLst>
          </a:prstGeom>
          <a:solidFill>
            <a:srgbClr val="FFFFFF">
              <a:alpha val="50196"/>
            </a:srgbClr>
          </a:solidFill>
        </p:spPr>
        <p:txBody>
          <a:bodyPr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H</a:t>
            </a:r>
          </a:p>
        </p:txBody>
      </p:sp>
      <p:sp>
        <p:nvSpPr>
          <p:cNvPr id="35" name="verse bubble 1">
            <a:extLst>
              <a:ext uri="{FF2B5EF4-FFF2-40B4-BE49-F238E27FC236}">
                <a16:creationId xmlns:a16="http://schemas.microsoft.com/office/drawing/2014/main" id="{A6FD5BBB-6C0D-4198-B190-49BEC9170B88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173037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6" name="verse bubble 2">
            <a:extLst>
              <a:ext uri="{FF2B5EF4-FFF2-40B4-BE49-F238E27FC236}">
                <a16:creationId xmlns:a16="http://schemas.microsoft.com/office/drawing/2014/main" id="{FEC94C96-EC65-4289-8B61-E15D0C2D1FE3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217015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7" name="verse bubble 3">
            <a:extLst>
              <a:ext uri="{FF2B5EF4-FFF2-40B4-BE49-F238E27FC236}">
                <a16:creationId xmlns:a16="http://schemas.microsoft.com/office/drawing/2014/main" id="{FBFA4583-ECA1-45BF-87FE-1C5F48145EB4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2609941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8" name="verse bubble 4">
            <a:extLst>
              <a:ext uri="{FF2B5EF4-FFF2-40B4-BE49-F238E27FC236}">
                <a16:creationId xmlns:a16="http://schemas.microsoft.com/office/drawing/2014/main" id="{64F21FFD-0332-4460-8120-5DFDA2049C1B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3049724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39" name="verse bubble 5">
            <a:extLst>
              <a:ext uri="{FF2B5EF4-FFF2-40B4-BE49-F238E27FC236}">
                <a16:creationId xmlns:a16="http://schemas.microsoft.com/office/drawing/2014/main" id="{7713CC5A-C6E7-46A4-837E-035390E9A066}"/>
              </a:ext>
            </a:extLst>
          </p:cNvPr>
          <p:cNvSpPr>
            <a:spLocks noGrp="1" noChangeAspect="1"/>
          </p:cNvSpPr>
          <p:nvPr>
            <p:ph type="body" sz="quarter" idx="30" hasCustomPrompt="1"/>
          </p:nvPr>
        </p:nvSpPr>
        <p:spPr>
          <a:xfrm>
            <a:off x="3489507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0" name="verse bubble 6">
            <a:extLst>
              <a:ext uri="{FF2B5EF4-FFF2-40B4-BE49-F238E27FC236}">
                <a16:creationId xmlns:a16="http://schemas.microsoft.com/office/drawing/2014/main" id="{762E0081-B402-4920-BF13-AC2BDF3686C8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3929290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1" name="verse bubble 7">
            <a:extLst>
              <a:ext uri="{FF2B5EF4-FFF2-40B4-BE49-F238E27FC236}">
                <a16:creationId xmlns:a16="http://schemas.microsoft.com/office/drawing/2014/main" id="{14596804-1D5C-4F38-8556-68E92AD69A0B}"/>
              </a:ext>
            </a:extLst>
          </p:cNvPr>
          <p:cNvSpPr>
            <a:spLocks noGrp="1" noChangeAspect="1"/>
          </p:cNvSpPr>
          <p:nvPr>
            <p:ph type="body" sz="quarter" idx="32" hasCustomPrompt="1"/>
          </p:nvPr>
        </p:nvSpPr>
        <p:spPr>
          <a:xfrm>
            <a:off x="4369073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2" name="verse bubble 8">
            <a:extLst>
              <a:ext uri="{FF2B5EF4-FFF2-40B4-BE49-F238E27FC236}">
                <a16:creationId xmlns:a16="http://schemas.microsoft.com/office/drawing/2014/main" id="{4440295B-EF48-44E9-B8DC-D86435338896}"/>
              </a:ext>
            </a:extLst>
          </p:cNvPr>
          <p:cNvSpPr>
            <a:spLocks noGrp="1" noChangeAspect="1"/>
          </p:cNvSpPr>
          <p:nvPr>
            <p:ph type="body" sz="quarter" idx="33" hasCustomPrompt="1"/>
          </p:nvPr>
        </p:nvSpPr>
        <p:spPr>
          <a:xfrm>
            <a:off x="4808856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3" name="verse bubble 9">
            <a:extLst>
              <a:ext uri="{FF2B5EF4-FFF2-40B4-BE49-F238E27FC236}">
                <a16:creationId xmlns:a16="http://schemas.microsoft.com/office/drawing/2014/main" id="{25E142A8-CC09-4113-93E3-B780EA7D9DB8}"/>
              </a:ext>
            </a:extLst>
          </p:cNvPr>
          <p:cNvSpPr>
            <a:spLocks noGrp="1" noChangeAspect="1"/>
          </p:cNvSpPr>
          <p:nvPr>
            <p:ph type="body" sz="quarter" idx="34" hasCustomPrompt="1"/>
          </p:nvPr>
        </p:nvSpPr>
        <p:spPr>
          <a:xfrm>
            <a:off x="5248639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4" name="verse bubble 10">
            <a:extLst>
              <a:ext uri="{FF2B5EF4-FFF2-40B4-BE49-F238E27FC236}">
                <a16:creationId xmlns:a16="http://schemas.microsoft.com/office/drawing/2014/main" id="{0F0F089A-584F-4FF8-B1E2-4F2326728124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5688422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5" name="verse bubble 11">
            <a:extLst>
              <a:ext uri="{FF2B5EF4-FFF2-40B4-BE49-F238E27FC236}">
                <a16:creationId xmlns:a16="http://schemas.microsoft.com/office/drawing/2014/main" id="{03A39CC9-B6F7-48C3-A8CC-EA7C85076092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128205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6" name="verse bubble 12">
            <a:extLst>
              <a:ext uri="{FF2B5EF4-FFF2-40B4-BE49-F238E27FC236}">
                <a16:creationId xmlns:a16="http://schemas.microsoft.com/office/drawing/2014/main" id="{E5FECA32-30E4-48BA-AC33-B4E8123E2CC2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567988" y="979489"/>
            <a:ext cx="365760" cy="361915"/>
          </a:xfrm>
          <a:prstGeom prst="ellipse">
            <a:avLst/>
          </a:prstGeom>
          <a:solidFill>
            <a:srgbClr val="C80000"/>
          </a:solidFill>
        </p:spPr>
        <p:txBody>
          <a:bodyPr anchor="ctr"/>
          <a:lstStyle>
            <a:lvl1pPr algn="ctr">
              <a:buNone/>
              <a:defRPr/>
            </a:lvl1pPr>
          </a:lstStyle>
          <a:p>
            <a:pPr lvl="0"/>
            <a:r>
              <a:rPr lang="en-US" dirty="0"/>
              <a:t>N</a:t>
            </a:r>
          </a:p>
        </p:txBody>
      </p:sp>
      <p:sp>
        <p:nvSpPr>
          <p:cNvPr id="47" name="arrow 1">
            <a:extLst>
              <a:ext uri="{FF2B5EF4-FFF2-40B4-BE49-F238E27FC236}">
                <a16:creationId xmlns:a16="http://schemas.microsoft.com/office/drawing/2014/main" id="{162298F0-271B-46D4-8C1E-7CBB2993BCC6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1725485" y="1703353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9" name="arrow 2">
            <a:extLst>
              <a:ext uri="{FF2B5EF4-FFF2-40B4-BE49-F238E27FC236}">
                <a16:creationId xmlns:a16="http://schemas.microsoft.com/office/drawing/2014/main" id="{7E3D4712-3E2F-4CA7-AF0F-2B278ADBA62C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2170158" y="1706317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0" name="arrow 3">
            <a:extLst>
              <a:ext uri="{FF2B5EF4-FFF2-40B4-BE49-F238E27FC236}">
                <a16:creationId xmlns:a16="http://schemas.microsoft.com/office/drawing/2014/main" id="{73B10C46-99DD-480F-962C-DDC24DD4F563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2614831" y="1709281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51" name="arrow 4">
            <a:extLst>
              <a:ext uri="{FF2B5EF4-FFF2-40B4-BE49-F238E27FC236}">
                <a16:creationId xmlns:a16="http://schemas.microsoft.com/office/drawing/2014/main" id="{2AB38A91-5394-4C24-93C3-CAD174155CB4}"/>
              </a:ext>
            </a:extLst>
          </p:cNvPr>
          <p:cNvSpPr>
            <a:spLocks noGrp="1"/>
          </p:cNvSpPr>
          <p:nvPr>
            <p:ph sz="quarter" idx="41" hasCustomPrompt="1"/>
          </p:nvPr>
        </p:nvSpPr>
        <p:spPr>
          <a:xfrm>
            <a:off x="3059504" y="1712245"/>
            <a:ext cx="361915" cy="361915"/>
          </a:xfrm>
          <a:prstGeom prst="downArrow">
            <a:avLst>
              <a:gd name="adj1" fmla="val 50000"/>
              <a:gd name="adj2" fmla="val 75733"/>
            </a:avLst>
          </a:prstGeom>
          <a:solidFill>
            <a:schemeClr val="tx1"/>
          </a:solidFill>
        </p:spPr>
        <p:txBody>
          <a:bodyPr anchor="ctr"/>
          <a:lstStyle>
            <a:lvl1pPr algn="ctr">
              <a:buNone/>
              <a:defRPr>
                <a:solidFill>
                  <a:srgbClr val="2F6B33"/>
                </a:solidFill>
              </a:defRPr>
            </a:lvl1pPr>
          </a:lstStyle>
          <a:p>
            <a:pPr lvl="0"/>
            <a:r>
              <a:rPr lang="en-US" dirty="0"/>
              <a:t>A</a:t>
            </a:r>
          </a:p>
        </p:txBody>
      </p:sp>
      <p:sp>
        <p:nvSpPr>
          <p:cNvPr id="48" name="coda">
            <a:extLst>
              <a:ext uri="{FF2B5EF4-FFF2-40B4-BE49-F238E27FC236}">
                <a16:creationId xmlns:a16="http://schemas.microsoft.com/office/drawing/2014/main" id="{CF9DED1F-1FA5-4D28-BAD4-A03C7E01CEE9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1690688" y="2887663"/>
            <a:ext cx="365760" cy="365760"/>
          </a:xfrm>
          <a:prstGeom prst="ellipse">
            <a:avLst/>
          </a:prstGeom>
          <a:noFill/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340496694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delay="0"/>
                                  </p:end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3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3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4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2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4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4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4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500"/>
                                        <p:tgtEl>
                                          <p:spTgt spid="47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49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5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2" dur="500"/>
                                        <p:tgtEl>
                                          <p:spTgt spid="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51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4" grpId="0"/>
      <p:bldP spid="5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8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 nodePh="1">
                  <p:stCondLst>
                    <p:cond delay="0"/>
                  </p:stCondLst>
                  <p:endCondLst>
                    <p:cond delay="0"/>
                  </p:end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1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0" grpId="0"/>
      <p:bldP spid="15" grpId="0"/>
      <p:bldP spid="4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9" grpId="0" build="p">
        <p:tmplLst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8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8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8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3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3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3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2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3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3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3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4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4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5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5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5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6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6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6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7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7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7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9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49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49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0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51" grpId="0" build="p" animBg="1">
        <p:tmplLst>
          <p:tmpl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  <p:tmpl lvl="1">
            <p:tnLst>
              <p:par>
                <p:cTn presetID="10" presetClass="entr" presetSubtype="0" fill="hold" nodeType="with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51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Effect transition="in" filter="fade">
                      <p:cBhvr>
                        <p:cTn dur="500"/>
                        <p:tgtEl>
                          <p:spTgt spid="51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48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2360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callout">
            <a:extLst>
              <a:ext uri="{FF2B5EF4-FFF2-40B4-BE49-F238E27FC236}">
                <a16:creationId xmlns:a16="http://schemas.microsoft.com/office/drawing/2014/main" id="{24980923-FB96-4E12-B290-EAFB8C34AF3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836988" y="3257550"/>
            <a:ext cx="3006725" cy="444500"/>
          </a:xfrm>
          <a:prstGeom prst="roundRect">
            <a:avLst>
              <a:gd name="adj" fmla="val 26137"/>
            </a:avLst>
          </a:prstGeom>
          <a:solidFill>
            <a:srgbClr val="014A81"/>
          </a:solidFill>
        </p:spPr>
        <p:txBody>
          <a:bodyPr anchor="ctr"/>
          <a:lstStyle>
            <a:lvl1pPr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05027"/>
            <a:ext cx="7603461" cy="209973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15925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</p:spTree>
    <p:extLst>
      <p:ext uri="{BB962C8B-B14F-4D97-AF65-F5344CB8AC3E}">
        <p14:creationId xmlns:p14="http://schemas.microsoft.com/office/powerpoint/2010/main" val="20788469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2" name="silence-10s">
            <a:hlinkClick r:id="" action="ppaction://media"/>
            <a:extLst>
              <a:ext uri="{FF2B5EF4-FFF2-40B4-BE49-F238E27FC236}">
                <a16:creationId xmlns:a16="http://schemas.microsoft.com/office/drawing/2014/main" id="{51584255-B263-4500-A903-6DE4F9716DC7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556942" y="3926760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8713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4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4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2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4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4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4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15" name="circle-background">
            <a:extLst>
              <a:ext uri="{FF2B5EF4-FFF2-40B4-BE49-F238E27FC236}">
                <a16:creationId xmlns:a16="http://schemas.microsoft.com/office/drawing/2014/main" id="{4307AE6C-D3E8-4BD1-9215-CCBC161642CA}"/>
              </a:ext>
            </a:extLst>
          </p:cNvPr>
          <p:cNvSpPr>
            <a:spLocks noGrp="1" noChangeAspect="1"/>
          </p:cNvSpPr>
          <p:nvPr>
            <p:ph sz="quarter" idx="18" hasCustomPrompt="1"/>
          </p:nvPr>
        </p:nvSpPr>
        <p:spPr>
          <a:xfrm>
            <a:off x="3063240" y="411480"/>
            <a:ext cx="4572000" cy="4572000"/>
          </a:xfrm>
          <a:prstGeom prst="ellipse">
            <a:avLst/>
          </a:prstGeom>
          <a:solidFill>
            <a:srgbClr val="FFFFFF">
              <a:alpha val="85000"/>
            </a:srgbClr>
          </a:solidFill>
        </p:spPr>
        <p:txBody>
          <a:bodyPr/>
          <a:lstStyle>
            <a:lvl1pPr>
              <a:buNone/>
              <a:defRPr/>
            </a:lvl1pPr>
          </a:lstStyle>
          <a:p>
            <a:pPr lvl="0"/>
            <a:r>
              <a:rPr lang="en-US" dirty="0"/>
              <a:t>Circle-background</a:t>
            </a:r>
          </a:p>
        </p:txBody>
      </p:sp>
      <p:sp>
        <p:nvSpPr>
          <p:cNvPr id="8" name="title">
            <a:extLst>
              <a:ext uri="{FF2B5EF4-FFF2-40B4-BE49-F238E27FC236}">
                <a16:creationId xmlns:a16="http://schemas.microsoft.com/office/drawing/2014/main" id="{115AD74F-6597-4D11-84E3-F03F2DD9F1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836709" y="23296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0" name="detail">
            <a:extLst>
              <a:ext uri="{FF2B5EF4-FFF2-40B4-BE49-F238E27FC236}">
                <a16:creationId xmlns:a16="http://schemas.microsoft.com/office/drawing/2014/main" id="{2177151D-518D-4586-8940-820C57BEEF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26264" y="8486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7" name="quote">
            <a:extLst>
              <a:ext uri="{FF2B5EF4-FFF2-40B4-BE49-F238E27FC236}">
                <a16:creationId xmlns:a16="http://schemas.microsoft.com/office/drawing/2014/main" id="{D28D1B06-F61E-46C8-8BE2-2C9EE74B301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984942" y="39903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11" name="credits">
            <a:extLst>
              <a:ext uri="{FF2B5EF4-FFF2-40B4-BE49-F238E27FC236}">
                <a16:creationId xmlns:a16="http://schemas.microsoft.com/office/drawing/2014/main" id="{1B4EDC40-1BDE-452F-9CDF-5FFDDA12B83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548967" y="4538133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reference">
            <a:extLst>
              <a:ext uri="{FF2B5EF4-FFF2-40B4-BE49-F238E27FC236}">
                <a16:creationId xmlns:a16="http://schemas.microsoft.com/office/drawing/2014/main" id="{CE2545CB-1CAD-41DE-B9A3-343E2927583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984942" y="44706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8" name="highlight">
            <a:extLst>
              <a:ext uri="{FF2B5EF4-FFF2-40B4-BE49-F238E27FC236}">
                <a16:creationId xmlns:a16="http://schemas.microsoft.com/office/drawing/2014/main" id="{A33580DC-3D3A-465D-96F6-1519354675F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1" name="callout">
            <a:extLst>
              <a:ext uri="{FF2B5EF4-FFF2-40B4-BE49-F238E27FC236}">
                <a16:creationId xmlns:a16="http://schemas.microsoft.com/office/drawing/2014/main" id="{5555FF73-0CDC-424B-AD6C-6AA9A6095B2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410940" y="3270391"/>
            <a:ext cx="166211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callout</a:t>
            </a:r>
          </a:p>
        </p:txBody>
      </p:sp>
      <p:sp>
        <p:nvSpPr>
          <p:cNvPr id="9" name="copyright">
            <a:extLst>
              <a:ext uri="{FF2B5EF4-FFF2-40B4-BE49-F238E27FC236}">
                <a16:creationId xmlns:a16="http://schemas.microsoft.com/office/drawing/2014/main" id="{000CC8A8-8C0E-4E6E-91F4-36696E1A12E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554164" y="55507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sp>
        <p:nvSpPr>
          <p:cNvPr id="16" name="leader">
            <a:extLst>
              <a:ext uri="{FF2B5EF4-FFF2-40B4-BE49-F238E27FC236}">
                <a16:creationId xmlns:a16="http://schemas.microsoft.com/office/drawing/2014/main" id="{C02578DB-0DB7-4085-90A0-F5FFA0FA8DC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108192" y="5093208"/>
            <a:ext cx="2837543" cy="420624"/>
          </a:xfrm>
          <a:prstGeom prst="rect">
            <a:avLst/>
          </a:prstGeom>
        </p:spPr>
        <p:txBody>
          <a:bodyPr anchor="ctr"/>
          <a:lstStyle>
            <a:lvl1pPr marL="0" indent="0" algn="r">
              <a:buNone/>
              <a:defRPr cap="small" baseline="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</a:t>
            </a:r>
          </a:p>
        </p:txBody>
      </p:sp>
      <p:sp>
        <p:nvSpPr>
          <p:cNvPr id="17" name="esp-title">
            <a:extLst>
              <a:ext uri="{FF2B5EF4-FFF2-40B4-BE49-F238E27FC236}">
                <a16:creationId xmlns:a16="http://schemas.microsoft.com/office/drawing/2014/main" id="{DAF42457-8B43-4BE6-8458-681251A8F81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989109" y="2482036"/>
            <a:ext cx="3007152" cy="59044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5400" b="1" cap="none" baseline="0">
                <a:solidFill>
                  <a:srgbClr val="014A8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Title</a:t>
            </a:r>
          </a:p>
        </p:txBody>
      </p:sp>
      <p:sp>
        <p:nvSpPr>
          <p:cNvPr id="18" name="esp-detail">
            <a:extLst>
              <a:ext uri="{FF2B5EF4-FFF2-40B4-BE49-F238E27FC236}">
                <a16:creationId xmlns:a16="http://schemas.microsoft.com/office/drawing/2014/main" id="{33D4B0F1-EF15-48BB-8E2F-BFC5E757FD1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78664" y="1001089"/>
            <a:ext cx="2917597" cy="904875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6000" b="1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Detail</a:t>
            </a:r>
          </a:p>
        </p:txBody>
      </p:sp>
      <p:sp>
        <p:nvSpPr>
          <p:cNvPr id="19" name="esp-quote">
            <a:extLst>
              <a:ext uri="{FF2B5EF4-FFF2-40B4-BE49-F238E27FC236}">
                <a16:creationId xmlns:a16="http://schemas.microsoft.com/office/drawing/2014/main" id="{7FB4866D-503C-46C5-9CC9-32FA979E397E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137342" y="4142726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quote</a:t>
            </a:r>
          </a:p>
        </p:txBody>
      </p:sp>
      <p:sp>
        <p:nvSpPr>
          <p:cNvPr id="20" name="esp-credits">
            <a:extLst>
              <a:ext uri="{FF2B5EF4-FFF2-40B4-BE49-F238E27FC236}">
                <a16:creationId xmlns:a16="http://schemas.microsoft.com/office/drawing/2014/main" id="{F70D7E14-764E-445B-A94F-62EDA7CA65D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559844" y="4549012"/>
            <a:ext cx="2400856" cy="940894"/>
          </a:xfrm>
          <a:prstGeom prst="rect">
            <a:avLst/>
          </a:prstGeom>
        </p:spPr>
        <p:txBody>
          <a:bodyPr anchor="b"/>
          <a:lstStyle>
            <a:lvl1pPr algn="r">
              <a:spcBef>
                <a:spcPts val="0"/>
              </a:spcBef>
              <a:buNone/>
              <a:defRPr sz="20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21" name="esp-reference">
            <a:extLst>
              <a:ext uri="{FF2B5EF4-FFF2-40B4-BE49-F238E27FC236}">
                <a16:creationId xmlns:a16="http://schemas.microsoft.com/office/drawing/2014/main" id="{CBD09730-1303-4D7B-920D-D59F64FC4E5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137342" y="4623040"/>
            <a:ext cx="2936452" cy="393700"/>
          </a:xfrm>
          <a:prstGeom prst="rect">
            <a:avLst/>
          </a:prstGeom>
        </p:spPr>
        <p:txBody>
          <a:bodyPr lIns="0" tIns="0" rIns="0" bIns="0"/>
          <a:lstStyle>
            <a:lvl1pPr marL="0" indent="0" algn="ctr">
              <a:spcBef>
                <a:spcPts val="0"/>
              </a:spcBef>
              <a:buNone/>
              <a:defRPr b="0" cap="none" baseline="0">
                <a:solidFill>
                  <a:srgbClr val="113245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reference</a:t>
            </a:r>
          </a:p>
        </p:txBody>
      </p:sp>
      <p:sp>
        <p:nvSpPr>
          <p:cNvPr id="22" name="esp-logo">
            <a:extLst>
              <a:ext uri="{FF2B5EF4-FFF2-40B4-BE49-F238E27FC236}">
                <a16:creationId xmlns:a16="http://schemas.microsoft.com/office/drawing/2014/main" id="{A449D713-59D3-43EE-BB66-B5747C9C60A2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29" name="esp-highlight">
            <a:extLst>
              <a:ext uri="{FF2B5EF4-FFF2-40B4-BE49-F238E27FC236}">
                <a16:creationId xmlns:a16="http://schemas.microsoft.com/office/drawing/2014/main" id="{115545AB-E91A-42DC-8068-AFF72A9D5DA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24" name="esp-navbar">
            <a:extLst>
              <a:ext uri="{FF2B5EF4-FFF2-40B4-BE49-F238E27FC236}">
                <a16:creationId xmlns:a16="http://schemas.microsoft.com/office/drawing/2014/main" id="{22476951-8E99-4FE9-B8E7-773D03E740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2" name="esp-callout">
            <a:extLst>
              <a:ext uri="{FF2B5EF4-FFF2-40B4-BE49-F238E27FC236}">
                <a16:creationId xmlns:a16="http://schemas.microsoft.com/office/drawing/2014/main" id="{C89FEC88-BCA8-4440-92B1-D090C9215495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74349" y="3268712"/>
            <a:ext cx="2252453" cy="444500"/>
          </a:xfrm>
          <a:prstGeom prst="roundRect">
            <a:avLst>
              <a:gd name="adj" fmla="val 26702"/>
            </a:avLst>
          </a:prstGeom>
          <a:solidFill>
            <a:srgbClr val="014A81"/>
          </a:solidFill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-callout</a:t>
            </a:r>
          </a:p>
        </p:txBody>
      </p:sp>
      <p:sp>
        <p:nvSpPr>
          <p:cNvPr id="26" name="esp-copyright">
            <a:extLst>
              <a:ext uri="{FF2B5EF4-FFF2-40B4-BE49-F238E27FC236}">
                <a16:creationId xmlns:a16="http://schemas.microsoft.com/office/drawing/2014/main" id="{9F0726DE-C67E-4CA6-A0DC-42EB439EF02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706564" y="5703151"/>
            <a:ext cx="7603461" cy="118525"/>
          </a:xfrm>
          <a:prstGeom prst="rect">
            <a:avLst/>
          </a:prstGeom>
        </p:spPr>
        <p:txBody>
          <a:bodyPr lIns="0" tIns="0" rIns="0" bIns="0" anchor="ctr"/>
          <a:lstStyle>
            <a:lvl1pPr algn="ctr">
              <a:spcBef>
                <a:spcPts val="0"/>
              </a:spcBef>
              <a:buNone/>
              <a:defRPr sz="9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copyright</a:t>
            </a:r>
          </a:p>
        </p:txBody>
      </p:sp>
      <p:pic>
        <p:nvPicPr>
          <p:cNvPr id="5" name="silence-40s">
            <a:hlinkClick r:id="" action="ppaction://media"/>
            <a:extLst>
              <a:ext uri="{FF2B5EF4-FFF2-40B4-BE49-F238E27FC236}">
                <a16:creationId xmlns:a16="http://schemas.microsoft.com/office/drawing/2014/main" id="{F8501AD9-913E-4623-94C0-4CCABB8914DA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435350" y="3638273"/>
            <a:ext cx="271463" cy="271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997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5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17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4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9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5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6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8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9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1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4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67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68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6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0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1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2" dur="500"/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3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4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5" dur="500"/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7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78" dur="500"/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0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80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81" dur="500"/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4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4" dur="500"/>
                                            <p:tgtEl>
                                              <p:spTgt spid="2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87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8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89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0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3" dur="5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6" dur="5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9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9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99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500"/>
                                            <p:tgtEl>
                                              <p:spTgt spid="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5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500"/>
                                            <p:tgtEl>
                                              <p:spTgt spid="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110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5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1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8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5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5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7" dur="5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8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12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5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8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8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" grpId="0"/>
          <p:bldP spid="3" grpId="1"/>
          <p:bldP spid="2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9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9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2" grpId="0"/>
          <p:bldP spid="22" grpId="1"/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1000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5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5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14" name="highlight">
            <a:extLst>
              <a:ext uri="{FF2B5EF4-FFF2-40B4-BE49-F238E27FC236}">
                <a16:creationId xmlns:a16="http://schemas.microsoft.com/office/drawing/2014/main" id="{C61CF084-E13F-49CD-A369-86E5602DA44D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58311" y="542302"/>
            <a:ext cx="1450450" cy="306387"/>
          </a:xfrm>
          <a:prstGeom prst="roundRect">
            <a:avLst>
              <a:gd name="adj" fmla="val 23106"/>
            </a:avLst>
          </a:prstGeom>
          <a:solidFill>
            <a:srgbClr val="057A84"/>
          </a:solidFill>
          <a:ln>
            <a:noFill/>
          </a:ln>
        </p:spPr>
        <p:txBody>
          <a:bodyPr anchor="ctr"/>
          <a:lstStyle>
            <a:lvl1pPr algn="ctr">
              <a:buNone/>
              <a:defRPr sz="9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68336" y="5001768"/>
            <a:ext cx="162250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1742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after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 nodePh="1">
                                      <p:stCondLst>
                                        <p:cond delay="15000"/>
                                      </p:stCondLst>
                                      <p:endCondLst>
                                        <p:cond evt="begin" delay="0">
                                          <p:tn val="14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7" fill="hold">
                                <p:stCondLst>
                                  <p:cond delay="15500"/>
                                </p:stCondLst>
                                <p:childTnLst>
                                  <p:par>
                                    <p:cTn id="18" presetID="10" presetClass="exit" presetSubtype="0" fill="hold" grpId="1" nodeType="after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18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19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" presetID="10" presetClass="entr" presetSubtype="0" fill="hold" grpId="1" nodeType="withEffect" nodePh="1">
                                      <p:stCondLst>
                                        <p:cond delay="10000"/>
                                      </p:stCondLst>
                                      <p:endCondLst>
                                        <p:cond evt="begin" delay="0">
                                          <p:tn val="21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16" grpId="0" build="allAtOnce"/>
          <p:bldP spid="16" grpId="1" build="allAtOnce"/>
          <p:bldP spid="11" grpId="0" build="allAtOnce"/>
          <p:bldP spid="11" grpId="1" build="allAtOnce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ckground">
            <a:extLst>
              <a:ext uri="{FF2B5EF4-FFF2-40B4-BE49-F238E27FC236}">
                <a16:creationId xmlns:a16="http://schemas.microsoft.com/office/drawing/2014/main" id="{AEB9645B-E98A-42E2-8A89-EC689429C2D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background</a:t>
            </a:r>
          </a:p>
        </p:txBody>
      </p:sp>
      <p:sp>
        <p:nvSpPr>
          <p:cNvPr id="12" name="navbar-background">
            <a:extLst>
              <a:ext uri="{FF2B5EF4-FFF2-40B4-BE49-F238E27FC236}">
                <a16:creationId xmlns:a16="http://schemas.microsoft.com/office/drawing/2014/main" id="{0B550FED-FDFE-400F-A66B-5E2A68B6C6F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0" y="0"/>
            <a:ext cx="1554480" cy="5715000"/>
          </a:xfrm>
          <a:prstGeom prst="rect">
            <a:avLst/>
          </a:prstGeom>
          <a:gradFill flip="none" rotWithShape="1">
            <a:gsLst>
              <a:gs pos="0">
                <a:srgbClr val="1B265E">
                  <a:alpha val="84706"/>
                </a:srgbClr>
              </a:gs>
              <a:gs pos="40000">
                <a:srgbClr val="182E64">
                  <a:alpha val="84706"/>
                </a:srgbClr>
              </a:gs>
              <a:gs pos="100000">
                <a:srgbClr val="0A598A">
                  <a:alpha val="9000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>
              <a:buNone/>
              <a:defRPr lang="en-US" sz="1404" dirty="0">
                <a:solidFill>
                  <a:schemeClr val="lt1"/>
                </a:solidFill>
              </a:defRPr>
            </a:lvl1pPr>
          </a:lstStyle>
          <a:p>
            <a:pPr marL="0" lvl="0" algn="ctr" defTabSz="713232"/>
            <a:r>
              <a:rPr lang="en-US" dirty="0"/>
              <a:t>Navbar-background</a:t>
            </a:r>
          </a:p>
        </p:txBody>
      </p:sp>
      <p:sp>
        <p:nvSpPr>
          <p:cNvPr id="3" name="logo">
            <a:extLst>
              <a:ext uri="{FF2B5EF4-FFF2-40B4-BE49-F238E27FC236}">
                <a16:creationId xmlns:a16="http://schemas.microsoft.com/office/drawing/2014/main" id="{D5C254D8-33A5-4125-A911-B875ACEA7E53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1668537" y="5029200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</a:t>
            </a:r>
          </a:p>
        </p:txBody>
      </p:sp>
      <p:sp>
        <p:nvSpPr>
          <p:cNvPr id="16" name="order of worship">
            <a:extLst>
              <a:ext uri="{FF2B5EF4-FFF2-40B4-BE49-F238E27FC236}">
                <a16:creationId xmlns:a16="http://schemas.microsoft.com/office/drawing/2014/main" id="{E6F9FE29-F14D-4ACE-81C4-AA80FBAACFC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622817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order</a:t>
            </a:r>
          </a:p>
        </p:txBody>
      </p:sp>
      <p:sp>
        <p:nvSpPr>
          <p:cNvPr id="15" name="highlight">
            <a:extLst>
              <a:ext uri="{FF2B5EF4-FFF2-40B4-BE49-F238E27FC236}">
                <a16:creationId xmlns:a16="http://schemas.microsoft.com/office/drawing/2014/main" id="{3A4D01FA-51AD-4FD6-B29E-C705346CF71E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3078" y="482274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/>
              <a:t>highlight</a:t>
            </a:r>
          </a:p>
        </p:txBody>
      </p:sp>
      <p:sp>
        <p:nvSpPr>
          <p:cNvPr id="6" name="navbar">
            <a:extLst>
              <a:ext uri="{FF2B5EF4-FFF2-40B4-BE49-F238E27FC236}">
                <a16:creationId xmlns:a16="http://schemas.microsoft.com/office/drawing/2014/main" id="{E9B9669B-7121-41D3-84BD-6DD37099A76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-79512" y="0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" name="date">
            <a:extLst>
              <a:ext uri="{FF2B5EF4-FFF2-40B4-BE49-F238E27FC236}">
                <a16:creationId xmlns:a16="http://schemas.microsoft.com/office/drawing/2014/main" id="{A0CEDCF9-8163-4EA7-9A9D-DD60C8755D7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-100196" y="5001768"/>
            <a:ext cx="1654350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7" name="silence">
            <a:extLst>
              <a:ext uri="{FF2B5EF4-FFF2-40B4-BE49-F238E27FC236}">
                <a16:creationId xmlns:a16="http://schemas.microsoft.com/office/drawing/2014/main" id="{C6B850A9-26C5-4CE4-9231-46EF9FFCF39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i="1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sp>
        <p:nvSpPr>
          <p:cNvPr id="11" name="leaders">
            <a:extLst>
              <a:ext uri="{FF2B5EF4-FFF2-40B4-BE49-F238E27FC236}">
                <a16:creationId xmlns:a16="http://schemas.microsoft.com/office/drawing/2014/main" id="{2F04EB4F-A9F3-4954-8B0D-347FC628432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612475" y="36576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/>
              <a:t>leaders</a:t>
            </a:r>
          </a:p>
        </p:txBody>
      </p:sp>
      <p:sp>
        <p:nvSpPr>
          <p:cNvPr id="18" name="esp-logo">
            <a:extLst>
              <a:ext uri="{FF2B5EF4-FFF2-40B4-BE49-F238E27FC236}">
                <a16:creationId xmlns:a16="http://schemas.microsoft.com/office/drawing/2014/main" id="{FD164486-4B32-41F1-8590-D12ADEDED6A9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1668537" y="5028697"/>
            <a:ext cx="1828800" cy="457200"/>
          </a:xfrm>
          <a:prstGeom prst="rect">
            <a:avLst/>
          </a:prstGeom>
        </p:spPr>
        <p:txBody>
          <a:bodyPr/>
          <a:lstStyle>
            <a:lvl1pPr>
              <a:buNone/>
              <a:defRPr/>
            </a:lvl1pPr>
          </a:lstStyle>
          <a:p>
            <a:r>
              <a:rPr lang="en-US" dirty="0"/>
              <a:t>logo-</a:t>
            </a:r>
            <a:r>
              <a:rPr lang="en-US" dirty="0" err="1"/>
              <a:t>esp</a:t>
            </a:r>
            <a:endParaRPr lang="en-US" dirty="0"/>
          </a:p>
        </p:txBody>
      </p:sp>
      <p:sp>
        <p:nvSpPr>
          <p:cNvPr id="13" name="esp-order of worship">
            <a:extLst>
              <a:ext uri="{FF2B5EF4-FFF2-40B4-BE49-F238E27FC236}">
                <a16:creationId xmlns:a16="http://schemas.microsoft.com/office/drawing/2014/main" id="{E2E9C165-96D8-4A41-9A17-FDF19533130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602133" y="46977"/>
            <a:ext cx="7325239" cy="5120640"/>
          </a:xfrm>
          <a:prstGeom prst="rect">
            <a:avLst/>
          </a:prstGeom>
        </p:spPr>
        <p:txBody>
          <a:bodyPr anchor="ctr"/>
          <a:lstStyle>
            <a:lvl1pPr algn="l">
              <a:lnSpc>
                <a:spcPts val="1700"/>
              </a:lnSpc>
              <a:spcBef>
                <a:spcPts val="1000"/>
              </a:spcBef>
              <a:buNone/>
              <a:defRPr sz="26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-order</a:t>
            </a:r>
          </a:p>
        </p:txBody>
      </p:sp>
      <p:sp>
        <p:nvSpPr>
          <p:cNvPr id="17" name="esp-highlight">
            <a:extLst>
              <a:ext uri="{FF2B5EF4-FFF2-40B4-BE49-F238E27FC236}">
                <a16:creationId xmlns:a16="http://schemas.microsoft.com/office/drawing/2014/main" id="{58132511-C249-4523-A4BF-FB5577C48F4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3078" y="948681"/>
            <a:ext cx="1449387" cy="338455"/>
          </a:xfrm>
          <a:prstGeom prst="roundRect">
            <a:avLst>
              <a:gd name="adj" fmla="val 18293"/>
            </a:avLst>
          </a:prstGeom>
          <a:solidFill>
            <a:srgbClr val="057A84"/>
          </a:solidFill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600"/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-highlight</a:t>
            </a:r>
          </a:p>
        </p:txBody>
      </p:sp>
      <p:sp>
        <p:nvSpPr>
          <p:cNvPr id="19" name="esp-navbar">
            <a:extLst>
              <a:ext uri="{FF2B5EF4-FFF2-40B4-BE49-F238E27FC236}">
                <a16:creationId xmlns:a16="http://schemas.microsoft.com/office/drawing/2014/main" id="{E94E221E-2F60-4CD0-8913-4F19F6E011F4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-79522" y="-8"/>
            <a:ext cx="1633676" cy="5120640"/>
          </a:xfrm>
          <a:prstGeom prst="rect">
            <a:avLst/>
          </a:prstGeom>
        </p:spPr>
        <p:txBody>
          <a:bodyPr anchor="ctr"/>
          <a:lstStyle>
            <a:lvl1pPr algn="r">
              <a:lnSpc>
                <a:spcPts val="1700"/>
              </a:lnSpc>
              <a:buNone/>
              <a:defRPr sz="16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0" name="esp-date">
            <a:extLst>
              <a:ext uri="{FF2B5EF4-FFF2-40B4-BE49-F238E27FC236}">
                <a16:creationId xmlns:a16="http://schemas.microsoft.com/office/drawing/2014/main" id="{717EDC48-BD44-4C58-8C39-AFE6292CC97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-114057" y="5000140"/>
            <a:ext cx="1668211" cy="496888"/>
          </a:xfrm>
          <a:prstGeom prst="rect">
            <a:avLst/>
          </a:prstGeom>
        </p:spPr>
        <p:txBody>
          <a:bodyPr anchor="ctr"/>
          <a:lstStyle>
            <a:lvl1pPr marL="0" indent="0" algn="r">
              <a:lnSpc>
                <a:spcPct val="120000"/>
              </a:lnSpc>
              <a:spcBef>
                <a:spcPts val="0"/>
              </a:spcBef>
              <a:buNone/>
              <a:defRPr sz="1100">
                <a:solidFill>
                  <a:schemeClr val="bg1"/>
                </a:solidFill>
                <a:latin typeface="Avenir Next LT Pro" panose="020B0504020202020204" pitchFamily="34" charset="0"/>
              </a:defRPr>
            </a:lvl1pPr>
          </a:lstStyle>
          <a:p>
            <a:pPr lvl="0"/>
            <a:r>
              <a:rPr lang="en-US" dirty="0" err="1"/>
              <a:t>esp</a:t>
            </a:r>
            <a:r>
              <a:rPr lang="en-US" dirty="0"/>
              <a:t>-date</a:t>
            </a:r>
          </a:p>
        </p:txBody>
      </p:sp>
      <p:sp>
        <p:nvSpPr>
          <p:cNvPr id="21" name="esp-silence">
            <a:extLst>
              <a:ext uri="{FF2B5EF4-FFF2-40B4-BE49-F238E27FC236}">
                <a16:creationId xmlns:a16="http://schemas.microsoft.com/office/drawing/2014/main" id="{FF6AC8D4-E694-405D-9824-67843D0B4FCC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7935686" y="164592"/>
            <a:ext cx="1208314" cy="7402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000" i="1">
                <a:solidFill>
                  <a:schemeClr val="bg1"/>
                </a:solidFill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Silence</a:t>
            </a:r>
          </a:p>
        </p:txBody>
      </p:sp>
      <p:pic>
        <p:nvPicPr>
          <p:cNvPr id="8" name="silence-40s">
            <a:hlinkClick r:id="" action="ppaction://media"/>
            <a:extLst>
              <a:ext uri="{FF2B5EF4-FFF2-40B4-BE49-F238E27FC236}">
                <a16:creationId xmlns:a16="http://schemas.microsoft.com/office/drawing/2014/main" id="{A32E0CFD-C192-43F3-BD6A-38BBFD7C26F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0"/>
                  </p14:bmkLst>
                </p14:media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8353653" y="4928329"/>
            <a:ext cx="271462" cy="27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2726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8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xit" presetSubtype="0" fill="hold" grpId="0" nodeType="withEffect">
                                      <p:stCondLst>
                                        <p:cond delay="12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5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6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7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23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24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5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3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3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38" presetID="10" presetClass="entr" presetSubtype="0" fill="hold" grpId="0" nodeType="withEffect" nodePh="1">
                                      <p:stCondLst>
                                        <p:cond delay="19500"/>
                                      </p:stCondLst>
                                      <p:endCondLst>
                                        <p:cond evt="begin" delay="0">
                                          <p:tn val="38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3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1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4" presetID="10" presetClass="entr" presetSubtype="0" fill="hold" grpId="0" nodeType="withEffect">
                                      <p:stCondLst>
                                        <p:cond delay="19500"/>
                                      </p:stCondLst>
                                      <p:childTnLst>
                                        <p:set>
                                          <p:cBhvr>
                                            <p:cTn id="4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4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1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5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ntr" presetSubtype="0" fill="hold" grpId="0" nodeType="withEffect">
                                      <p:stCondLst>
                                        <p:cond delay="26500"/>
                                      </p:stCondLst>
                                      <p:childTnLst>
                                        <p:set>
                                          <p:cBhvr>
                                            <p:cTn id="5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52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500"/>
                                            <p:tgtEl>
                                              <p:spTgt spid="1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5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59"/>
                                        </p:cond>
                                      </p:endCondLst>
                                      <p:childTnLst>
                                        <p:animEffect transition="out" filter="fade">
                                          <p:cBhvr>
                                            <p:cTn id="60" dur="5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500"/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500"/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2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500"/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499"/>
                                              </p:stCondLst>
                                            </p:cTn>
                                            <p:tgtEl>
                                              <p:spTgt spid="13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500"/>
                                            <p:tgtEl>
                                              <p:spTgt spid="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500"/>
                                            <p:tgtEl>
                                              <p:spTgt spid="1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1" nodeType="withEffect" nodePh="1">
                                      <p:stCondLst>
                                        <p:cond delay="39500"/>
                                      </p:stCondLst>
                                      <p:endCondLst>
                                        <p:cond evt="begin" delay="0">
                                          <p:tn val="77"/>
                                        </p:cond>
                                      </p:end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500"/>
                                            <p:tgtEl>
                                              <p:spTgt spid="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500"/>
                                            <p:tgtEl>
                                              <p:spTgt spid="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500"/>
                                            <p:tgtEl>
                                              <p:spTgt spid="7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1" nodeType="withEffect">
                                      <p:stCondLst>
                                        <p:cond delay="3950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5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8" bmkName="Bookmark 1"/>
                      </p:tgtEl>
                    </p:cond>
                  </p:nextCondLst>
                </p:seq>
              </p:childTnLst>
            </p:cTn>
          </p:par>
        </p:tnLst>
        <p:bldLst>
          <p:bldP spid="3" grpId="0"/>
          <p:bldP spid="3" grpId="1"/>
          <p:bldP spid="16" grpId="0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2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6" grpId="1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6" grpId="0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6" grpId="1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7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1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7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3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allAtOnce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2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1" build="allAtOnce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26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8" grpId="0"/>
          <p:bldP spid="18" grpId="1"/>
          <p:bldP spid="13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26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3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 nodePh="1">
                      <p:stCondLst>
                        <p:cond delay="19500"/>
                      </p:stCondLst>
                      <p:endCondLst>
                        <p:cond delay="0"/>
                      </p:end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 nodePh="1">
                      <p:stCondLst>
                        <p:cond delay="39500"/>
                      </p:stCondLst>
                      <p:endCondLst>
                        <p:cond delay="0"/>
                      </p:end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0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0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1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1950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1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39500"/>
                      </p:stCondLst>
                      <p:childTnLst>
                        <p:animEffect transition="out" filter="fade">
                          <p:cBhvr>
                            <p:cTn dur="500"/>
                            <p:tgtEl>
                              <p:spTgt spid="2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499"/>
                              </p:stCondLst>
                            </p:cTn>
                            <p:tgtEl>
                              <p:spTgt spid="2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40045" fill="hold"/>
                                            <p:tgtEl>
                                              <p:spTgt spid="8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8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9825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09825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5945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8045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1945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9293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F0780372-4935-4986-90A4-48B55ED36F53}"/>
              </a:ext>
            </a:extLst>
          </p:cNvPr>
          <p:cNvSpPr/>
          <p:nvPr userDrawn="1"/>
        </p:nvSpPr>
        <p:spPr>
          <a:xfrm>
            <a:off x="5297681" y="4434006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D32A558E-8BF8-4D5C-A2ED-BF3E28AEA0FA}"/>
              </a:ext>
            </a:extLst>
          </p:cNvPr>
          <p:cNvSpPr>
            <a:spLocks noChangeAspect="1"/>
          </p:cNvSpPr>
          <p:nvPr userDrawn="1"/>
        </p:nvSpPr>
        <p:spPr>
          <a:xfrm>
            <a:off x="5297681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36" name="Content Placeholder 14">
            <a:extLst>
              <a:ext uri="{FF2B5EF4-FFF2-40B4-BE49-F238E27FC236}">
                <a16:creationId xmlns:a16="http://schemas.microsoft.com/office/drawing/2014/main" id="{B78C6C9D-AB0C-44A1-A80F-156900B2932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223801" y="1137895"/>
            <a:ext cx="1575417" cy="75577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37" name="Text Placeholder 18">
            <a:extLst>
              <a:ext uri="{FF2B5EF4-FFF2-40B4-BE49-F238E27FC236}">
                <a16:creationId xmlns:a16="http://schemas.microsoft.com/office/drawing/2014/main" id="{923B6B27-F36B-4C3B-87FB-5C5FFD3F757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5901" y="1893674"/>
            <a:ext cx="3171216" cy="1726511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C8C2C615-3170-47DE-8512-40865D66E58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09801" y="4562723"/>
            <a:ext cx="3187315" cy="1072835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39" name="Picture Placeholder 2">
            <a:extLst>
              <a:ext uri="{FF2B5EF4-FFF2-40B4-BE49-F238E27FC236}">
                <a16:creationId xmlns:a16="http://schemas.microsoft.com/office/drawing/2014/main" id="{72680DDC-CABF-48B8-87F5-81027DD804C5}"/>
              </a:ext>
            </a:extLst>
          </p:cNvPr>
          <p:cNvSpPr>
            <a:spLocks noGrp="1" noChangeAspect="1"/>
          </p:cNvSpPr>
          <p:nvPr>
            <p:ph type="pic" sz="quarter" idx="37" hasCustomPrompt="1"/>
          </p:nvPr>
        </p:nvSpPr>
        <p:spPr>
          <a:xfrm>
            <a:off x="6417149" y="3705472"/>
            <a:ext cx="1188720" cy="405087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sp>
        <p:nvSpPr>
          <p:cNvPr id="16" name="Content Placeholder 19">
            <a:extLst>
              <a:ext uri="{FF2B5EF4-FFF2-40B4-BE49-F238E27FC236}">
                <a16:creationId xmlns:a16="http://schemas.microsoft.com/office/drawing/2014/main" id="{DA3E7898-6FE8-49BD-972E-B3AAB18A359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19" name="English Item 1">
            <a:extLst>
              <a:ext uri="{FF2B5EF4-FFF2-40B4-BE49-F238E27FC236}">
                <a16:creationId xmlns:a16="http://schemas.microsoft.com/office/drawing/2014/main" id="{DAB46348-1018-491D-8109-A2D1EB5C923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1" name="English Item 2">
            <a:extLst>
              <a:ext uri="{FF2B5EF4-FFF2-40B4-BE49-F238E27FC236}">
                <a16:creationId xmlns:a16="http://schemas.microsoft.com/office/drawing/2014/main" id="{FD1503C4-4E9B-4535-9ADB-74FCEEC0BB1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2" name="English Item 3">
            <a:extLst>
              <a:ext uri="{FF2B5EF4-FFF2-40B4-BE49-F238E27FC236}">
                <a16:creationId xmlns:a16="http://schemas.microsoft.com/office/drawing/2014/main" id="{DB3056AB-4519-4E2C-A0E8-6DDA4B3EC00E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3" name="English Item 4">
            <a:extLst>
              <a:ext uri="{FF2B5EF4-FFF2-40B4-BE49-F238E27FC236}">
                <a16:creationId xmlns:a16="http://schemas.microsoft.com/office/drawing/2014/main" id="{9DF5592A-A77A-407C-9C9C-C27B164A199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4" name="English Item 5">
            <a:extLst>
              <a:ext uri="{FF2B5EF4-FFF2-40B4-BE49-F238E27FC236}">
                <a16:creationId xmlns:a16="http://schemas.microsoft.com/office/drawing/2014/main" id="{D3662E57-565C-4E45-98A4-8D8E3C3CB88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English Item 6">
            <a:extLst>
              <a:ext uri="{FF2B5EF4-FFF2-40B4-BE49-F238E27FC236}">
                <a16:creationId xmlns:a16="http://schemas.microsoft.com/office/drawing/2014/main" id="{2578A92A-8EFF-4568-A06D-5779D203970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English Item 7">
            <a:extLst>
              <a:ext uri="{FF2B5EF4-FFF2-40B4-BE49-F238E27FC236}">
                <a16:creationId xmlns:a16="http://schemas.microsoft.com/office/drawing/2014/main" id="{179FB5E2-FBEE-4FBA-AF27-A94970BFC9B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English Item 8">
            <a:extLst>
              <a:ext uri="{FF2B5EF4-FFF2-40B4-BE49-F238E27FC236}">
                <a16:creationId xmlns:a16="http://schemas.microsoft.com/office/drawing/2014/main" id="{1919A087-2EFF-4E39-8037-C88FF7C955E5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English Item 9">
            <a:extLst>
              <a:ext uri="{FF2B5EF4-FFF2-40B4-BE49-F238E27FC236}">
                <a16:creationId xmlns:a16="http://schemas.microsoft.com/office/drawing/2014/main" id="{85223DAC-0D1F-416B-A43F-A9D5C1090DD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English Item 10">
            <a:extLst>
              <a:ext uri="{FF2B5EF4-FFF2-40B4-BE49-F238E27FC236}">
                <a16:creationId xmlns:a16="http://schemas.microsoft.com/office/drawing/2014/main" id="{F0FBCD67-F549-44D1-96D7-28B74090A051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English Item 11">
            <a:extLst>
              <a:ext uri="{FF2B5EF4-FFF2-40B4-BE49-F238E27FC236}">
                <a16:creationId xmlns:a16="http://schemas.microsoft.com/office/drawing/2014/main" id="{5975C85C-FCD3-42A6-9A9B-549D71818D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English Item 12">
            <a:extLst>
              <a:ext uri="{FF2B5EF4-FFF2-40B4-BE49-F238E27FC236}">
                <a16:creationId xmlns:a16="http://schemas.microsoft.com/office/drawing/2014/main" id="{D48D47D7-CDC6-4F9D-8D1E-B02869DEECD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English Item 13">
            <a:extLst>
              <a:ext uri="{FF2B5EF4-FFF2-40B4-BE49-F238E27FC236}">
                <a16:creationId xmlns:a16="http://schemas.microsoft.com/office/drawing/2014/main" id="{BCDA842C-BD8E-4E94-AF28-9C14967890E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English Item 14">
            <a:extLst>
              <a:ext uri="{FF2B5EF4-FFF2-40B4-BE49-F238E27FC236}">
                <a16:creationId xmlns:a16="http://schemas.microsoft.com/office/drawing/2014/main" id="{04FB01CE-EC4A-4C58-8953-588F5230E1B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2807223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5529F06-736E-4BFB-B16E-7F73FD8319DA}"/>
              </a:ext>
            </a:extLst>
          </p:cNvPr>
          <p:cNvSpPr/>
          <p:nvPr userDrawn="1"/>
        </p:nvSpPr>
        <p:spPr>
          <a:xfrm>
            <a:off x="1508760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E0F68E9-2DB5-48BE-AA90-BCFC508DF7E3}"/>
              </a:ext>
            </a:extLst>
          </p:cNvPr>
          <p:cNvSpPr>
            <a:spLocks noChangeAspect="1"/>
          </p:cNvSpPr>
          <p:nvPr userDrawn="1"/>
        </p:nvSpPr>
        <p:spPr>
          <a:xfrm>
            <a:off x="1510101" y="914400"/>
            <a:ext cx="3427659" cy="3429000"/>
          </a:xfrm>
          <a:prstGeom prst="ellipse">
            <a:avLst/>
          </a:prstGeom>
          <a:solidFill>
            <a:schemeClr val="bg1">
              <a:lumMod val="50000"/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Content Placeholder 14">
            <a:extLst>
              <a:ext uri="{FF2B5EF4-FFF2-40B4-BE49-F238E27FC236}">
                <a16:creationId xmlns:a16="http://schemas.microsoft.com/office/drawing/2014/main" id="{34CE8C7E-CA53-42EE-8BFA-DC58A9464CE1}"/>
              </a:ext>
            </a:extLst>
          </p:cNvPr>
          <p:cNvSpPr>
            <a:spLocks noGrp="1"/>
          </p:cNvSpPr>
          <p:nvPr userDrawn="1">
            <p:ph sz="quarter" idx="10" hasCustomPrompt="1"/>
          </p:nvPr>
        </p:nvSpPr>
        <p:spPr>
          <a:xfrm>
            <a:off x="2432304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6D0F4AE8-8A19-4D36-8F60-2F19803DC9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1" name="Text Placeholder 24">
            <a:extLst>
              <a:ext uri="{FF2B5EF4-FFF2-40B4-BE49-F238E27FC236}">
                <a16:creationId xmlns:a16="http://schemas.microsoft.com/office/drawing/2014/main" id="{A7BCE0CD-B25C-4D83-A7A7-3860687B5A8A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1620881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3CC10419-886C-44EC-8B14-D3DE5367482C}"/>
              </a:ext>
            </a:extLst>
          </p:cNvPr>
          <p:cNvSpPr>
            <a:spLocks noGrp="1" noChangeAspect="1"/>
          </p:cNvSpPr>
          <p:nvPr userDrawn="1">
            <p:ph type="pic" sz="quarter" idx="14" hasCustomPrompt="1"/>
          </p:nvPr>
        </p:nvSpPr>
        <p:spPr>
          <a:xfrm>
            <a:off x="2628900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16" name="Spanish Song Title">
            <a:extLst>
              <a:ext uri="{FF2B5EF4-FFF2-40B4-BE49-F238E27FC236}">
                <a16:creationId xmlns:a16="http://schemas.microsoft.com/office/drawing/2014/main" id="{8D76D5C2-4349-449E-9822-63CBEA493D4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36776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19" name="Spanish Credits">
            <a:extLst>
              <a:ext uri="{FF2B5EF4-FFF2-40B4-BE49-F238E27FC236}">
                <a16:creationId xmlns:a16="http://schemas.microsoft.com/office/drawing/2014/main" id="{21B48B08-B8D3-4A9E-9425-A65019C1170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20881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F16D1EE-EA76-4798-9BA2-E283AC65E152}"/>
              </a:ext>
            </a:extLst>
          </p:cNvPr>
          <p:cNvSpPr/>
          <p:nvPr userDrawn="1"/>
        </p:nvSpPr>
        <p:spPr>
          <a:xfrm>
            <a:off x="5325039" y="4434840"/>
            <a:ext cx="3429000" cy="1828800"/>
          </a:xfrm>
          <a:prstGeom prst="roundRect">
            <a:avLst>
              <a:gd name="adj" fmla="val 9197"/>
            </a:avLst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EA9284E6-FF08-4ECB-9879-D9D2A311384E}"/>
              </a:ext>
            </a:extLst>
          </p:cNvPr>
          <p:cNvSpPr>
            <a:spLocks noChangeAspect="1"/>
          </p:cNvSpPr>
          <p:nvPr userDrawn="1"/>
        </p:nvSpPr>
        <p:spPr>
          <a:xfrm>
            <a:off x="5326380" y="914400"/>
            <a:ext cx="3427659" cy="3429000"/>
          </a:xfrm>
          <a:prstGeom prst="ellipse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0102" tIns="45031" rIns="90102" bIns="45031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4" name="Content Placeholder 14">
            <a:extLst>
              <a:ext uri="{FF2B5EF4-FFF2-40B4-BE49-F238E27FC236}">
                <a16:creationId xmlns:a16="http://schemas.microsoft.com/office/drawing/2014/main" id="{680C9F90-3987-40CF-83E3-FF4C7FBF309B}"/>
              </a:ext>
            </a:extLst>
          </p:cNvPr>
          <p:cNvSpPr>
            <a:spLocks noGrp="1"/>
          </p:cNvSpPr>
          <p:nvPr>
            <p:ph sz="quarter" idx="52" hasCustomPrompt="1"/>
          </p:nvPr>
        </p:nvSpPr>
        <p:spPr>
          <a:xfrm>
            <a:off x="6248583" y="1133856"/>
            <a:ext cx="1572768" cy="75895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5400" b="1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123</a:t>
            </a:r>
          </a:p>
        </p:txBody>
      </p:sp>
      <p:sp>
        <p:nvSpPr>
          <p:cNvPr id="55" name="Text Placeholder 18">
            <a:extLst>
              <a:ext uri="{FF2B5EF4-FFF2-40B4-BE49-F238E27FC236}">
                <a16:creationId xmlns:a16="http://schemas.microsoft.com/office/drawing/2014/main" id="{3C99D6CA-D8DB-4320-ACDD-8B94E012E271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60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6" name="Text Placeholder 24">
            <a:extLst>
              <a:ext uri="{FF2B5EF4-FFF2-40B4-BE49-F238E27FC236}">
                <a16:creationId xmlns:a16="http://schemas.microsoft.com/office/drawing/2014/main" id="{9138FE83-618D-4272-8834-716F189F954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5437160" y="4561745"/>
            <a:ext cx="3188863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57" name="Picture Placeholder 2">
            <a:extLst>
              <a:ext uri="{FF2B5EF4-FFF2-40B4-BE49-F238E27FC236}">
                <a16:creationId xmlns:a16="http://schemas.microsoft.com/office/drawing/2014/main" id="{A6751229-0F07-4258-AC12-7264733748EE}"/>
              </a:ext>
            </a:extLst>
          </p:cNvPr>
          <p:cNvSpPr>
            <a:spLocks noGrp="1" noChangeAspect="1"/>
          </p:cNvSpPr>
          <p:nvPr>
            <p:ph type="pic" sz="quarter" idx="55" hasCustomPrompt="1"/>
          </p:nvPr>
        </p:nvSpPr>
        <p:spPr>
          <a:xfrm>
            <a:off x="6445179" y="3703320"/>
            <a:ext cx="1188720" cy="405089"/>
          </a:xfrm>
          <a:prstGeom prst="roundRect">
            <a:avLst>
              <a:gd name="adj" fmla="val 50000"/>
            </a:avLst>
          </a:prstGeom>
        </p:spPr>
        <p:txBody>
          <a:bodyPr/>
          <a:lstStyle>
            <a:lvl1pPr>
              <a:defRPr sz="1800"/>
            </a:lvl1pPr>
          </a:lstStyle>
          <a:p>
            <a:r>
              <a:rPr lang="en-US" dirty="0"/>
              <a:t>Songbook</a:t>
            </a:r>
          </a:p>
        </p:txBody>
      </p:sp>
      <p:sp>
        <p:nvSpPr>
          <p:cNvPr id="58" name="Spanish Song Title">
            <a:extLst>
              <a:ext uri="{FF2B5EF4-FFF2-40B4-BE49-F238E27FC236}">
                <a16:creationId xmlns:a16="http://schemas.microsoft.com/office/drawing/2014/main" id="{5F137CD4-9662-44E1-8A0A-FA693A95FA2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5453055" y="1892808"/>
            <a:ext cx="3172968" cy="172821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5400" b="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Song Title</a:t>
            </a:r>
          </a:p>
        </p:txBody>
      </p:sp>
      <p:sp>
        <p:nvSpPr>
          <p:cNvPr id="59" name="Spanish Credits">
            <a:extLst>
              <a:ext uri="{FF2B5EF4-FFF2-40B4-BE49-F238E27FC236}">
                <a16:creationId xmlns:a16="http://schemas.microsoft.com/office/drawing/2014/main" id="{DF7C044A-038D-4782-B9EF-BE032880A94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5437160" y="4557925"/>
            <a:ext cx="3191256" cy="1069848"/>
          </a:xfrm>
          <a:prstGeom prst="rect">
            <a:avLst/>
          </a:prstGeom>
        </p:spPr>
        <p:txBody>
          <a:bodyPr tIns="91440" bIns="91440" anchor="ctr"/>
          <a:lstStyle>
            <a:lvl1pPr marL="0" indent="0" algn="ctr" defTabSz="914400">
              <a:buNone/>
              <a:defRPr sz="1600">
                <a:solidFill>
                  <a:schemeClr val="bg2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Light" panose="00000400000000000000" pitchFamily="50" charset="0"/>
              </a:defRPr>
            </a:lvl1pPr>
          </a:lstStyle>
          <a:p>
            <a:pPr lvl="0"/>
            <a:r>
              <a:rPr lang="en-US" dirty="0"/>
              <a:t>Credits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B894783-F693-4D2E-8A1B-FA967788E219}"/>
              </a:ext>
            </a:extLst>
          </p:cNvPr>
          <p:cNvSpPr/>
          <p:nvPr/>
        </p:nvSpPr>
        <p:spPr>
          <a:xfrm>
            <a:off x="6810375" y="218772"/>
            <a:ext cx="3048000" cy="547119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71320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4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7" name="Logo English" descr="A picture containing drawing&#10;&#10;Description automatically generated">
            <a:extLst>
              <a:ext uri="{FF2B5EF4-FFF2-40B4-BE49-F238E27FC236}">
                <a16:creationId xmlns:a16="http://schemas.microsoft.com/office/drawing/2014/main" id="{5F04EE8A-BBA3-457C-AD98-DFC699D7862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6591"/>
            <a:ext cx="2056384" cy="420624"/>
          </a:xfrm>
          <a:prstGeom prst="rect">
            <a:avLst/>
          </a:prstGeom>
        </p:spPr>
      </p:pic>
      <p:pic>
        <p:nvPicPr>
          <p:cNvPr id="8" name="Spanish Logo" descr="A picture containing window&#10;&#10;Description automatically generated">
            <a:extLst>
              <a:ext uri="{FF2B5EF4-FFF2-40B4-BE49-F238E27FC236}">
                <a16:creationId xmlns:a16="http://schemas.microsoft.com/office/drawing/2014/main" id="{CFEC77F2-AB56-4FCB-B825-7105F5DABAE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1511" y="288684"/>
            <a:ext cx="2056384" cy="420624"/>
          </a:xfrm>
          <a:prstGeom prst="rect">
            <a:avLst/>
          </a:prstGeom>
        </p:spPr>
      </p:pic>
      <p:pic>
        <p:nvPicPr>
          <p:cNvPr id="12" name="silence-10s">
            <a:hlinkClick r:id="" action="ppaction://media"/>
            <a:extLst>
              <a:ext uri="{FF2B5EF4-FFF2-40B4-BE49-F238E27FC236}">
                <a16:creationId xmlns:a16="http://schemas.microsoft.com/office/drawing/2014/main" id="{7A991DD0-CA10-4371-BD94-D3CD5DEFE12E}"/>
              </a:ext>
            </a:extLst>
          </p:cNvPr>
          <p:cNvPicPr>
            <a:picLocks noChangeAspect="1"/>
          </p:cNvPicPr>
          <p:nvPr userDrawn="1">
            <a:audioFile r:link="rId2"/>
            <p:extLst>
              <p:ext uri="{DAA4B4D4-6D71-4841-9C94-3DE7FCFB9230}">
                <p14:media xmlns:p14="http://schemas.microsoft.com/office/powerpoint/2010/main" r:embed="rId1">
                  <p14:bmkLst>
                    <p14:bmk name="Bookmark 1" time="5015.5102"/>
                    <p14:bmk name="Bookmark 2" time="10031.0204"/>
                  </p14:bmkLst>
                </p14:media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6658258" y="4655772"/>
            <a:ext cx="609600" cy="609600"/>
          </a:xfrm>
          <a:prstGeom prst="rect">
            <a:avLst/>
          </a:prstGeom>
        </p:spPr>
      </p:pic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89D02FA0-F85F-4F1D-86AA-2458D7268C92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-457200" y="182880"/>
            <a:ext cx="1463040" cy="5303520"/>
          </a:xfrm>
          <a:prstGeom prst="roundRect">
            <a:avLst>
              <a:gd name="adj" fmla="val 12503"/>
            </a:avLst>
          </a:prstGeom>
          <a:solidFill>
            <a:schemeClr val="bg1">
              <a:lumMod val="50000"/>
              <a:alpha val="50000"/>
            </a:schemeClr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en-US" dirty="0"/>
          </a:p>
        </p:txBody>
      </p:sp>
      <p:sp>
        <p:nvSpPr>
          <p:cNvPr id="24" name="Spanish Item 1">
            <a:extLst>
              <a:ext uri="{FF2B5EF4-FFF2-40B4-BE49-F238E27FC236}">
                <a16:creationId xmlns:a16="http://schemas.microsoft.com/office/drawing/2014/main" id="{50B7BC3F-B105-4E03-A4F7-CECC96739E8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107881" y="28659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5" name="Spanish Item 2">
            <a:extLst>
              <a:ext uri="{FF2B5EF4-FFF2-40B4-BE49-F238E27FC236}">
                <a16:creationId xmlns:a16="http://schemas.microsoft.com/office/drawing/2014/main" id="{3C01D79D-2FB0-453D-BCE3-99891FF926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107881" y="72550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6" name="Spanish Item 3">
            <a:extLst>
              <a:ext uri="{FF2B5EF4-FFF2-40B4-BE49-F238E27FC236}">
                <a16:creationId xmlns:a16="http://schemas.microsoft.com/office/drawing/2014/main" id="{7C519B3D-EC95-4704-9E64-9A04A7CAA54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107881" y="11644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7" name="Spanish Item 4">
            <a:extLst>
              <a:ext uri="{FF2B5EF4-FFF2-40B4-BE49-F238E27FC236}">
                <a16:creationId xmlns:a16="http://schemas.microsoft.com/office/drawing/2014/main" id="{33958D73-7E7B-4357-8511-E6EFEA0EF95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68912" y="16009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8" name="Spanish Item 5">
            <a:extLst>
              <a:ext uri="{FF2B5EF4-FFF2-40B4-BE49-F238E27FC236}">
                <a16:creationId xmlns:a16="http://schemas.microsoft.com/office/drawing/2014/main" id="{3C32C377-FE81-46AD-B5EA-CA83F2C50472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68912" y="20375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29" name="Spanish Item 6">
            <a:extLst>
              <a:ext uri="{FF2B5EF4-FFF2-40B4-BE49-F238E27FC236}">
                <a16:creationId xmlns:a16="http://schemas.microsoft.com/office/drawing/2014/main" id="{24E25697-1C79-4363-9138-ACA09C23160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68912" y="24740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0" name="Spanish Item 7">
            <a:extLst>
              <a:ext uri="{FF2B5EF4-FFF2-40B4-BE49-F238E27FC236}">
                <a16:creationId xmlns:a16="http://schemas.microsoft.com/office/drawing/2014/main" id="{D962CC2E-FEE1-4122-A32D-46F76EACF22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068912" y="29106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1" name="Spanish Item 8">
            <a:extLst>
              <a:ext uri="{FF2B5EF4-FFF2-40B4-BE49-F238E27FC236}">
                <a16:creationId xmlns:a16="http://schemas.microsoft.com/office/drawing/2014/main" id="{A085EB3B-7641-446C-8E16-BEC58C3865D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068912" y="33472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2" name="Spanish Item 9">
            <a:extLst>
              <a:ext uri="{FF2B5EF4-FFF2-40B4-BE49-F238E27FC236}">
                <a16:creationId xmlns:a16="http://schemas.microsoft.com/office/drawing/2014/main" id="{37976B9B-046C-4D80-BAE0-2370AF4F68A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1068912" y="37837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3" name="Spanish Item 10">
            <a:extLst>
              <a:ext uri="{FF2B5EF4-FFF2-40B4-BE49-F238E27FC236}">
                <a16:creationId xmlns:a16="http://schemas.microsoft.com/office/drawing/2014/main" id="{169CA6FA-929D-447C-8DCE-A9B9F0CEE8EF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1068912" y="42203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4" name="Spanish Item 11">
            <a:extLst>
              <a:ext uri="{FF2B5EF4-FFF2-40B4-BE49-F238E27FC236}">
                <a16:creationId xmlns:a16="http://schemas.microsoft.com/office/drawing/2014/main" id="{52F8C99B-A5BF-4F67-A48F-01B4A300BF9F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1068912" y="46568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5" name="Spanish Item 12">
            <a:extLst>
              <a:ext uri="{FF2B5EF4-FFF2-40B4-BE49-F238E27FC236}">
                <a16:creationId xmlns:a16="http://schemas.microsoft.com/office/drawing/2014/main" id="{D5BF7C34-69F1-4175-9B5A-5C2D94DD6F98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1068912" y="509342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6" name="Spanish Item 13">
            <a:extLst>
              <a:ext uri="{FF2B5EF4-FFF2-40B4-BE49-F238E27FC236}">
                <a16:creationId xmlns:a16="http://schemas.microsoft.com/office/drawing/2014/main" id="{34F081F5-6A19-4F84-9A6A-56539870372D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8912" y="552998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7" name="Spanish Item 14">
            <a:extLst>
              <a:ext uri="{FF2B5EF4-FFF2-40B4-BE49-F238E27FC236}">
                <a16:creationId xmlns:a16="http://schemas.microsoft.com/office/drawing/2014/main" id="{0B11674E-C139-4CA1-A2EA-2EDE74E53DFA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068912" y="596654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4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legreya Sans Medium" panose="00000600000000000000" pitchFamily="50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8" name="English Item 1">
            <a:extLst>
              <a:ext uri="{FF2B5EF4-FFF2-40B4-BE49-F238E27FC236}">
                <a16:creationId xmlns:a16="http://schemas.microsoft.com/office/drawing/2014/main" id="{64511456-FC51-47DD-BFD0-4943429CABE3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91440" y="27432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39" name="English Item 2">
            <a:extLst>
              <a:ext uri="{FF2B5EF4-FFF2-40B4-BE49-F238E27FC236}">
                <a16:creationId xmlns:a16="http://schemas.microsoft.com/office/drawing/2014/main" id="{77FFD70F-11D8-4F0B-9C11-71C2BC7F333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1440" y="71323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0" name="English Item 3">
            <a:extLst>
              <a:ext uri="{FF2B5EF4-FFF2-40B4-BE49-F238E27FC236}">
                <a16:creationId xmlns:a16="http://schemas.microsoft.com/office/drawing/2014/main" id="{F87C32C9-B3F7-4468-9E26-D649E1154BC2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1440" y="115214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1" name="English Item 4">
            <a:extLst>
              <a:ext uri="{FF2B5EF4-FFF2-40B4-BE49-F238E27FC236}">
                <a16:creationId xmlns:a16="http://schemas.microsoft.com/office/drawing/2014/main" id="{25544223-978A-496C-AFE7-E04E9DD3B1E4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2471" y="158870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2" name="English Item 5">
            <a:extLst>
              <a:ext uri="{FF2B5EF4-FFF2-40B4-BE49-F238E27FC236}">
                <a16:creationId xmlns:a16="http://schemas.microsoft.com/office/drawing/2014/main" id="{70142A18-F862-4599-B43A-74683EE0374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2471" y="2025258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3" name="English Item 6">
            <a:extLst>
              <a:ext uri="{FF2B5EF4-FFF2-40B4-BE49-F238E27FC236}">
                <a16:creationId xmlns:a16="http://schemas.microsoft.com/office/drawing/2014/main" id="{FB224DD5-2774-4F12-B0B6-28C7446947A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471" y="2461815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4" name="English Item 7">
            <a:extLst>
              <a:ext uri="{FF2B5EF4-FFF2-40B4-BE49-F238E27FC236}">
                <a16:creationId xmlns:a16="http://schemas.microsoft.com/office/drawing/2014/main" id="{3C792080-92A6-4656-99EF-B192654536F3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2471" y="2898372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5" name="English Item 8">
            <a:extLst>
              <a:ext uri="{FF2B5EF4-FFF2-40B4-BE49-F238E27FC236}">
                <a16:creationId xmlns:a16="http://schemas.microsoft.com/office/drawing/2014/main" id="{43990215-9E95-4F3F-A512-2C8388A8E1C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471" y="3334929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6" name="English Item 9">
            <a:extLst>
              <a:ext uri="{FF2B5EF4-FFF2-40B4-BE49-F238E27FC236}">
                <a16:creationId xmlns:a16="http://schemas.microsoft.com/office/drawing/2014/main" id="{C9AF262B-0E8B-401A-911E-4903359CE8F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2471" y="3771486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7" name="English Item 10">
            <a:extLst>
              <a:ext uri="{FF2B5EF4-FFF2-40B4-BE49-F238E27FC236}">
                <a16:creationId xmlns:a16="http://schemas.microsoft.com/office/drawing/2014/main" id="{C48066A8-CD95-44E1-B350-279359E486D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471" y="4208043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8" name="English Item 11">
            <a:extLst>
              <a:ext uri="{FF2B5EF4-FFF2-40B4-BE49-F238E27FC236}">
                <a16:creationId xmlns:a16="http://schemas.microsoft.com/office/drawing/2014/main" id="{3BDF1151-7B7E-4F3C-A872-C2120EC76A32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2471" y="4644600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49" name="English Item 12">
            <a:extLst>
              <a:ext uri="{FF2B5EF4-FFF2-40B4-BE49-F238E27FC236}">
                <a16:creationId xmlns:a16="http://schemas.microsoft.com/office/drawing/2014/main" id="{9330F07F-E095-4B99-B3F0-D000A080368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2471" y="5081157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0" name="English Item 13">
            <a:extLst>
              <a:ext uri="{FF2B5EF4-FFF2-40B4-BE49-F238E27FC236}">
                <a16:creationId xmlns:a16="http://schemas.microsoft.com/office/drawing/2014/main" id="{85021B58-4CDE-4E99-8A7B-ACF14CB48BE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2471" y="5517714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  <p:sp>
        <p:nvSpPr>
          <p:cNvPr id="51" name="English Item 14">
            <a:extLst>
              <a:ext uri="{FF2B5EF4-FFF2-40B4-BE49-F238E27FC236}">
                <a16:creationId xmlns:a16="http://schemas.microsoft.com/office/drawing/2014/main" id="{D7BF4D17-421D-4CBB-B002-3920B96C33DB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2471" y="5954271"/>
            <a:ext cx="841248" cy="365760"/>
          </a:xfrm>
          <a:prstGeom prst="roundRect">
            <a:avLst>
              <a:gd name="adj" fmla="val 50000"/>
            </a:avLst>
          </a:prstGeom>
          <a:solidFill>
            <a:schemeClr val="bg1">
              <a:lumMod val="50000"/>
              <a:alpha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lIns="0" tIns="0" rIns="0" bIns="0" anchor="ctr"/>
          <a:lstStyle>
            <a:lvl1pPr marL="0" indent="0" algn="ctr">
              <a:buNone/>
              <a:defRPr sz="12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defRPr>
            </a:lvl1pPr>
          </a:lstStyle>
          <a:p>
            <a:pPr lvl="0"/>
            <a:r>
              <a:rPr lang="en-US" dirty="0"/>
              <a:t>Item</a:t>
            </a:r>
          </a:p>
        </p:txBody>
      </p:sp>
    </p:spTree>
    <p:extLst>
      <p:ext uri="{BB962C8B-B14F-4D97-AF65-F5344CB8AC3E}">
        <p14:creationId xmlns:p14="http://schemas.microsoft.com/office/powerpoint/2010/main" val="3278206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  <p:seq concurrent="1" nextAc="seek">
                  <p:cTn id="8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1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9" fill="hold">
                          <p:stCondLst>
                            <p:cond delay="0"/>
                          </p:stCondLst>
                          <p:childTnLst>
                            <p:par>
                              <p:cTn id="10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1" presetID="10" presetClass="entr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9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0" presetID="10" presetClass="exit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7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0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3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6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3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3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39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1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2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4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5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47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48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4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0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1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4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57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5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59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0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2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3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5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6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6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68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69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7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3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6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7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79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2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3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5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6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88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8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1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4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5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97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98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0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1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3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4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6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07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09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0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12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13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4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6" presetID="10" presetClass="exit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17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1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19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1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22" presetID="10" presetClass="entr" presetSubtype="0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2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24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1"/>
                      </p:tgtEl>
                    </p:cond>
                  </p:nextCondLst>
                </p:seq>
                <p:seq concurrent="1" nextAc="seek">
                  <p:cTn id="125" restart="whenNotActive" fill="hold" evtFilter="cancelBubble" nodeType="interactiveSeq">
                    <p:stCondLst>
                      <p:cond evt="onMediaBookmark" delay="0">
                        <p:tgtEl>
                          <p14:bmkTgt spid="12" bmkName="Bookmark 2"/>
                        </p:tgtEl>
                      </p:cond>
                    </p:stCondLst>
                    <p:endSync evt="end" delay="0">
                      <p:rtn val="all"/>
                    </p:endSync>
                    <p:childTnLst>
                      <p:par>
                        <p:cTn id="126" fill="hold">
                          <p:stCondLst>
                            <p:cond delay="0"/>
                          </p:stCondLst>
                          <p:childTnLst>
                            <p:par>
                              <p:cTn id="127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128" presetID="10" presetClass="exit" presetSubtype="0" fill="hold" nodeType="click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29" dur="10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2" dur="1000"/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35" dur="1000"/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3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1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37" presetID="10" presetClass="entr" presetSubtype="0" fill="hold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3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39" dur="1000"/>
                                            <p:tgtEl>
                                              <p:spTgt spid="1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2" dur="1000"/>
                                            <p:tgtEl>
                                              <p:spTgt spid="11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5" dur="1000"/>
                                            <p:tgtEl>
                                              <p:spTgt spid="10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4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48" dur="1000"/>
                                            <p:tgtEl>
                                              <p:spTgt spid="3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4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1" dur="1000"/>
                                            <p:tgtEl>
                                              <p:spTgt spid="3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4" dur="1000"/>
                                            <p:tgtEl>
                                              <p:spTgt spid="4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57" dur="1000"/>
                                            <p:tgtEl>
                                              <p:spTgt spid="4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58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5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0" dur="1000"/>
                                            <p:tgtEl>
                                              <p:spTgt spid="42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1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3" dur="1000"/>
                                            <p:tgtEl>
                                              <p:spTgt spid="43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4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6" dur="1000"/>
                                            <p:tgtEl>
                                              <p:spTgt spid="44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67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6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69" dur="1000"/>
                                            <p:tgtEl>
                                              <p:spTgt spid="45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2" dur="1000"/>
                                            <p:tgtEl>
                                              <p:spTgt spid="46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5" dur="1000"/>
                                            <p:tgtEl>
                                              <p:spTgt spid="47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6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7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78" dur="1000"/>
                                            <p:tgtEl>
                                              <p:spTgt spid="4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79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1" dur="1000"/>
                                            <p:tgtEl>
                                              <p:spTgt spid="49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2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4" dur="1000"/>
                                            <p:tgtEl>
                                              <p:spTgt spid="50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5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8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187" dur="1000"/>
                                            <p:tgtEl>
                                              <p:spTgt spid="51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18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89" dur="1000"/>
                                            <p:tgtEl>
                                              <p:spTgt spid="2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2" dur="1000"/>
                                            <p:tgtEl>
                                              <p:spTgt spid="2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5" dur="1000"/>
                                            <p:tgtEl>
                                              <p:spTgt spid="2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19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198" dur="1000"/>
                                            <p:tgtEl>
                                              <p:spTgt spid="2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19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0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1" dur="1000"/>
                                            <p:tgtEl>
                                              <p:spTgt spid="28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2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3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4" dur="1000"/>
                                            <p:tgtEl>
                                              <p:spTgt spid="29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5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07" dur="1000"/>
                                            <p:tgtEl>
                                              <p:spTgt spid="30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0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0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0" dur="1000"/>
                                            <p:tgtEl>
                                              <p:spTgt spid="31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2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3" dur="1000"/>
                                            <p:tgtEl>
                                              <p:spTgt spid="32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4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5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6" dur="1000"/>
                                            <p:tgtEl>
                                              <p:spTgt spid="33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17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18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19" dur="1000"/>
                                            <p:tgtEl>
                                              <p:spTgt spid="34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0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1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2" dur="1000"/>
                                            <p:tgtEl>
                                              <p:spTgt spid="35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3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4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5" dur="1000"/>
                                            <p:tgtEl>
                                              <p:spTgt spid="36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6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27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28" dur="1000"/>
                                            <p:tgtEl>
                                              <p:spTgt spid="37"/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29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3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0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2" dur="1000"/>
                                            <p:tgtEl>
                                              <p:spTgt spid="56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3" presetID="10" presetClass="entr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3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fade">
                                          <p:cBhvr>
                                            <p:cTn id="235" dur="1000"/>
                                            <p:tgtEl>
                                              <p:spTgt spid="55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  <p:par>
                                    <p:cTn id="236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37" dur="1000"/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38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9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  <p:par>
                                    <p:cTn id="239" presetID="10" presetClass="exit" presetSubtype="0" fill="hold" grpId="1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animEffect transition="out" filter="fade">
                                          <p:cBhvr>
                                            <p:cTn id="240" dur="1000"/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</p:cBhvr>
                                        </p:animEffect>
                                        <p:set>
                                          <p:cBhvr>
                                            <p:cTn id="241" dur="1" fill="hold">
                                              <p:stCondLst>
                                                <p:cond delay="999"/>
                                              </p:stCondLst>
                                            </p:cTn>
                                            <p:tgtEl>
                                              <p:spTgt spid="58">
                                                <p:txEl>
                                                  <p:pRg st="0" end="0"/>
                                                </p:txEl>
                                              </p:spTgt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hidden"/>
                                          </p:to>
                                        </p:se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nextCondLst>
                    <p:cond evt="onMediaBookmark" delay="0">
                      <p:tgtEl>
                        <p14:bmkTgt spid="12" bmkName="Bookmark 2"/>
                      </p:tgtEl>
                    </p:cond>
                  </p:nextCondLst>
                </p:seq>
              </p:childTnLst>
            </p:cTn>
          </p:par>
        </p:tnLst>
        <p:bldLst>
          <p:bldP spid="10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0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1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1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6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1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1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1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1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5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6" grpId="0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6" grpId="1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8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9" grpId="0" build="p">
            <p:tmplLst>
              <p:tmpl lvl="1"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9" grpId="1" build="p">
            <p:tmplLst>
              <p:tmpl lvl="1"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8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8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29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29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2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2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0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0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1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1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2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2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3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3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4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4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5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5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6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6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7" grpId="0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7" grpId="1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3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3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3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3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2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2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2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2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3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3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3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3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4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4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4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4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5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5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5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5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6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6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6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6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7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7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7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7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8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8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8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8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49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49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49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49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0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0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0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0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  <p:bldP spid="51" grpId="0" animBg="1">
            <p:tmplLst>
              <p:tmpl>
                <p:tnLst>
                  <p:par>
                    <p:cTn presetID="10" presetClass="exit" presetSubtype="0" fill="hold" nodeType="withEffect">
                      <p:stCondLst>
                        <p:cond delay="0"/>
                      </p:stCondLst>
                      <p:childTnLst>
                        <p:animEffect transition="out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  <p:set>
                          <p:cBhvr>
                            <p:cTn dur="1" fill="hold">
                              <p:stCondLst>
                                <p:cond delay="999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hidden"/>
                          </p:to>
                        </p:set>
                      </p:childTnLst>
                    </p:cTn>
                  </p:par>
                </p:tnLst>
              </p:tmpl>
            </p:tmplLst>
          </p:bldP>
          <p:bldP spid="51" grpId="1" animBg="1">
            <p:tmplLst>
              <p:tmpl>
                <p:tnLst>
                  <p:par>
                    <p:cTn presetID="10" presetClass="entr" presetSubtype="0" fill="hold" nodeType="withEffect">
                      <p:stCondLst>
                        <p:cond delay="0"/>
                      </p:stCondLst>
                      <p:childTnLst>
                        <p:set>
                          <p:cBhvr>
                            <p:cTn dur="1" fill="hold">
                              <p:stCondLst>
                                <p:cond delay="0"/>
                              </p:stCondLst>
                            </p:cTn>
                            <p:tgtEl>
                              <p:spTgt spid="51"/>
                            </p:tgtEl>
                            <p:attrNameLst>
                              <p:attrName>style.visibility</p:attrName>
                            </p:attrNameLst>
                          </p:cBhvr>
                          <p:to>
                            <p:strVal val="visible"/>
                          </p:to>
                        </p:set>
                        <p:animEffect transition="in" filter="fade">
                          <p:cBhvr>
                            <p:cTn dur="1000"/>
                            <p:tgtEl>
                              <p:spTgt spid="51"/>
                            </p:tgtEl>
                          </p:cBhvr>
                        </p:animEffect>
                      </p:childTnLst>
                    </p:cTn>
                  </p:par>
                </p:tnLst>
              </p:tmpl>
            </p:tmplLst>
          </p:bldP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" presetClass="mediacall" presetSubtype="0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cmd type="call" cmd="playFrom(0.0)">
                                          <p:cBhvr>
                                            <p:cTn id="6" dur="10031" fill="hold"/>
                                            <p:tgtEl>
                                              <p:spTgt spid="12"/>
                                            </p:tgtEl>
                                          </p:cBhvr>
                                        </p:cmd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  <p:audio>
                  <p:cMediaNode vol="80000" mute="1" showWhenStopped="0">
                    <p:cTn id="7" repeatCount="indefinite" fill="hold" display="0">
                      <p:stCondLst>
                        <p:cond delay="indefinite"/>
                      </p:stCondLst>
                      <p:endCondLst>
                        <p:cond evt="onStopAudio" delay="0">
                          <p:tgtEl>
                            <p:sldTgt/>
                          </p:tgtEl>
                        </p:cond>
                      </p:endCondLst>
                    </p:cTn>
                    <p:tgtEl>
                      <p:spTgt spid="12"/>
                    </p:tgtEl>
                  </p:cMediaNode>
                </p:audio>
              </p:childTnLst>
            </p:cTn>
          </p:par>
        </p:tnLst>
      </p:timing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3125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'1.0' encoding='UTF-8' standalone='yes'?>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12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707" r:id="rId2"/>
    <p:sldLayoutId id="2147483708" r:id="rId3"/>
    <p:sldLayoutId id="2147483709" r:id="rId4"/>
    <p:sldLayoutId id="2147483731" r:id="rId5"/>
    <p:sldLayoutId id="2147483733" r:id="rId6"/>
    <p:sldLayoutId id="2147483734" r:id="rId7"/>
    <p:sldLayoutId id="2147483732" r:id="rId8"/>
    <p:sldLayoutId id="2147483735" r:id="rId9"/>
    <p:sldLayoutId id="2147483729" r:id="rId10"/>
    <p:sldLayoutId id="214748373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704601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2.png"/><Relationship Id="rId4" Type="http://schemas.openxmlformats.org/officeDocument/2006/relationships/image" Target="../media/image8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3.png"/><Relationship Id="rId4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4.png"/><Relationship Id="rId4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5.png"/><Relationship Id="rId4" Type="http://schemas.openxmlformats.org/officeDocument/2006/relationships/image" Target="../media/image8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6.png"/><Relationship Id="rId4" Type="http://schemas.openxmlformats.org/officeDocument/2006/relationships/image" Target="../media/image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7.png"/><Relationship Id="rId4" Type="http://schemas.openxmlformats.org/officeDocument/2006/relationships/image" Target="../media/image8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0.png"/><Relationship Id="rId4" Type="http://schemas.openxmlformats.org/officeDocument/2006/relationships/image" Target="../media/image8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3" Type="http://schemas.openxmlformats.org/officeDocument/2006/relationships/image" Target="../media/image11.png"/><Relationship Id="rId4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.jpg"/>
          <p:cNvPicPr>
            <a:picLocks noGrp="1" noChangeAspect="1"/>
          </p:cNvPicPr>
          <p:nvPr>
            <p:ph type="pic" idx="10" sz="quarter"/>
          </p:nvPr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Content Placeholder 2"/>
          <p:cNvSpPr>
            <a:spLocks noGrp="1"/>
          </p:cNvSpPr>
          <p:nvPr>
            <p:ph idx="17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8" sz="quarter"/>
          </p:nvPr>
        </p:nvSpPr>
        <p:spPr/>
        <p:txBody>
          <a:bodyPr/>
          <a:lstStyle/>
          <a:p>
            <a:r>
              <a:t>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2" sz="quarter"/>
          </p:nvPr>
        </p:nvSpPr>
        <p:spPr>
          <a:xfrm>
            <a:off x="4206240" y="617220"/>
            <a:ext cx="2286000" cy="914400"/>
          </a:xfrm>
        </p:spPr>
        <p:txBody>
          <a:bodyPr wrap="square">
            <a:noAutofit/>
          </a:bodyPr>
          <a:lstStyle/>
          <a:p>
            <a:r>
              <a:rPr sz="6000" b="1" i="0">
                <a:latin typeface="Avenir Next LT Pro"/>
              </a:rPr>
              <a:t>112</a:t>
            </a:r>
            <a:endParaRPr sz="6000" b="1" i="0">
              <a:latin typeface="Avenir Next LT Pro"/>
            </a:endParaRP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>
          <a:xfrm>
            <a:off x="3429000" y="1531620"/>
            <a:ext cx="3840480" cy="1645920"/>
          </a:xfrm>
        </p:spPr>
        <p:txBody>
          <a:bodyPr wrap="square">
            <a:noAutofit/>
          </a:bodyPr>
          <a:lstStyle/>
          <a:p>
            <a:r>
              <a:rPr sz="5400" b="1" i="0">
                <a:latin typeface="Avenir Next LT Pro"/>
              </a:rPr>
              <a:t>ABBA, FATHER!</a:t>
            </a:r>
            <a:endParaRPr sz="5400" b="1" i="0">
              <a:latin typeface="Avenir Next LT Pro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5" sz="quarter"/>
          </p:nvPr>
        </p:nvSpPr>
        <p:spPr>
          <a:xfrm>
            <a:off x="3749039" y="3954780"/>
            <a:ext cx="3200400" cy="640080"/>
          </a:xfrm>
        </p:spPr>
        <p:txBody>
          <a:bodyPr wrap="square">
            <a:noAutofit/>
          </a:bodyPr>
          <a:lstStyle/>
          <a:p>
            <a:r>
              <a:rPr sz="1900" b="0" i="0">
                <a:latin typeface="Avenir Next LT Pro"/>
              </a:rPr>
              <a:t>“SINGING...TO THE LORD”
COLOSSIANS 3:16</a:t>
            </a:r>
            <a:endParaRPr sz="1900" b="0" i="0">
              <a:latin typeface="Avenir Next LT Pro"/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idx="16" sz="quarter"/>
          </p:nvPr>
        </p:nvSpPr>
        <p:spPr/>
        <p:txBody>
          <a:bodyPr wrap="square">
            <a:noAutofit/>
          </a:bodyPr>
          <a:lstStyle/>
          <a:p>
            <a:r>
              <a:rPr sz="1200" b="0" i="0">
                <a:latin typeface="Avenir Next LT Pro"/>
              </a:rPr>
              <a:t>Words &amp; Music: C. E. Couchman
All rights reserved. Used by permission.</a:t>
            </a:r>
            <a:endParaRPr sz="1200" b="0" i="0">
              <a:latin typeface="Avenir Next LT Pro"/>
            </a:endParaRPr>
          </a:p>
        </p:txBody>
      </p:sp>
      <p:pic>
        <p:nvPicPr>
          <p:cNvPr id="10" name="Picture Placeholder 9" descr="eh20-eng-432.png"/>
          <p:cNvPicPr>
            <a:picLocks noGrp="1" noChangeAspect="1"/>
          </p:cNvPicPr>
          <p:nvPr>
            <p:ph type="pic" idx="19" sz="quarter"/>
          </p:nvPr>
        </p:nvPicPr>
        <p:blipFill>
          <a:blip r:embed="rId3"/>
          <a:srcRect t="459" b="459"/>
          <a:stretch>
            <a:fillRect/>
          </a:stretch>
        </p:blipFill>
        <p:spPr>
          <a:xfrm>
            <a:off x="1668537" y="5029200"/>
            <a:ext cx="1828800" cy="457200"/>
          </a:xfrm>
        </p:spPr>
      </p:pic>
      <p:sp>
        <p:nvSpPr>
          <p:cNvPr id="11" name="Oval 10"/>
          <p:cNvSpPr/>
          <p:nvPr/>
        </p:nvSpPr>
        <p:spPr>
          <a:xfrm>
            <a:off x="4562856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2" name="Oval 11"/>
          <p:cNvSpPr/>
          <p:nvPr/>
        </p:nvSpPr>
        <p:spPr>
          <a:xfrm>
            <a:off x="4965192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3" name="Oval 12"/>
          <p:cNvSpPr/>
          <p:nvPr/>
        </p:nvSpPr>
        <p:spPr>
          <a:xfrm>
            <a:off x="5367528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4" name="Oval 13"/>
          <p:cNvSpPr/>
          <p:nvPr/>
        </p:nvSpPr>
        <p:spPr>
          <a:xfrm>
            <a:off x="5769864" y="3406140"/>
            <a:ext cx="365760" cy="365760"/>
          </a:xfrm>
          <a:prstGeom prst="ellipse">
            <a:avLst/>
          </a:prstGeom>
          <a:solidFill>
            <a:srgbClr val="014A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bIns="0" lIns="0" tIns="0" rIns="0"/>
          <a:lstStyle/>
          <a:p>
            <a:pPr algn="ctr"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5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14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1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4" sz="quarter"/>
          </p:nvPr>
        </p:nvSpPr>
        <p:spPr>
          <a:xfrm>
            <a:off x="579996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2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5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6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9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10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1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1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3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Placeholder 1" descr="song-beige-blur.jpg"/>
          <p:cNvPicPr>
            <a:picLocks noGrp="1" noChangeAspect="1"/>
          </p:cNvPicPr>
          <p:nvPr>
            <p:ph type="pic" idx="23" sz="quarter"/>
          </p:nvPr>
        </p:nvPicPr>
        <p:blipFill>
          <a:blip r:embed="rId4"/>
          <a:srcRect/>
          <a:stretch>
            <a:fillRect/>
          </a:stretch>
        </p:blipFill>
        <p:spPr>
          <a:xfrm>
            <a:off x="0" y="0"/>
            <a:ext cx="9144000" cy="5715000"/>
          </a:xfrm>
        </p:spPr>
      </p:pic>
      <p:sp>
        <p:nvSpPr>
          <p:cNvPr id="3" name="Text Placeholder 2"/>
          <p:cNvSpPr>
            <a:spLocks noGrp="1"/>
          </p:cNvSpPr>
          <p:nvPr>
            <p:ph type="body" idx="19" sz="quarter"/>
          </p:nvPr>
        </p:nvSpPr>
        <p:spPr>
          <a:xfrm>
            <a:off x="0" y="5166360"/>
            <a:ext cx="9144000" cy="548640"/>
          </a:xfrm>
        </p:spPr>
        <p:txBody>
          <a:bodyPr/>
          <a:lstStyle/>
          <a:p>
            <a:r>
              <a:t>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4" sz="quarter"/>
          </p:nvPr>
        </p:nvSpPr>
        <p:spPr>
          <a:xfrm>
            <a:off x="-228600" y="5257800"/>
            <a:ext cx="914400" cy="365760"/>
          </a:xfrm>
          <a:noFill/>
        </p:spPr>
        <p:txBody>
          <a:bodyPr/>
          <a:lstStyle/>
          <a:p>
            <a:r>
              <a:t>112</a:t>
            </a:r>
          </a:p>
        </p:txBody>
      </p:sp>
      <p:pic>
        <p:nvPicPr>
          <p:cNvPr id="5" name="Picture Placeholder 4" descr="eh-circle.png"/>
          <p:cNvPicPr>
            <a:picLocks noGrp="1" noChangeAspect="1"/>
          </p:cNvPicPr>
          <p:nvPr>
            <p:ph type="pic" idx="25" sz="quarter"/>
          </p:nvPr>
        </p:nvPicPr>
        <p:blipFill>
          <a:blip r:embed="rId2"/>
          <a:srcRect t="526" b="526"/>
          <a:stretch>
            <a:fillRect/>
          </a:stretch>
        </p:blipFill>
        <p:spPr>
          <a:xfrm>
            <a:off x="731520" y="5257800"/>
            <a:ext cx="365760" cy="361915"/>
          </a:xfrm>
        </p:spPr>
      </p:pic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>
          <a:xfrm>
            <a:off x="1188720" y="5212080"/>
            <a:ext cx="7315200" cy="361915"/>
          </a:xfrm>
        </p:spPr>
        <p:txBody>
          <a:bodyPr/>
          <a:lstStyle/>
          <a:p>
            <a:r>
              <a:rPr sz="1600" b="1">
                <a:solidFill>
                  <a:srgbClr val="FFFFFF"/>
                </a:solidFill>
                <a:latin typeface="Avenir Next LT Pro"/>
              </a:rPr>
              <a:t>ABBA, FATHER!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 sz="quarter"/>
          </p:nvPr>
        </p:nvSpPr>
        <p:spPr>
          <a:xfrm>
            <a:off x="1280160" y="5486400"/>
            <a:ext cx="7315200" cy="180975"/>
          </a:xfrm>
        </p:spPr>
        <p:txBody>
          <a:bodyPr tIns="0" bIns="0"/>
          <a:lstStyle/>
          <a:p>
            <a:r>
              <a:rPr sz="800" b="0">
                <a:solidFill>
                  <a:srgbClr val="FFFFFF"/>
                </a:solidFill>
                <a:latin typeface="Avenir Next LT Pro"/>
              </a:rPr>
              <a:t>© Copyright 2016 by C. E. Couchman </a:t>
            </a:r>
          </a:p>
        </p:txBody>
      </p:sp>
      <p:pic>
        <p:nvPicPr>
          <p:cNvPr id="9" name="Picture Placeholder 8" descr="eh-112-04.png"/>
          <p:cNvPicPr>
            <a:picLocks noGrp="1" noChangeAspect="1"/>
          </p:cNvPicPr>
          <p:nvPr>
            <p:ph type="pic" idx="10" sz="quarter"/>
          </p:nvPr>
        </p:nvPicPr>
        <p:blipFill>
          <a:blip r:embed="rId3"/>
          <a:srcRect l="14" r="14"/>
          <a:stretch>
            <a:fillRect/>
          </a:stretch>
        </p:blipFill>
        <p:spPr>
          <a:xfrm>
            <a:off x="1082916" y="114300"/>
            <a:ext cx="7526806" cy="4937760"/>
          </a:xfrm>
        </p:spPr>
      </p:pic>
      <p:pic>
        <p:nvPicPr>
          <p:cNvPr id="10" name="Picture Placeholder 9" descr="eh-circle.png"/>
          <p:cNvPicPr>
            <a:picLocks noGrp="1" noChangeAspect="1"/>
          </p:cNvPicPr>
          <p:nvPr>
            <p:ph type="pic" idx="20" sz="quarter"/>
          </p:nvPr>
        </p:nvPicPr>
        <p:blipFill>
          <a:blip r:embed="rId2"/>
          <a:srcRect t="219" b="219"/>
          <a:stretch>
            <a:fillRect/>
          </a:stretch>
        </p:blipFill>
        <p:spPr>
          <a:xfrm>
            <a:off x="8595360" y="5257800"/>
            <a:ext cx="367371" cy="365760"/>
          </a:xfrm>
        </p:spPr>
      </p:pic>
      <p:sp>
        <p:nvSpPr>
          <p:cNvPr id="14" name="Text Placeholder 13"/>
          <p:cNvSpPr>
            <a:spLocks noGrp="1"/>
          </p:cNvSpPr>
          <p:nvPr>
            <p:ph type="body" idx="26" sz="quarter"/>
          </p:nvPr>
        </p:nvSpPr>
        <p:spPr>
          <a:xfrm>
            <a:off x="579996" y="42519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1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7" sz="quarter"/>
          </p:nvPr>
        </p:nvSpPr>
        <p:spPr>
          <a:xfrm>
            <a:off x="579996" y="86410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8" sz="quarter"/>
          </p:nvPr>
        </p:nvSpPr>
        <p:spPr>
          <a:xfrm>
            <a:off x="579996" y="1303020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2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9" sz="quarter"/>
          </p:nvPr>
        </p:nvSpPr>
        <p:spPr>
          <a:xfrm>
            <a:off x="579996" y="1741932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18" name="Text Placeholder 17"/>
          <p:cNvSpPr>
            <a:spLocks noGrp="1"/>
          </p:cNvSpPr>
          <p:nvPr>
            <p:ph type="body" idx="30" sz="quarter"/>
          </p:nvPr>
        </p:nvSpPr>
        <p:spPr>
          <a:xfrm>
            <a:off x="579996" y="2180844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3</a:t>
            </a:r>
          </a:p>
        </p:txBody>
      </p:sp>
      <p:sp>
        <p:nvSpPr>
          <p:cNvPr id="19" name="Text Placeholder 18"/>
          <p:cNvSpPr>
            <a:spLocks noGrp="1"/>
          </p:cNvSpPr>
          <p:nvPr>
            <p:ph type="body" idx="31" sz="quarter"/>
          </p:nvPr>
        </p:nvSpPr>
        <p:spPr>
          <a:xfrm>
            <a:off x="579996" y="2619756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idx="32" sz="quarter"/>
          </p:nvPr>
        </p:nvSpPr>
        <p:spPr>
          <a:xfrm>
            <a:off x="579996" y="3058668"/>
            <a:ext cx="365760" cy="365760"/>
          </a:xfrm>
          <a:solidFill>
            <a:srgbClr val="7F7F7F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4</a:t>
            </a:r>
          </a:p>
        </p:txBody>
      </p:sp>
      <p:sp>
        <p:nvSpPr>
          <p:cNvPr id="21" name="Text Placeholder 20"/>
          <p:cNvSpPr>
            <a:spLocks noGrp="1"/>
          </p:cNvSpPr>
          <p:nvPr>
            <p:ph type="body" idx="33" sz="quarter"/>
          </p:nvPr>
        </p:nvSpPr>
        <p:spPr>
          <a:xfrm>
            <a:off x="579996" y="3497579"/>
            <a:ext cx="365760" cy="365760"/>
          </a:xfrm>
          <a:solidFill>
            <a:srgbClr val="1C81B9"/>
          </a:solidFill>
          <a:ln>
            <a:noFill/>
          </a:ln>
        </p:spPr>
        <p:txBody>
          <a:bodyPr bIns="0" lIns="0" tIns="0" rIns="0"/>
          <a:lstStyle/>
          <a:p>
            <a:pPr>
              <a:lnSpc>
                <a:spcPct val="90000"/>
              </a:lnSpc>
            </a:pPr>
            <a:r>
              <a:rPr sz="1600" b="1">
                <a:solidFill>
                  <a:srgbClr val="FFFFFF"/>
                </a:solidFill>
                <a:latin typeface="Avenir Next LT Pro"/>
              </a:rPr>
              <a:t>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3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162761</TotalTime>
  <Words>0</Words>
  <Application>Microsoft Office PowerPoint</Application>
  <PresentationFormat>On-screen Show (16:10)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0</vt:i4>
      </vt:variant>
    </vt:vector>
  </HeadingPairs>
  <TitlesOfParts>
    <vt:vector size="8" baseType="lpstr">
      <vt:lpstr>Alegreya Sans Light</vt:lpstr>
      <vt:lpstr>Alegreya Sans Medium</vt:lpstr>
      <vt:lpstr>Arial</vt:lpstr>
      <vt:lpstr>Avenir Next LT Pro</vt:lpstr>
      <vt:lpstr>Calibri</vt:lpstr>
      <vt:lpstr>Century Gothic</vt:lpstr>
      <vt:lpstr>3_Custom Design</vt:lpstr>
      <vt:lpstr>6_Custom Design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Williams David</dc:creator>
  <cp:lastModifiedBy>David Williams</cp:lastModifiedBy>
  <cp:revision>627</cp:revision>
  <dcterms:created xsi:type="dcterms:W3CDTF">2019-05-01T02:25:12Z</dcterms:created>
  <dcterms:modified xsi:type="dcterms:W3CDTF">2023-02-22T18:30:13Z</dcterms:modified>
</cp:coreProperties>
</file>