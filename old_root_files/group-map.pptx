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10" r:id="rId2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32" d="100"/>
          <a:sy n="132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A3237-159E-44C6-A6F5-1D551275EFF8}" type="datetimeFigureOut">
              <a:rPr lang="en-US" smtClean="0"/>
              <a:t>9/3/2019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6AFCD-3698-4A04-ADE7-9AD1822D7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333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A3237-159E-44C6-A6F5-1D551275EFF8}" type="datetimeFigureOut">
              <a:rPr lang="en-US" smtClean="0"/>
              <a:t>9/3/2019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6AFCD-3698-4A04-ADE7-9AD1822D7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529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A3237-159E-44C6-A6F5-1D551275EFF8}" type="datetimeFigureOut">
              <a:rPr lang="en-US" smtClean="0"/>
              <a:t>9/3/2019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6AFCD-3698-4A04-ADE7-9AD1822D7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480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A3237-159E-44C6-A6F5-1D551275EFF8}" type="datetimeFigureOut">
              <a:rPr lang="en-US" smtClean="0"/>
              <a:t>9/3/2019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6AFCD-3698-4A04-ADE7-9AD1822D7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000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A3237-159E-44C6-A6F5-1D551275EFF8}" type="datetimeFigureOut">
              <a:rPr lang="en-US" smtClean="0"/>
              <a:t>9/3/2019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6AFCD-3698-4A04-ADE7-9AD1822D7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874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A3237-159E-44C6-A6F5-1D551275EFF8}" type="datetimeFigureOut">
              <a:rPr lang="en-US" smtClean="0"/>
              <a:t>9/3/2019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6AFCD-3698-4A04-ADE7-9AD1822D7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997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A3237-159E-44C6-A6F5-1D551275EFF8}" type="datetimeFigureOut">
              <a:rPr lang="en-US" smtClean="0"/>
              <a:t>9/3/2019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6AFCD-3698-4A04-ADE7-9AD1822D7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521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A3237-159E-44C6-A6F5-1D551275EFF8}" type="datetimeFigureOut">
              <a:rPr lang="en-US" smtClean="0"/>
              <a:t>9/3/2019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6AFCD-3698-4A04-ADE7-9AD1822D7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364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A3237-159E-44C6-A6F5-1D551275EFF8}" type="datetimeFigureOut">
              <a:rPr lang="en-US" smtClean="0"/>
              <a:t>9/3/2019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6AFCD-3698-4A04-ADE7-9AD1822D7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438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A3237-159E-44C6-A6F5-1D551275EFF8}" type="datetimeFigureOut">
              <a:rPr lang="en-US" smtClean="0"/>
              <a:t>9/3/2019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6AFCD-3698-4A04-ADE7-9AD1822D7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053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A3237-159E-44C6-A6F5-1D551275EFF8}" type="datetimeFigureOut">
              <a:rPr lang="en-US" smtClean="0"/>
              <a:t>9/3/2019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6AFCD-3698-4A04-ADE7-9AD1822D7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603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FA3237-159E-44C6-A6F5-1D551275EFF8}" type="datetimeFigureOut">
              <a:rPr lang="en-US" smtClean="0"/>
              <a:t>9/3/2019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66AFCD-3698-4A04-ADE7-9AD1822D7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055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46000">
              <a:schemeClr val="bg1">
                <a:lumMod val="85000"/>
              </a:schemeClr>
            </a:gs>
            <a:gs pos="100000">
              <a:schemeClr val="bg1">
                <a:lumMod val="65000"/>
              </a:schemeClr>
            </a:gs>
          </a:gsLst>
          <a:path path="circle">
            <a:fillToRect l="50000" t="130000" r="50000" b="-3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roup 116">
            <a:extLst>
              <a:ext uri="{FF2B5EF4-FFF2-40B4-BE49-F238E27FC236}">
                <a16:creationId xmlns:a16="http://schemas.microsoft.com/office/drawing/2014/main" id="{18F73194-A2CF-423F-970E-74ADA751CD6D}"/>
              </a:ext>
            </a:extLst>
          </p:cNvPr>
          <p:cNvGrpSpPr/>
          <p:nvPr/>
        </p:nvGrpSpPr>
        <p:grpSpPr>
          <a:xfrm>
            <a:off x="-1718" y="89375"/>
            <a:ext cx="3836742" cy="5536250"/>
            <a:chOff x="-1718" y="89375"/>
            <a:chExt cx="3836742" cy="553625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C526294E-5A45-48A1-B36B-A567381B7E7B}"/>
                </a:ext>
              </a:extLst>
            </p:cNvPr>
            <p:cNvGrpSpPr/>
            <p:nvPr/>
          </p:nvGrpSpPr>
          <p:grpSpPr>
            <a:xfrm>
              <a:off x="-1718" y="89375"/>
              <a:ext cx="3836742" cy="5536250"/>
              <a:chOff x="3187590" y="1624012"/>
              <a:chExt cx="3899011" cy="5626101"/>
            </a:xfrm>
          </p:grpSpPr>
          <p:sp>
            <p:nvSpPr>
              <p:cNvPr id="4" name="Freeform 2" descr="20%">
                <a:extLst>
                  <a:ext uri="{FF2B5EF4-FFF2-40B4-BE49-F238E27FC236}">
                    <a16:creationId xmlns:a16="http://schemas.microsoft.com/office/drawing/2014/main" id="{71B1FD3D-AB99-4B84-A2DA-603617EDA0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7888" y="6196013"/>
                <a:ext cx="3429000" cy="381000"/>
              </a:xfrm>
              <a:custGeom>
                <a:avLst/>
                <a:gdLst>
                  <a:gd name="T0" fmla="*/ 0 w 2064"/>
                  <a:gd name="T1" fmla="*/ 0 h 240"/>
                  <a:gd name="T2" fmla="*/ 0 w 2064"/>
                  <a:gd name="T3" fmla="*/ 2147483646 h 240"/>
                  <a:gd name="T4" fmla="*/ 2147483646 w 2064"/>
                  <a:gd name="T5" fmla="*/ 2147483646 h 240"/>
                  <a:gd name="T6" fmla="*/ 2147483646 w 2064"/>
                  <a:gd name="T7" fmla="*/ 2147483646 h 240"/>
                  <a:gd name="T8" fmla="*/ 2147483646 w 2064"/>
                  <a:gd name="T9" fmla="*/ 2147483646 h 240"/>
                  <a:gd name="T10" fmla="*/ 2147483646 w 2064"/>
                  <a:gd name="T11" fmla="*/ 0 h 240"/>
                  <a:gd name="T12" fmla="*/ 0 w 2064"/>
                  <a:gd name="T13" fmla="*/ 0 h 2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64"/>
                  <a:gd name="T22" fmla="*/ 0 h 240"/>
                  <a:gd name="T23" fmla="*/ 2064 w 2064"/>
                  <a:gd name="T24" fmla="*/ 240 h 24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64" h="240">
                    <a:moveTo>
                      <a:pt x="0" y="0"/>
                    </a:moveTo>
                    <a:lnTo>
                      <a:pt x="0" y="240"/>
                    </a:lnTo>
                    <a:lnTo>
                      <a:pt x="384" y="144"/>
                    </a:lnTo>
                    <a:lnTo>
                      <a:pt x="1728" y="144"/>
                    </a:lnTo>
                    <a:lnTo>
                      <a:pt x="2064" y="240"/>
                    </a:lnTo>
                    <a:lnTo>
                      <a:pt x="2064" y="0"/>
                    </a:lnTo>
                    <a:lnTo>
                      <a:pt x="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" name="Rectangle 11" descr="20%">
                <a:extLst>
                  <a:ext uri="{FF2B5EF4-FFF2-40B4-BE49-F238E27FC236}">
                    <a16:creationId xmlns:a16="http://schemas.microsoft.com/office/drawing/2014/main" id="{19BCCC32-0590-4CA1-9E1E-031C74D043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7888" y="1624012"/>
                <a:ext cx="3429000" cy="500062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 </a:t>
                </a:r>
              </a:p>
            </p:txBody>
          </p:sp>
          <p:sp>
            <p:nvSpPr>
              <p:cNvPr id="6" name="Rectangle 12">
                <a:extLst>
                  <a:ext uri="{FF2B5EF4-FFF2-40B4-BE49-F238E27FC236}">
                    <a16:creationId xmlns:a16="http://schemas.microsoft.com/office/drawing/2014/main" id="{1F2C2D2C-19F1-48F1-8988-BD81CB4483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7888" y="1624013"/>
                <a:ext cx="990600" cy="53340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0" tIns="0" rIns="0" bIns="0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7" name="Rectangle 13">
                <a:extLst>
                  <a:ext uri="{FF2B5EF4-FFF2-40B4-BE49-F238E27FC236}">
                    <a16:creationId xmlns:a16="http://schemas.microsoft.com/office/drawing/2014/main" id="{9A3004E9-C1C1-423B-83C4-9EEBF92698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2288" y="2157413"/>
                <a:ext cx="838200" cy="1225549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8" name="Rectangle 14">
                <a:extLst>
                  <a:ext uri="{FF2B5EF4-FFF2-40B4-BE49-F238E27FC236}">
                    <a16:creationId xmlns:a16="http://schemas.microsoft.com/office/drawing/2014/main" id="{7916229D-FE78-4216-A859-6C3FA11542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7888" y="2386013"/>
                <a:ext cx="609600" cy="99060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9" name="Rectangle 16">
                <a:extLst>
                  <a:ext uri="{FF2B5EF4-FFF2-40B4-BE49-F238E27FC236}">
                    <a16:creationId xmlns:a16="http://schemas.microsoft.com/office/drawing/2014/main" id="{E67A8CE7-3C1E-4625-8402-A2FBCB5F92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7888" y="3681413"/>
                <a:ext cx="609600" cy="228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0" name="Rectangle 17">
                <a:extLst>
                  <a:ext uri="{FF2B5EF4-FFF2-40B4-BE49-F238E27FC236}">
                    <a16:creationId xmlns:a16="http://schemas.microsoft.com/office/drawing/2014/main" id="{9D3CB68B-681D-4353-B060-D9DFC50CF8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7888" y="3910013"/>
                <a:ext cx="609600" cy="60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1" name="Rectangle 18">
                <a:extLst>
                  <a:ext uri="{FF2B5EF4-FFF2-40B4-BE49-F238E27FC236}">
                    <a16:creationId xmlns:a16="http://schemas.microsoft.com/office/drawing/2014/main" id="{3994F505-2A54-4D4B-8E1A-AC0E12A41E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7888" y="4519613"/>
                <a:ext cx="609600" cy="60960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2" name="Rectangle 19">
                <a:extLst>
                  <a:ext uri="{FF2B5EF4-FFF2-40B4-BE49-F238E27FC236}">
                    <a16:creationId xmlns:a16="http://schemas.microsoft.com/office/drawing/2014/main" id="{2CB22E05-6E6C-411A-AED5-0D174ADBDC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7888" y="5129213"/>
                <a:ext cx="609600" cy="5334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3" name="Rectangle 22">
                <a:extLst>
                  <a:ext uri="{FF2B5EF4-FFF2-40B4-BE49-F238E27FC236}">
                    <a16:creationId xmlns:a16="http://schemas.microsoft.com/office/drawing/2014/main" id="{46718ABC-ECCE-47B4-856C-CE02B6EAD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22888" y="5738813"/>
                <a:ext cx="838200" cy="4572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4" name="Rectangle 23" descr="10%">
                <a:extLst>
                  <a:ext uri="{FF2B5EF4-FFF2-40B4-BE49-F238E27FC236}">
                    <a16:creationId xmlns:a16="http://schemas.microsoft.com/office/drawing/2014/main" id="{F41F8B81-06CA-40F1-BFE7-6F923A8E0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1088" y="5129213"/>
                <a:ext cx="685800" cy="2667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5" name="Rectangle 25">
                <a:extLst>
                  <a:ext uri="{FF2B5EF4-FFF2-40B4-BE49-F238E27FC236}">
                    <a16:creationId xmlns:a16="http://schemas.microsoft.com/office/drawing/2014/main" id="{9F6CD438-DBFF-4E18-930F-4DCB3926D8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08488" y="1624013"/>
                <a:ext cx="1066800" cy="53340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6" name="Rectangle 28">
                <a:extLst>
                  <a:ext uri="{FF2B5EF4-FFF2-40B4-BE49-F238E27FC236}">
                    <a16:creationId xmlns:a16="http://schemas.microsoft.com/office/drawing/2014/main" id="{AC2069A7-B46F-441C-926D-51391D92B9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84888" y="5434013"/>
                <a:ext cx="762000" cy="762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7" name="Rectangle 29">
                <a:extLst>
                  <a:ext uri="{FF2B5EF4-FFF2-40B4-BE49-F238E27FC236}">
                    <a16:creationId xmlns:a16="http://schemas.microsoft.com/office/drawing/2014/main" id="{FAAEA9FE-2153-498B-A246-B765D74C29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3488" y="3148013"/>
                <a:ext cx="533400" cy="68580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8" name="Rectangle 30">
                <a:extLst>
                  <a:ext uri="{FF2B5EF4-FFF2-40B4-BE49-F238E27FC236}">
                    <a16:creationId xmlns:a16="http://schemas.microsoft.com/office/drawing/2014/main" id="{4D402143-8644-48B1-B5DB-B1E24FE155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2288" y="4062413"/>
                <a:ext cx="838200" cy="68580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9" name="Rectangle 31">
                <a:extLst>
                  <a:ext uri="{FF2B5EF4-FFF2-40B4-BE49-F238E27FC236}">
                    <a16:creationId xmlns:a16="http://schemas.microsoft.com/office/drawing/2014/main" id="{1A31B58D-CB8A-4A02-B8F4-F7730FFB3A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1088" y="2081213"/>
                <a:ext cx="685800" cy="54609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0" name="Line 35">
                <a:extLst>
                  <a:ext uri="{FF2B5EF4-FFF2-40B4-BE49-F238E27FC236}">
                    <a16:creationId xmlns:a16="http://schemas.microsoft.com/office/drawing/2014/main" id="{65D3641B-4E95-418F-9CA1-C35474FEC9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167438" y="2362200"/>
                <a:ext cx="685800" cy="0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" name="Rectangle 49">
                <a:extLst>
                  <a:ext uri="{FF2B5EF4-FFF2-40B4-BE49-F238E27FC236}">
                    <a16:creationId xmlns:a16="http://schemas.microsoft.com/office/drawing/2014/main" id="{74ACBCF5-19DB-49B9-AEE0-E3883958D0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70488" y="3370263"/>
                <a:ext cx="762000" cy="69850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2" name="Rectangle 50">
                <a:extLst>
                  <a:ext uri="{FF2B5EF4-FFF2-40B4-BE49-F238E27FC236}">
                    <a16:creationId xmlns:a16="http://schemas.microsoft.com/office/drawing/2014/main" id="{A99C3873-B4FF-4EFB-8855-2DA98F7730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70488" y="4062413"/>
                <a:ext cx="762000" cy="68580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3" name="Rectangle 51">
                <a:extLst>
                  <a:ext uri="{FF2B5EF4-FFF2-40B4-BE49-F238E27FC236}">
                    <a16:creationId xmlns:a16="http://schemas.microsoft.com/office/drawing/2014/main" id="{0513E8F7-902F-47D4-B312-C71B3B25C3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70488" y="4748213"/>
                <a:ext cx="533400" cy="6858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4" name="Rectangle 52">
                <a:extLst>
                  <a:ext uri="{FF2B5EF4-FFF2-40B4-BE49-F238E27FC236}">
                    <a16:creationId xmlns:a16="http://schemas.microsoft.com/office/drawing/2014/main" id="{A0BE3F20-FC91-47D9-8004-9E3ACDA43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1088" y="2614613"/>
                <a:ext cx="685800" cy="60960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5" name="Rectangle 53">
                <a:extLst>
                  <a:ext uri="{FF2B5EF4-FFF2-40B4-BE49-F238E27FC236}">
                    <a16:creationId xmlns:a16="http://schemas.microsoft.com/office/drawing/2014/main" id="{C61E60DF-E067-4448-A7FE-4A94BF9D01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2288" y="3382963"/>
                <a:ext cx="838200" cy="679450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0" tIns="0" rIns="0" bIns="0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26" name="Rectangle 54">
                <a:extLst>
                  <a:ext uri="{FF2B5EF4-FFF2-40B4-BE49-F238E27FC236}">
                    <a16:creationId xmlns:a16="http://schemas.microsoft.com/office/drawing/2014/main" id="{3579F96B-8521-41D5-8D98-6345797B61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2288" y="4748213"/>
                <a:ext cx="838200" cy="6858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" name="Rectangle 55">
                <a:extLst>
                  <a:ext uri="{FF2B5EF4-FFF2-40B4-BE49-F238E27FC236}">
                    <a16:creationId xmlns:a16="http://schemas.microsoft.com/office/drawing/2014/main" id="{9B6DE90E-CC4E-4076-A51C-CB98AA5F04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7888" y="6196013"/>
                <a:ext cx="3429000" cy="10541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8" name="Rectangle 59">
                <a:extLst>
                  <a:ext uri="{FF2B5EF4-FFF2-40B4-BE49-F238E27FC236}">
                    <a16:creationId xmlns:a16="http://schemas.microsoft.com/office/drawing/2014/main" id="{ED8F285A-5F8E-43CC-9EE6-D6FC50CBC6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1088" y="3833813"/>
                <a:ext cx="685800" cy="129540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9" name="Rectangle 71">
                <a:extLst>
                  <a:ext uri="{FF2B5EF4-FFF2-40B4-BE49-F238E27FC236}">
                    <a16:creationId xmlns:a16="http://schemas.microsoft.com/office/drawing/2014/main" id="{8C0490ED-0090-4481-8519-7E5734AF9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1088" y="3224213"/>
                <a:ext cx="685800" cy="60960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0" name="Rectangle 81">
                <a:extLst>
                  <a:ext uri="{FF2B5EF4-FFF2-40B4-BE49-F238E27FC236}">
                    <a16:creationId xmlns:a16="http://schemas.microsoft.com/office/drawing/2014/main" id="{C08831C3-54E8-40F7-9C69-9B442BAF94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75288" y="1624013"/>
                <a:ext cx="457200" cy="5334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31" name="Rectangle 59">
                <a:extLst>
                  <a:ext uri="{FF2B5EF4-FFF2-40B4-BE49-F238E27FC236}">
                    <a16:creationId xmlns:a16="http://schemas.microsoft.com/office/drawing/2014/main" id="{8EF26EC0-11C4-4018-9EB3-5B3246F009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1088" y="5815013"/>
                <a:ext cx="685800" cy="381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2" name="Rectangle 13">
                <a:extLst>
                  <a:ext uri="{FF2B5EF4-FFF2-40B4-BE49-F238E27FC236}">
                    <a16:creationId xmlns:a16="http://schemas.microsoft.com/office/drawing/2014/main" id="{78463F29-26FC-415A-BB79-3E1C93599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70488" y="2157413"/>
                <a:ext cx="762000" cy="62512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3" name="Rectangle 13">
                <a:extLst>
                  <a:ext uri="{FF2B5EF4-FFF2-40B4-BE49-F238E27FC236}">
                    <a16:creationId xmlns:a16="http://schemas.microsoft.com/office/drawing/2014/main" id="{04A111F0-BAD6-4579-8679-ADC0DEC78D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70488" y="2782542"/>
                <a:ext cx="762000" cy="600422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4" name="Rectangle 22">
                <a:extLst>
                  <a:ext uri="{FF2B5EF4-FFF2-40B4-BE49-F238E27FC236}">
                    <a16:creationId xmlns:a16="http://schemas.microsoft.com/office/drawing/2014/main" id="{EB4DD74F-76FE-48E5-9E8B-FE3052ECAB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15038" y="6196013"/>
                <a:ext cx="838200" cy="4572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cxnSp>
            <p:nvCxnSpPr>
              <p:cNvPr id="35" name="Straight Connector 4">
                <a:extLst>
                  <a:ext uri="{FF2B5EF4-FFF2-40B4-BE49-F238E27FC236}">
                    <a16:creationId xmlns:a16="http://schemas.microsoft.com/office/drawing/2014/main" id="{EC6D09DD-44EA-4CD1-8A55-7B9A87685D49}"/>
                  </a:ext>
                </a:extLst>
              </p:cNvPr>
              <p:cNvCxnSpPr>
                <a:cxnSpLocks noChangeShapeType="1"/>
                <a:stCxn id="13" idx="0"/>
                <a:endCxn id="13" idx="2"/>
              </p:cNvCxnSpPr>
              <p:nvPr/>
            </p:nvCxnSpPr>
            <p:spPr bwMode="auto">
              <a:xfrm>
                <a:off x="5741988" y="5738813"/>
                <a:ext cx="0" cy="457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36" name="Rectangle 11" descr="20%">
                <a:extLst>
                  <a:ext uri="{FF2B5EF4-FFF2-40B4-BE49-F238E27FC236}">
                    <a16:creationId xmlns:a16="http://schemas.microsoft.com/office/drawing/2014/main" id="{F3814EC5-8E0E-42B5-9932-473F72D86D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9949" y="6089650"/>
                <a:ext cx="796925" cy="53498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 </a:t>
                </a:r>
              </a:p>
            </p:txBody>
          </p:sp>
          <p:sp>
            <p:nvSpPr>
              <p:cNvPr id="37" name="Rectangle 23" descr="10%">
                <a:extLst>
                  <a:ext uri="{FF2B5EF4-FFF2-40B4-BE49-F238E27FC236}">
                    <a16:creationId xmlns:a16="http://schemas.microsoft.com/office/drawing/2014/main" id="{95258773-18F9-4FFB-B819-CFE5B843BE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875" y="6196010"/>
                <a:ext cx="515938" cy="2667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8" name="Arc 37">
                <a:extLst>
                  <a:ext uri="{FF2B5EF4-FFF2-40B4-BE49-F238E27FC236}">
                    <a16:creationId xmlns:a16="http://schemas.microsoft.com/office/drawing/2014/main" id="{67547345-E834-4327-B6B5-C5549DBD8B28}"/>
                  </a:ext>
                </a:extLst>
              </p:cNvPr>
              <p:cNvSpPr/>
              <p:nvPr/>
            </p:nvSpPr>
            <p:spPr bwMode="auto">
              <a:xfrm flipH="1">
                <a:off x="5121275" y="5995986"/>
                <a:ext cx="342900" cy="419100"/>
              </a:xfrm>
              <a:prstGeom prst="arc">
                <a:avLst/>
              </a:prstGeom>
              <a:solidFill>
                <a:schemeClr val="bg1">
                  <a:lumMod val="6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39" name="Arc 38">
                <a:extLst>
                  <a:ext uri="{FF2B5EF4-FFF2-40B4-BE49-F238E27FC236}">
                    <a16:creationId xmlns:a16="http://schemas.microsoft.com/office/drawing/2014/main" id="{F2D73550-1710-4C03-823F-706DB62C8D8E}"/>
                  </a:ext>
                </a:extLst>
              </p:cNvPr>
              <p:cNvSpPr/>
              <p:nvPr/>
            </p:nvSpPr>
            <p:spPr bwMode="auto">
              <a:xfrm>
                <a:off x="4778375" y="5995986"/>
                <a:ext cx="342900" cy="419100"/>
              </a:xfrm>
              <a:prstGeom prst="arc">
                <a:avLst/>
              </a:prstGeom>
              <a:solidFill>
                <a:schemeClr val="bg1">
                  <a:lumMod val="6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40" name="Arc 39">
                <a:extLst>
                  <a:ext uri="{FF2B5EF4-FFF2-40B4-BE49-F238E27FC236}">
                    <a16:creationId xmlns:a16="http://schemas.microsoft.com/office/drawing/2014/main" id="{623B63DA-DAB4-4B69-A53B-8642D81D1CF7}"/>
                  </a:ext>
                </a:extLst>
              </p:cNvPr>
              <p:cNvSpPr/>
              <p:nvPr/>
            </p:nvSpPr>
            <p:spPr bwMode="auto">
              <a:xfrm flipH="1" flipV="1">
                <a:off x="6613526" y="5167646"/>
                <a:ext cx="473075" cy="511175"/>
              </a:xfrm>
              <a:prstGeom prst="arc">
                <a:avLst/>
              </a:prstGeom>
              <a:solidFill>
                <a:schemeClr val="bg1">
                  <a:lumMod val="6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41" name="Arc 40">
                <a:extLst>
                  <a:ext uri="{FF2B5EF4-FFF2-40B4-BE49-F238E27FC236}">
                    <a16:creationId xmlns:a16="http://schemas.microsoft.com/office/drawing/2014/main" id="{36A793D6-D3D6-4219-B0B8-000D910C130E}"/>
                  </a:ext>
                </a:extLst>
              </p:cNvPr>
              <p:cNvSpPr/>
              <p:nvPr/>
            </p:nvSpPr>
            <p:spPr bwMode="auto">
              <a:xfrm rot="10800000" flipH="1" flipV="1">
                <a:off x="3187590" y="3415229"/>
                <a:ext cx="447675" cy="465138"/>
              </a:xfrm>
              <a:prstGeom prst="arc">
                <a:avLst/>
              </a:prstGeom>
              <a:solidFill>
                <a:schemeClr val="bg1">
                  <a:lumMod val="6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AE2F8A89-0C7D-4B24-8F3F-67766226EE4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417888" y="6624635"/>
                <a:ext cx="788986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B31EF9CA-797D-454E-93EF-EB487E1BA8E9}"/>
                  </a:ext>
                </a:extLst>
              </p:cNvPr>
              <p:cNvCxnSpPr>
                <a:cxnSpLocks/>
                <a:endCxn id="27" idx="1"/>
              </p:cNvCxnSpPr>
              <p:nvPr/>
            </p:nvCxnSpPr>
            <p:spPr bwMode="auto">
              <a:xfrm>
                <a:off x="3417888" y="6089650"/>
                <a:ext cx="0" cy="633413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grpSp>
            <p:nvGrpSpPr>
              <p:cNvPr id="44" name="Group 6">
                <a:extLst>
                  <a:ext uri="{FF2B5EF4-FFF2-40B4-BE49-F238E27FC236}">
                    <a16:creationId xmlns:a16="http://schemas.microsoft.com/office/drawing/2014/main" id="{FA5A1175-694D-4E32-89C0-B10A4A30C0A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5400000">
                <a:off x="3095191" y="6145213"/>
                <a:ext cx="685795" cy="419100"/>
                <a:chOff x="4951408" y="6718744"/>
                <a:chExt cx="685795" cy="419100"/>
              </a:xfrm>
              <a:solidFill>
                <a:schemeClr val="bg1">
                  <a:lumMod val="65000"/>
                </a:schemeClr>
              </a:solidFill>
            </p:grpSpPr>
            <p:sp>
              <p:nvSpPr>
                <p:cNvPr id="47" name="Arc 46">
                  <a:extLst>
                    <a:ext uri="{FF2B5EF4-FFF2-40B4-BE49-F238E27FC236}">
                      <a16:creationId xmlns:a16="http://schemas.microsoft.com/office/drawing/2014/main" id="{F1B3B9BC-C0AD-4E99-B3A3-1134150840ED}"/>
                    </a:ext>
                  </a:extLst>
                </p:cNvPr>
                <p:cNvSpPr/>
                <p:nvPr/>
              </p:nvSpPr>
              <p:spPr bwMode="auto">
                <a:xfrm flipH="1">
                  <a:off x="5294303" y="6718744"/>
                  <a:ext cx="342900" cy="419100"/>
                </a:xfrm>
                <a:prstGeom prst="arc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8" name="Arc 47">
                  <a:extLst>
                    <a:ext uri="{FF2B5EF4-FFF2-40B4-BE49-F238E27FC236}">
                      <a16:creationId xmlns:a16="http://schemas.microsoft.com/office/drawing/2014/main" id="{C2E36D72-6372-4E42-A17E-8F706129BB06}"/>
                    </a:ext>
                  </a:extLst>
                </p:cNvPr>
                <p:cNvSpPr/>
                <p:nvPr/>
              </p:nvSpPr>
              <p:spPr bwMode="auto">
                <a:xfrm>
                  <a:off x="4951408" y="6718744"/>
                  <a:ext cx="342900" cy="419100"/>
                </a:xfrm>
                <a:prstGeom prst="arc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B07AB563-CF73-4AF1-B1F3-12640D94A1CA}"/>
                  </a:ext>
                </a:extLst>
              </p:cNvPr>
              <p:cNvCxnSpPr/>
              <p:nvPr/>
            </p:nvCxnSpPr>
            <p:spPr bwMode="auto">
              <a:xfrm>
                <a:off x="4206874" y="6462710"/>
                <a:ext cx="0" cy="161925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C87A6EDE-5483-4FB1-81DF-A00725FF94B8}"/>
                  </a:ext>
                </a:extLst>
              </p:cNvPr>
              <p:cNvSpPr/>
              <p:nvPr/>
            </p:nvSpPr>
            <p:spPr bwMode="auto">
              <a:xfrm>
                <a:off x="6047108" y="1734164"/>
                <a:ext cx="762000" cy="244478"/>
              </a:xfrm>
              <a:prstGeom prst="roundRect">
                <a:avLst>
                  <a:gd name="adj" fmla="val 50000"/>
                </a:avLst>
              </a:prstGeom>
              <a:solidFill>
                <a:srgbClr val="0070C0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+mn-ea"/>
                    <a:cs typeface="+mn-cs"/>
                  </a:rPr>
                  <a:t>BASEMENT</a:t>
                </a:r>
              </a:p>
            </p:txBody>
          </p:sp>
        </p:grp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16DAE88B-76C4-4D84-9098-D62654FE2E7F}"/>
                </a:ext>
              </a:extLst>
            </p:cNvPr>
            <p:cNvSpPr/>
            <p:nvPr/>
          </p:nvSpPr>
          <p:spPr bwMode="auto">
            <a:xfrm>
              <a:off x="1030243" y="5084945"/>
              <a:ext cx="1763557" cy="418720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AUDITORIUM</a:t>
              </a: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AF1C1CC6-D065-4182-B2C2-C6CE84B6489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381620" y="1351264"/>
              <a:ext cx="365760" cy="365760"/>
            </a:xfrm>
            <a:prstGeom prst="ellipse">
              <a:avLst/>
            </a:prstGeom>
            <a:solidFill>
              <a:srgbClr val="FF8C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12</a:t>
              </a:r>
              <a:endPara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5933026D-0670-45D0-A9BF-A8AB83BCB4F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146125" y="1346095"/>
              <a:ext cx="365760" cy="365760"/>
            </a:xfrm>
            <a:prstGeom prst="ellipse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7</a:t>
              </a:r>
              <a:endPara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E4A22E33-4C87-496E-BA1B-A8F8A9A6FFF0}"/>
                </a:ext>
              </a:extLst>
            </p:cNvPr>
            <p:cNvSpPr txBox="1"/>
            <p:nvPr/>
          </p:nvSpPr>
          <p:spPr>
            <a:xfrm>
              <a:off x="192878" y="3500955"/>
              <a:ext cx="652426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Supply &amp; Copy Center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2EB3C95C-B2A3-478B-B6DF-766F0A41C9F9}"/>
                </a:ext>
              </a:extLst>
            </p:cNvPr>
            <p:cNvSpPr txBox="1"/>
            <p:nvPr/>
          </p:nvSpPr>
          <p:spPr>
            <a:xfrm>
              <a:off x="1150702" y="3265508"/>
              <a:ext cx="76131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Resource Room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B61EE8C0-E424-4149-8E64-213A9C4526EE}"/>
                </a:ext>
              </a:extLst>
            </p:cNvPr>
            <p:cNvSpPr txBox="1"/>
            <p:nvPr/>
          </p:nvSpPr>
          <p:spPr>
            <a:xfrm>
              <a:off x="1831294" y="3367353"/>
              <a:ext cx="76131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Nursery</a:t>
              </a:r>
            </a:p>
          </p:txBody>
        </p:sp>
        <p:pic>
          <p:nvPicPr>
            <p:cNvPr id="78" name="Graphic 77" descr="Man">
              <a:extLst>
                <a:ext uri="{FF2B5EF4-FFF2-40B4-BE49-F238E27FC236}">
                  <a16:creationId xmlns:a16="http://schemas.microsoft.com/office/drawing/2014/main" id="{F47A5E87-D046-4BE9-A27F-0274218189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511885" y="4219128"/>
              <a:ext cx="336293" cy="336293"/>
            </a:xfrm>
            <a:prstGeom prst="rect">
              <a:avLst/>
            </a:prstGeom>
          </p:spPr>
        </p:pic>
        <p:pic>
          <p:nvPicPr>
            <p:cNvPr id="79" name="Graphic 78" descr="Woman">
              <a:extLst>
                <a:ext uri="{FF2B5EF4-FFF2-40B4-BE49-F238E27FC236}">
                  <a16:creationId xmlns:a16="http://schemas.microsoft.com/office/drawing/2014/main" id="{0AC1144B-0108-47A4-B309-50F28E5BA0B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145047" y="4213444"/>
              <a:ext cx="336293" cy="336293"/>
            </a:xfrm>
            <a:prstGeom prst="rect">
              <a:avLst/>
            </a:prstGeom>
          </p:spPr>
        </p:pic>
        <p:pic>
          <p:nvPicPr>
            <p:cNvPr id="80" name="Graphic 79" descr="Woman">
              <a:extLst>
                <a:ext uri="{FF2B5EF4-FFF2-40B4-BE49-F238E27FC236}">
                  <a16:creationId xmlns:a16="http://schemas.microsoft.com/office/drawing/2014/main" id="{90D1E000-93A4-4F20-A89A-6DFBE483AD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039891" y="4654490"/>
              <a:ext cx="336293" cy="336293"/>
            </a:xfrm>
            <a:prstGeom prst="rect">
              <a:avLst/>
            </a:prstGeom>
          </p:spPr>
        </p:pic>
        <p:pic>
          <p:nvPicPr>
            <p:cNvPr id="82" name="Graphic 81" descr="Man">
              <a:extLst>
                <a:ext uri="{FF2B5EF4-FFF2-40B4-BE49-F238E27FC236}">
                  <a16:creationId xmlns:a16="http://schemas.microsoft.com/office/drawing/2014/main" id="{F57F06B8-49A1-4DA5-8FEF-9E78215A07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3124082" y="773823"/>
              <a:ext cx="336293" cy="336293"/>
            </a:xfrm>
            <a:prstGeom prst="rect">
              <a:avLst/>
            </a:prstGeom>
          </p:spPr>
        </p:pic>
        <p:pic>
          <p:nvPicPr>
            <p:cNvPr id="83" name="Graphic 82" descr="Woman">
              <a:extLst>
                <a:ext uri="{FF2B5EF4-FFF2-40B4-BE49-F238E27FC236}">
                  <a16:creationId xmlns:a16="http://schemas.microsoft.com/office/drawing/2014/main" id="{558D1A59-08AF-49A7-9ABC-A6C22D61F7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3116270" y="538359"/>
              <a:ext cx="336293" cy="336293"/>
            </a:xfrm>
            <a:prstGeom prst="rect">
              <a:avLst/>
            </a:prstGeom>
          </p:spPr>
        </p:pic>
      </p:grp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C7D5AF2F-CCC5-4C1F-8E41-8455D0EC5FF5}"/>
              </a:ext>
            </a:extLst>
          </p:cNvPr>
          <p:cNvSpPr/>
          <p:nvPr/>
        </p:nvSpPr>
        <p:spPr bwMode="auto">
          <a:xfrm>
            <a:off x="4132559" y="235906"/>
            <a:ext cx="2402150" cy="562488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Group Meetings</a:t>
            </a: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7D7FE678-6907-4628-BFBD-732EB8446A41}"/>
              </a:ext>
            </a:extLst>
          </p:cNvPr>
          <p:cNvCxnSpPr>
            <a:cxnSpLocks/>
            <a:stCxn id="66" idx="6"/>
            <a:endCxn id="103" idx="1"/>
          </p:cNvCxnSpPr>
          <p:nvPr/>
        </p:nvCxnSpPr>
        <p:spPr>
          <a:xfrm>
            <a:off x="2511885" y="1528975"/>
            <a:ext cx="1620674" cy="69116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DCD6D3BC-FA69-49DA-950B-8D9E17A236BC}"/>
              </a:ext>
            </a:extLst>
          </p:cNvPr>
          <p:cNvCxnSpPr>
            <a:cxnSpLocks/>
            <a:stCxn id="51" idx="5"/>
            <a:endCxn id="111" idx="1"/>
          </p:cNvCxnSpPr>
          <p:nvPr/>
        </p:nvCxnSpPr>
        <p:spPr>
          <a:xfrm>
            <a:off x="1693816" y="1663460"/>
            <a:ext cx="2438743" cy="2882943"/>
          </a:xfrm>
          <a:prstGeom prst="line">
            <a:avLst/>
          </a:prstGeom>
          <a:ln w="38100">
            <a:solidFill>
              <a:srgbClr val="FF8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" name="Picture 102">
            <a:extLst>
              <a:ext uri="{FF2B5EF4-FFF2-40B4-BE49-F238E27FC236}">
                <a16:creationId xmlns:a16="http://schemas.microsoft.com/office/drawing/2014/main" id="{873FB866-1583-4B31-80FD-71D787A7BB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32559" y="1167627"/>
            <a:ext cx="4581525" cy="2105025"/>
          </a:xfrm>
          <a:prstGeom prst="rect">
            <a:avLst/>
          </a:prstGeom>
          <a:ln w="38100">
            <a:solidFill>
              <a:srgbClr val="5180AC"/>
            </a:solidFill>
          </a:ln>
          <a:effectLst>
            <a:outerShdw blurRad="76200" dist="50800" dir="2700000" algn="tl" rotWithShape="0">
              <a:srgbClr val="5180AC">
                <a:alpha val="40000"/>
              </a:srgbClr>
            </a:outerShdw>
          </a:effectLst>
        </p:spPr>
      </p:pic>
      <p:sp>
        <p:nvSpPr>
          <p:cNvPr id="107" name="Oval 106">
            <a:extLst>
              <a:ext uri="{FF2B5EF4-FFF2-40B4-BE49-F238E27FC236}">
                <a16:creationId xmlns:a16="http://schemas.microsoft.com/office/drawing/2014/main" id="{1BD7611C-CCF7-4D8E-A008-9822D675C0DD}"/>
              </a:ext>
            </a:extLst>
          </p:cNvPr>
          <p:cNvSpPr>
            <a:spLocks noChangeAspect="1"/>
          </p:cNvSpPr>
          <p:nvPr/>
        </p:nvSpPr>
        <p:spPr bwMode="auto">
          <a:xfrm>
            <a:off x="8231914" y="947717"/>
            <a:ext cx="677490" cy="677490"/>
          </a:xfrm>
          <a:prstGeom prst="ellipse">
            <a:avLst/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2A</a:t>
            </a:r>
            <a:endParaRPr kumimoji="0" 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pic>
        <p:nvPicPr>
          <p:cNvPr id="111" name="Picture 110">
            <a:extLst>
              <a:ext uri="{FF2B5EF4-FFF2-40B4-BE49-F238E27FC236}">
                <a16:creationId xmlns:a16="http://schemas.microsoft.com/office/drawing/2014/main" id="{69CF2658-8449-4A17-8762-15834760892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32559" y="3589140"/>
            <a:ext cx="4591050" cy="1914525"/>
          </a:xfrm>
          <a:prstGeom prst="rect">
            <a:avLst/>
          </a:prstGeom>
          <a:ln w="38100">
            <a:solidFill>
              <a:srgbClr val="FF8C00"/>
            </a:solidFill>
          </a:ln>
          <a:effectLst>
            <a:outerShdw blurRad="50800" dist="50800" dir="2700000" algn="tl" rotWithShape="0">
              <a:srgbClr val="FF8C00">
                <a:alpha val="40000"/>
              </a:srgbClr>
            </a:outerShdw>
          </a:effectLst>
        </p:spPr>
      </p:pic>
      <p:sp>
        <p:nvSpPr>
          <p:cNvPr id="115" name="Oval 114">
            <a:extLst>
              <a:ext uri="{FF2B5EF4-FFF2-40B4-BE49-F238E27FC236}">
                <a16:creationId xmlns:a16="http://schemas.microsoft.com/office/drawing/2014/main" id="{74C5F9F7-58FC-4779-9292-66D980539B34}"/>
              </a:ext>
            </a:extLst>
          </p:cNvPr>
          <p:cNvSpPr>
            <a:spLocks noChangeAspect="1"/>
          </p:cNvSpPr>
          <p:nvPr/>
        </p:nvSpPr>
        <p:spPr bwMode="auto">
          <a:xfrm>
            <a:off x="8231914" y="3367353"/>
            <a:ext cx="677490" cy="677490"/>
          </a:xfrm>
          <a:prstGeom prst="ellipse">
            <a:avLst/>
          </a:prstGeom>
          <a:solidFill>
            <a:srgbClr val="FF8C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2B</a:t>
            </a:r>
          </a:p>
        </p:txBody>
      </p:sp>
      <p:pic>
        <p:nvPicPr>
          <p:cNvPr id="124" name="Picture 123" descr="A picture containing clipart&#10;&#10;Description automatically generated">
            <a:extLst>
              <a:ext uri="{FF2B5EF4-FFF2-40B4-BE49-F238E27FC236}">
                <a16:creationId xmlns:a16="http://schemas.microsoft.com/office/drawing/2014/main" id="{29BB6FA8-4A74-45B2-9EEB-58E8452D137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0071" y="280127"/>
            <a:ext cx="2071785" cy="424408"/>
          </a:xfrm>
          <a:prstGeom prst="rect">
            <a:avLst/>
          </a:prstGeom>
        </p:spPr>
      </p:pic>
      <p:grpSp>
        <p:nvGrpSpPr>
          <p:cNvPr id="125" name="Group 124">
            <a:extLst>
              <a:ext uri="{FF2B5EF4-FFF2-40B4-BE49-F238E27FC236}">
                <a16:creationId xmlns:a16="http://schemas.microsoft.com/office/drawing/2014/main" id="{5AF0041A-E4F2-46B1-A587-E59C426C6D6E}"/>
              </a:ext>
            </a:extLst>
          </p:cNvPr>
          <p:cNvGrpSpPr/>
          <p:nvPr/>
        </p:nvGrpSpPr>
        <p:grpSpPr>
          <a:xfrm>
            <a:off x="6810375" y="218772"/>
            <a:ext cx="3048000" cy="547119"/>
            <a:chOff x="6810375" y="218772"/>
            <a:chExt cx="3048000" cy="547119"/>
          </a:xfrm>
        </p:grpSpPr>
        <p:sp>
          <p:nvSpPr>
            <p:cNvPr id="126" name="Rectangle: Rounded Corners 125">
              <a:extLst>
                <a:ext uri="{FF2B5EF4-FFF2-40B4-BE49-F238E27FC236}">
                  <a16:creationId xmlns:a16="http://schemas.microsoft.com/office/drawing/2014/main" id="{8BC72515-40AF-4EB3-A65C-1C8ECE01423A}"/>
                </a:ext>
              </a:extLst>
            </p:cNvPr>
            <p:cNvSpPr/>
            <p:nvPr/>
          </p:nvSpPr>
          <p:spPr>
            <a:xfrm>
              <a:off x="6810375" y="218772"/>
              <a:ext cx="3048000" cy="54711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0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4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27" name="Picture 126" descr="A picture containing clipart&#10;&#10;Description automatically generated">
              <a:extLst>
                <a:ext uri="{FF2B5EF4-FFF2-40B4-BE49-F238E27FC236}">
                  <a16:creationId xmlns:a16="http://schemas.microsoft.com/office/drawing/2014/main" id="{CFF24A10-08CF-42E6-86B2-884AE2DD95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70071" y="280127"/>
              <a:ext cx="2071785" cy="4244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96440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17</Words>
  <Application>Microsoft Office PowerPoint</Application>
  <PresentationFormat>On-screen Show (16:10)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Century Gothic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Williams David</dc:creator>
  <cp:lastModifiedBy>Williams David</cp:lastModifiedBy>
  <cp:revision>1</cp:revision>
  <dcterms:created xsi:type="dcterms:W3CDTF">2019-09-03T17:23:49Z</dcterms:created>
  <dcterms:modified xsi:type="dcterms:W3CDTF">2019-09-03T17:24:43Z</dcterms:modified>
</cp:coreProperties>
</file>