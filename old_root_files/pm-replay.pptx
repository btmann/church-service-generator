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7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8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  <p:sldMasterId id="2147483724" r:id="rId9"/>
  </p:sldMasterIdLst>
  <p:notesMasterIdLst>
    <p:notesMasterId r:id="rId12"/>
  </p:notesMasterIdLst>
  <p:sldIdLst>
    <p:sldId id="256" r:id="rId10"/>
    <p:sldId id="281" r:id="rId1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00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3030" y="14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868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Song Leader: Larry Brown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61559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2349668"/>
            <a:ext cx="4371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10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Invitation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Invitación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90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F32A12B-6997-460A-9928-356E2E8A5C6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8986D65B-3AA0-423F-BADA-EE7A1C1AE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Sunday 6:00PM</a:t>
            </a:r>
          </a:p>
          <a:p>
            <a:r>
              <a:rPr dirty="0"/>
              <a:t>August 16, 2020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3311"/>
              </a:lnSpc>
              <a:spcBef>
                <a:spcPts val="0"/>
              </a:spcBef>
            </a:pPr>
            <a:r>
              <a:rPr sz="2800"/>
              <a:t>Welcome</a:t>
            </a:r>
          </a:p>
          <a:p>
            <a:pPr>
              <a:lnSpc>
                <a:spcPts val="3311"/>
              </a:lnSpc>
              <a:spcBef>
                <a:spcPts val="0"/>
              </a:spcBef>
            </a:pPr>
            <a:r>
              <a:rPr sz="2800">
                <a:solidFill>
                  <a:srgbClr val="FF8C00"/>
                </a:solidFill>
              </a:rPr>
              <a:t>He Is in Our Midst</a:t>
            </a:r>
          </a:p>
          <a:p>
            <a:pPr>
              <a:lnSpc>
                <a:spcPts val="3311"/>
              </a:lnSpc>
              <a:spcBef>
                <a:spcPts val="0"/>
              </a:spcBef>
            </a:pPr>
            <a:r>
              <a:rPr sz="2800">
                <a:solidFill>
                  <a:srgbClr val="FF8C00"/>
                </a:solidFill>
              </a:rPr>
              <a:t>A Common Love</a:t>
            </a:r>
          </a:p>
          <a:p>
            <a:pPr>
              <a:lnSpc>
                <a:spcPts val="3311"/>
              </a:lnSpc>
              <a:spcBef>
                <a:spcPts val="0"/>
              </a:spcBef>
            </a:pPr>
            <a:r>
              <a:rPr sz="2800"/>
              <a:t>Sheep and Goats</a:t>
            </a:r>
          </a:p>
          <a:p>
            <a:pPr>
              <a:lnSpc>
                <a:spcPts val="3311"/>
              </a:lnSpc>
              <a:spcBef>
                <a:spcPts val="0"/>
              </a:spcBef>
            </a:pPr>
            <a:r>
              <a:rPr sz="2800">
                <a:solidFill>
                  <a:srgbClr val="FF8C00"/>
                </a:solidFill>
              </a:rPr>
              <a:t>Ye Must Be Born Again</a:t>
            </a:r>
          </a:p>
          <a:p>
            <a:pPr>
              <a:lnSpc>
                <a:spcPts val="3311"/>
              </a:lnSpc>
              <a:spcBef>
                <a:spcPts val="0"/>
              </a:spcBef>
            </a:pPr>
            <a:r>
              <a:rPr sz="2800"/>
              <a:t>Prayer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-457200" y="1568195"/>
            <a:ext cx="1463040" cy="2578608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91440" y="1623060"/>
            <a:ext cx="841248" cy="365760"/>
          </a:xfrm>
          <a:solidFill>
            <a:srgbClr val="5A7BA4"/>
          </a:solidFill>
        </p:spPr>
        <p:txBody>
          <a:bodyPr tIns="18288"/>
          <a:lstStyle/>
          <a:p>
            <a:r>
              <a:t>Welcome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91440" y="2043684"/>
            <a:ext cx="841248" cy="365760"/>
          </a:xfrm>
        </p:spPr>
        <p:txBody>
          <a:bodyPr lIns="274320"/>
          <a:lstStyle/>
          <a:p>
            <a:r>
              <a:rPr sz="1400"/>
              <a:t>105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91440" y="3305556"/>
            <a:ext cx="841248" cy="365760"/>
          </a:xfrm>
        </p:spPr>
        <p:txBody>
          <a:bodyPr lIns="274320"/>
          <a:lstStyle/>
          <a:p>
            <a:r>
              <a:rPr sz="1400"/>
              <a:t>797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91440" y="2464308"/>
            <a:ext cx="841248" cy="365760"/>
          </a:xfrm>
        </p:spPr>
        <p:txBody>
          <a:bodyPr lIns="274320"/>
          <a:lstStyle/>
          <a:p>
            <a:r>
              <a:rPr sz="1400"/>
              <a:t>842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91440" y="2884932"/>
            <a:ext cx="841248" cy="365760"/>
          </a:xfrm>
        </p:spPr>
        <p:txBody>
          <a:bodyPr tIns="18288"/>
          <a:lstStyle/>
          <a:p>
            <a:r>
              <a:t>Sermon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5"/>
          </p:nvPr>
        </p:nvSpPr>
        <p:spPr>
          <a:xfrm>
            <a:off x="91440" y="3726180"/>
            <a:ext cx="841248" cy="365760"/>
          </a:xfrm>
        </p:spPr>
        <p:txBody>
          <a:bodyPr tIns="18288"/>
          <a:lstStyle/>
          <a:p>
            <a:r>
              <a:t>Prayer</a:t>
            </a:r>
          </a:p>
        </p:txBody>
      </p:sp>
      <p:pic>
        <p:nvPicPr>
          <p:cNvPr id="19" name="Picture 18" descr="phss-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089404"/>
            <a:ext cx="274320" cy="274320"/>
          </a:xfrm>
          <a:prstGeom prst="rect">
            <a:avLst/>
          </a:prstGeom>
        </p:spPr>
      </p:pic>
      <p:pic>
        <p:nvPicPr>
          <p:cNvPr id="20" name="Picture 19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351276"/>
            <a:ext cx="274320" cy="274320"/>
          </a:xfrm>
          <a:prstGeom prst="rect">
            <a:avLst/>
          </a:prstGeom>
        </p:spPr>
      </p:pic>
      <p:pic>
        <p:nvPicPr>
          <p:cNvPr id="21" name="Picture 20" descr="pftl-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510028"/>
            <a:ext cx="274320" cy="274320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A772EA6-17B9-42E5-90C9-7CB19F436077}"/>
              </a:ext>
            </a:extLst>
          </p:cNvPr>
          <p:cNvSpPr txBox="1">
            <a:spLocks/>
          </p:cNvSpPr>
          <p:nvPr/>
        </p:nvSpPr>
        <p:spPr>
          <a:xfrm>
            <a:off x="3718339" y="2950242"/>
            <a:ext cx="1374129" cy="23514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indent="0" algn="ctr" defTabSz="6858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lt1"/>
                </a:solidFill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Marty Broadwell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6BD9989-FD66-44ED-9DAD-9AF197AFAB52}"/>
              </a:ext>
            </a:extLst>
          </p:cNvPr>
          <p:cNvSpPr txBox="1">
            <a:spLocks/>
          </p:cNvSpPr>
          <p:nvPr/>
        </p:nvSpPr>
        <p:spPr>
          <a:xfrm>
            <a:off x="3829269" y="2108994"/>
            <a:ext cx="1152267" cy="23514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indent="0" algn="ctr" defTabSz="6858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lt1"/>
                </a:solidFill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rgbClr val="FF8C00"/>
                </a:solidFill>
              </a:rPr>
              <a:t>Larry Brown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6834162-0A86-4783-A334-A2A115FEEE62}"/>
              </a:ext>
            </a:extLst>
          </p:cNvPr>
          <p:cNvSpPr txBox="1">
            <a:spLocks/>
          </p:cNvSpPr>
          <p:nvPr/>
        </p:nvSpPr>
        <p:spPr>
          <a:xfrm>
            <a:off x="2141691" y="3819734"/>
            <a:ext cx="1374129" cy="23514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indent="0" algn="ctr" defTabSz="68580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lt1"/>
                </a:solidFill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Dwight Alleyne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118430</TotalTime>
  <Words>42</Words>
  <Application>Microsoft Office PowerPoint</Application>
  <PresentationFormat>On-screen Show (16:10)</PresentationFormat>
  <Paragraphs>19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Alegreya Sans Light</vt:lpstr>
      <vt:lpstr>Alegreya Sans Medium</vt:lpstr>
      <vt:lpstr>Arial</vt:lpstr>
      <vt:lpstr>Calibri</vt:lpstr>
      <vt:lpstr>Century Gothic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417</cp:revision>
  <dcterms:created xsi:type="dcterms:W3CDTF">2019-05-01T02:25:12Z</dcterms:created>
  <dcterms:modified xsi:type="dcterms:W3CDTF">2020-08-23T03:04:58Z</dcterms:modified>
</cp:coreProperties>
</file>