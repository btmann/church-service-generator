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59" y="5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rect">
            <a:avLst/>
          </a:prstGeom>
          <a:solidFill>
            <a:srgbClr val="C80000"/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5.png"/><Relationship Id="rId5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5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451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AND CAN IT BE?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900" b="0" i="0">
                <a:latin typeface="Avenir Next LT Pro"/>
              </a:rPr>
              <a:t>© 1988 Bridge Building Music/Organon Key Music (admin. by Brentwood-Benson Music Publishing, Inc.)
Tune: Bob Kauflin (1988); arr. Matthew L. Harber (2011)
Hymn: Charles Wesley (1738); arr. Bob Kauflin (1988)</a:t>
            </a:r>
            <a:endParaRPr sz="9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451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5600" b="1" i="0">
                <a:latin typeface="Alegreya Sans ExtraBold"/>
              </a:rPr>
              <a:t>OH, ¿PUEDE SER?</a:t>
            </a:r>
            <a:endParaRPr sz="56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000" b="0" i="0">
                <a:latin typeface="Alegreya Sans Medium"/>
              </a:rPr>
              <a:t>© 1988 Bridge Building Music/Organon Key Music (admin. by Brentwood-Benson Music Publishing, Inc.)
Musica: Bob Kauflin (1988); arr. Matthew L. Harber (2011)
Palabras: Charles Wesley (1738); arr. Bob Kauflin (1988)</a:t>
            </a:r>
            <a:endParaRPr sz="10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Oval 21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3" name="Oval 22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4" name="Oval 23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451</a:t>
            </a:r>
          </a:p>
        </p:txBody>
      </p:sp>
      <p:pic>
        <p:nvPicPr>
          <p:cNvPr id="5" name="Picture Placeholder 4" descr="phss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600" b="1" i="0"/>
              <a:t>AND CAN IT BE?</a:t>
            </a:r>
            <a:endParaRPr sz="16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2014 Sumphonia Productions, LLC</a:t>
            </a:r>
            <a:endParaRPr sz="800" b="0" i="0"/>
          </a:p>
        </p:txBody>
      </p:sp>
      <p:pic>
        <p:nvPicPr>
          <p:cNvPr id="9" name="Picture Placeholder 8" descr="phss-451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l="1" r="1"/>
          <a:stretch>
            <a:fillRect/>
          </a:stretch>
        </p:blipFill>
        <p:spPr>
          <a:xfrm>
            <a:off x="2594271" y="114300"/>
            <a:ext cx="6012856" cy="548640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800" b="1" i="0"/>
              <a:t>OH, ¿PUEDE SER?</a:t>
            </a:r>
            <a:endParaRPr sz="18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091351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091351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091351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091351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091351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091351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162760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626</cp:revision>
  <dcterms:created xsi:type="dcterms:W3CDTF">2019-05-01T02:25:12Z</dcterms:created>
  <dcterms:modified xsi:type="dcterms:W3CDTF">2021-12-29T16:17:02Z</dcterms:modified>
</cp:coreProperties>
</file>