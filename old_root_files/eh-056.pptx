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56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>
                <a:latin typeface="Avenir Next LT Pro"/>
              </a:rPr>
              <a:t>AT EVEN, WHEN THE SUN WAS SET</a:t>
            </a:r>
            <a:endParaRPr sz="39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Words: Henry Twells, 1868
Music: EDEN, Timothy B. Mason, 1836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375818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18" name="Oval 17"/>
          <p:cNvSpPr/>
          <p:nvPr/>
        </p:nvSpPr>
        <p:spPr>
          <a:xfrm>
            <a:off x="657453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5430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ven-sunset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 t="292" b="292"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AT EVEN, WHEN THE SUN WAS 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2009 The Paperless Hymnal®</a:t>
            </a:r>
          </a:p>
        </p:txBody>
      </p:sp>
      <p:pic>
        <p:nvPicPr>
          <p:cNvPr id="9" name="Picture Placeholder 8" descr="eh-056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5" b="5"/>
          <a:stretch>
            <a:fillRect/>
          </a:stretch>
        </p:blipFill>
        <p:spPr>
          <a:xfrm>
            <a:off x="731520" y="232116"/>
            <a:ext cx="8229600" cy="470212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430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819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208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597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986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375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228600" y="317648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228600" y="36153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