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653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955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03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938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695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955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61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9676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