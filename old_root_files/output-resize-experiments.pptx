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1" r:id="rId3"/>
    <p:sldMasterId id="2147483683" r:id="rId4"/>
    <p:sldMasterId id="2147483685" r:id="rId5"/>
    <p:sldMasterId id="2147483687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70" d="100"/>
          <a:sy n="170" d="100"/>
        </p:scale>
        <p:origin x="120" y="-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09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9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0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57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98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0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65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6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1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91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33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ng Mu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ng_picture">
            <a:extLst>
              <a:ext uri="{FF2B5EF4-FFF2-40B4-BE49-F238E27FC236}">
                <a16:creationId xmlns:a16="http://schemas.microsoft.com/office/drawing/2014/main" id="{54860AB3-1E71-4710-8173-1C46088A28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715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verse_number">
            <a:extLst>
              <a:ext uri="{FF2B5EF4-FFF2-40B4-BE49-F238E27FC236}">
                <a16:creationId xmlns:a16="http://schemas.microsoft.com/office/drawing/2014/main" id="{BE2CA239-9575-452A-B9F4-A12C26E180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03445" y="5279278"/>
            <a:ext cx="793421" cy="25523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100" b="1" dirty="0">
                <a:solidFill>
                  <a:schemeClr val="tx1"/>
                </a:solidFill>
              </a:defRPr>
            </a:lvl1pPr>
          </a:lstStyle>
          <a:p>
            <a:pPr marL="0" lvl="0" algn="ctr" defTabSz="457200"/>
            <a:r>
              <a:rPr lang="en-US" dirty="0"/>
              <a:t>Verse 1</a:t>
            </a: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12515E3D-FE22-4F0B-B913-74A78D9D9DF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62763" y="5279278"/>
            <a:ext cx="2418474" cy="255231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End">
            <a:extLst>
              <a:ext uri="{FF2B5EF4-FFF2-40B4-BE49-F238E27FC236}">
                <a16:creationId xmlns:a16="http://schemas.microsoft.com/office/drawing/2014/main" id="{08492754-5486-4B78-977F-1C81E91334A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947134" y="5279278"/>
            <a:ext cx="555407" cy="25523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FontTx/>
              <a:buNone/>
              <a:defRPr kumimoji="0" lang="en-US" sz="11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171450" marR="0" lvl="0" indent="-17145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End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6F199F54-4A95-4564-830C-7EC21B7CBC3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396075" y="5311334"/>
            <a:ext cx="427195" cy="191116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3" name="next_verse">
            <a:extLst>
              <a:ext uri="{FF2B5EF4-FFF2-40B4-BE49-F238E27FC236}">
                <a16:creationId xmlns:a16="http://schemas.microsoft.com/office/drawing/2014/main" id="{C471D373-0D65-4A13-82F0-32B509F4E13D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7709120" y="5279277"/>
            <a:ext cx="793421" cy="25523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100" b="1" dirty="0">
                <a:solidFill>
                  <a:schemeClr val="bg1"/>
                </a:solidFill>
              </a:defRPr>
            </a:lvl1pPr>
          </a:lstStyle>
          <a:p>
            <a:pPr marL="0" lvl="0" algn="ctr" defTabSz="457200"/>
            <a:r>
              <a:rPr lang="en-US" dirty="0"/>
              <a:t>Verse 1</a:t>
            </a:r>
          </a:p>
        </p:txBody>
      </p:sp>
    </p:spTree>
    <p:extLst>
      <p:ext uri="{BB962C8B-B14F-4D97-AF65-F5344CB8AC3E}">
        <p14:creationId xmlns:p14="http://schemas.microsoft.com/office/powerpoint/2010/main" val="2463617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4311" y="1073160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656" y="2051571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24525" y="2111178"/>
            <a:ext cx="3271429" cy="3166216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863" y="4229099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0070C0">
              <a:alpha val="5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Verse Info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2270" y="1041519"/>
            <a:ext cx="3055938" cy="1041400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25C3AC-BB59-4D94-9E32-C88081C6CE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8662" y="436676"/>
            <a:ext cx="4840718" cy="4840718"/>
          </a:xfrm>
          <a:prstGeom prst="ellipse">
            <a:avLst/>
          </a:prstGeom>
          <a:solidFill>
            <a:srgbClr val="0070C0">
              <a:alpha val="50000"/>
            </a:srgbClr>
          </a:solidFill>
        </p:spPr>
        <p:txBody>
          <a:bodyPr anchor="ctr"/>
          <a:lstStyle>
            <a:lvl1pPr marL="0" indent="0" algn="ctr">
              <a:buFontTx/>
              <a:buNone/>
              <a:defRPr sz="6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Invitation Song</a:t>
            </a:r>
          </a:p>
        </p:txBody>
      </p:sp>
    </p:spTree>
    <p:extLst>
      <p:ext uri="{BB962C8B-B14F-4D97-AF65-F5344CB8AC3E}">
        <p14:creationId xmlns:p14="http://schemas.microsoft.com/office/powerpoint/2010/main" val="5907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2.22222E-6 L -0.17969 -0.29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45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3.33333E-6 L -0.18542 -0.2994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4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8" grpId="0" uiExpand="1" build="p" animBg="1">
        <p:tmplLst>
          <p:tmpl>
            <p:tnLst>
              <p:par>
                <p:cTn presetID="6" presetClass="emph" presetSubtype="0" fill="hold" nodeType="after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fill="hold" nodeType="with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</p:tmplLst>
      </p:bldP>
      <p:bldP spid="8" grpId="1" uiExpand="1" build="p" animBg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2.22222E-6 L -0.17969 -0.29139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368" y="-14583"/>
                    </p:animMotion>
                  </p:childTnLst>
                </p:cTn>
              </p:par>
            </p:tnLst>
          </p:tmpl>
          <p:tmpl lvl="1"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3.33333E-6 L -0.18542 -0.29944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663" y="-14972"/>
                    </p:animMotion>
                  </p:childTnLst>
                </p:cTn>
              </p:par>
            </p:tnLst>
          </p:tmpl>
        </p:tmplLst>
      </p:bldP>
      <p:bldP spid="8" grpId="2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76D9E-C01E-4BD7-B101-35E396BABDF4}"/>
              </a:ext>
            </a:extLst>
          </p:cNvPr>
          <p:cNvSpPr txBox="1">
            <a:spLocks/>
          </p:cNvSpPr>
          <p:nvPr userDrawn="1"/>
        </p:nvSpPr>
        <p:spPr>
          <a:xfrm>
            <a:off x="2394449" y="1949477"/>
            <a:ext cx="4343400" cy="2084832"/>
          </a:xfrm>
          <a:prstGeom prst="rect">
            <a:avLst/>
          </a:prstGeom>
        </p:spPr>
        <p:txBody>
          <a:bodyPr lIns="90102" tIns="45031" rIns="90102" bIns="45031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Prayer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0"/>
            <a:ext cx="686911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9651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E3796B07-ABEC-4D85-9BF4-580759502B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936" y="4103788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0070C0">
              <a:alpha val="5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Description</a:t>
            </a:r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A809C143-8383-436A-A349-E73CE36E1A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935" y="4103787"/>
            <a:ext cx="4200525" cy="1043399"/>
          </a:xfrm>
          <a:prstGeom prst="roundRect">
            <a:avLst>
              <a:gd name="adj" fmla="val 50000"/>
            </a:avLst>
          </a:prstGeom>
          <a:solidFill>
            <a:srgbClr val="0070C0">
              <a:alpha val="5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68895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2880" y="137160"/>
            <a:ext cx="8778240" cy="4937760"/>
          </a:xfrm>
          <a:prstGeom prst="roundRect">
            <a:avLst>
              <a:gd name="adj" fmla="val 4465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7C366B-9D2C-47C6-BD91-BAFF526576AE}"/>
              </a:ext>
            </a:extLst>
          </p:cNvPr>
          <p:cNvSpPr txBox="1">
            <a:spLocks/>
          </p:cNvSpPr>
          <p:nvPr userDrawn="1"/>
        </p:nvSpPr>
        <p:spPr>
          <a:xfrm>
            <a:off x="181325" y="5212080"/>
            <a:ext cx="8781350" cy="756764"/>
          </a:xfrm>
          <a:prstGeom prst="roundRect">
            <a:avLst>
              <a:gd name="adj" fmla="val 34906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269253-F822-4CD2-A6BD-891883E96BA6}"/>
              </a:ext>
            </a:extLst>
          </p:cNvPr>
          <p:cNvSpPr/>
          <p:nvPr userDrawn="1"/>
        </p:nvSpPr>
        <p:spPr>
          <a:xfrm>
            <a:off x="7436235" y="5276088"/>
            <a:ext cx="1437787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7467FF-8142-431A-8B4D-79CECE006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3108" y="5246747"/>
            <a:ext cx="1264540" cy="353252"/>
          </a:xfrm>
          <a:prstGeom prst="rect">
            <a:avLst/>
          </a:prstGeom>
        </p:spPr>
      </p:pic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69978" y="5276088"/>
            <a:ext cx="1062022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96769" y="5276088"/>
            <a:ext cx="640080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36764" y="5247624"/>
            <a:ext cx="2310844" cy="301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01618" y="5485313"/>
            <a:ext cx="2245990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7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9C7BC-E488-44F5-B3A9-8814D3B051FD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8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720FB9-FC51-470B-AA2A-7C25EC6616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5577816" y="93600"/>
            <a:ext cx="3907496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/>
          <p:nvPr userDrawn="1"/>
        </p:nvSpPr>
        <p:spPr>
          <a:xfrm>
            <a:off x="341312" y="456261"/>
            <a:ext cx="4892015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CC48A7-88A5-4E46-B22F-65C634B9761D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E88FA61-FEFE-484A-AF4B-AC0150241BEC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DD1B68B-C254-4E1C-B8BE-CFFE7EFF2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68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3E5816-D7A2-4A47-B6C5-57BEF9E485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E02F818-1DB2-44C1-986D-ECE0272859A9}"/>
              </a:ext>
            </a:extLst>
          </p:cNvPr>
          <p:cNvSpPr/>
          <p:nvPr userDrawn="1"/>
        </p:nvSpPr>
        <p:spPr>
          <a:xfrm>
            <a:off x="2120142" y="456261"/>
            <a:ext cx="4892015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78A3CD-1EDB-4F0A-94B9-5057D4EE8421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1225F81-F00C-42F7-9C19-9D1CE4EC9E60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76C443E-9CD0-482A-ABB8-3649A5CF2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969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BE760E-F518-44E9-8375-0F7625F939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D36F2AA-DC8A-4588-A1CE-1171DFB34D4F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>
              <a:lumMod val="75000"/>
              <a:alpha val="49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6DAE096-D8F4-4A83-8838-04C534D7E287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3420AB-4874-41F1-9D34-E90307AC2D3A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808E83A-8385-4E62-A820-83B5C1E8D4F0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AC822E-3F5D-4220-9F77-7246463C6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913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/>
      <p:bldP spid="9" grpId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5ACDD97-02CC-40E0-AC42-6E7C976D57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2E9A46-88B4-47F2-B793-D03349971FF3}"/>
              </a:ext>
            </a:extLst>
          </p:cNvPr>
          <p:cNvSpPr/>
          <p:nvPr userDrawn="1"/>
        </p:nvSpPr>
        <p:spPr>
          <a:xfrm>
            <a:off x="2120142" y="456261"/>
            <a:ext cx="4892015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468D61-B197-41BB-948E-64131B4C079F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823E305-F923-46AD-9F4A-585FAAE8A49D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84F7241-4582-4351-A86F-21B7BAE49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4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AE8166-DDD3-48FD-B5CA-5551289268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37" y="0"/>
            <a:ext cx="913912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Autofit/>
          </a:bodyPr>
          <a:lstStyle/>
          <a:p>
            <a:r>
              <a:rPr sz="6000" b="0" i="0">
                <a:latin typeface="Century Gothic"/>
              </a:rPr>
              <a:t>Our God, He Is Alive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 and Music by: Aaron W. Dicus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Copyright © 1966 by A. W. Dicus,  Renewed 1994, Assigned to Ellis J. Crum 1973</a:t>
            </a:r>
          </a:p>
        </p:txBody>
      </p:sp>
      <p:pic>
        <p:nvPicPr>
          <p:cNvPr id="6" name="Picture Placeholder 5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01.png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t="35" b="16925"/>
          <a:stretch/>
        </p:blipFill>
        <p:spPr>
          <a:xfrm>
            <a:off x="269978" y="272362"/>
            <a:ext cx="8660690" cy="4730387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02.png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t="35" b="16484"/>
          <a:stretch/>
        </p:blipFill>
        <p:spPr>
          <a:xfrm>
            <a:off x="269978" y="227843"/>
            <a:ext cx="8599556" cy="4722007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 dirty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05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06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09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10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1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1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523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" b="35"/>
          <a:stretch>
            <a:fillRect/>
          </a:stretch>
        </p:blipFill>
        <p:spPr>
          <a:xfrm>
            <a:off x="815844" y="137160"/>
            <a:ext cx="7512311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Our God, He Is Alive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56962</TotalTime>
  <Words>352</Words>
  <Application>Microsoft Office PowerPoint</Application>
  <PresentationFormat>On-screen Show (16:10)</PresentationFormat>
  <Paragraphs>179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Calibri</vt:lpstr>
      <vt:lpstr>Calibri Light</vt:lpstr>
      <vt:lpstr>Century Gothic</vt:lpstr>
      <vt:lpstr>Wingdings</vt:lpstr>
      <vt:lpstr>Office Theme</vt:lpstr>
      <vt:lpstr>Song Titles</vt:lpstr>
      <vt:lpstr>Custom Design</vt:lpstr>
      <vt:lpstr>1_Custom Design</vt:lpstr>
      <vt:lpstr>2_Custom Design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Williams David</cp:lastModifiedBy>
  <cp:revision>109</cp:revision>
  <dcterms:created xsi:type="dcterms:W3CDTF">2019-05-01T02:25:12Z</dcterms:created>
  <dcterms:modified xsi:type="dcterms:W3CDTF">2019-08-01T14:31:26Z</dcterms:modified>
</cp:coreProperties>
</file>