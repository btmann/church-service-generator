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389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3900" b="1" i="0">
                <a:latin typeface="Avenir Next LT Pro"/>
              </a:rPr>
              <a:t>LET HIM HAVE HIS WAY WITH THEE</a:t>
            </a:r>
            <a:endParaRPr sz="39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&amp; Music: Cyrus S. Nusbaum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28600" y="42730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389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LET HIM HAVE HIS WAY WITH THEE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2008 The Paperless Hymnal®</a:t>
            </a:r>
          </a:p>
        </p:txBody>
      </p:sp>
      <p:pic>
        <p:nvPicPr>
          <p:cNvPr id="9" name="Picture Placeholder 8" descr="pftl-389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5" r="5"/>
          <a:stretch>
            <a:fillRect/>
          </a:stretch>
        </p:blipFill>
        <p:spPr>
          <a:xfrm>
            <a:off x="731520" y="116408"/>
            <a:ext cx="8229600" cy="493354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42730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86621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0512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74404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18295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62186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