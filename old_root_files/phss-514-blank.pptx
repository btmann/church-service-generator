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80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369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202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902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00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202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902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953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202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0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