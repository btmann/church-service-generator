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205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GREAT I AM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Jared Anderson, Arr: Mike Rogers and Ryan Smith
Â© 2011 Integrity Worship Music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582988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205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GREAT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Â© 2022 The Acapella Company</a:t>
            </a:r>
          </a:p>
        </p:txBody>
      </p:sp>
      <p:pic>
        <p:nvPicPr>
          <p:cNvPr id="9" name="Picture Placeholder 8" descr="eh-205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0" b="20"/>
          <a:stretch>
            <a:fillRect/>
          </a:stretch>
        </p:blipFill>
        <p:spPr>
          <a:xfrm>
            <a:off x="1085908" y="114300"/>
            <a:ext cx="7520822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82988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82988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82988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82988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