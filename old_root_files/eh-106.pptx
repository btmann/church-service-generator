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05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106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3400" b="1" i="0">
                <a:latin typeface="Avenir Next LT Pro"/>
              </a:rPr>
              <a:t>LET EVERY TONGUE AND TRIBE AND LAND</a:t>
            </a:r>
            <a:endParaRPr sz="3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Words: S. E. Rouse
Music: William B. Bradbury
SWEET HOUR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TONGUE AND TRIBE AND LAND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6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8" b="8"/>
          <a:stretch>
            <a:fillRect/>
          </a:stretch>
        </p:blipFill>
        <p:spPr>
          <a:xfrm>
            <a:off x="731520" y="129416"/>
            <a:ext cx="8229600" cy="490752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28600" y="44031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79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18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57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959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348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TONGUE AND TRIBE AND LAND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6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3" r="33"/>
          <a:stretch>
            <a:fillRect/>
          </a:stretch>
        </p:blipFill>
        <p:spPr>
          <a:xfrm>
            <a:off x="731520" y="129416"/>
            <a:ext cx="8229600" cy="490752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4031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79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18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57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959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348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TONGUE AND TRIBE AND LAND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6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8" b="8"/>
          <a:stretch>
            <a:fillRect/>
          </a:stretch>
        </p:blipFill>
        <p:spPr>
          <a:xfrm>
            <a:off x="731520" y="129416"/>
            <a:ext cx="8229600" cy="490752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40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7922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18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57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959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348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TONGUE AND TRIBE AND LAND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6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8" b="8"/>
          <a:stretch>
            <a:fillRect/>
          </a:stretch>
        </p:blipFill>
        <p:spPr>
          <a:xfrm>
            <a:off x="731520" y="129416"/>
            <a:ext cx="8229600" cy="490752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40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7922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18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57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959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348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TONGUE AND TRIBE AND LAND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6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8" b="8"/>
          <a:stretch>
            <a:fillRect/>
          </a:stretch>
        </p:blipFill>
        <p:spPr>
          <a:xfrm>
            <a:off x="731520" y="129416"/>
            <a:ext cx="8229600" cy="490752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40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79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1813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57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959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348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TONGUE AND TRIBE AND LAND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6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3" r="33"/>
          <a:stretch>
            <a:fillRect/>
          </a:stretch>
        </p:blipFill>
        <p:spPr>
          <a:xfrm>
            <a:off x="731520" y="129416"/>
            <a:ext cx="8229600" cy="490752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40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79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1813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57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959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348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TONGUE AND TRIBE AND LAND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6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8" b="8"/>
          <a:stretch>
            <a:fillRect/>
          </a:stretch>
        </p:blipFill>
        <p:spPr>
          <a:xfrm>
            <a:off x="731520" y="129416"/>
            <a:ext cx="8229600" cy="490752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40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79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18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5704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959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348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TONGUE AND TRIBE AND LAND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6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8" b="8"/>
          <a:stretch>
            <a:fillRect/>
          </a:stretch>
        </p:blipFill>
        <p:spPr>
          <a:xfrm>
            <a:off x="731520" y="129416"/>
            <a:ext cx="8229600" cy="490752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40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79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18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5704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959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348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TONGUE AND TRIBE AND LAND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6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8" b="8"/>
          <a:stretch>
            <a:fillRect/>
          </a:stretch>
        </p:blipFill>
        <p:spPr>
          <a:xfrm>
            <a:off x="731520" y="129416"/>
            <a:ext cx="8229600" cy="490752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40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79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18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57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9596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348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TONGUE AND TRIBE AND LAND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6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33" r="33"/>
          <a:stretch>
            <a:fillRect/>
          </a:stretch>
        </p:blipFill>
        <p:spPr>
          <a:xfrm>
            <a:off x="731520" y="129416"/>
            <a:ext cx="8229600" cy="490752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40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79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18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57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9596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3487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TONGUE AND TRIBE AND LAND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6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8" b="8"/>
          <a:stretch>
            <a:fillRect/>
          </a:stretch>
        </p:blipFill>
        <p:spPr>
          <a:xfrm>
            <a:off x="731520" y="129416"/>
            <a:ext cx="8229600" cy="490752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40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79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18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57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959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3487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106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EVERY TONGUE AND TRIBE AND LAND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2014 S. E. Rouse</a:t>
            </a:r>
          </a:p>
        </p:txBody>
      </p:sp>
      <p:pic>
        <p:nvPicPr>
          <p:cNvPr id="9" name="Picture Placeholder 8" descr="eh-106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8" b="8"/>
          <a:stretch>
            <a:fillRect/>
          </a:stretch>
        </p:blipFill>
        <p:spPr>
          <a:xfrm>
            <a:off x="731520" y="129416"/>
            <a:ext cx="8229600" cy="490752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403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792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1813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5704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9596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3487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162760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625</cp:revision>
  <dcterms:created xsi:type="dcterms:W3CDTF">2019-05-01T02:25:12Z</dcterms:created>
  <dcterms:modified xsi:type="dcterms:W3CDTF">2021-06-11T16:19:38Z</dcterms:modified>
</cp:coreProperties>
</file>