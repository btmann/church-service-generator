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theme/theme8.xml" ContentType="application/vnd.openxmlformats-officedocument.theme+xml"/>
  <Override PartName="/ppt/slideLayouts/slideLayout20.xml" ContentType="application/vnd.openxmlformats-officedocument.presentationml.slideLayout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95" r:id="rId3"/>
    <p:sldMasterId id="2147483697" r:id="rId4"/>
    <p:sldMasterId id="2147483699" r:id="rId5"/>
    <p:sldMasterId id="2147483681" r:id="rId6"/>
    <p:sldMasterId id="2147483683" r:id="rId7"/>
    <p:sldMasterId id="2147483685" r:id="rId8"/>
    <p:sldMasterId id="2147483687" r:id="rId9"/>
  </p:sldMasterIdLst>
  <p:sldIdLst>
    <p:sldId id="256" r:id="rId10"/>
    <p:sldId id="257" r:id="rId11"/>
    <p:sldId id="258" r:id="rId12"/>
    <p:sldId id="309" r:id="rId13"/>
    <p:sldId id="308" r:id="rId14"/>
    <p:sldId id="310" r:id="rId15"/>
    <p:sldId id="262" r:id="rId16"/>
    <p:sldId id="259" r:id="rId17"/>
    <p:sldId id="260" r:id="rId18"/>
    <p:sldId id="261" r:id="rId19"/>
    <p:sldId id="307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7BA4"/>
    <a:srgbClr val="FF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63" Type="http://schemas.openxmlformats.org/officeDocument/2006/relationships/slide" Target="slides/slide54.xml"/><Relationship Id="rId68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61" Type="http://schemas.openxmlformats.org/officeDocument/2006/relationships/slide" Target="slides/slide52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theme" Target="theme/theme1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09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9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0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57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98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0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65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6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1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91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C7BC-E488-44F5-B3A9-8814D3B051FD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33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ng Mu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ng_picture">
            <a:extLst>
              <a:ext uri="{FF2B5EF4-FFF2-40B4-BE49-F238E27FC236}">
                <a16:creationId xmlns:a16="http://schemas.microsoft.com/office/drawing/2014/main" id="{54860AB3-1E71-4710-8173-1C46088A28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715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verse_number">
            <a:extLst>
              <a:ext uri="{FF2B5EF4-FFF2-40B4-BE49-F238E27FC236}">
                <a16:creationId xmlns:a16="http://schemas.microsoft.com/office/drawing/2014/main" id="{BE2CA239-9575-452A-B9F4-A12C26E180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03445" y="5279278"/>
            <a:ext cx="793421" cy="25523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100" b="1" dirty="0">
                <a:solidFill>
                  <a:schemeClr val="tx1"/>
                </a:solidFill>
              </a:defRPr>
            </a:lvl1pPr>
          </a:lstStyle>
          <a:p>
            <a:pPr marL="0" lvl="0" algn="ctr" defTabSz="457200"/>
            <a:r>
              <a:rPr lang="en-US" dirty="0"/>
              <a:t>Verse 1</a:t>
            </a: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12515E3D-FE22-4F0B-B913-74A78D9D9DF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62763" y="5279278"/>
            <a:ext cx="2418474" cy="255231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End">
            <a:extLst>
              <a:ext uri="{FF2B5EF4-FFF2-40B4-BE49-F238E27FC236}">
                <a16:creationId xmlns:a16="http://schemas.microsoft.com/office/drawing/2014/main" id="{08492754-5486-4B78-977F-1C81E91334A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947134" y="5279278"/>
            <a:ext cx="555407" cy="25523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FontTx/>
              <a:buNone/>
              <a:defRPr kumimoji="0" lang="en-US" sz="11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171450" marR="0" lvl="0" indent="-17145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End</a:t>
            </a:r>
          </a:p>
        </p:txBody>
      </p:sp>
      <p:sp>
        <p:nvSpPr>
          <p:cNvPr id="15" name="arrow">
            <a:extLst>
              <a:ext uri="{FF2B5EF4-FFF2-40B4-BE49-F238E27FC236}">
                <a16:creationId xmlns:a16="http://schemas.microsoft.com/office/drawing/2014/main" id="{6F199F54-4A95-4564-830C-7EC21B7CBC3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396075" y="5311334"/>
            <a:ext cx="427195" cy="191116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3" name="next_verse">
            <a:extLst>
              <a:ext uri="{FF2B5EF4-FFF2-40B4-BE49-F238E27FC236}">
                <a16:creationId xmlns:a16="http://schemas.microsoft.com/office/drawing/2014/main" id="{C471D373-0D65-4A13-82F0-32B509F4E13D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7709120" y="5279277"/>
            <a:ext cx="793421" cy="255231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100" b="1" dirty="0">
                <a:solidFill>
                  <a:schemeClr val="bg1"/>
                </a:solidFill>
              </a:defRPr>
            </a:lvl1pPr>
          </a:lstStyle>
          <a:p>
            <a:pPr marL="0" lvl="0" algn="ctr" defTabSz="457200"/>
            <a:r>
              <a:rPr lang="en-US" dirty="0"/>
              <a:t>Verse 1</a:t>
            </a:r>
          </a:p>
        </p:txBody>
      </p:sp>
    </p:spTree>
    <p:extLst>
      <p:ext uri="{BB962C8B-B14F-4D97-AF65-F5344CB8AC3E}">
        <p14:creationId xmlns:p14="http://schemas.microsoft.com/office/powerpoint/2010/main" val="2463617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4311" y="1073160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656" y="2051571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24525" y="2111178"/>
            <a:ext cx="3271429" cy="3166216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863" y="4229099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2270" y="1041519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472" y="457200"/>
            <a:ext cx="4800600" cy="4800600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sz="6000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5907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408400" y="1124975"/>
            <a:ext cx="1425765" cy="731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0200" y="1909761"/>
            <a:ext cx="3119284" cy="143074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00201" y="4473601"/>
            <a:ext cx="3119284" cy="1190437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4165" y="1215953"/>
            <a:ext cx="2369085" cy="549092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Song Medley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38217" y="3606305"/>
            <a:ext cx="1166130" cy="397393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4E218D9-B2C4-4184-AA77-E37BA6A7C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50655" y="3608366"/>
            <a:ext cx="1166130" cy="397393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97B3F91F-9E9A-4055-A12A-DBDAE35A3E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42157" y="4572662"/>
            <a:ext cx="3183174" cy="1091376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6566A8BF-A5AD-4AA1-A5DB-723ACEC465D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76593" y="1124975"/>
            <a:ext cx="1425765" cy="731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E5974E21-81E0-4405-AE9D-6CFA1110E8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42156" y="1931719"/>
            <a:ext cx="3183174" cy="14087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</p:spTree>
    <p:extLst>
      <p:ext uri="{BB962C8B-B14F-4D97-AF65-F5344CB8AC3E}">
        <p14:creationId xmlns:p14="http://schemas.microsoft.com/office/powerpoint/2010/main" val="59383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9" grpId="0"/>
      <p:bldP spid="1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71718" y="378145"/>
            <a:ext cx="1425765" cy="731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59225" y="1049279"/>
            <a:ext cx="2062284" cy="11842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6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9008" y="1250764"/>
            <a:ext cx="1832546" cy="1365020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17712" y="953046"/>
            <a:ext cx="1166130" cy="397393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4E218D9-B2C4-4184-AA77-E37BA6A7C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17712" y="4364561"/>
            <a:ext cx="1166130" cy="397393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97B3F91F-9E9A-4055-A12A-DBDAE35A3E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17712" y="3062900"/>
            <a:ext cx="1943842" cy="1246099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6566A8BF-A5AD-4AA1-A5DB-723ACEC465D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31175" y="3062900"/>
            <a:ext cx="1518384" cy="8223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E5974E21-81E0-4405-AE9D-6CFA1110E8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59225" y="3818347"/>
            <a:ext cx="2062284" cy="118425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600" b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</p:spTree>
    <p:extLst>
      <p:ext uri="{BB962C8B-B14F-4D97-AF65-F5344CB8AC3E}">
        <p14:creationId xmlns:p14="http://schemas.microsoft.com/office/powerpoint/2010/main" val="420972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" grpId="0"/>
      <p:bldP spid="9" grpId="0"/>
      <p:bldP spid="1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71718" y="378145"/>
            <a:ext cx="1425765" cy="73104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59225" y="1049279"/>
            <a:ext cx="2062284" cy="11842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6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9008" y="1250764"/>
            <a:ext cx="1832546" cy="1365020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17712" y="953046"/>
            <a:ext cx="1166130" cy="397393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4E218D9-B2C4-4184-AA77-E37BA6A7CD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17712" y="4364561"/>
            <a:ext cx="1166130" cy="397393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97B3F91F-9E9A-4055-A12A-DBDAE35A3E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17712" y="3062900"/>
            <a:ext cx="1943842" cy="1246099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6566A8BF-A5AD-4AA1-A5DB-723ACEC465D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31175" y="3062900"/>
            <a:ext cx="1518384" cy="82239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E5974E21-81E0-4405-AE9D-6CFA1110E8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59225" y="3818347"/>
            <a:ext cx="2062284" cy="118425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600" b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</p:spTree>
    <p:extLst>
      <p:ext uri="{BB962C8B-B14F-4D97-AF65-F5344CB8AC3E}">
        <p14:creationId xmlns:p14="http://schemas.microsoft.com/office/powerpoint/2010/main" val="257259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" grpId="0"/>
      <p:bldP spid="9" grpId="0"/>
      <p:bldP spid="1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B076D9E-C01E-4BD7-B101-35E396BABDF4}"/>
              </a:ext>
            </a:extLst>
          </p:cNvPr>
          <p:cNvSpPr txBox="1">
            <a:spLocks/>
          </p:cNvSpPr>
          <p:nvPr userDrawn="1"/>
        </p:nvSpPr>
        <p:spPr>
          <a:xfrm>
            <a:off x="2394449" y="1949477"/>
            <a:ext cx="4343400" cy="2084832"/>
          </a:xfrm>
          <a:prstGeom prst="rect">
            <a:avLst/>
          </a:prstGeom>
        </p:spPr>
        <p:txBody>
          <a:bodyPr lIns="90102" tIns="45031" rIns="90102" bIns="45031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Prayer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686911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96519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E3796B07-ABEC-4D85-9BF4-580759502B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936" y="4103788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Description</a:t>
            </a:r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A809C143-8383-436A-A349-E73CE36E1A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935" y="4103787"/>
            <a:ext cx="4200525" cy="1043399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68895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2880" y="137160"/>
            <a:ext cx="8778240" cy="4937760"/>
          </a:xfrm>
          <a:prstGeom prst="roundRect">
            <a:avLst>
              <a:gd name="adj" fmla="val 4465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7C366B-9D2C-47C6-BD91-BAFF526576AE}"/>
              </a:ext>
            </a:extLst>
          </p:cNvPr>
          <p:cNvSpPr txBox="1">
            <a:spLocks/>
          </p:cNvSpPr>
          <p:nvPr userDrawn="1"/>
        </p:nvSpPr>
        <p:spPr>
          <a:xfrm>
            <a:off x="181325" y="5212080"/>
            <a:ext cx="8781350" cy="756764"/>
          </a:xfrm>
          <a:prstGeom prst="roundRect">
            <a:avLst>
              <a:gd name="adj" fmla="val 34906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269253-F822-4CD2-A6BD-891883E96BA6}"/>
              </a:ext>
            </a:extLst>
          </p:cNvPr>
          <p:cNvSpPr/>
          <p:nvPr userDrawn="1"/>
        </p:nvSpPr>
        <p:spPr>
          <a:xfrm>
            <a:off x="7436235" y="5276088"/>
            <a:ext cx="1437787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7467FF-8142-431A-8B4D-79CECE006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43108" y="5246747"/>
            <a:ext cx="1264540" cy="353252"/>
          </a:xfrm>
          <a:prstGeom prst="rect">
            <a:avLst/>
          </a:prstGeom>
        </p:spPr>
      </p:pic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69978" y="5276088"/>
            <a:ext cx="1062022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96769" y="5276088"/>
            <a:ext cx="64008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36764" y="5247624"/>
            <a:ext cx="2310844" cy="301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01618" y="5485313"/>
            <a:ext cx="2245990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7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9C7BC-E488-44F5-B3A9-8814D3B051FD}" type="datetimeFigureOut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ECCBF-5F5B-4BE9-AAD8-8DCE8837B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8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720FB9-FC51-470B-AA2A-7C25EC6616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5577816" y="93600"/>
            <a:ext cx="3907496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/>
          <p:nvPr userDrawn="1"/>
        </p:nvSpPr>
        <p:spPr>
          <a:xfrm>
            <a:off x="347472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CC48A7-88A5-4E46-B22F-65C634B9761D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E88FA61-FEFE-484A-AF4B-AC0150241BEC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DD1B68B-C254-4E1C-B8BE-CFFE7EFF2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6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720FB9-FC51-470B-AA2A-7C25EC6616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1451314" y="4423419"/>
            <a:ext cx="3429000" cy="1865705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/>
          <p:nvPr userDrawn="1"/>
        </p:nvSpPr>
        <p:spPr>
          <a:xfrm>
            <a:off x="1451314" y="880155"/>
            <a:ext cx="3429000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CC48A7-88A5-4E46-B22F-65C634B9761D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E88FA61-FEFE-484A-AF4B-AC0150241BEC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DD1B68B-C254-4E1C-B8BE-CFFE7EFF2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861E367-C351-4FB3-B916-8B4FC8FF9EFE}"/>
              </a:ext>
            </a:extLst>
          </p:cNvPr>
          <p:cNvSpPr/>
          <p:nvPr userDrawn="1"/>
        </p:nvSpPr>
        <p:spPr>
          <a:xfrm>
            <a:off x="5297657" y="4423419"/>
            <a:ext cx="3429000" cy="1958027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1AA43C-310F-44E0-B24D-9AC40561E246}"/>
              </a:ext>
            </a:extLst>
          </p:cNvPr>
          <p:cNvSpPr/>
          <p:nvPr userDrawn="1"/>
        </p:nvSpPr>
        <p:spPr>
          <a:xfrm>
            <a:off x="5297657" y="880155"/>
            <a:ext cx="3429000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5206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720FB9-FC51-470B-AA2A-7C25EC6616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7012157" y="872135"/>
            <a:ext cx="3429000" cy="1865705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/>
          <p:nvPr userDrawn="1"/>
        </p:nvSpPr>
        <p:spPr>
          <a:xfrm>
            <a:off x="4214169" y="166519"/>
            <a:ext cx="2571322" cy="2571322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CC48A7-88A5-4E46-B22F-65C634B9761D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E88FA61-FEFE-484A-AF4B-AC0150241BEC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DD1B68B-C254-4E1C-B8BE-CFFE7EFF2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861E367-C351-4FB3-B916-8B4FC8FF9EFE}"/>
              </a:ext>
            </a:extLst>
          </p:cNvPr>
          <p:cNvSpPr/>
          <p:nvPr userDrawn="1"/>
        </p:nvSpPr>
        <p:spPr>
          <a:xfrm>
            <a:off x="7012157" y="2904361"/>
            <a:ext cx="3429000" cy="1958027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1AA43C-310F-44E0-B24D-9AC40561E246}"/>
              </a:ext>
            </a:extLst>
          </p:cNvPr>
          <p:cNvSpPr/>
          <p:nvPr userDrawn="1"/>
        </p:nvSpPr>
        <p:spPr>
          <a:xfrm>
            <a:off x="4214168" y="2904361"/>
            <a:ext cx="2571323" cy="2571323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EF9BA55-7FDA-4D3F-BA3E-3D1325268276}"/>
              </a:ext>
            </a:extLst>
          </p:cNvPr>
          <p:cNvSpPr/>
          <p:nvPr userDrawn="1"/>
        </p:nvSpPr>
        <p:spPr>
          <a:xfrm>
            <a:off x="1167518" y="1334175"/>
            <a:ext cx="3046650" cy="304665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11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  <p:bldP spid="16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720FB9-FC51-470B-AA2A-7C25EC6616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7012157" y="872135"/>
            <a:ext cx="3429000" cy="1865705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>
            <a:spLocks noChangeAspect="1"/>
          </p:cNvSpPr>
          <p:nvPr userDrawn="1"/>
        </p:nvSpPr>
        <p:spPr>
          <a:xfrm>
            <a:off x="1511441" y="2928360"/>
            <a:ext cx="2560320" cy="256032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CC48A7-88A5-4E46-B22F-65C634B9761D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E88FA61-FEFE-484A-AF4B-AC0150241BEC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DD1B68B-C254-4E1C-B8BE-CFFE7EFF2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861E367-C351-4FB3-B916-8B4FC8FF9EFE}"/>
              </a:ext>
            </a:extLst>
          </p:cNvPr>
          <p:cNvSpPr/>
          <p:nvPr userDrawn="1"/>
        </p:nvSpPr>
        <p:spPr>
          <a:xfrm>
            <a:off x="7012157" y="2904361"/>
            <a:ext cx="3429000" cy="1958027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1AA43C-310F-44E0-B24D-9AC40561E246}"/>
              </a:ext>
            </a:extLst>
          </p:cNvPr>
          <p:cNvSpPr>
            <a:spLocks noChangeAspect="1"/>
          </p:cNvSpPr>
          <p:nvPr userDrawn="1"/>
        </p:nvSpPr>
        <p:spPr>
          <a:xfrm>
            <a:off x="4071761" y="2928360"/>
            <a:ext cx="2468880" cy="246888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EF9BA55-7FDA-4D3F-BA3E-3D1325268276}"/>
              </a:ext>
            </a:extLst>
          </p:cNvPr>
          <p:cNvSpPr>
            <a:spLocks noChangeAspect="1"/>
          </p:cNvSpPr>
          <p:nvPr userDrawn="1"/>
        </p:nvSpPr>
        <p:spPr>
          <a:xfrm>
            <a:off x="2745881" y="685871"/>
            <a:ext cx="2560320" cy="2560320"/>
          </a:xfrm>
          <a:prstGeom prst="ellipse">
            <a:avLst/>
          </a:prstGeom>
          <a:solidFill>
            <a:schemeClr val="accent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322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5" grpId="0" animBg="1"/>
      <p:bldP spid="16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3E5816-D7A2-4A47-B6C5-57BEF9E485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E02F818-1DB2-44C1-986D-ECE0272859A9}"/>
              </a:ext>
            </a:extLst>
          </p:cNvPr>
          <p:cNvSpPr/>
          <p:nvPr userDrawn="1"/>
        </p:nvSpPr>
        <p:spPr>
          <a:xfrm>
            <a:off x="212014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78A3CD-1EDB-4F0A-94B9-5057D4EE8421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1225F81-F00C-42F7-9C19-9D1CE4EC9E60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76C443E-9CD0-482A-ABB8-3649A5CF2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969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BE760E-F518-44E9-8375-0F7625F939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D36F2AA-DC8A-4588-A1CE-1171DFB34D4F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>
              <a:lumMod val="75000"/>
              <a:alpha val="49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6DAE096-D8F4-4A83-8838-04C534D7E287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3420AB-4874-41F1-9D34-E90307AC2D3A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808E83A-8385-4E62-A820-83B5C1E8D4F0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AC822E-3F5D-4220-9F77-7246463C6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913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/>
      <p:bldP spid="9" grpId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60E354-0228-48B8-AA79-83EBC737EE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2E9A46-88B4-47F2-B793-D03349971FF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468D61-B197-41BB-948E-64131B4C079F}"/>
              </a:ext>
            </a:extLst>
          </p:cNvPr>
          <p:cNvGrpSpPr/>
          <p:nvPr userDrawn="1"/>
        </p:nvGrpSpPr>
        <p:grpSpPr>
          <a:xfrm>
            <a:off x="6810375" y="166519"/>
            <a:ext cx="3048000" cy="599372"/>
            <a:chOff x="6810375" y="5063374"/>
            <a:chExt cx="3048000" cy="59937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823E305-F923-46AD-9F4A-585FAAE8A49D}"/>
                </a:ext>
              </a:extLst>
            </p:cNvPr>
            <p:cNvSpPr/>
            <p:nvPr/>
          </p:nvSpPr>
          <p:spPr>
            <a:xfrm>
              <a:off x="6810375" y="5115627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84F7241-4582-4351-A86F-21B7BAE49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2157" y="5063374"/>
              <a:ext cx="1970690" cy="547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4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AE8166-DDD3-48FD-B5CA-5551289268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Sunday Evening</a:t>
            </a:r>
            <a:br/>
            <a:r>
              <a:t>June 2, 2019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ts val="3600"/>
              </a:lnSpc>
              <a:spcBef>
                <a:spcPts val="0"/>
              </a:spcBef>
            </a:pPr>
            <a:r>
              <a:t>  Scripture Reading: Colossians 2:1-15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rPr>
                <a:solidFill>
                  <a:srgbClr val="8EB4E3"/>
                </a:solidFill>
              </a:rPr>
              <a:t>  I Stand Amazed (299)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rPr>
                <a:solidFill>
                  <a:srgbClr val="8EB4E3"/>
                </a:solidFill>
              </a:rPr>
              <a:t>  My Jesus As Thou Wilt (433)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 Prayer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rPr>
                <a:solidFill>
                  <a:srgbClr val="8EB4E3"/>
                </a:solidFill>
              </a:rPr>
              <a:t>  If Jesus Goes with Me (321)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 Sermon: The Will of God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rPr>
                <a:solidFill>
                  <a:srgbClr val="8EB4E3"/>
                </a:solidFill>
              </a:rPr>
              <a:t>  At Calvary (53)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 Announcements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 Lord’s Supper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 Closing Prayer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>
            <a:noAutofit/>
          </a:bodyPr>
          <a:lstStyle/>
          <a:p>
            <a:r>
              <a:rPr sz="5400" b="1" i="0">
                <a:latin typeface="Century Gothic"/>
              </a:rPr>
              <a:t>Colossians 2:1-15</a:t>
            </a:r>
          </a:p>
          <a:p>
            <a:r>
              <a:rPr sz="3200" b="0"/>
              <a:t>Pew Bible: Page 793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Alive in Christ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dirty="0"/>
              <a:t>299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Autofit/>
          </a:bodyPr>
          <a:lstStyle/>
          <a:p>
            <a:r>
              <a:rPr sz="6000" b="0" i="0">
                <a:latin typeface="Century Gothic"/>
              </a:rPr>
              <a:t>I Stand Amazed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Autofit/>
          </a:bodyPr>
          <a:lstStyle/>
          <a:p>
            <a:r>
              <a:rPr sz="1600" b="0" i="0" dirty="0">
                <a:latin typeface="Century Gothic"/>
              </a:rPr>
              <a:t>Words and Music by: Charles H. Gabriel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Autofit/>
          </a:bodyPr>
          <a:lstStyle/>
          <a:p>
            <a:r>
              <a:rPr sz="2800" b="0" i="0">
                <a:latin typeface="Calibri"/>
              </a:rPr>
              <a:t>Chorus After Last Verse</a:t>
            </a:r>
          </a:p>
        </p:txBody>
      </p:sp>
      <p:pic>
        <p:nvPicPr>
          <p:cNvPr id="6" name="Picture Placeholder 5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5F71B1-E057-41D7-869F-4F97368EB27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04818" y="1200671"/>
            <a:ext cx="1425765" cy="731048"/>
          </a:xfrm>
        </p:spPr>
        <p:txBody>
          <a:bodyPr/>
          <a:lstStyle/>
          <a:p>
            <a:r>
              <a:rPr lang="en-US" dirty="0"/>
              <a:t>299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D3BE6E-6E2B-4C7F-8A34-BA0155D635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885" y="2036957"/>
            <a:ext cx="2835630" cy="1641086"/>
          </a:xfrm>
        </p:spPr>
        <p:txBody>
          <a:bodyPr>
            <a:normAutofit/>
          </a:bodyPr>
          <a:lstStyle/>
          <a:p>
            <a:r>
              <a:rPr lang="en-US" sz="3600" dirty="0"/>
              <a:t>I Stand Amazed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748CD-F85A-4589-9078-D39C367B05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000" dirty="0">
                <a:latin typeface="Century Gothic"/>
              </a:rPr>
              <a:t>Words and Music by: E. M. Bartlett</a:t>
            </a:r>
            <a:br>
              <a:rPr lang="en-US" sz="1000" dirty="0">
                <a:latin typeface="Century Gothic"/>
              </a:rPr>
            </a:br>
            <a:r>
              <a:rPr lang="en-US" sz="1000" dirty="0">
                <a:latin typeface="Century Gothic"/>
              </a:rPr>
              <a:t>Copyright © 1939 by E.M. Bartlett. Copyright 1967 by Mrs. E.M. Bartlett, renewal.</a:t>
            </a:r>
            <a:br>
              <a:rPr lang="en-US" sz="1000" dirty="0">
                <a:latin typeface="Century Gothic"/>
              </a:rPr>
            </a:br>
            <a:r>
              <a:rPr lang="en-US" sz="1000" dirty="0">
                <a:latin typeface="Century Gothic"/>
              </a:rPr>
              <a:t>Assigned to Albert E. Brumley &amp; Sons/SESAC (admin. By ICG).</a:t>
            </a:r>
            <a:br>
              <a:rPr lang="en-US" sz="1000" dirty="0">
                <a:latin typeface="Century Gothic"/>
              </a:rPr>
            </a:br>
            <a:r>
              <a:rPr lang="en-US" sz="1000" dirty="0">
                <a:latin typeface="Century Gothic"/>
              </a:rPr>
              <a:t>All rights reserved. Used by permission.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3F29AA-5D47-4C3B-99F8-A4AAFFF357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30583" y="194617"/>
            <a:ext cx="2835630" cy="657225"/>
          </a:xfrm>
        </p:spPr>
        <p:txBody>
          <a:bodyPr/>
          <a:lstStyle/>
          <a:p>
            <a:r>
              <a:rPr lang="en-US" dirty="0"/>
              <a:t>Song Medley</a:t>
            </a: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29D3ACA8-4CB9-477C-ACF5-486634BB390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1" b="1321"/>
          <a:stretch>
            <a:fillRect/>
          </a:stretch>
        </p:blipFill>
        <p:spPr/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E725DA5E-0394-4CC7-8476-FA481335A32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1" b="1321"/>
          <a:stretch>
            <a:fillRect/>
          </a:stretch>
        </p:blipFill>
        <p:spPr/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9C79E30-4292-471C-88D4-6F43D96F6E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800" dirty="0">
                <a:latin typeface="Century Gothic"/>
              </a:rPr>
              <a:t>Words and Music by: Charles H. Gabriel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7BE287C-F60F-4B63-B2FF-C386865F595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76187" y="1200671"/>
            <a:ext cx="1425765" cy="731048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433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1FFDB4-DD3B-4230-9D9D-D119306539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29012" y="2019745"/>
            <a:ext cx="2902857" cy="164108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</a:rPr>
              <a:t>My Jesus, As Thou Wilt</a:t>
            </a:r>
          </a:p>
        </p:txBody>
      </p:sp>
    </p:spTree>
    <p:extLst>
      <p:ext uri="{BB962C8B-B14F-4D97-AF65-F5344CB8AC3E}">
        <p14:creationId xmlns:p14="http://schemas.microsoft.com/office/powerpoint/2010/main" val="3069571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5F71B1-E057-41D7-869F-4F97368EB27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46960" y="1113216"/>
            <a:ext cx="1425765" cy="731048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299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D3BE6E-6E2B-4C7F-8A34-BA0155D635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42028" y="1795820"/>
            <a:ext cx="2835630" cy="1641086"/>
          </a:xfrm>
        </p:spPr>
        <p:txBody>
          <a:bodyPr>
            <a:norm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Stand Amazed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748CD-F85A-4589-9078-D39C367B05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000" dirty="0">
                <a:latin typeface="Century Gothic"/>
              </a:rPr>
              <a:t>Words and Music by: E. M. Bartlett</a:t>
            </a:r>
            <a:br>
              <a:rPr lang="en-US" sz="1000" dirty="0">
                <a:latin typeface="Century Gothic"/>
              </a:rPr>
            </a:br>
            <a:r>
              <a:rPr lang="en-US" sz="1000" dirty="0">
                <a:latin typeface="Century Gothic"/>
              </a:rPr>
              <a:t>Copyright © 1939 by E.M. Bartlett. Copyright 1967 by Mrs. E.M. Bartlett, renewal.</a:t>
            </a:r>
            <a:br>
              <a:rPr lang="en-US" sz="1000" dirty="0">
                <a:latin typeface="Century Gothic"/>
              </a:rPr>
            </a:br>
            <a:r>
              <a:rPr lang="en-US" sz="1000" dirty="0">
                <a:latin typeface="Century Gothic"/>
              </a:rPr>
              <a:t>Assigned to Albert E. Brumley &amp; Sons/SESAC (admin. By ICG).</a:t>
            </a:r>
            <a:br>
              <a:rPr lang="en-US" sz="1000" dirty="0">
                <a:latin typeface="Century Gothic"/>
              </a:rPr>
            </a:br>
            <a:r>
              <a:rPr lang="en-US" sz="1000" dirty="0">
                <a:latin typeface="Century Gothic"/>
              </a:rPr>
              <a:t>All rights reserved. Used by permission.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3F29AA-5D47-4C3B-99F8-A4AAFFF357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Song Medley</a:t>
            </a: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29D3ACA8-4CB9-477C-ACF5-486634BB390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1" b="1321"/>
          <a:stretch>
            <a:fillRect/>
          </a:stretch>
        </p:blipFill>
        <p:spPr/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E725DA5E-0394-4CC7-8476-FA481335A32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1" b="1321"/>
          <a:stretch>
            <a:fillRect/>
          </a:stretch>
        </p:blipFill>
        <p:spPr/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9C79E30-4292-471C-88D4-6F43D96F6E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800" dirty="0">
                <a:latin typeface="Century Gothic"/>
              </a:rPr>
              <a:t>Words and Music by: Charles H. Gabriel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7BE287C-F60F-4B63-B2FF-C386865F595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20836" y="1124746"/>
            <a:ext cx="1425765" cy="731048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433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1FFDB4-DD3B-4230-9D9D-D119306539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82291" y="1842534"/>
            <a:ext cx="2902857" cy="164108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Jesus, As Thou Wilt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53F7FE-6D20-4253-B2FE-34A81CDB1A4F}"/>
              </a:ext>
            </a:extLst>
          </p:cNvPr>
          <p:cNvSpPr/>
          <p:nvPr/>
        </p:nvSpPr>
        <p:spPr>
          <a:xfrm>
            <a:off x="-1371600" y="212798"/>
            <a:ext cx="2377440" cy="530352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A9EA6BC-8783-4F60-BE49-CCE048528392}"/>
              </a:ext>
            </a:extLst>
          </p:cNvPr>
          <p:cNvSpPr txBox="1">
            <a:spLocks/>
          </p:cNvSpPr>
          <p:nvPr/>
        </p:nvSpPr>
        <p:spPr>
          <a:xfrm>
            <a:off x="91440" y="315006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Welcome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E175DFC-3800-4F5B-B8FF-94ABFEBF610E}"/>
              </a:ext>
            </a:extLst>
          </p:cNvPr>
          <p:cNvSpPr txBox="1">
            <a:spLocks/>
          </p:cNvSpPr>
          <p:nvPr/>
        </p:nvSpPr>
        <p:spPr>
          <a:xfrm>
            <a:off x="91440" y="750655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Reading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C8DE0E9-4F31-4199-9032-6D41CF848127}"/>
              </a:ext>
            </a:extLst>
          </p:cNvPr>
          <p:cNvSpPr txBox="1">
            <a:spLocks/>
          </p:cNvSpPr>
          <p:nvPr/>
        </p:nvSpPr>
        <p:spPr>
          <a:xfrm>
            <a:off x="91440" y="1186304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Prayer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7F402B6-2251-409F-86F2-0641E1C8DB1A}"/>
              </a:ext>
            </a:extLst>
          </p:cNvPr>
          <p:cNvSpPr txBox="1">
            <a:spLocks/>
          </p:cNvSpPr>
          <p:nvPr/>
        </p:nvSpPr>
        <p:spPr>
          <a:xfrm>
            <a:off x="91440" y="1596222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329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43B5AC-7BC1-47F8-96B0-18FB2618401C}"/>
              </a:ext>
            </a:extLst>
          </p:cNvPr>
          <p:cNvSpPr txBox="1">
            <a:spLocks/>
          </p:cNvSpPr>
          <p:nvPr/>
        </p:nvSpPr>
        <p:spPr>
          <a:xfrm>
            <a:off x="91440" y="2031871"/>
            <a:ext cx="836878" cy="365760"/>
          </a:xfrm>
          <a:prstGeom prst="roundRect">
            <a:avLst>
              <a:gd name="adj" fmla="val 50000"/>
            </a:avLst>
          </a:prstGeom>
          <a:solidFill>
            <a:srgbClr val="5A7BA4">
              <a:alpha val="85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Medley</a:t>
            </a:r>
            <a:endParaRPr lang="en-US" sz="1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9798F8F-0D2B-486F-8ADF-DF61D4A2108A}"/>
              </a:ext>
            </a:extLst>
          </p:cNvPr>
          <p:cNvSpPr txBox="1">
            <a:spLocks/>
          </p:cNvSpPr>
          <p:nvPr/>
        </p:nvSpPr>
        <p:spPr>
          <a:xfrm>
            <a:off x="91440" y="2456545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Lord’s Supper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A8C2441-AAED-48A1-BEAC-22325632DBE8}"/>
              </a:ext>
            </a:extLst>
          </p:cNvPr>
          <p:cNvSpPr txBox="1">
            <a:spLocks/>
          </p:cNvSpPr>
          <p:nvPr/>
        </p:nvSpPr>
        <p:spPr>
          <a:xfrm>
            <a:off x="91440" y="2877438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500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58501C3C-D943-429F-889C-E069BEC9D5A2}"/>
              </a:ext>
            </a:extLst>
          </p:cNvPr>
          <p:cNvSpPr txBox="1">
            <a:spLocks/>
          </p:cNvSpPr>
          <p:nvPr/>
        </p:nvSpPr>
        <p:spPr>
          <a:xfrm>
            <a:off x="91440" y="3298331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Collection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F56B331-C852-4C82-8EC1-330192EE2899}"/>
              </a:ext>
            </a:extLst>
          </p:cNvPr>
          <p:cNvSpPr txBox="1">
            <a:spLocks/>
          </p:cNvSpPr>
          <p:nvPr/>
        </p:nvSpPr>
        <p:spPr>
          <a:xfrm>
            <a:off x="91440" y="3719224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Century Gothic" panose="020B0502020202020204" pitchFamily="34" charset="0"/>
              </a:rPr>
              <a:t>PHSS-123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598BFD1-EDD9-4CE8-BA5A-C9DB25C8D833}"/>
              </a:ext>
            </a:extLst>
          </p:cNvPr>
          <p:cNvSpPr txBox="1">
            <a:spLocks/>
          </p:cNvSpPr>
          <p:nvPr/>
        </p:nvSpPr>
        <p:spPr>
          <a:xfrm>
            <a:off x="91440" y="4140117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Sermon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C770B0-AA32-4B51-A76D-BB0750F6E989}"/>
              </a:ext>
            </a:extLst>
          </p:cNvPr>
          <p:cNvSpPr txBox="1">
            <a:spLocks/>
          </p:cNvSpPr>
          <p:nvPr/>
        </p:nvSpPr>
        <p:spPr>
          <a:xfrm>
            <a:off x="91440" y="4561010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53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9EE9ADC-0AA8-4A6F-99E5-B6558CF7C12B}"/>
              </a:ext>
            </a:extLst>
          </p:cNvPr>
          <p:cNvSpPr txBox="1">
            <a:spLocks/>
          </p:cNvSpPr>
          <p:nvPr/>
        </p:nvSpPr>
        <p:spPr>
          <a:xfrm>
            <a:off x="91440" y="4981903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276349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5F71B1-E057-41D7-869F-4F97368EB2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299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D3BE6E-6E2B-4C7F-8A34-BA0155D635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3458" y="958380"/>
            <a:ext cx="2062284" cy="1184255"/>
          </a:xfrm>
        </p:spPr>
        <p:txBody>
          <a:bodyPr>
            <a:normAutofit fontScale="92500"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Stand Amazed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8748CD-F85A-4589-9078-D39C367B05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0014" y="1116415"/>
            <a:ext cx="1832546" cy="1365020"/>
          </a:xfrm>
        </p:spPr>
        <p:txBody>
          <a:bodyPr/>
          <a:lstStyle/>
          <a:p>
            <a:r>
              <a:rPr lang="en-US" sz="1000" dirty="0">
                <a:latin typeface="Century Gothic"/>
              </a:rPr>
              <a:t>Words and Music by: E. M. Bartlett</a:t>
            </a:r>
            <a:br>
              <a:rPr lang="en-US" sz="1000" dirty="0">
                <a:latin typeface="Century Gothic"/>
              </a:rPr>
            </a:br>
            <a:r>
              <a:rPr lang="en-US" sz="1000" dirty="0">
                <a:latin typeface="Century Gothic"/>
              </a:rPr>
              <a:t>Copyright © 1939 by E.M. Bartlett. Copyright 1967 by Mrs. E.M. Bartlett, renewal.</a:t>
            </a:r>
            <a:br>
              <a:rPr lang="en-US" sz="1000" dirty="0">
                <a:latin typeface="Century Gothic"/>
              </a:rPr>
            </a:br>
            <a:r>
              <a:rPr lang="en-US" sz="1000" dirty="0">
                <a:latin typeface="Century Gothic"/>
              </a:rPr>
              <a:t>Assigned to Albert E. Brumley &amp; Sons/SESAC (admin. By ICG).</a:t>
            </a:r>
            <a:br>
              <a:rPr lang="en-US" sz="1000" dirty="0">
                <a:latin typeface="Century Gothic"/>
              </a:rPr>
            </a:br>
            <a:r>
              <a:rPr lang="en-US" sz="1000" dirty="0">
                <a:latin typeface="Century Gothic"/>
              </a:rPr>
              <a:t>All rights reserved. Used by permission.</a:t>
            </a: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29D3ACA8-4CB9-477C-ACF5-486634BB390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" b="1127"/>
          <a:stretch>
            <a:fillRect/>
          </a:stretch>
        </p:blipFill>
        <p:spPr>
          <a:xfrm>
            <a:off x="4901535" y="2130777"/>
            <a:ext cx="1166130" cy="397393"/>
          </a:xfrm>
        </p:spPr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E725DA5E-0394-4CC7-8476-FA481335A32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1" b="1321"/>
          <a:stretch>
            <a:fillRect/>
          </a:stretch>
        </p:blipFill>
        <p:spPr>
          <a:xfrm>
            <a:off x="4901535" y="4919238"/>
            <a:ext cx="1166130" cy="397393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9C79E30-4292-471C-88D4-6F43D96F6E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4366" y="3272096"/>
            <a:ext cx="1943842" cy="1246099"/>
          </a:xfrm>
        </p:spPr>
        <p:txBody>
          <a:bodyPr/>
          <a:lstStyle/>
          <a:p>
            <a:r>
              <a:rPr lang="en-US" sz="1800" dirty="0">
                <a:latin typeface="Century Gothic"/>
              </a:rPr>
              <a:t>Words and Music by: Charles H. Gabriel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7BE287C-F60F-4B63-B2FF-C386865F5954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433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1FFDB4-DD3B-4230-9D9D-D119306539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85999" y="3656559"/>
            <a:ext cx="2597202" cy="118425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Jesus, As Thou Wilt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53F7FE-6D20-4253-B2FE-34A81CDB1A4F}"/>
              </a:ext>
            </a:extLst>
          </p:cNvPr>
          <p:cNvSpPr/>
          <p:nvPr/>
        </p:nvSpPr>
        <p:spPr>
          <a:xfrm>
            <a:off x="-1371600" y="212798"/>
            <a:ext cx="2377440" cy="530352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A9EA6BC-8783-4F60-BE49-CCE048528392}"/>
              </a:ext>
            </a:extLst>
          </p:cNvPr>
          <p:cNvSpPr txBox="1">
            <a:spLocks/>
          </p:cNvSpPr>
          <p:nvPr/>
        </p:nvSpPr>
        <p:spPr>
          <a:xfrm>
            <a:off x="91440" y="315006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Welcome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E175DFC-3800-4F5B-B8FF-94ABFEBF610E}"/>
              </a:ext>
            </a:extLst>
          </p:cNvPr>
          <p:cNvSpPr txBox="1">
            <a:spLocks/>
          </p:cNvSpPr>
          <p:nvPr/>
        </p:nvSpPr>
        <p:spPr>
          <a:xfrm>
            <a:off x="91440" y="750655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Reading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C8DE0E9-4F31-4199-9032-6D41CF848127}"/>
              </a:ext>
            </a:extLst>
          </p:cNvPr>
          <p:cNvSpPr txBox="1">
            <a:spLocks/>
          </p:cNvSpPr>
          <p:nvPr/>
        </p:nvSpPr>
        <p:spPr>
          <a:xfrm>
            <a:off x="91440" y="1186304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Prayer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7F402B6-2251-409F-86F2-0641E1C8DB1A}"/>
              </a:ext>
            </a:extLst>
          </p:cNvPr>
          <p:cNvSpPr txBox="1">
            <a:spLocks/>
          </p:cNvSpPr>
          <p:nvPr/>
        </p:nvSpPr>
        <p:spPr>
          <a:xfrm>
            <a:off x="91440" y="1596222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329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43B5AC-7BC1-47F8-96B0-18FB2618401C}"/>
              </a:ext>
            </a:extLst>
          </p:cNvPr>
          <p:cNvSpPr txBox="1">
            <a:spLocks/>
          </p:cNvSpPr>
          <p:nvPr/>
        </p:nvSpPr>
        <p:spPr>
          <a:xfrm>
            <a:off x="91440" y="2031871"/>
            <a:ext cx="836878" cy="365760"/>
          </a:xfrm>
          <a:prstGeom prst="roundRect">
            <a:avLst>
              <a:gd name="adj" fmla="val 50000"/>
            </a:avLst>
          </a:prstGeom>
          <a:solidFill>
            <a:srgbClr val="5A7BA4">
              <a:alpha val="85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Medley</a:t>
            </a:r>
            <a:endParaRPr lang="en-US" sz="1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9798F8F-0D2B-486F-8ADF-DF61D4A2108A}"/>
              </a:ext>
            </a:extLst>
          </p:cNvPr>
          <p:cNvSpPr txBox="1">
            <a:spLocks/>
          </p:cNvSpPr>
          <p:nvPr/>
        </p:nvSpPr>
        <p:spPr>
          <a:xfrm>
            <a:off x="91440" y="2456545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Lord’s Supper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A8C2441-AAED-48A1-BEAC-22325632DBE8}"/>
              </a:ext>
            </a:extLst>
          </p:cNvPr>
          <p:cNvSpPr txBox="1">
            <a:spLocks/>
          </p:cNvSpPr>
          <p:nvPr/>
        </p:nvSpPr>
        <p:spPr>
          <a:xfrm>
            <a:off x="91440" y="2877438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500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58501C3C-D943-429F-889C-E069BEC9D5A2}"/>
              </a:ext>
            </a:extLst>
          </p:cNvPr>
          <p:cNvSpPr txBox="1">
            <a:spLocks/>
          </p:cNvSpPr>
          <p:nvPr/>
        </p:nvSpPr>
        <p:spPr>
          <a:xfrm>
            <a:off x="91440" y="3298331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Collection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F56B331-C852-4C82-8EC1-330192EE2899}"/>
              </a:ext>
            </a:extLst>
          </p:cNvPr>
          <p:cNvSpPr txBox="1">
            <a:spLocks/>
          </p:cNvSpPr>
          <p:nvPr/>
        </p:nvSpPr>
        <p:spPr>
          <a:xfrm>
            <a:off x="91440" y="3719224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Century Gothic" panose="020B0502020202020204" pitchFamily="34" charset="0"/>
              </a:rPr>
              <a:t>PHSS-123</a:t>
            </a:r>
            <a:endParaRPr lang="en-US" sz="105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598BFD1-EDD9-4CE8-BA5A-C9DB25C8D833}"/>
              </a:ext>
            </a:extLst>
          </p:cNvPr>
          <p:cNvSpPr txBox="1">
            <a:spLocks/>
          </p:cNvSpPr>
          <p:nvPr/>
        </p:nvSpPr>
        <p:spPr>
          <a:xfrm>
            <a:off x="91440" y="4140117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Sermon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C770B0-AA32-4B51-A76D-BB0750F6E989}"/>
              </a:ext>
            </a:extLst>
          </p:cNvPr>
          <p:cNvSpPr txBox="1">
            <a:spLocks/>
          </p:cNvSpPr>
          <p:nvPr/>
        </p:nvSpPr>
        <p:spPr>
          <a:xfrm>
            <a:off x="91440" y="4561010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53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9EE9ADC-0AA8-4A6F-99E5-B6558CF7C12B}"/>
              </a:ext>
            </a:extLst>
          </p:cNvPr>
          <p:cNvSpPr txBox="1">
            <a:spLocks/>
          </p:cNvSpPr>
          <p:nvPr/>
        </p:nvSpPr>
        <p:spPr>
          <a:xfrm>
            <a:off x="91440" y="4981903"/>
            <a:ext cx="83687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0" tIns="0" rIns="0" bIns="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139069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99-07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7" b="27"/>
          <a:stretch>
            <a:fillRect/>
          </a:stretch>
        </p:blipFill>
        <p:spPr>
          <a:xfrm>
            <a:off x="611050" y="137160"/>
            <a:ext cx="7921899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299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 Stand Amazed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315968" y="5340096"/>
            <a:ext cx="256032" cy="2560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chemeClr val="bg2">
                    <a:lumMod val="50000"/>
                  </a:schemeClr>
                </a:solidFill>
                <a:latin typeface="Century Gothic"/>
              </a:rP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26864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48655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70448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: Rounded Corners 13"/>
          <p:cNvSpPr/>
          <p:nvPr/>
        </p:nvSpPr>
        <p:spPr>
          <a:xfrm>
            <a:off x="6153151" y="5322094"/>
            <a:ext cx="930274" cy="294480"/>
          </a:xfrm>
          <a:prstGeom prst="roundRect">
            <a:avLst>
              <a:gd name="adj" fmla="val 50000"/>
            </a:avLst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99-01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7" b="27"/>
          <a:stretch>
            <a:fillRect/>
          </a:stretch>
        </p:blipFill>
        <p:spPr>
          <a:xfrm>
            <a:off x="611050" y="137160"/>
            <a:ext cx="7921899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299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 Stand Amazed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315968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5212080"/>
            <a:ext cx="640080" cy="502920"/>
          </a:xfrm>
          <a:prstGeom prst="rect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4626864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48655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70448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99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7" b="27"/>
          <a:stretch>
            <a:fillRect/>
          </a:stretch>
        </p:blipFill>
        <p:spPr>
          <a:xfrm>
            <a:off x="611050" y="137160"/>
            <a:ext cx="7921899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299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 Stand Amazed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31596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26864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9" y="5212080"/>
            <a:ext cx="640080" cy="502920"/>
          </a:xfrm>
          <a:prstGeom prst="rect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248655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70448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99-05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7" b="27"/>
          <a:stretch>
            <a:fillRect/>
          </a:stretch>
        </p:blipFill>
        <p:spPr>
          <a:xfrm>
            <a:off x="611050" y="137160"/>
            <a:ext cx="7921899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299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 Stand Amazed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31596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26864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48655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33872" y="5212080"/>
            <a:ext cx="640080" cy="502920"/>
          </a:xfrm>
          <a:prstGeom prst="rect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5870448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405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" b="5"/>
          <a:stretch>
            <a:fillRect/>
          </a:stretch>
        </p:blipFill>
        <p:spPr>
          <a:xfrm>
            <a:off x="182880" y="247286"/>
            <a:ext cx="8778240" cy="4717506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405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Love Divine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5635625" y="5247624"/>
            <a:ext cx="1304925" cy="418664"/>
          </a:xfrm>
          <a:prstGeom prst="roundRect">
            <a:avLst>
              <a:gd name="adj" fmla="val 50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108191" y="5358383"/>
            <a:ext cx="365760" cy="201168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99-09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7" b="27"/>
          <a:stretch>
            <a:fillRect/>
          </a:stretch>
        </p:blipFill>
        <p:spPr>
          <a:xfrm>
            <a:off x="611050" y="137160"/>
            <a:ext cx="7921899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299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 Stand Amazed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31596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26864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48655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70448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299-10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7" b="27"/>
          <a:stretch>
            <a:fillRect/>
          </a:stretch>
        </p:blipFill>
        <p:spPr>
          <a:xfrm>
            <a:off x="611050" y="137160"/>
            <a:ext cx="7921899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299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 Stand Amazed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31596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26864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48655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70448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92240" y="5394959"/>
            <a:ext cx="256032" cy="146304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433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Autofit/>
          </a:bodyPr>
          <a:lstStyle/>
          <a:p>
            <a:r>
              <a:rPr sz="5500" b="0" i="0">
                <a:latin typeface="Century Gothic"/>
              </a:rPr>
              <a:t>My Jesus As Thou Wilt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Words: Benjamin Schmolke, tr. Jane Borthwick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Music: Carl von Weber</a:t>
            </a:r>
          </a:p>
        </p:txBody>
      </p:sp>
      <p:pic>
        <p:nvPicPr>
          <p:cNvPr id="6" name="Picture Placeholder 5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433-01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8" b="28"/>
          <a:stretch>
            <a:fillRect/>
          </a:stretch>
        </p:blipFill>
        <p:spPr>
          <a:xfrm>
            <a:off x="182880" y="142433"/>
            <a:ext cx="8778240" cy="4927213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433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My Jesus As Thou Wilt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433-02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8" b="28"/>
          <a:stretch>
            <a:fillRect/>
          </a:stretch>
        </p:blipFill>
        <p:spPr>
          <a:xfrm>
            <a:off x="182880" y="142433"/>
            <a:ext cx="8778240" cy="4927213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433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My Jesus As Thou Wilt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433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8" b="28"/>
          <a:stretch>
            <a:fillRect/>
          </a:stretch>
        </p:blipFill>
        <p:spPr>
          <a:xfrm>
            <a:off x="182880" y="142433"/>
            <a:ext cx="8778240" cy="4927213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433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My Jesus As Thou Wilt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433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8" b="28"/>
          <a:stretch>
            <a:fillRect/>
          </a:stretch>
        </p:blipFill>
        <p:spPr>
          <a:xfrm>
            <a:off x="182880" y="142433"/>
            <a:ext cx="8778240" cy="4927213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433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My Jesus As Thou Wilt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433-05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4" b="44"/>
          <a:stretch>
            <a:fillRect/>
          </a:stretch>
        </p:blipFill>
        <p:spPr>
          <a:xfrm>
            <a:off x="182880" y="142433"/>
            <a:ext cx="8778240" cy="4927213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433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My Jesus As Thou Wilt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433-06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8" b="28"/>
          <a:stretch>
            <a:fillRect/>
          </a:stretch>
        </p:blipFill>
        <p:spPr>
          <a:xfrm>
            <a:off x="182880" y="142433"/>
            <a:ext cx="8778240" cy="4927213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433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My Jesus As Thou Wilt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433-07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8" b="28"/>
          <a:stretch>
            <a:fillRect/>
          </a:stretch>
        </p:blipFill>
        <p:spPr>
          <a:xfrm>
            <a:off x="182880" y="142433"/>
            <a:ext cx="8778240" cy="4927213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433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My Jesus As Thou Wilt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433-08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8" b="28"/>
          <a:stretch>
            <a:fillRect/>
          </a:stretch>
        </p:blipFill>
        <p:spPr>
          <a:xfrm>
            <a:off x="182880" y="142433"/>
            <a:ext cx="8778240" cy="4927213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433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My Jesus As Thou Wilt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2002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Autofit/>
          </a:bodyPr>
          <a:lstStyle/>
          <a:p>
            <a:r>
              <a:rPr sz="6000" b="0" i="0">
                <a:latin typeface="Century Gothic"/>
              </a:rPr>
              <a:t>At Calvary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 by: William R. Newell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 by: Daniel B. Towner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Autofit/>
          </a:bodyPr>
          <a:lstStyle/>
          <a:p>
            <a:r>
              <a:rPr sz="2800" b="0" i="0">
                <a:latin typeface="Calibri"/>
              </a:rPr>
              <a:t>Omit Verse 4</a:t>
            </a:r>
          </a:p>
        </p:txBody>
      </p:sp>
      <p:pic>
        <p:nvPicPr>
          <p:cNvPr id="6" name="Picture Placeholder 5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296" b="1296"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 wrap="square">
            <a:noAutofit/>
          </a:bodyPr>
          <a:lstStyle/>
          <a:p>
            <a:r>
              <a:rPr sz="6000" b="0" i="0">
                <a:latin typeface="Calibri"/>
              </a:rPr>
              <a:t>Invitation Song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Autofit/>
          </a:bodyPr>
          <a:lstStyle/>
          <a:p>
            <a:r>
              <a:rPr sz="5100" b="0" i="0">
                <a:latin typeface="Century Gothic"/>
              </a:rPr>
              <a:t>If Jesus Goes with 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 &amp; Music: C. Austin Miles</a:t>
            </a:r>
          </a:p>
        </p:txBody>
      </p:sp>
      <p:pic>
        <p:nvPicPr>
          <p:cNvPr id="6" name="Picture Placeholder 5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296" b="1296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1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2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5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9" r="9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6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9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10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1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1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321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5" b="25"/>
          <a:stretch>
            <a:fillRect/>
          </a:stretch>
        </p:blipFill>
        <p:spPr>
          <a:xfrm>
            <a:off x="449022" y="137160"/>
            <a:ext cx="8245954" cy="4937760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321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If Jesus Goes with 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2009 The Paperless Hymnal®</a:t>
            </a:r>
          </a:p>
        </p:txBody>
      </p:sp>
      <p:sp>
        <p:nvSpPr>
          <p:cNvPr id="7" name="Oval 6"/>
          <p:cNvSpPr/>
          <p:nvPr/>
        </p:nvSpPr>
        <p:spPr>
          <a:xfrm>
            <a:off x="4937759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48655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559552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5870448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6803136" y="5340096"/>
            <a:ext cx="256032" cy="25603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5340096"/>
            <a:ext cx="256032" cy="256032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600"/>
              </a:lnSpc>
            </a:pPr>
            <a:r>
              <a:rPr sz="14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053-01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3" r="13"/>
          <a:stretch>
            <a:fillRect/>
          </a:stretch>
        </p:blipFill>
        <p:spPr>
          <a:xfrm>
            <a:off x="182880" y="300814"/>
            <a:ext cx="8778240" cy="4610451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At Calvary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053-02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3" r="13"/>
          <a:stretch>
            <a:fillRect/>
          </a:stretch>
        </p:blipFill>
        <p:spPr>
          <a:xfrm>
            <a:off x="182880" y="300814"/>
            <a:ext cx="8778240" cy="4610451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At Calvary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053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3" r="13"/>
          <a:stretch>
            <a:fillRect/>
          </a:stretch>
        </p:blipFill>
        <p:spPr>
          <a:xfrm>
            <a:off x="182880" y="300814"/>
            <a:ext cx="8778240" cy="4610451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At Calvary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053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3" r="13"/>
          <a:stretch>
            <a:fillRect/>
          </a:stretch>
        </p:blipFill>
        <p:spPr>
          <a:xfrm>
            <a:off x="182880" y="300814"/>
            <a:ext cx="8778240" cy="4610451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At Calvary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053-05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3" r="13"/>
          <a:stretch>
            <a:fillRect/>
          </a:stretch>
        </p:blipFill>
        <p:spPr>
          <a:xfrm>
            <a:off x="182880" y="300814"/>
            <a:ext cx="8778240" cy="4610451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At Calvary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053-06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3" r="13"/>
          <a:stretch>
            <a:fillRect/>
          </a:stretch>
        </p:blipFill>
        <p:spPr>
          <a:xfrm>
            <a:off x="182880" y="300814"/>
            <a:ext cx="8778240" cy="4610451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At Calvary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053-03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3" r="13"/>
          <a:stretch>
            <a:fillRect/>
          </a:stretch>
        </p:blipFill>
        <p:spPr>
          <a:xfrm>
            <a:off x="182880" y="300814"/>
            <a:ext cx="8778240" cy="4610451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At Calvary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053-04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3" r="13"/>
          <a:stretch>
            <a:fillRect/>
          </a:stretch>
        </p:blipFill>
        <p:spPr>
          <a:xfrm>
            <a:off x="182880" y="300814"/>
            <a:ext cx="8778240" cy="4610451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At Calvary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053-09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8" r="38"/>
          <a:stretch>
            <a:fillRect/>
          </a:stretch>
        </p:blipFill>
        <p:spPr>
          <a:xfrm>
            <a:off x="182880" y="300814"/>
            <a:ext cx="8778240" cy="4610451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At Calvary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053-10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8" r="38"/>
          <a:stretch>
            <a:fillRect/>
          </a:stretch>
        </p:blipFill>
        <p:spPr>
          <a:xfrm>
            <a:off x="182880" y="300814"/>
            <a:ext cx="8778240" cy="4610451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At Calvary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053-11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8" r="38"/>
          <a:stretch>
            <a:fillRect/>
          </a:stretch>
        </p:blipFill>
        <p:spPr>
          <a:xfrm>
            <a:off x="182880" y="300814"/>
            <a:ext cx="8778240" cy="4610451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At Calvary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ftl-053-12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8" r="38"/>
          <a:stretch>
            <a:fillRect/>
          </a:stretch>
        </p:blipFill>
        <p:spPr>
          <a:xfrm>
            <a:off x="182880" y="300814"/>
            <a:ext cx="8778240" cy="4610451"/>
          </a:xfrm>
        </p:spPr>
      </p:pic>
      <p:pic>
        <p:nvPicPr>
          <p:cNvPr id="3" name="Picture Placeholder 2" descr="pftl-rectang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6" b="129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53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alibri"/>
              </a:rPr>
              <a:t>At Calvary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Oval 6"/>
          <p:cNvSpPr/>
          <p:nvPr/>
        </p:nvSpPr>
        <p:spPr>
          <a:xfrm>
            <a:off x="4791455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30367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669279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108191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547103" y="527608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986015" y="527608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54865</TotalTime>
  <Words>1154</Words>
  <Application>Microsoft Office PowerPoint</Application>
  <PresentationFormat>On-screen Show (16:10)</PresentationFormat>
  <Paragraphs>473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55</vt:i4>
      </vt:variant>
    </vt:vector>
  </HeadingPairs>
  <TitlesOfParts>
    <vt:vector size="69" baseType="lpstr">
      <vt:lpstr>Arial</vt:lpstr>
      <vt:lpstr>Calibri</vt:lpstr>
      <vt:lpstr>Calibri Light</vt:lpstr>
      <vt:lpstr>Century Gothic</vt:lpstr>
      <vt:lpstr>Wingdings</vt:lpstr>
      <vt:lpstr>Office Theme</vt:lpstr>
      <vt:lpstr>Song Titles</vt:lpstr>
      <vt:lpstr>1_Song Titles</vt:lpstr>
      <vt:lpstr>2_Song Titles</vt:lpstr>
      <vt:lpstr>3_Song Titles</vt:lpstr>
      <vt:lpstr>Custom Design</vt:lpstr>
      <vt:lpstr>1_Custom Design</vt:lpstr>
      <vt:lpstr>2_Custom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Williams David</cp:lastModifiedBy>
  <cp:revision>150</cp:revision>
  <dcterms:created xsi:type="dcterms:W3CDTF">2019-05-01T02:25:12Z</dcterms:created>
  <dcterms:modified xsi:type="dcterms:W3CDTF">2020-02-18T04:38:48Z</dcterms:modified>
</cp:coreProperties>
</file>