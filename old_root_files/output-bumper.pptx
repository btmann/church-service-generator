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8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notesMasterIdLst>
    <p:notesMasterId r:id="rId6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7" r:id="rId60"/>
    <p:sldId id="306" r:id="rId6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760" y="57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56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David Williams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3390" y="1738703"/>
            <a:ext cx="7210258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239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ness" panose="02000500000000000000" pitchFamily="2" charset="0"/>
                <a:ea typeface="Rockness" panose="02000500000000000000" pitchFamily="2" charset="0"/>
                <a:cs typeface="Rockness" panose="02000500000000000000" pitchFamily="2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BC7DE9C-A60D-46F7-A5BB-D48E090998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838" y="168545"/>
            <a:ext cx="1898923" cy="5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 err="1"/>
              <a:t>Copright</a:t>
            </a:r>
            <a:r>
              <a:rPr lang="en-US" sz="800" dirty="0" err="1"/>
              <a:t>y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small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5000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50000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45720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5000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66D4D37-E45A-4592-8EEC-C35894604E6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838" y="168545"/>
            <a:ext cx="1898923" cy="5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door, sitting, food, laying&#10;&#10;Description automatically generated">
            <a:extLst>
              <a:ext uri="{FF2B5EF4-FFF2-40B4-BE49-F238E27FC236}">
                <a16:creationId xmlns:a16="http://schemas.microsoft.com/office/drawing/2014/main" id="{281E6CE6-D53F-4C76-90CC-1CC7A802CC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  <p:sldLayoutId id="2147483731" r:id="rId9"/>
    <p:sldLayoutId id="214748373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welcome-green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Welcome &amp; Announcements</a:t>
            </a:r>
          </a:p>
          <a:p>
            <a:r>
              <a:t>Isaiah 40:1-11</a:t>
            </a:r>
          </a:p>
          <a:p>
            <a:r>
              <a:t> </a:t>
            </a:r>
          </a:p>
          <a:p>
            <a:r>
              <a:t>Crown Him with Many Crowns</a:t>
            </a:r>
          </a:p>
          <a:p>
            <a:r>
              <a:t>That Dreadful Night</a:t>
            </a:r>
          </a:p>
          <a:p>
            <a:r>
              <a:t> </a:t>
            </a:r>
          </a:p>
          <a:p>
            <a:r>
              <a:t>Theophany</a:t>
            </a:r>
          </a:p>
          <a:p>
            <a:r>
              <a:t> </a:t>
            </a:r>
          </a:p>
          <a:p>
            <a:r>
              <a:t>O Thou Fount of Every Blessing</a:t>
            </a:r>
          </a:p>
          <a:p>
            <a:r>
              <a:t>The Goal of our Instruction is Love</a:t>
            </a:r>
          </a:p>
          <a:p>
            <a:r>
              <a:t>What Will You Do with Jesus?</a:t>
            </a:r>
          </a:p>
          <a:p>
            <a:r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>
            <a:off x="448056" y="537209"/>
            <a:ext cx="106984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1"/>
              <a:t>• </a:t>
            </a:r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8" name="Oval 7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1" name="Picture 20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2" name="Picture 21" descr="shs-x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3" name="Picture 22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24" name="Picture 23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odium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047" b="3047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4600" b="0" i="0"/>
              <a:t>ISAIAH 40:1-11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394460"/>
            <a:ext cx="4572000" cy="914400"/>
          </a:xfrm>
        </p:spPr>
        <p:txBody>
          <a:bodyPr wrap="square">
            <a:noAutofit/>
          </a:bodyPr>
          <a:lstStyle/>
          <a:p>
            <a:r>
              <a:rPr sz="6400" b="1" i="0"/>
              <a:t>READING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520440" y="4009644"/>
            <a:ext cx="3657600" cy="365760"/>
          </a:xfrm>
        </p:spPr>
        <p:txBody>
          <a:bodyPr wrap="square">
            <a:noAutofit/>
          </a:bodyPr>
          <a:lstStyle/>
          <a:p>
            <a:r>
              <a:rPr sz="1600" b="0" i="0"/>
              <a:t>“HAVE THIS LETTER READ TO ALL”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977639" y="4320540"/>
            <a:ext cx="2743200" cy="457200"/>
          </a:xfrm>
        </p:spPr>
        <p:txBody>
          <a:bodyPr wrap="square">
            <a:noAutofit/>
          </a:bodyPr>
          <a:lstStyle/>
          <a:p>
            <a:r>
              <a:rPr sz="1600" b="0" i="0"/>
              <a:t>1 THESSALONIANS 5:27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39495" y="880109"/>
            <a:ext cx="97840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1"/>
              <a:t>• </a:t>
            </a:r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078224" y="3447288"/>
            <a:ext cx="2624328" cy="402336"/>
          </a:xfrm>
        </p:spPr>
        <p:txBody>
          <a:bodyPr wrap="square">
            <a:noAutofit/>
          </a:bodyPr>
          <a:lstStyle/>
          <a:p>
            <a:r>
              <a:rPr sz="1800" b="0" i="0"/>
              <a:t>Pew Bible: Page 485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7" name="Picture 26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8" name="Picture 27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rayer-wheat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531620"/>
            <a:ext cx="4572000" cy="1645920"/>
          </a:xfrm>
        </p:spPr>
        <p:txBody>
          <a:bodyPr wrap="square">
            <a:noAutofit/>
          </a:bodyPr>
          <a:lstStyle/>
          <a:p>
            <a:r>
              <a:rPr sz="8000" b="1" i="0"/>
              <a:t>PRAYER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400" b="0" i="0"/>
              <a:t>“DEVOTE YOURSELVES TO PRAYER”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/>
              <a:t>COLOSSIANS 4:2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694943" y="1223010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1"/>
              <a:t>• </a:t>
            </a:r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7" name="Picture 26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8" name="Picture 27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/>
              <a:t>115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/>
              <a:t>“SINGING...TO THE LORD”</a:t>
            </a:r>
          </a:p>
          <a:p>
            <a:r>
              <a:rPr sz="1900" b="0" i="0"/>
              <a:t>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000" b="0" i="0"/>
              <a:t>Words by: Matthew Bridges, st.2: Godfrey Thring</a:t>
            </a:r>
          </a:p>
          <a:p>
            <a:r>
              <a:rPr sz="1000" b="0" i="0"/>
              <a:t>Music by: George J. Elvey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48640" y="1565910"/>
            <a:ext cx="9144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• 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31" name="Picture 30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32" name="Picture 31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33" name="Picture 32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4" name="Picture 33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228600" y="69811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69811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69811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3" name="Content Placeholder 12"/>
          <p:cNvSpPr>
            <a:spLocks noGrp="1"/>
          </p:cNvSpPr>
          <p:nvPr>
            <p:ph sz="quarter" idx="42"/>
          </p:nvPr>
        </p:nvSpPr>
        <p:spPr>
          <a:xfrm>
            <a:off x="228600" y="1137024"/>
            <a:ext cx="365760" cy="1243584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69811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ED595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7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69811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CROWN HIM WITH MANY CROWNS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115-08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7" r="37"/>
          <a:stretch>
            <a:fillRect/>
          </a:stretch>
        </p:blipFill>
        <p:spPr>
          <a:xfrm>
            <a:off x="731520" y="387216"/>
            <a:ext cx="8229600" cy="43919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69811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37024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0148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38"/>
          </p:nvPr>
        </p:nvSpPr>
        <p:spPr>
          <a:xfrm>
            <a:off x="310896" y="1575936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/>
              <a:t>615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/>
              <a:t>THAT DREADFUL NIGHT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/>
              <a:t>“SINGING...TO THE LORD”</a:t>
            </a:r>
          </a:p>
          <a:p>
            <a:r>
              <a:rPr sz="1900" b="0" i="0"/>
              <a:t>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000" b="0" i="0"/>
              <a:t>Regular Voices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48640" y="1908810"/>
            <a:ext cx="9144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• 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pic>
        <p:nvPicPr>
          <p:cNvPr id="28" name="Picture 27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30" name="Picture 29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31" name="Picture 30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2" name="Picture 31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THAT DREADFUL NIGHT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2006 The Paperless Hymnal®</a:t>
            </a:r>
          </a:p>
        </p:txBody>
      </p:sp>
      <p:pic>
        <p:nvPicPr>
          <p:cNvPr id="9" name="Picture Placeholder 8" descr="pftl-615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8" b="8"/>
          <a:stretch>
            <a:fillRect/>
          </a:stretch>
        </p:blipFill>
        <p:spPr>
          <a:xfrm>
            <a:off x="731520" y="775744"/>
            <a:ext cx="8229600" cy="361487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228600" y="108664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52555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THAT DREADFUL NIGHT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2006 The Paperless Hymnal®</a:t>
            </a:r>
          </a:p>
        </p:txBody>
      </p:sp>
      <p:pic>
        <p:nvPicPr>
          <p:cNvPr id="9" name="Picture Placeholder 8" descr="pftl-615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8" b="8"/>
          <a:stretch>
            <a:fillRect/>
          </a:stretch>
        </p:blipFill>
        <p:spPr>
          <a:xfrm>
            <a:off x="731520" y="775744"/>
            <a:ext cx="8229600" cy="361487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108664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52555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THAT DREADFUL NIGHT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2006 The Paperless Hymnal®</a:t>
            </a:r>
          </a:p>
        </p:txBody>
      </p:sp>
      <p:pic>
        <p:nvPicPr>
          <p:cNvPr id="9" name="Picture Placeholder 8" descr="pftl-615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8" b="8"/>
          <a:stretch>
            <a:fillRect/>
          </a:stretch>
        </p:blipFill>
        <p:spPr>
          <a:xfrm>
            <a:off x="731520" y="775744"/>
            <a:ext cx="8229600" cy="361487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108664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52555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615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THAT DREADFUL NIGHT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2006 The Paperless Hymnal®</a:t>
            </a:r>
          </a:p>
        </p:txBody>
      </p:sp>
      <p:pic>
        <p:nvPicPr>
          <p:cNvPr id="9" name="Picture Placeholder 8" descr="pftl-615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8" b="8"/>
          <a:stretch>
            <a:fillRect/>
          </a:stretch>
        </p:blipFill>
        <p:spPr>
          <a:xfrm>
            <a:off x="731520" y="775744"/>
            <a:ext cx="8229600" cy="361487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108664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52555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upper-vial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330452"/>
            <a:ext cx="4572000" cy="1371600"/>
          </a:xfrm>
        </p:spPr>
        <p:txBody>
          <a:bodyPr wrap="square">
            <a:noAutofit/>
          </a:bodyPr>
          <a:lstStyle/>
          <a:p>
            <a:r>
              <a:rPr sz="7200" b="1" i="0"/>
              <a:t>LORD’S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355848" y="3589020"/>
            <a:ext cx="3986784" cy="914400"/>
          </a:xfrm>
        </p:spPr>
        <p:txBody>
          <a:bodyPr wrap="square">
            <a:noAutofit/>
          </a:bodyPr>
          <a:lstStyle/>
          <a:p>
            <a:r>
              <a:rPr sz="2200" b="0" i="0"/>
              <a:t>“DO THIS IN REMEMBRANCE OF ME” LUKE 22:19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063240" y="2354580"/>
            <a:ext cx="4572000" cy="2194560"/>
          </a:xfrm>
        </p:spPr>
        <p:txBody>
          <a:bodyPr wrap="square">
            <a:noAutofit/>
          </a:bodyPr>
          <a:lstStyle/>
          <a:p>
            <a:r>
              <a:rPr sz="7200" b="1" i="0"/>
              <a:t>SUPPER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8311" y="2251710"/>
            <a:ext cx="145045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1"/>
              <a:t>• </a:t>
            </a:r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7" name="Picture 26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8" name="Picture 27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/>
              <a:t>32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6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/>
              <a:t>“SINGING...TO THE LORD”</a:t>
            </a:r>
          </a:p>
          <a:p>
            <a:r>
              <a:rPr sz="1900" b="0" i="0"/>
              <a:t>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000" b="0" i="0"/>
              <a:t>Theophany</a:t>
            </a:r>
          </a:p>
          <a:p>
            <a:r>
              <a:rPr sz="1000" b="0" i="0"/>
              <a:t>© 2001 David and Jimona Maravilla</a:t>
            </a:r>
          </a:p>
          <a:p>
            <a:r>
              <a:rPr sz="1000" b="0" i="0"/>
              <a:t>Tune: MAZURKA • Frederic Chopin (1829); arr. C. A. Roberts (2001)</a:t>
            </a:r>
          </a:p>
          <a:p>
            <a:r>
              <a:rPr sz="1000" b="0" i="0"/>
              <a:t>Hymn: C. A. Roberts (2001)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48640" y="2594610"/>
            <a:ext cx="9144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• 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31" name="Picture 30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32" name="Picture 31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3" name="Picture 32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5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6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7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8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09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10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1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70382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827264" y="548640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827264" y="54864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827264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THEOPHANY (HIGH ABOVE THE SERAPHIM)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827264" y="4422523"/>
            <a:ext cx="1213399" cy="365760"/>
          </a:xfrm>
        </p:spPr>
        <p:txBody>
          <a:bodyPr wrap="square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phss-088-1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13719" y="114300"/>
            <a:ext cx="5893600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7827264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7107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107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7107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giving-map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101852"/>
            <a:ext cx="4572000" cy="1371600"/>
          </a:xfrm>
        </p:spPr>
        <p:txBody>
          <a:bodyPr wrap="square">
            <a:noAutofit/>
          </a:bodyPr>
          <a:lstStyle/>
          <a:p>
            <a:r>
              <a:rPr sz="8000" b="1" i="0"/>
              <a:t>GIVING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227832" y="2308860"/>
            <a:ext cx="4224528" cy="1188720"/>
          </a:xfrm>
        </p:spPr>
        <p:txBody>
          <a:bodyPr wrap="square">
            <a:noAutofit/>
          </a:bodyPr>
          <a:lstStyle/>
          <a:p>
            <a:r>
              <a:rPr sz="3600" b="1" i="0"/>
              <a:t>THE COLLECTION FOR THE SAINTS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91840" y="3589020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/>
              <a:t>“FOR GOD LOVES A CHEERFUL GIVER” 2 CORINTHIANS 9:7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402335" y="2937510"/>
            <a:ext cx="111556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1"/>
              <a:t>• </a:t>
            </a:r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7" name="Picture 26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8" name="Picture 27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/>
              <a:t>739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/>
              <a:t>“SINGING...TO THE LORD”</a:t>
            </a:r>
          </a:p>
          <a:p>
            <a:r>
              <a:rPr sz="1900" b="0" i="0"/>
              <a:t>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000" b="0" i="0"/>
              <a:t>Words: James Robinson</a:t>
            </a:r>
          </a:p>
          <a:p>
            <a:r>
              <a:rPr sz="1000" b="0" i="0"/>
              <a:t>Music: Bentley D. Ackley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48640" y="3966209"/>
            <a:ext cx="9144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• 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31" name="Picture 30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32" name="Picture 31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3" name="Picture 32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pic>
        <p:nvPicPr>
          <p:cNvPr id="34" name="Picture 2" descr="sun shining through tree tops in a forest">
            <a:extLst>
              <a:ext uri="{FF2B5EF4-FFF2-40B4-BE49-F238E27FC236}">
                <a16:creationId xmlns:a16="http://schemas.microsoft.com/office/drawing/2014/main" id="{CC34C440-24FE-4C07-A87D-73D1B871B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5574" y="-1867120"/>
            <a:ext cx="11379574" cy="758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/>
              <a:t>500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/>
              <a:t>“SINGING...TO THE LORD”</a:t>
            </a:r>
          </a:p>
          <a:p>
            <a:r>
              <a:rPr sz="1900" b="0" i="0"/>
              <a:t>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000" b="0" i="0"/>
              <a:t>Words: Robert Robinson</a:t>
            </a:r>
          </a:p>
          <a:p>
            <a:r>
              <a:rPr sz="1000" b="0" i="0"/>
              <a:t>Music: Wyeth’s Repository of Sacred Music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548640" y="3280410"/>
            <a:ext cx="91440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• 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31" name="Picture 30" descr="shs-x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32" name="Picture 31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3" name="Picture 32" descr="pftl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228600" y="72909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5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2001 The Paperless Hymnal™</a:t>
            </a:r>
          </a:p>
        </p:txBody>
      </p:sp>
      <p:pic>
        <p:nvPicPr>
          <p:cNvPr id="9" name="Picture Placeholder 8" descr="pftl-500-06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7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gray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739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 wrap="square">
            <a:noAutofit/>
          </a:bodyPr>
          <a:lstStyle/>
          <a:p>
            <a:r>
              <a:rPr sz="1600" b="1" i="0"/>
              <a:t>WHAT WILL YOU DO WITH JESUS?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2951596" cy="180975"/>
          </a:xfrm>
        </p:spPr>
        <p:txBody>
          <a:bodyPr wrap="square">
            <a:noAutofit/>
          </a:bodyPr>
          <a:lstStyle/>
          <a:p>
            <a:r>
              <a:rPr sz="800" b="0" i="0"/>
              <a:t>© 2004 The Paperless Hymnal™</a:t>
            </a:r>
          </a:p>
        </p:txBody>
      </p:sp>
      <p:pic>
        <p:nvPicPr>
          <p:cNvPr id="9" name="Picture Placeholder 8" descr="pftl-739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731520" y="195927"/>
            <a:ext cx="8229600" cy="477450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50682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94573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38464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182355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0"/>
          </p:nvPr>
        </p:nvSpPr>
        <p:spPr>
          <a:xfrm>
            <a:off x="228600" y="2262471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>
          <a:xfrm>
            <a:off x="228600" y="270138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rayer-wheat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531620"/>
            <a:ext cx="4572000" cy="1645920"/>
          </a:xfrm>
        </p:spPr>
        <p:txBody>
          <a:bodyPr wrap="square">
            <a:noAutofit/>
          </a:bodyPr>
          <a:lstStyle/>
          <a:p>
            <a:r>
              <a:rPr sz="8000" b="1" i="0"/>
              <a:t>PRAYER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400" b="0" i="0"/>
              <a:t>“DEVOTE YOURSELVES TO PRAYER”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/>
              <a:t>COLOSSIANS 4:2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sz="quarter" idx="22"/>
          </p:nvPr>
        </p:nvSpPr>
        <p:spPr>
          <a:xfrm>
            <a:off x="694943" y="4309109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500" b="0"/>
              <a:t>Welcome</a:t>
            </a:r>
          </a:p>
          <a:p>
            <a:r>
              <a:rPr sz="1500" b="0"/>
              <a:t>Reading</a:t>
            </a:r>
          </a:p>
          <a:p>
            <a:r>
              <a:rPr sz="1500" b="0"/>
              <a:t>Prayer</a:t>
            </a:r>
          </a:p>
          <a:p>
            <a:r>
              <a:rPr sz="1500" b="1"/>
              <a:t>115      .</a:t>
            </a:r>
          </a:p>
          <a:p>
            <a:r>
              <a:rPr sz="1500" b="1"/>
              <a:t>615      .</a:t>
            </a:r>
          </a:p>
          <a:p>
            <a:r>
              <a:rPr sz="1500" b="0"/>
              <a:t>Lord’s Supper</a:t>
            </a:r>
          </a:p>
          <a:p>
            <a:r>
              <a:rPr sz="1500" b="1"/>
              <a:t>32      .</a:t>
            </a:r>
          </a:p>
          <a:p>
            <a:r>
              <a:rPr sz="1500" b="0"/>
              <a:t>Collection</a:t>
            </a:r>
          </a:p>
          <a:p>
            <a:r>
              <a:rPr sz="1500" b="1"/>
              <a:t>500      .</a:t>
            </a:r>
          </a:p>
          <a:p>
            <a:r>
              <a:rPr sz="1500" b="0"/>
              <a:t>Sermon</a:t>
            </a:r>
          </a:p>
          <a:p>
            <a:r>
              <a:rPr sz="1500" b="1"/>
              <a:t>739      .</a:t>
            </a:r>
          </a:p>
          <a:p>
            <a:r>
              <a:rPr sz="1500" b="1"/>
              <a:t>• </a:t>
            </a:r>
            <a:r>
              <a:rPr sz="1500" b="0"/>
              <a:t>Prayer</a:t>
            </a:r>
          </a:p>
        </p:txBody>
      </p:sp>
      <p:sp>
        <p:nvSpPr>
          <p:cNvPr id="14" name="Oval 13"/>
          <p:cNvSpPr/>
          <p:nvPr/>
        </p:nvSpPr>
        <p:spPr>
          <a:xfrm>
            <a:off x="42931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759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588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17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46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75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038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7326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5614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3902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1908" y="5303520"/>
            <a:ext cx="100584" cy="100584"/>
          </a:xfrm>
          <a:prstGeom prst="ellipse">
            <a:avLst/>
          </a:prstGeom>
          <a:solidFill>
            <a:srgbClr val="94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4788" y="530352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68195"/>
            <a:ext cx="274320" cy="274320"/>
          </a:xfrm>
          <a:prstGeom prst="rect">
            <a:avLst/>
          </a:prstGeom>
        </p:spPr>
      </p:pic>
      <p:pic>
        <p:nvPicPr>
          <p:cNvPr id="27" name="Picture 26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11095"/>
            <a:ext cx="274320" cy="274320"/>
          </a:xfrm>
          <a:prstGeom prst="rect">
            <a:avLst/>
          </a:prstGeom>
        </p:spPr>
      </p:pic>
      <p:pic>
        <p:nvPicPr>
          <p:cNvPr id="28" name="Picture 27" descr="shs-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596896"/>
            <a:ext cx="274320" cy="274320"/>
          </a:xfrm>
          <a:prstGeom prst="rect">
            <a:avLst/>
          </a:prstGeom>
        </p:spPr>
      </p:pic>
      <p:pic>
        <p:nvPicPr>
          <p:cNvPr id="29" name="Picture 28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82696"/>
            <a:ext cx="274320" cy="274320"/>
          </a:xfrm>
          <a:prstGeom prst="rect">
            <a:avLst/>
          </a:prstGeom>
        </p:spPr>
      </p:pic>
      <p:pic>
        <p:nvPicPr>
          <p:cNvPr id="30" name="Picture 2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6849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1" descr="song-gray.jpg">
            <a:extLst>
              <a:ext uri="{FF2B5EF4-FFF2-40B4-BE49-F238E27FC236}">
                <a16:creationId xmlns:a16="http://schemas.microsoft.com/office/drawing/2014/main" id="{9FDF8DAA-7D2D-40A5-A7A8-A95A8F939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pic>
        <p:nvPicPr>
          <p:cNvPr id="2" name="Picture Placeholder 1" descr="prayer-wheat.jpg" hidden="1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-1" y="0"/>
            <a:ext cx="9143999" cy="57150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43" name="Picture 4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C59192B-0F4A-4A4E-9480-4554F7AAA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84" y="1954695"/>
            <a:ext cx="7164433" cy="180561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0FC07AB-569D-4EA6-B397-770C0F0457B7}"/>
              </a:ext>
            </a:extLst>
          </p:cNvPr>
          <p:cNvSpPr txBox="1"/>
          <p:nvPr/>
        </p:nvSpPr>
        <p:spPr>
          <a:xfrm>
            <a:off x="-4" y="4873243"/>
            <a:ext cx="9143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venir Next LT Pro" panose="020B0504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6347868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136014</TotalTime>
  <Words>1187</Words>
  <Application>Microsoft Office PowerPoint</Application>
  <PresentationFormat>On-screen Show (16:10)</PresentationFormat>
  <Paragraphs>531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52</vt:i4>
      </vt:variant>
    </vt:vector>
  </HeadingPairs>
  <TitlesOfParts>
    <vt:vector size="69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Rockness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549</cp:revision>
  <dcterms:created xsi:type="dcterms:W3CDTF">2019-05-01T02:25:12Z</dcterms:created>
  <dcterms:modified xsi:type="dcterms:W3CDTF">2020-12-31T14:11:54Z</dcterms:modified>
</cp:coreProperties>
</file>