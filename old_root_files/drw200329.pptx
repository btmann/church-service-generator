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681" r:id="rId2"/>
    <p:sldMasterId id="2147483683" r:id="rId3"/>
    <p:sldMasterId id="2147483685" r:id="rId4"/>
    <p:sldMasterId id="2147483687" r:id="rId5"/>
    <p:sldMasterId id="2147483695" r:id="rId6"/>
    <p:sldMasterId id="2147483698" r:id="rId7"/>
    <p:sldMasterId id="2147483701" r:id="rId8"/>
    <p:sldMasterId id="2147483724" r:id="rId9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287" r:id="rId45"/>
    <p:sldId id="288" r:id="rId46"/>
    <p:sldId id="289" r:id="rId47"/>
    <p:sldId id="290" r:id="rId48"/>
    <p:sldId id="291" r:id="rId49"/>
    <p:sldId id="292" r:id="rId50"/>
    <p:sldId id="293" r:id="rId51"/>
    <p:sldId id="294" r:id="rId52"/>
    <p:sldId id="295" r:id="rId53"/>
    <p:sldId id="296" r:id="rId54"/>
    <p:sldId id="297" r:id="rId55"/>
    <p:sldId id="298" r:id="rId56"/>
    <p:sldId id="299" r:id="rId57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80AC"/>
    <a:srgbClr val="5A7B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20" y="91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slide" Target="slides/slide36.xml"/><Relationship Id="rId50" Type="http://schemas.openxmlformats.org/officeDocument/2006/relationships/slide" Target="slides/slide37.xml"/><Relationship Id="rId51" Type="http://schemas.openxmlformats.org/officeDocument/2006/relationships/slide" Target="slides/slide38.xml"/><Relationship Id="rId52" Type="http://schemas.openxmlformats.org/officeDocument/2006/relationships/slide" Target="slides/slide39.xml"/><Relationship Id="rId53" Type="http://schemas.openxmlformats.org/officeDocument/2006/relationships/slide" Target="slides/slide40.xml"/><Relationship Id="rId54" Type="http://schemas.openxmlformats.org/officeDocument/2006/relationships/slide" Target="slides/slide41.xml"/><Relationship Id="rId55" Type="http://schemas.openxmlformats.org/officeDocument/2006/relationships/slide" Target="slides/slide42.xml"/><Relationship Id="rId56" Type="http://schemas.openxmlformats.org/officeDocument/2006/relationships/slide" Target="slides/slide43.xml"/><Relationship Id="rId57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5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9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'1.0' encoding='UTF-8' standalone='yes'?>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5.xml"/></Relationships>
</file>

<file path=ppt/slideLayouts/_rels/slideLayout15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5.xml"/><Relationship Id="rId7" Type="http://schemas.openxmlformats.org/officeDocument/2006/relationships/image" Target="../media/image6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Layouts/_rels/slideLayout16.xml.rels><?xml version='1.0' encoding='UTF-8' standalone='yes'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17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5.xml"/><Relationship Id="rId7" Type="http://schemas.openxmlformats.org/officeDocument/2006/relationships/image" Target="../media/image6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Layouts/_rels/slideLayout18.xml.rels><?xml version='1.0' encoding='UTF-8' standalone='yes'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9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6.png"/></Relationships>
</file>

<file path=ppt/slideLayouts/_rels/slideLayout22.xml.rels><?xml version='1.0' encoding='UTF-8' standalone='yes'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23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8.xml"/></Relationships>
</file>

<file path=ppt/slideLayouts/_rels/slideLayout27.xml.rels><?xml version='1.0' encoding='UTF-8' standalone='yes'?>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8.xml"/></Relationships>
</file>

<file path=ppt/slideLayouts/_rels/slideLayout28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8.xml"/></Relationships>
</file>

<file path=ppt/slideLayouts/_rels/slideLayout29.xml.rels><?xml version='1.0' encoding='UTF-8' standalone='yes'?>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8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2.xml.rels><?xml version='1.0' encoding='UTF-8' standalone='yes'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33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9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21354279-87D9-485B-9ABA-0AF4C24DD15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24311" y="1073160"/>
            <a:ext cx="1907627" cy="9781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4718F87-8734-4596-936B-E0B4DC6233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8656" y="2051571"/>
            <a:ext cx="4200525" cy="2004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400018B-C257-4647-B749-1339B8CE06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24525" y="2111178"/>
            <a:ext cx="3271429" cy="3166216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488F34F-244E-40D9-97F0-DDAEE142C2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7863" y="4229099"/>
            <a:ext cx="4200525" cy="657225"/>
          </a:xfrm>
          <a:prstGeom prst="roundRect">
            <a:avLst>
              <a:gd name="adj" fmla="val 50000"/>
            </a:avLst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FontTx/>
              <a:buNone/>
              <a:defRPr kumimoji="0" lang="en-US" b="0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L="228600" marR="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Verse Info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6DE2D-705B-4516-88C5-BC34E926807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32270" y="1041519"/>
            <a:ext cx="3055938" cy="1041400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925C3AC-BB59-4D94-9E32-C88081C6CE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7472" y="457200"/>
            <a:ext cx="4800600" cy="4800600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FontTx/>
              <a:buNone/>
              <a:defRPr kumimoji="0" lang="en-US" sz="6000" b="0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L="228600" marR="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Invitation Song</a:t>
            </a:r>
          </a:p>
        </p:txBody>
      </p:sp>
    </p:spTree>
    <p:extLst>
      <p:ext uri="{BB962C8B-B14F-4D97-AF65-F5344CB8AC3E}">
        <p14:creationId xmlns:p14="http://schemas.microsoft.com/office/powerpoint/2010/main" val="590718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" dur="2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  <p:by x="33000" y="33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33000" y="33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233 -2.22222E-6 L -0.17969 -0.29139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68" y="-14583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233 -3.33333E-6 L -0.18542 -0.29944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663" y="-14972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9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uiExpand="1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/>
      <p:bldP spid="8" grpId="0" uiExpand="1" build="p" animBg="1">
        <p:tmplLst>
          <p:tmpl>
            <p:tnLst>
              <p:par>
                <p:cTn presetID="6" presetClass="emph" presetSubtype="0" fill="hold" nodeType="afterEffect">
                  <p:stCondLst>
                    <p:cond delay="0"/>
                  </p:stCondLst>
                  <p:childTnLst>
                    <p:animScale>
                      <p:cBhvr>
                        <p:cTn dur="2000" fill="hold"/>
                        <p:tgtEl>
                          <p:spTgt spid="8"/>
                        </p:tgtEl>
                      </p:cBhvr>
                      <p:by x="33000" y="33000"/>
                    </p:animScale>
                  </p:childTnLst>
                </p:cTn>
              </p:par>
            </p:tnLst>
          </p:tmpl>
          <p:tmpl lvl="1">
            <p:tnLst>
              <p:par>
                <p:cTn presetID="6" presetClass="emph" presetSubtype="0" fill="hold" nodeType="withEffect">
                  <p:stCondLst>
                    <p:cond delay="0"/>
                  </p:stCondLst>
                  <p:childTnLst>
                    <p:animScale>
                      <p:cBhvr>
                        <p:cTn dur="2000" fill="hold"/>
                        <p:tgtEl>
                          <p:spTgt spid="8"/>
                        </p:tgtEl>
                      </p:cBhvr>
                      <p:by x="33000" y="33000"/>
                    </p:animScale>
                  </p:childTnLst>
                </p:cTn>
              </p:par>
            </p:tnLst>
          </p:tmpl>
        </p:tmplLst>
      </p:bldP>
      <p:bldP spid="8" grpId="1" uiExpand="1" build="p" animBg="1">
        <p:tmplLst>
          <p:tmpl>
            <p:tnLst>
              <p:par>
                <p:cTn presetID="42" presetClass="path" presetSubtype="0" accel="50000" decel="50000" fill="hold" nodeType="withEffect">
                  <p:stCondLst>
                    <p:cond delay="0"/>
                  </p:stCondLst>
                  <p:childTnLst>
                    <p:animMotion origin="layout" path="M -0.01233 -2.22222E-6 L -0.17969 -0.29139 " pathEditMode="relative" rAng="0" ptsTypes="AA">
                      <p:cBhvr>
                        <p:cTn dur="2000" fill="hold"/>
                        <p:tgtEl>
                          <p:spTgt spid="8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-8368" y="-14583"/>
                    </p:animMotion>
                  </p:childTnLst>
                </p:cTn>
              </p:par>
            </p:tnLst>
          </p:tmpl>
          <p:tmpl lvl="1">
            <p:tnLst>
              <p:par>
                <p:cTn presetID="42" presetClass="path" presetSubtype="0" accel="50000" decel="50000" fill="hold" nodeType="withEffect">
                  <p:stCondLst>
                    <p:cond delay="0"/>
                  </p:stCondLst>
                  <p:childTnLst>
                    <p:animMotion origin="layout" path="M -0.01233 -3.33333E-6 L -0.18542 -0.29944 " pathEditMode="relative" rAng="0" ptsTypes="AA">
                      <p:cBhvr>
                        <p:cTn dur="2000" fill="hold"/>
                        <p:tgtEl>
                          <p:spTgt spid="8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-8663" y="-14972"/>
                    </p:animMotion>
                  </p:childTnLst>
                </p:cTn>
              </p:par>
            </p:tnLst>
          </p:tmpl>
        </p:tmplLst>
      </p:bldP>
      <p:bldP spid="8" grpId="2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9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0ECBE7D6-7458-4D04-B9B3-460DCB5819C7}"/>
              </a:ext>
            </a:extLst>
          </p:cNvPr>
          <p:cNvSpPr/>
          <p:nvPr userDrawn="1"/>
        </p:nvSpPr>
        <p:spPr>
          <a:xfrm>
            <a:off x="2171700" y="461559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14E6DAE-E0B6-4C1F-B8CB-896F19BDF050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217A2C7A-D8B9-40F0-ABF5-0AA4058A20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C5C3585-C28D-488C-B183-8FEB3C6545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92926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96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Prayer</a:t>
            </a:r>
          </a:p>
        </p:txBody>
      </p:sp>
      <p:sp>
        <p:nvSpPr>
          <p:cNvPr id="6" name="Content Placeholder 19">
            <a:extLst>
              <a:ext uri="{FF2B5EF4-FFF2-40B4-BE49-F238E27FC236}">
                <a16:creationId xmlns:a16="http://schemas.microsoft.com/office/drawing/2014/main" id="{6976345D-007B-4869-B810-625AA00CC789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8" name="English Item 1">
            <a:extLst>
              <a:ext uri="{FF2B5EF4-FFF2-40B4-BE49-F238E27FC236}">
                <a16:creationId xmlns:a16="http://schemas.microsoft.com/office/drawing/2014/main" id="{4A60A25C-C4AA-4A7F-975D-2D8B0F31C3D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1" name="English Item 2">
            <a:extLst>
              <a:ext uri="{FF2B5EF4-FFF2-40B4-BE49-F238E27FC236}">
                <a16:creationId xmlns:a16="http://schemas.microsoft.com/office/drawing/2014/main" id="{500A3EAB-A4C4-4397-BAF7-DB53832F991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2" name="English Item 3">
            <a:extLst>
              <a:ext uri="{FF2B5EF4-FFF2-40B4-BE49-F238E27FC236}">
                <a16:creationId xmlns:a16="http://schemas.microsoft.com/office/drawing/2014/main" id="{49AD7269-1363-4300-8B87-FCC0A8830B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4">
            <a:extLst>
              <a:ext uri="{FF2B5EF4-FFF2-40B4-BE49-F238E27FC236}">
                <a16:creationId xmlns:a16="http://schemas.microsoft.com/office/drawing/2014/main" id="{712EB14E-0849-49CF-99DA-41E03FFA0B2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5">
            <a:extLst>
              <a:ext uri="{FF2B5EF4-FFF2-40B4-BE49-F238E27FC236}">
                <a16:creationId xmlns:a16="http://schemas.microsoft.com/office/drawing/2014/main" id="{E7A54D31-F96F-46AC-AEF5-23577A11340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6">
            <a:extLst>
              <a:ext uri="{FF2B5EF4-FFF2-40B4-BE49-F238E27FC236}">
                <a16:creationId xmlns:a16="http://schemas.microsoft.com/office/drawing/2014/main" id="{9A965C7F-DC31-4532-9FF1-3C5FE7BF5CC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7">
            <a:extLst>
              <a:ext uri="{FF2B5EF4-FFF2-40B4-BE49-F238E27FC236}">
                <a16:creationId xmlns:a16="http://schemas.microsoft.com/office/drawing/2014/main" id="{DE5FD0A1-B047-48F9-99AC-4C7FC549A97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8">
            <a:extLst>
              <a:ext uri="{FF2B5EF4-FFF2-40B4-BE49-F238E27FC236}">
                <a16:creationId xmlns:a16="http://schemas.microsoft.com/office/drawing/2014/main" id="{5CAEAC07-B751-4012-89D1-B5D779F2DCC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9">
            <a:extLst>
              <a:ext uri="{FF2B5EF4-FFF2-40B4-BE49-F238E27FC236}">
                <a16:creationId xmlns:a16="http://schemas.microsoft.com/office/drawing/2014/main" id="{E8DBF0DB-E66C-4AE0-9EA7-59E8677BA56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10">
            <a:extLst>
              <a:ext uri="{FF2B5EF4-FFF2-40B4-BE49-F238E27FC236}">
                <a16:creationId xmlns:a16="http://schemas.microsoft.com/office/drawing/2014/main" id="{A1E4A98D-B4B9-4655-8B97-120B6D292DD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1">
            <a:extLst>
              <a:ext uri="{FF2B5EF4-FFF2-40B4-BE49-F238E27FC236}">
                <a16:creationId xmlns:a16="http://schemas.microsoft.com/office/drawing/2014/main" id="{1DFC8DFC-6F58-49AF-8D01-9FC95066B87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2">
            <a:extLst>
              <a:ext uri="{FF2B5EF4-FFF2-40B4-BE49-F238E27FC236}">
                <a16:creationId xmlns:a16="http://schemas.microsoft.com/office/drawing/2014/main" id="{F320853A-D98D-49B1-8173-A53F5504E3D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13">
            <a:extLst>
              <a:ext uri="{FF2B5EF4-FFF2-40B4-BE49-F238E27FC236}">
                <a16:creationId xmlns:a16="http://schemas.microsoft.com/office/drawing/2014/main" id="{0D72BA1D-56DD-4E13-AF3F-B7485FA6F73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14">
            <a:extLst>
              <a:ext uri="{FF2B5EF4-FFF2-40B4-BE49-F238E27FC236}">
                <a16:creationId xmlns:a16="http://schemas.microsoft.com/office/drawing/2014/main" id="{27681741-56D3-4839-9473-ECDF4739868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61660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0ECBE7D6-7458-4D04-B9B3-460DCB5819C7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14E6DAE-E0B6-4C1F-B8CB-896F19BDF050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A52EFFE9-C96C-4213-9ECB-F3B2740117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8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672BFEEF-BCCD-410E-BF32-2EF6B3AC67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sp>
        <p:nvSpPr>
          <p:cNvPr id="10" name="English Text">
            <a:extLst>
              <a:ext uri="{FF2B5EF4-FFF2-40B4-BE49-F238E27FC236}">
                <a16:creationId xmlns:a16="http://schemas.microsoft.com/office/drawing/2014/main" id="{5A0EF9FF-75F4-4BC0-B7C4-B88F7428D7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92926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96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Prayer</a:t>
            </a:r>
          </a:p>
        </p:txBody>
      </p:sp>
      <p:sp>
        <p:nvSpPr>
          <p:cNvPr id="11" name="Spanish Text">
            <a:extLst>
              <a:ext uri="{FF2B5EF4-FFF2-40B4-BE49-F238E27FC236}">
                <a16:creationId xmlns:a16="http://schemas.microsoft.com/office/drawing/2014/main" id="{45C2D233-F577-46D2-98A3-3677A588C7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92926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96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Alegreya Sans Medium" panose="00000600000000000000" pitchFamily="50" charset="0"/>
                <a:cs typeface="Alegreya Sans Medium" panose="00000600000000000000" pitchFamily="50" charset="0"/>
              </a:defRPr>
            </a:lvl1pPr>
          </a:lstStyle>
          <a:p>
            <a:pPr lvl="0"/>
            <a:r>
              <a:rPr lang="en-US" dirty="0" err="1"/>
              <a:t>Oración</a:t>
            </a:r>
            <a:endParaRPr lang="en-US" dirty="0"/>
          </a:p>
        </p:txBody>
      </p:sp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B6D5994B-54E5-4456-946F-375E8A512CC2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735226" y="4121524"/>
            <a:ext cx="609600" cy="609600"/>
          </a:xfrm>
          <a:prstGeom prst="rect">
            <a:avLst/>
          </a:prstGeom>
        </p:spPr>
      </p:pic>
      <p:sp>
        <p:nvSpPr>
          <p:cNvPr id="9" name="Content Placeholder 19">
            <a:extLst>
              <a:ext uri="{FF2B5EF4-FFF2-40B4-BE49-F238E27FC236}">
                <a16:creationId xmlns:a16="http://schemas.microsoft.com/office/drawing/2014/main" id="{982D92BC-0422-4AFB-8AC9-4C52E460D60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2" name="Spanish Item 1">
            <a:extLst>
              <a:ext uri="{FF2B5EF4-FFF2-40B4-BE49-F238E27FC236}">
                <a16:creationId xmlns:a16="http://schemas.microsoft.com/office/drawing/2014/main" id="{C5A9556C-1331-42D2-ABFC-332399229E9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Spanish Item 2">
            <a:extLst>
              <a:ext uri="{FF2B5EF4-FFF2-40B4-BE49-F238E27FC236}">
                <a16:creationId xmlns:a16="http://schemas.microsoft.com/office/drawing/2014/main" id="{15FF24B5-544A-416B-9076-E9094777A51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Spanish Item 3">
            <a:extLst>
              <a:ext uri="{FF2B5EF4-FFF2-40B4-BE49-F238E27FC236}">
                <a16:creationId xmlns:a16="http://schemas.microsoft.com/office/drawing/2014/main" id="{492BA70C-CAE0-48C0-AF72-758E77AE378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Spanish Item 4">
            <a:extLst>
              <a:ext uri="{FF2B5EF4-FFF2-40B4-BE49-F238E27FC236}">
                <a16:creationId xmlns:a16="http://schemas.microsoft.com/office/drawing/2014/main" id="{B99A656E-BDBF-4807-BDB1-7C9581324CD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Spanish Item 5">
            <a:extLst>
              <a:ext uri="{FF2B5EF4-FFF2-40B4-BE49-F238E27FC236}">
                <a16:creationId xmlns:a16="http://schemas.microsoft.com/office/drawing/2014/main" id="{36F8662B-9DEC-4AC8-A700-3B2B986B5F5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Spanish Item 6">
            <a:extLst>
              <a:ext uri="{FF2B5EF4-FFF2-40B4-BE49-F238E27FC236}">
                <a16:creationId xmlns:a16="http://schemas.microsoft.com/office/drawing/2014/main" id="{784C4D3A-108A-4F68-894A-4BA9D317C51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Spanish Item 7">
            <a:extLst>
              <a:ext uri="{FF2B5EF4-FFF2-40B4-BE49-F238E27FC236}">
                <a16:creationId xmlns:a16="http://schemas.microsoft.com/office/drawing/2014/main" id="{F793976C-FC13-4B9E-8B5D-6B27D33D7C6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Spanish Item 8">
            <a:extLst>
              <a:ext uri="{FF2B5EF4-FFF2-40B4-BE49-F238E27FC236}">
                <a16:creationId xmlns:a16="http://schemas.microsoft.com/office/drawing/2014/main" id="{7F62952C-8A5B-4908-B244-8689BDEF655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Spanish Item 9">
            <a:extLst>
              <a:ext uri="{FF2B5EF4-FFF2-40B4-BE49-F238E27FC236}">
                <a16:creationId xmlns:a16="http://schemas.microsoft.com/office/drawing/2014/main" id="{AA6CD2CE-6DC9-4093-8269-DA9D911B6CA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Spanish Item 10">
            <a:extLst>
              <a:ext uri="{FF2B5EF4-FFF2-40B4-BE49-F238E27FC236}">
                <a16:creationId xmlns:a16="http://schemas.microsoft.com/office/drawing/2014/main" id="{849AA515-CA14-4CC3-BCE2-2E0D1656AB1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Spanish Item 11">
            <a:extLst>
              <a:ext uri="{FF2B5EF4-FFF2-40B4-BE49-F238E27FC236}">
                <a16:creationId xmlns:a16="http://schemas.microsoft.com/office/drawing/2014/main" id="{8012D3BE-DC2A-481E-82AA-9B42DB0A486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Spanish Item 12">
            <a:extLst>
              <a:ext uri="{FF2B5EF4-FFF2-40B4-BE49-F238E27FC236}">
                <a16:creationId xmlns:a16="http://schemas.microsoft.com/office/drawing/2014/main" id="{A485E884-A8A7-4B25-B42D-0A7F4E1A14A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Spanish Item 13">
            <a:extLst>
              <a:ext uri="{FF2B5EF4-FFF2-40B4-BE49-F238E27FC236}">
                <a16:creationId xmlns:a16="http://schemas.microsoft.com/office/drawing/2014/main" id="{ACD61B1D-EEE3-4535-9229-FC59FB5C090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14">
            <a:extLst>
              <a:ext uri="{FF2B5EF4-FFF2-40B4-BE49-F238E27FC236}">
                <a16:creationId xmlns:a16="http://schemas.microsoft.com/office/drawing/2014/main" id="{28AF5339-3DC7-44A1-A2FA-0D6848F9DD6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1">
            <a:extLst>
              <a:ext uri="{FF2B5EF4-FFF2-40B4-BE49-F238E27FC236}">
                <a16:creationId xmlns:a16="http://schemas.microsoft.com/office/drawing/2014/main" id="{4A2E968B-48F7-43B9-8D29-A9E6ED5BAE5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2">
            <a:extLst>
              <a:ext uri="{FF2B5EF4-FFF2-40B4-BE49-F238E27FC236}">
                <a16:creationId xmlns:a16="http://schemas.microsoft.com/office/drawing/2014/main" id="{85AF5EA1-CA3B-4BB7-8808-5A9A81C0F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3">
            <a:extLst>
              <a:ext uri="{FF2B5EF4-FFF2-40B4-BE49-F238E27FC236}">
                <a16:creationId xmlns:a16="http://schemas.microsoft.com/office/drawing/2014/main" id="{3CFCCAB7-3006-4008-856F-B57A6793548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4">
            <a:extLst>
              <a:ext uri="{FF2B5EF4-FFF2-40B4-BE49-F238E27FC236}">
                <a16:creationId xmlns:a16="http://schemas.microsoft.com/office/drawing/2014/main" id="{C36205E1-0C47-4B2B-A06F-C5CCD20760B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5">
            <a:extLst>
              <a:ext uri="{FF2B5EF4-FFF2-40B4-BE49-F238E27FC236}">
                <a16:creationId xmlns:a16="http://schemas.microsoft.com/office/drawing/2014/main" id="{8F6166F3-F4A7-4BED-9266-58451EC2D72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6">
            <a:extLst>
              <a:ext uri="{FF2B5EF4-FFF2-40B4-BE49-F238E27FC236}">
                <a16:creationId xmlns:a16="http://schemas.microsoft.com/office/drawing/2014/main" id="{A6ACB0EF-7B02-484E-B490-B8AB5E0A2CE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7">
            <a:extLst>
              <a:ext uri="{FF2B5EF4-FFF2-40B4-BE49-F238E27FC236}">
                <a16:creationId xmlns:a16="http://schemas.microsoft.com/office/drawing/2014/main" id="{E292ACDD-B5DE-4408-9721-675F0E6920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8">
            <a:extLst>
              <a:ext uri="{FF2B5EF4-FFF2-40B4-BE49-F238E27FC236}">
                <a16:creationId xmlns:a16="http://schemas.microsoft.com/office/drawing/2014/main" id="{7ADAB785-ABDA-43E0-82F5-0742FBB6E10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English Item 9">
            <a:extLst>
              <a:ext uri="{FF2B5EF4-FFF2-40B4-BE49-F238E27FC236}">
                <a16:creationId xmlns:a16="http://schemas.microsoft.com/office/drawing/2014/main" id="{24A798C0-4386-48B4-8F3F-B0AB5F29285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English Item 10">
            <a:extLst>
              <a:ext uri="{FF2B5EF4-FFF2-40B4-BE49-F238E27FC236}">
                <a16:creationId xmlns:a16="http://schemas.microsoft.com/office/drawing/2014/main" id="{C4D91F51-64B1-4461-B11A-E34B1668579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English Item 11">
            <a:extLst>
              <a:ext uri="{FF2B5EF4-FFF2-40B4-BE49-F238E27FC236}">
                <a16:creationId xmlns:a16="http://schemas.microsoft.com/office/drawing/2014/main" id="{0E4EA180-2796-4D42-911F-96875B3BB27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English Item 12">
            <a:extLst>
              <a:ext uri="{FF2B5EF4-FFF2-40B4-BE49-F238E27FC236}">
                <a16:creationId xmlns:a16="http://schemas.microsoft.com/office/drawing/2014/main" id="{D700A33C-DF66-4958-8691-FE690EF8E64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3">
            <a:extLst>
              <a:ext uri="{FF2B5EF4-FFF2-40B4-BE49-F238E27FC236}">
                <a16:creationId xmlns:a16="http://schemas.microsoft.com/office/drawing/2014/main" id="{F6EC6ADC-2E24-4924-9AB6-C18A5DD7FE8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14">
            <a:extLst>
              <a:ext uri="{FF2B5EF4-FFF2-40B4-BE49-F238E27FC236}">
                <a16:creationId xmlns:a16="http://schemas.microsoft.com/office/drawing/2014/main" id="{CABEEE9C-CB53-4044-AD7E-4AE1247DD5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860637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10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  <p:seq concurrent="1" nextAc="seek">
                  <p:cTn id="107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8" fill="hold">
                          <p:stCondLst>
                            <p:cond delay="0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1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6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5" dur="10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8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1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4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7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0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3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6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9EC4B3-1B94-410E-9640-2B9975377E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39025" y="901700"/>
            <a:ext cx="234068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C7C44-FF96-4041-A375-AA0A4397D0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3038" y="0"/>
            <a:ext cx="7545362" cy="5715000"/>
          </a:xfrm>
          <a:prstGeom prst="rect">
            <a:avLst/>
          </a:prstGeom>
        </p:spPr>
        <p:txBody>
          <a:bodyPr anchor="ctr"/>
          <a:lstStyle>
            <a:lvl1pPr marL="228600" indent="-228600">
              <a:buFont typeface="Wingdings" panose="05000000000000000000" pitchFamily="2" charset="2"/>
              <a:buChar char="v"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defRPr>
            </a:lvl1pPr>
          </a:lstStyle>
          <a:p>
            <a:pPr marL="457200" marR="0" lvl="0" indent="-457200" algn="l" defTabSz="713203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dirty="0"/>
              <a:t>Order of Worship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8CD7C37-1750-4BFC-80AB-5711735DDACE}"/>
              </a:ext>
            </a:extLst>
          </p:cNvPr>
          <p:cNvSpPr/>
          <p:nvPr userDrawn="1"/>
        </p:nvSpPr>
        <p:spPr>
          <a:xfrm>
            <a:off x="6819159" y="1795407"/>
            <a:ext cx="2151928" cy="2112542"/>
          </a:xfrm>
          <a:prstGeom prst="ellipse">
            <a:avLst/>
          </a:prstGeom>
          <a:solidFill>
            <a:srgbClr val="5180AC">
              <a:alpha val="7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C3AD914-BE18-441B-821B-E09DCCD8EE3B}"/>
              </a:ext>
            </a:extLst>
          </p:cNvPr>
          <p:cNvSpPr txBox="1">
            <a:spLocks/>
          </p:cNvSpPr>
          <p:nvPr userDrawn="1"/>
        </p:nvSpPr>
        <p:spPr>
          <a:xfrm>
            <a:off x="6939823" y="2117201"/>
            <a:ext cx="1910600" cy="1656892"/>
          </a:xfrm>
          <a:prstGeom prst="rect">
            <a:avLst/>
          </a:prstGeom>
        </p:spPr>
        <p:txBody>
          <a:bodyPr lIns="90102" tIns="45031" rIns="90102" bIns="45031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Welcome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Please silence any mobile devices before we begin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8CBCED-04BB-4FE2-964D-AEBB6A00D0DE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1D815D35-F510-45C4-9DCA-7968526B91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651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path" presetSubtype="0" repeatCount="indefinite" accel="10000" decel="10000" autoRev="1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1.94444E-6 2.22222E-6 L 1.94444E-6 0.25 " pathEditMode="relative" rAng="0" ptsTypes="AA">
                                      <p:cBhvr>
                                        <p:cTn id="15" dur="2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repeatCount="indefinite" accel="10000" decel="10000" autoRev="1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1.94444E-6 1.11111E-6 L 1.94444E-6 0.25 " pathEditMode="relative" rAng="0" ptsTypes="AA">
                                      <p:cBhvr>
                                        <p:cTn id="17" dur="2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/>
      <p:bldP spid="7" grpId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nglish Circle">
            <a:extLst>
              <a:ext uri="{FF2B5EF4-FFF2-40B4-BE49-F238E27FC236}">
                <a16:creationId xmlns:a16="http://schemas.microsoft.com/office/drawing/2014/main" id="{68CD7C37-1750-4BFC-80AB-5711735DDACE}"/>
              </a:ext>
            </a:extLst>
          </p:cNvPr>
          <p:cNvSpPr/>
          <p:nvPr userDrawn="1"/>
        </p:nvSpPr>
        <p:spPr>
          <a:xfrm>
            <a:off x="6819159" y="1795407"/>
            <a:ext cx="2151928" cy="2112542"/>
          </a:xfrm>
          <a:prstGeom prst="ellipse">
            <a:avLst/>
          </a:prstGeom>
          <a:solidFill>
            <a:srgbClr val="5180AC">
              <a:alpha val="7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English Slience">
            <a:extLst>
              <a:ext uri="{FF2B5EF4-FFF2-40B4-BE49-F238E27FC236}">
                <a16:creationId xmlns:a16="http://schemas.microsoft.com/office/drawing/2014/main" id="{BC3AD914-BE18-441B-821B-E09DCCD8EE3B}"/>
              </a:ext>
            </a:extLst>
          </p:cNvPr>
          <p:cNvSpPr txBox="1">
            <a:spLocks/>
          </p:cNvSpPr>
          <p:nvPr userDrawn="1"/>
        </p:nvSpPr>
        <p:spPr>
          <a:xfrm>
            <a:off x="6939823" y="2117201"/>
            <a:ext cx="1910600" cy="1656892"/>
          </a:xfrm>
          <a:prstGeom prst="rect">
            <a:avLst/>
          </a:prstGeom>
        </p:spPr>
        <p:txBody>
          <a:bodyPr lIns="90102" tIns="45031" rIns="90102" bIns="45031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Welcome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Please silence any mobile devices before we begin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8CBCED-04BB-4FE2-964D-AEBB6A00D0DE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555969FE-C24B-462F-B730-C1FA942C1E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1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DA18DE38-5338-4098-AB98-1A1405C800C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sp>
        <p:nvSpPr>
          <p:cNvPr id="14" name="Spanish Circle">
            <a:extLst>
              <a:ext uri="{FF2B5EF4-FFF2-40B4-BE49-F238E27FC236}">
                <a16:creationId xmlns:a16="http://schemas.microsoft.com/office/drawing/2014/main" id="{6818C2F8-C3E7-462D-BA30-11657B8E50FE}"/>
              </a:ext>
            </a:extLst>
          </p:cNvPr>
          <p:cNvSpPr/>
          <p:nvPr userDrawn="1"/>
        </p:nvSpPr>
        <p:spPr>
          <a:xfrm>
            <a:off x="6819159" y="1795407"/>
            <a:ext cx="2151928" cy="21125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Spanish Slience">
            <a:extLst>
              <a:ext uri="{FF2B5EF4-FFF2-40B4-BE49-F238E27FC236}">
                <a16:creationId xmlns:a16="http://schemas.microsoft.com/office/drawing/2014/main" id="{6E4E3606-D808-4AC9-A88E-921FD6C035B4}"/>
              </a:ext>
            </a:extLst>
          </p:cNvPr>
          <p:cNvSpPr txBox="1">
            <a:spLocks/>
          </p:cNvSpPr>
          <p:nvPr userDrawn="1"/>
        </p:nvSpPr>
        <p:spPr>
          <a:xfrm>
            <a:off x="6970461" y="2023232"/>
            <a:ext cx="1879962" cy="1656892"/>
          </a:xfrm>
          <a:prstGeom prst="rect">
            <a:avLst/>
          </a:prstGeom>
        </p:spPr>
        <p:txBody>
          <a:bodyPr lIns="90102" tIns="45031" rIns="90102" bIns="45031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5180AC"/>
                </a:solidFill>
                <a:effectLst/>
                <a:uLnTx/>
                <a:uFillTx/>
                <a:latin typeface="Alegreya Sans Medium" panose="00000600000000000000" pitchFamily="50" charset="0"/>
                <a:ea typeface="Century Gothic" charset="0"/>
                <a:cs typeface="Century Gothic" charset="0"/>
              </a:rPr>
              <a:t>Bienvenido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5180AC"/>
              </a:solidFill>
              <a:effectLst/>
              <a:uLnTx/>
              <a:uFillTx/>
              <a:latin typeface="Alegreya Sans Medium" panose="00000600000000000000" pitchFamily="50" charset="0"/>
              <a:ea typeface="Century Gothic" charset="0"/>
              <a:cs typeface="Century Gothic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5180AC"/>
                </a:solidFill>
                <a:effectLst/>
                <a:uLnTx/>
                <a:uFillTx/>
                <a:latin typeface="Alegreya Sans Medium" panose="00000600000000000000" pitchFamily="50" charset="0"/>
                <a:ea typeface="Century Gothic" charset="0"/>
                <a:cs typeface="Century Gothic" charset="0"/>
              </a:rPr>
              <a:t>Silencie cualquier dispositivo móvil antes de comenzar</a:t>
            </a:r>
          </a:p>
        </p:txBody>
      </p:sp>
      <p:sp>
        <p:nvSpPr>
          <p:cNvPr id="5" name="English Service/Date">
            <a:extLst>
              <a:ext uri="{FF2B5EF4-FFF2-40B4-BE49-F238E27FC236}">
                <a16:creationId xmlns:a16="http://schemas.microsoft.com/office/drawing/2014/main" id="{1F9EC4B3-1B94-410E-9640-2B9975377E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39025" y="901700"/>
            <a:ext cx="234068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4" name="English Order">
            <a:extLst>
              <a:ext uri="{FF2B5EF4-FFF2-40B4-BE49-F238E27FC236}">
                <a16:creationId xmlns:a16="http://schemas.microsoft.com/office/drawing/2014/main" id="{383C7C44-FF96-4041-A375-AA0A4397D0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3037" y="0"/>
            <a:ext cx="7274897" cy="5715000"/>
          </a:xfrm>
          <a:prstGeom prst="rect">
            <a:avLst/>
          </a:prstGeom>
        </p:spPr>
        <p:txBody>
          <a:bodyPr anchor="ctr"/>
          <a:lstStyle>
            <a:lvl1pPr marL="228600" indent="-228600">
              <a:buFont typeface="Wingdings" panose="05000000000000000000" pitchFamily="2" charset="2"/>
              <a:buChar char="v"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defRPr>
            </a:lvl1pPr>
          </a:lstStyle>
          <a:p>
            <a:pPr marL="457200" marR="0" lvl="0" indent="-457200" algn="l" defTabSz="713203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dirty="0"/>
              <a:t>Order of Worship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panish Service/Date">
            <a:extLst>
              <a:ext uri="{FF2B5EF4-FFF2-40B4-BE49-F238E27FC236}">
                <a16:creationId xmlns:a16="http://schemas.microsoft.com/office/drawing/2014/main" id="{F76DA1D6-7BD8-4405-948A-48FF1AB68B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28800" y="901700"/>
            <a:ext cx="281520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12" name="Spanish Order">
            <a:extLst>
              <a:ext uri="{FF2B5EF4-FFF2-40B4-BE49-F238E27FC236}">
                <a16:creationId xmlns:a16="http://schemas.microsoft.com/office/drawing/2014/main" id="{226ECA04-16A7-4DBC-8C02-462181A9E7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3037" y="-5822"/>
            <a:ext cx="7274897" cy="5715000"/>
          </a:xfrm>
          <a:prstGeom prst="rect">
            <a:avLst/>
          </a:prstGeom>
        </p:spPr>
        <p:txBody>
          <a:bodyPr anchor="ctr"/>
          <a:lstStyle>
            <a:lvl1pPr marL="228600" indent="-228600">
              <a:buFont typeface="Wingdings" panose="05000000000000000000" pitchFamily="2" charset="2"/>
              <a:buChar char="v"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+mn-ea"/>
                <a:cs typeface="+mn-cs"/>
              </a:defRPr>
            </a:lvl1pPr>
            <a:lvl2pPr>
              <a:defRPr>
                <a:latin typeface="Alegreya Sans Medium" panose="00000600000000000000" pitchFamily="50" charset="0"/>
              </a:defRPr>
            </a:lvl2pPr>
            <a:lvl3pPr>
              <a:defRPr>
                <a:latin typeface="Alegreya Sans Medium" panose="00000600000000000000" pitchFamily="50" charset="0"/>
              </a:defRPr>
            </a:lvl3pPr>
            <a:lvl4pPr>
              <a:defRPr>
                <a:latin typeface="Alegreya Sans Medium" panose="00000600000000000000" pitchFamily="50" charset="0"/>
              </a:defRPr>
            </a:lvl4pPr>
            <a:lvl5pPr>
              <a:defRPr>
                <a:latin typeface="Alegreya Sans Medium" panose="00000600000000000000" pitchFamily="50" charset="0"/>
              </a:defRPr>
            </a:lvl5pPr>
          </a:lstStyle>
          <a:p>
            <a:pPr marL="457200" marR="0" lvl="0" indent="-457200" algn="l" defTabSz="713203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dirty="0"/>
              <a:t>Order of Worship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silence-40s">
            <a:hlinkClick r:id="" action="ppaction://media"/>
            <a:extLst>
              <a:ext uri="{FF2B5EF4-FFF2-40B4-BE49-F238E27FC236}">
                <a16:creationId xmlns:a16="http://schemas.microsoft.com/office/drawing/2014/main" id="{7E5779AC-563F-4184-B667-26057B1B1B75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20022.8571"/>
                    <p14:bmk name="Bookmark 2" time="40045.7142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61362" y="489649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781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path" presetSubtype="0" accel="10000" decel="10000" autoRev="1" fill="hold" grpId="1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22222E-6 L 1.94444E-6 0.25 " pathEditMode="relative" rAng="0" ptsTypes="AA">
                                          <p:cBhvr>
                                            <p:cTn id="6" dur="10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accel="10000" decel="10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11111E-6 L 1.94444E-6 0.25 " pathEditMode="relative" rAng="0" ptsTypes="AA">
                                          <p:cBhvr>
                                            <p:cTn id="8" dur="10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0" dur="40045" fill="hold"/>
                                            <p:tgtEl>
                                              <p:spTgt spid="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1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"/>
                    </p:tgtEl>
                  </p:cMediaNode>
                </p:audio>
                <p:seq concurrent="1" nextAc="seek">
                  <p:cTn id="12" restart="whenNotActive" fill="hold" evtFilter="cancelBubble" nodeType="interactiveSeq">
                    <p:stCondLst>
                      <p:cond evt="onMediaBookmark" delay="0">
                        <p:tgtEl>
                          <p14:bmkTgt spid="3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3" fill="hold">
                          <p:stCondLst>
                            <p:cond delay="0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" dur="10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" presetID="10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10" presetClass="entr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4" dur="1000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7" dur="1000"/>
                                            <p:tgtEl>
                                              <p:spTgt spid="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0" dur="1000"/>
                                            <p:tgtEl>
                                              <p:spTgt spid="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3" dur="1000"/>
                                            <p:tgtEl>
                                              <p:spTgt spid="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6" dur="1000"/>
                                            <p:tgtEl>
                                              <p:spTgt spid="4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0" dur="1000"/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1000"/>
                                            <p:tgtEl>
                                              <p:spTgt spid="1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6" dur="1000"/>
                                            <p:tgtEl>
                                              <p:spTgt spid="12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9" dur="1000"/>
                                            <p:tgtEl>
                                              <p:spTgt spid="1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1000"/>
                                            <p:tgtEl>
                                              <p:spTgt spid="1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42" presetClass="path" presetSubtype="0" accel="10000" decel="10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22222E-6 L 1.94444E-6 0.25 " pathEditMode="relative" rAng="0" ptsTypes="AA">
                                          <p:cBhvr>
                                            <p:cTn id="64" dur="10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5" presetID="42" presetClass="path" presetSubtype="0" accel="10000" decel="10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11111E-6 L 1.94444E-6 0.25 " pathEditMode="relative" rAng="0" ptsTypes="AA">
                                          <p:cBhvr>
                                            <p:cTn id="66" dur="10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8" dur="10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1" dur="1000"/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1000"/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3" bmkName="Bookmark 1"/>
                      </p:tgtEl>
                    </p:cond>
                  </p:nextCondLst>
                </p:seq>
                <p:seq concurrent="1" nextAc="seek">
                  <p:cTn id="79" restart="whenNotActive" fill="hold" evtFilter="cancelBubble" nodeType="interactiveSeq">
                    <p:stCondLst>
                      <p:cond evt="onMediaBookmark" delay="0">
                        <p:tgtEl>
                          <p14:bmkTgt spid="3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0" fill="hold">
                          <p:stCondLst>
                            <p:cond delay="0"/>
                          </p:stCondLst>
                          <p:childTnLst>
                            <p:par>
                              <p:cTn id="8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3" dur="10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5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10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8" presetID="10" presetClass="entr" presetSubtype="0" fill="hold" grpId="3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10" presetClass="entr" presetSubtype="0" fill="hold" grpId="3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6" dur="1000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9" dur="1000"/>
                                            <p:tgtEl>
                                              <p:spTgt spid="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1000"/>
                                            <p:tgtEl>
                                              <p:spTgt spid="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5" dur="1000"/>
                                            <p:tgtEl>
                                              <p:spTgt spid="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8" dur="1000"/>
                                            <p:tgtEl>
                                              <p:spTgt spid="4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1" dur="10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4" dur="1000"/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5" presetID="10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6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8" presetID="10" presetClass="exit" presetSubtype="0" fill="hold" grpId="3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9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2" dur="1000"/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5" dur="1000"/>
                                            <p:tgtEl>
                                              <p:spTgt spid="1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8" dur="1000"/>
                                            <p:tgtEl>
                                              <p:spTgt spid="12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1" dur="1000"/>
                                            <p:tgtEl>
                                              <p:spTgt spid="1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4" dur="1000"/>
                                            <p:tgtEl>
                                              <p:spTgt spid="1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7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0" dur="1000"/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2" presetID="42" presetClass="path" presetSubtype="0" accel="50000" decel="50000" autoRev="1" fill="hold" grpId="4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.25 E" pathEditMode="relative" ptsTypes="">
                                          <p:cBhvr>
                                            <p:cTn id="143" dur="10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44" presetID="42" presetClass="path" presetSubtype="0" accel="50000" decel="50000" autoRev="1" fill="hold" grpId="4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.25 E" pathEditMode="relative" ptsTypes="">
                                          <p:cBhvr>
                                            <p:cTn id="145" dur="10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3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6" grpId="1" animBg="1"/>
          <p:bldP spid="6" grpId="2" animBg="1"/>
          <p:bldP spid="6" grpId="3" animBg="1"/>
          <p:bldP spid="6" grpId="4" animBg="1"/>
          <p:bldP spid="7" grpId="1"/>
          <p:bldP spid="7" grpId="2"/>
          <p:bldP spid="7" grpId="3"/>
          <p:bldP spid="7" grpId="4"/>
          <p:bldP spid="14" grpId="0" animBg="1"/>
          <p:bldP spid="14" grpId="1" animBg="1"/>
          <p:bldP spid="14" grpId="2" animBg="1"/>
          <p:bldP spid="15" grpId="1"/>
          <p:bldP spid="15" grpId="2"/>
          <p:bldP spid="15" grpId="3"/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2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2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path" presetSubtype="0" accel="10000" decel="10000" autoRev="1" fill="hold" grpId="1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22222E-6 L 1.94444E-6 0.25 " pathEditMode="relative" rAng="0" ptsTypes="AA">
                                          <p:cBhvr>
                                            <p:cTn id="6" dur="10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accel="10000" decel="10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11111E-6 L 1.94444E-6 0.25 " pathEditMode="relative" rAng="0" ptsTypes="AA">
                                          <p:cBhvr>
                                            <p:cTn id="8" dur="10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0" dur="40045" fill="hold"/>
                                            <p:tgtEl>
                                              <p:spTgt spid="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1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"/>
                    </p:tgtEl>
                  </p:cMediaNode>
                </p:audio>
              </p:childTnLst>
            </p:cTn>
          </p:par>
        </p:tnLst>
        <p:bldLst>
          <p:bldP spid="6" grpId="1" animBg="1"/>
          <p:bldP spid="7" grpId="1"/>
        </p:bldLst>
      </p:timing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9EC4B3-1B94-410E-9640-2B9975377E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39025" y="901700"/>
            <a:ext cx="234068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C7C44-FF96-4041-A375-AA0A4397D0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40" y="0"/>
            <a:ext cx="6511423" cy="5715000"/>
          </a:xfrm>
          <a:prstGeom prst="rect">
            <a:avLst/>
          </a:prstGeom>
        </p:spPr>
        <p:txBody>
          <a:bodyPr lIns="91440" tIns="0" rIns="91440" bIns="0" anchor="ctr"/>
          <a:lstStyle>
            <a:lvl1pPr marL="0" indent="0">
              <a:buFontTx/>
              <a:buNone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457200" marR="0" lvl="0" indent="-457200" algn="l" defTabSz="713203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dirty="0"/>
              <a:t>Order of Worship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8CD7C37-1750-4BFC-80AB-5711735DDACE}"/>
              </a:ext>
            </a:extLst>
          </p:cNvPr>
          <p:cNvSpPr/>
          <p:nvPr userDrawn="1"/>
        </p:nvSpPr>
        <p:spPr>
          <a:xfrm>
            <a:off x="6819159" y="1795407"/>
            <a:ext cx="2151928" cy="2112542"/>
          </a:xfrm>
          <a:prstGeom prst="ellipse">
            <a:avLst/>
          </a:prstGeom>
          <a:solidFill>
            <a:srgbClr val="5180AC">
              <a:alpha val="7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C3AD914-BE18-441B-821B-E09DCCD8EE3B}"/>
              </a:ext>
            </a:extLst>
          </p:cNvPr>
          <p:cNvSpPr txBox="1">
            <a:spLocks/>
          </p:cNvSpPr>
          <p:nvPr userDrawn="1"/>
        </p:nvSpPr>
        <p:spPr>
          <a:xfrm>
            <a:off x="6939823" y="2117201"/>
            <a:ext cx="1910600" cy="1656892"/>
          </a:xfrm>
          <a:prstGeom prst="rect">
            <a:avLst/>
          </a:prstGeom>
        </p:spPr>
        <p:txBody>
          <a:bodyPr lIns="90102" tIns="45031" rIns="90102" bIns="45031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Welcome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Please silence any mobile devices before we begin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8CBCED-04BB-4FE2-964D-AEBB6A00D0DE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1D815D35-F510-45C4-9DCA-7968526B91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0" name="Content Placeholder 19">
            <a:extLst>
              <a:ext uri="{FF2B5EF4-FFF2-40B4-BE49-F238E27FC236}">
                <a16:creationId xmlns:a16="http://schemas.microsoft.com/office/drawing/2014/main" id="{9F200C3E-4E5E-4E93-9716-308C2BCCA0F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1" name="English Item 1">
            <a:extLst>
              <a:ext uri="{FF2B5EF4-FFF2-40B4-BE49-F238E27FC236}">
                <a16:creationId xmlns:a16="http://schemas.microsoft.com/office/drawing/2014/main" id="{676BA91C-E6DE-424B-B493-AA5B6705573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2" name="English Item 2">
            <a:extLst>
              <a:ext uri="{FF2B5EF4-FFF2-40B4-BE49-F238E27FC236}">
                <a16:creationId xmlns:a16="http://schemas.microsoft.com/office/drawing/2014/main" id="{19BCE10E-6CFC-45D8-BC26-B02AFA7E92C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3">
            <a:extLst>
              <a:ext uri="{FF2B5EF4-FFF2-40B4-BE49-F238E27FC236}">
                <a16:creationId xmlns:a16="http://schemas.microsoft.com/office/drawing/2014/main" id="{49C86741-5151-44CC-B3B8-E575274A3A7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4">
            <a:extLst>
              <a:ext uri="{FF2B5EF4-FFF2-40B4-BE49-F238E27FC236}">
                <a16:creationId xmlns:a16="http://schemas.microsoft.com/office/drawing/2014/main" id="{00C4127E-3B99-4C26-B50D-33F7FBCA359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5">
            <a:extLst>
              <a:ext uri="{FF2B5EF4-FFF2-40B4-BE49-F238E27FC236}">
                <a16:creationId xmlns:a16="http://schemas.microsoft.com/office/drawing/2014/main" id="{2525118B-9B7E-4221-AC65-DE51B9B5E7F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6">
            <a:extLst>
              <a:ext uri="{FF2B5EF4-FFF2-40B4-BE49-F238E27FC236}">
                <a16:creationId xmlns:a16="http://schemas.microsoft.com/office/drawing/2014/main" id="{D30CC94F-8B4F-4FE0-A6A1-A391AE1B29F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7">
            <a:extLst>
              <a:ext uri="{FF2B5EF4-FFF2-40B4-BE49-F238E27FC236}">
                <a16:creationId xmlns:a16="http://schemas.microsoft.com/office/drawing/2014/main" id="{F2EEFF29-46C2-4942-8CDE-BF73131B419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8">
            <a:extLst>
              <a:ext uri="{FF2B5EF4-FFF2-40B4-BE49-F238E27FC236}">
                <a16:creationId xmlns:a16="http://schemas.microsoft.com/office/drawing/2014/main" id="{D1102DA3-3B8E-4EA8-BDED-908E7788F82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9">
            <a:extLst>
              <a:ext uri="{FF2B5EF4-FFF2-40B4-BE49-F238E27FC236}">
                <a16:creationId xmlns:a16="http://schemas.microsoft.com/office/drawing/2014/main" id="{52519BE7-46DE-4D95-B0B4-C8C0DA7C6E2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0">
            <a:extLst>
              <a:ext uri="{FF2B5EF4-FFF2-40B4-BE49-F238E27FC236}">
                <a16:creationId xmlns:a16="http://schemas.microsoft.com/office/drawing/2014/main" id="{5896C009-26EB-4E10-88E1-C838A04CEFF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1">
            <a:extLst>
              <a:ext uri="{FF2B5EF4-FFF2-40B4-BE49-F238E27FC236}">
                <a16:creationId xmlns:a16="http://schemas.microsoft.com/office/drawing/2014/main" id="{10AEA45D-B012-4DE3-8D82-DD3CA3DD4AE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12">
            <a:extLst>
              <a:ext uri="{FF2B5EF4-FFF2-40B4-BE49-F238E27FC236}">
                <a16:creationId xmlns:a16="http://schemas.microsoft.com/office/drawing/2014/main" id="{63E3FE19-2D67-494D-B97B-AEB03FC1DA6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13">
            <a:extLst>
              <a:ext uri="{FF2B5EF4-FFF2-40B4-BE49-F238E27FC236}">
                <a16:creationId xmlns:a16="http://schemas.microsoft.com/office/drawing/2014/main" id="{BE82BFF0-9332-4832-9449-538120B7CE6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14">
            <a:extLst>
              <a:ext uri="{FF2B5EF4-FFF2-40B4-BE49-F238E27FC236}">
                <a16:creationId xmlns:a16="http://schemas.microsoft.com/office/drawing/2014/main" id="{F4B50318-5B7E-4F98-9FAF-5CD3DD61D1A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197553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path" presetSubtype="0" repeatCount="indefinite" accel="10000" decel="10000" autoRev="1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1.94444E-6 2.22222E-6 L 1.94444E-6 0.25 " pathEditMode="relative" rAng="0" ptsTypes="AA">
                                      <p:cBhvr>
                                        <p:cTn id="15" dur="2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repeatCount="indefinite" accel="10000" decel="10000" autoRev="1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1.94444E-6 1.11111E-6 L 1.94444E-6 0.25 " pathEditMode="relative" rAng="0" ptsTypes="AA">
                                      <p:cBhvr>
                                        <p:cTn id="17" dur="2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/>
      <p:bldP spid="7" grpId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nglish Circle">
            <a:extLst>
              <a:ext uri="{FF2B5EF4-FFF2-40B4-BE49-F238E27FC236}">
                <a16:creationId xmlns:a16="http://schemas.microsoft.com/office/drawing/2014/main" id="{68CD7C37-1750-4BFC-80AB-5711735DDACE}"/>
              </a:ext>
            </a:extLst>
          </p:cNvPr>
          <p:cNvSpPr/>
          <p:nvPr userDrawn="1"/>
        </p:nvSpPr>
        <p:spPr>
          <a:xfrm>
            <a:off x="6819159" y="1795407"/>
            <a:ext cx="2151928" cy="2112542"/>
          </a:xfrm>
          <a:prstGeom prst="ellipse">
            <a:avLst/>
          </a:prstGeom>
          <a:solidFill>
            <a:srgbClr val="5180AC">
              <a:alpha val="7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English Slience">
            <a:extLst>
              <a:ext uri="{FF2B5EF4-FFF2-40B4-BE49-F238E27FC236}">
                <a16:creationId xmlns:a16="http://schemas.microsoft.com/office/drawing/2014/main" id="{BC3AD914-BE18-441B-821B-E09DCCD8EE3B}"/>
              </a:ext>
            </a:extLst>
          </p:cNvPr>
          <p:cNvSpPr txBox="1">
            <a:spLocks/>
          </p:cNvSpPr>
          <p:nvPr userDrawn="1"/>
        </p:nvSpPr>
        <p:spPr>
          <a:xfrm>
            <a:off x="6939823" y="2117201"/>
            <a:ext cx="1910600" cy="1656892"/>
          </a:xfrm>
          <a:prstGeom prst="rect">
            <a:avLst/>
          </a:prstGeom>
        </p:spPr>
        <p:txBody>
          <a:bodyPr lIns="90102" tIns="45031" rIns="90102" bIns="45031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Welcome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Please silence any mobile devices before we begin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8CBCED-04BB-4FE2-964D-AEBB6A00D0DE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555969FE-C24B-462F-B730-C1FA942C1E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1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DA18DE38-5338-4098-AB98-1A1405C800C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sp>
        <p:nvSpPr>
          <p:cNvPr id="14" name="Spanish Circle">
            <a:extLst>
              <a:ext uri="{FF2B5EF4-FFF2-40B4-BE49-F238E27FC236}">
                <a16:creationId xmlns:a16="http://schemas.microsoft.com/office/drawing/2014/main" id="{6818C2F8-C3E7-462D-BA30-11657B8E50FE}"/>
              </a:ext>
            </a:extLst>
          </p:cNvPr>
          <p:cNvSpPr/>
          <p:nvPr userDrawn="1"/>
        </p:nvSpPr>
        <p:spPr>
          <a:xfrm>
            <a:off x="6819159" y="1795407"/>
            <a:ext cx="2151928" cy="21125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Spanish Slience">
            <a:extLst>
              <a:ext uri="{FF2B5EF4-FFF2-40B4-BE49-F238E27FC236}">
                <a16:creationId xmlns:a16="http://schemas.microsoft.com/office/drawing/2014/main" id="{6E4E3606-D808-4AC9-A88E-921FD6C035B4}"/>
              </a:ext>
            </a:extLst>
          </p:cNvPr>
          <p:cNvSpPr txBox="1">
            <a:spLocks/>
          </p:cNvSpPr>
          <p:nvPr userDrawn="1"/>
        </p:nvSpPr>
        <p:spPr>
          <a:xfrm>
            <a:off x="6970461" y="2023232"/>
            <a:ext cx="1879962" cy="1656892"/>
          </a:xfrm>
          <a:prstGeom prst="rect">
            <a:avLst/>
          </a:prstGeom>
        </p:spPr>
        <p:txBody>
          <a:bodyPr lIns="90102" tIns="45031" rIns="90102" bIns="45031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5180AC"/>
                </a:solidFill>
                <a:effectLst/>
                <a:uLnTx/>
                <a:uFillTx/>
                <a:latin typeface="Alegreya Sans Medium" panose="00000600000000000000" pitchFamily="50" charset="0"/>
                <a:ea typeface="Century Gothic" charset="0"/>
                <a:cs typeface="Century Gothic" charset="0"/>
              </a:rPr>
              <a:t>Bienvenido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5180AC"/>
              </a:solidFill>
              <a:effectLst/>
              <a:uLnTx/>
              <a:uFillTx/>
              <a:latin typeface="Alegreya Sans Medium" panose="00000600000000000000" pitchFamily="50" charset="0"/>
              <a:ea typeface="Century Gothic" charset="0"/>
              <a:cs typeface="Century Gothic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5180AC"/>
                </a:solidFill>
                <a:effectLst/>
                <a:uLnTx/>
                <a:uFillTx/>
                <a:latin typeface="Alegreya Sans Medium" panose="00000600000000000000" pitchFamily="50" charset="0"/>
                <a:ea typeface="Century Gothic" charset="0"/>
                <a:cs typeface="Century Gothic" charset="0"/>
              </a:rPr>
              <a:t>Silencie cualquier dispositivo móvil antes de comenzar</a:t>
            </a:r>
          </a:p>
        </p:txBody>
      </p:sp>
      <p:sp>
        <p:nvSpPr>
          <p:cNvPr id="5" name="English Service/Date">
            <a:extLst>
              <a:ext uri="{FF2B5EF4-FFF2-40B4-BE49-F238E27FC236}">
                <a16:creationId xmlns:a16="http://schemas.microsoft.com/office/drawing/2014/main" id="{1F9EC4B3-1B94-410E-9640-2B9975377E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39025" y="901700"/>
            <a:ext cx="234068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4" name="English Order">
            <a:extLst>
              <a:ext uri="{FF2B5EF4-FFF2-40B4-BE49-F238E27FC236}">
                <a16:creationId xmlns:a16="http://schemas.microsoft.com/office/drawing/2014/main" id="{383C7C44-FF96-4041-A375-AA0A4397D0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40" y="0"/>
            <a:ext cx="6035040" cy="5715000"/>
          </a:xfrm>
          <a:prstGeom prst="rect">
            <a:avLst/>
          </a:prstGeom>
        </p:spPr>
        <p:txBody>
          <a:bodyPr lIns="91440" tIns="0" rIns="91440" bIns="0" anchor="ctr"/>
          <a:lstStyle>
            <a:lvl1pPr marL="0" indent="0">
              <a:buFontTx/>
              <a:buNone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457200" marR="0" lvl="0" indent="-457200" algn="l" defTabSz="713203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dirty="0"/>
              <a:t>English Order</a:t>
            </a:r>
          </a:p>
        </p:txBody>
      </p:sp>
      <p:sp>
        <p:nvSpPr>
          <p:cNvPr id="13" name="Spanish Service/Date">
            <a:extLst>
              <a:ext uri="{FF2B5EF4-FFF2-40B4-BE49-F238E27FC236}">
                <a16:creationId xmlns:a16="http://schemas.microsoft.com/office/drawing/2014/main" id="{F76DA1D6-7BD8-4405-948A-48FF1AB68B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28800" y="901700"/>
            <a:ext cx="281520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12" name="Spanish Order">
            <a:extLst>
              <a:ext uri="{FF2B5EF4-FFF2-40B4-BE49-F238E27FC236}">
                <a16:creationId xmlns:a16="http://schemas.microsoft.com/office/drawing/2014/main" id="{226ECA04-16A7-4DBC-8C02-462181A9E7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5840" y="-1"/>
            <a:ext cx="6035040" cy="5715000"/>
          </a:xfrm>
          <a:prstGeom prst="rect">
            <a:avLst/>
          </a:prstGeom>
        </p:spPr>
        <p:txBody>
          <a:bodyPr lIns="91440" tIns="0" rIns="91440" bIns="0" anchor="ctr"/>
          <a:lstStyle>
            <a:lvl1pPr marL="0" indent="0">
              <a:buFontTx/>
              <a:buNone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+mn-ea"/>
                <a:cs typeface="+mn-cs"/>
              </a:defRPr>
            </a:lvl1pPr>
            <a:lvl2pPr>
              <a:defRPr>
                <a:latin typeface="Alegreya Sans Medium" panose="00000600000000000000" pitchFamily="50" charset="0"/>
              </a:defRPr>
            </a:lvl2pPr>
            <a:lvl3pPr>
              <a:defRPr>
                <a:latin typeface="Alegreya Sans Medium" panose="00000600000000000000" pitchFamily="50" charset="0"/>
              </a:defRPr>
            </a:lvl3pPr>
            <a:lvl4pPr>
              <a:defRPr>
                <a:latin typeface="Alegreya Sans Medium" panose="00000600000000000000" pitchFamily="50" charset="0"/>
              </a:defRPr>
            </a:lvl4pPr>
            <a:lvl5pPr marL="2286000" indent="-457200" algn="l">
              <a:buFont typeface="Wingdings" panose="05000000000000000000" pitchFamily="2" charset="2"/>
              <a:buChar char="v"/>
              <a:defRPr sz="2800">
                <a:solidFill>
                  <a:schemeClr val="bg1"/>
                </a:solidFill>
                <a:latin typeface="Alegreya Sans Medium" panose="00000600000000000000" pitchFamily="50" charset="0"/>
              </a:defRPr>
            </a:lvl5pPr>
          </a:lstStyle>
          <a:p>
            <a:pPr lvl="0"/>
            <a:r>
              <a:rPr lang="en-US" dirty="0"/>
              <a:t>Spanish Order</a:t>
            </a:r>
          </a:p>
        </p:txBody>
      </p:sp>
      <p:pic>
        <p:nvPicPr>
          <p:cNvPr id="3" name="silence-40s">
            <a:hlinkClick r:id="" action="ppaction://media"/>
            <a:extLst>
              <a:ext uri="{FF2B5EF4-FFF2-40B4-BE49-F238E27FC236}">
                <a16:creationId xmlns:a16="http://schemas.microsoft.com/office/drawing/2014/main" id="{7E5779AC-563F-4184-B667-26057B1B1B75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20022.8571"/>
                    <p14:bmk name="Bookmark 2" time="40045.7142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61362" y="4896494"/>
            <a:ext cx="609600" cy="609600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ED053530-D5B8-482E-B4FE-B76DBF34FCB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7" name="Spanish Item 1">
            <a:extLst>
              <a:ext uri="{FF2B5EF4-FFF2-40B4-BE49-F238E27FC236}">
                <a16:creationId xmlns:a16="http://schemas.microsoft.com/office/drawing/2014/main" id="{F9E04FB1-C9FF-440C-AA73-4436A96E559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Spanish Item 2">
            <a:extLst>
              <a:ext uri="{FF2B5EF4-FFF2-40B4-BE49-F238E27FC236}">
                <a16:creationId xmlns:a16="http://schemas.microsoft.com/office/drawing/2014/main" id="{F18E24F4-C042-44EE-BF00-0F61E1AB355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Spanish Item 3">
            <a:extLst>
              <a:ext uri="{FF2B5EF4-FFF2-40B4-BE49-F238E27FC236}">
                <a16:creationId xmlns:a16="http://schemas.microsoft.com/office/drawing/2014/main" id="{5BF1AEB9-D8E8-4073-B87C-66FF1E5B52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Spanish Item 4">
            <a:extLst>
              <a:ext uri="{FF2B5EF4-FFF2-40B4-BE49-F238E27FC236}">
                <a16:creationId xmlns:a16="http://schemas.microsoft.com/office/drawing/2014/main" id="{7AB6EE20-0CBA-4ADD-99FD-75FE8D63EE8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Spanish Item 5">
            <a:extLst>
              <a:ext uri="{FF2B5EF4-FFF2-40B4-BE49-F238E27FC236}">
                <a16:creationId xmlns:a16="http://schemas.microsoft.com/office/drawing/2014/main" id="{358A276E-23FE-4CEA-AD30-37191445ABD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Spanish Item 6">
            <a:extLst>
              <a:ext uri="{FF2B5EF4-FFF2-40B4-BE49-F238E27FC236}">
                <a16:creationId xmlns:a16="http://schemas.microsoft.com/office/drawing/2014/main" id="{D0AF687A-A994-4875-BFD3-A251EE0C61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Spanish Item 7">
            <a:extLst>
              <a:ext uri="{FF2B5EF4-FFF2-40B4-BE49-F238E27FC236}">
                <a16:creationId xmlns:a16="http://schemas.microsoft.com/office/drawing/2014/main" id="{0FE54A18-4893-4B36-A512-520F8DAC2A7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Spanish Item 8">
            <a:extLst>
              <a:ext uri="{FF2B5EF4-FFF2-40B4-BE49-F238E27FC236}">
                <a16:creationId xmlns:a16="http://schemas.microsoft.com/office/drawing/2014/main" id="{C91E5B9A-9CF1-487C-823E-6236E1ADF21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9">
            <a:extLst>
              <a:ext uri="{FF2B5EF4-FFF2-40B4-BE49-F238E27FC236}">
                <a16:creationId xmlns:a16="http://schemas.microsoft.com/office/drawing/2014/main" id="{8680D181-FE9A-4587-BF1E-CCA5EACEA08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10">
            <a:extLst>
              <a:ext uri="{FF2B5EF4-FFF2-40B4-BE49-F238E27FC236}">
                <a16:creationId xmlns:a16="http://schemas.microsoft.com/office/drawing/2014/main" id="{4B07E67A-7B52-4199-A85B-A0879F6A80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11">
            <a:extLst>
              <a:ext uri="{FF2B5EF4-FFF2-40B4-BE49-F238E27FC236}">
                <a16:creationId xmlns:a16="http://schemas.microsoft.com/office/drawing/2014/main" id="{25FC8435-6F8A-4F66-B84B-55966FCA911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12">
            <a:extLst>
              <a:ext uri="{FF2B5EF4-FFF2-40B4-BE49-F238E27FC236}">
                <a16:creationId xmlns:a16="http://schemas.microsoft.com/office/drawing/2014/main" id="{8ED01191-5DFE-4975-A275-7EA7A52EE41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13">
            <a:extLst>
              <a:ext uri="{FF2B5EF4-FFF2-40B4-BE49-F238E27FC236}">
                <a16:creationId xmlns:a16="http://schemas.microsoft.com/office/drawing/2014/main" id="{69173FB9-61D1-445E-9617-A285ED6CAB3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14">
            <a:extLst>
              <a:ext uri="{FF2B5EF4-FFF2-40B4-BE49-F238E27FC236}">
                <a16:creationId xmlns:a16="http://schemas.microsoft.com/office/drawing/2014/main" id="{05428233-1DA5-47F0-BC84-B92DDDEF99B3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">
            <a:extLst>
              <a:ext uri="{FF2B5EF4-FFF2-40B4-BE49-F238E27FC236}">
                <a16:creationId xmlns:a16="http://schemas.microsoft.com/office/drawing/2014/main" id="{D0B8119A-2FD1-422F-9D57-BC6F9692C89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2">
            <a:extLst>
              <a:ext uri="{FF2B5EF4-FFF2-40B4-BE49-F238E27FC236}">
                <a16:creationId xmlns:a16="http://schemas.microsoft.com/office/drawing/2014/main" id="{6D119019-0270-4525-BCBD-0A1C1B5C86D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3">
            <a:extLst>
              <a:ext uri="{FF2B5EF4-FFF2-40B4-BE49-F238E27FC236}">
                <a16:creationId xmlns:a16="http://schemas.microsoft.com/office/drawing/2014/main" id="{E4DF8122-F81E-43C2-A214-4E16957E17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English Item 4">
            <a:extLst>
              <a:ext uri="{FF2B5EF4-FFF2-40B4-BE49-F238E27FC236}">
                <a16:creationId xmlns:a16="http://schemas.microsoft.com/office/drawing/2014/main" id="{96EAD184-10AA-4D9B-A9AD-07E76A0F29F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English Item 5">
            <a:extLst>
              <a:ext uri="{FF2B5EF4-FFF2-40B4-BE49-F238E27FC236}">
                <a16:creationId xmlns:a16="http://schemas.microsoft.com/office/drawing/2014/main" id="{5BC63524-3A09-408E-9DF3-AF18674345B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English Item 6">
            <a:extLst>
              <a:ext uri="{FF2B5EF4-FFF2-40B4-BE49-F238E27FC236}">
                <a16:creationId xmlns:a16="http://schemas.microsoft.com/office/drawing/2014/main" id="{EFA030E6-8014-47E1-8F8D-2EB0533A24F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English Item 7">
            <a:extLst>
              <a:ext uri="{FF2B5EF4-FFF2-40B4-BE49-F238E27FC236}">
                <a16:creationId xmlns:a16="http://schemas.microsoft.com/office/drawing/2014/main" id="{764B1939-B64A-4A53-BB50-C32284C300B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8">
            <a:extLst>
              <a:ext uri="{FF2B5EF4-FFF2-40B4-BE49-F238E27FC236}">
                <a16:creationId xmlns:a16="http://schemas.microsoft.com/office/drawing/2014/main" id="{CE575914-ECF7-41C6-882B-9CCCE7AACCE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9">
            <a:extLst>
              <a:ext uri="{FF2B5EF4-FFF2-40B4-BE49-F238E27FC236}">
                <a16:creationId xmlns:a16="http://schemas.microsoft.com/office/drawing/2014/main" id="{345E72DE-6D11-47B4-9952-C092F7F64E9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10">
            <a:extLst>
              <a:ext uri="{FF2B5EF4-FFF2-40B4-BE49-F238E27FC236}">
                <a16:creationId xmlns:a16="http://schemas.microsoft.com/office/drawing/2014/main" id="{16275F2B-9A18-4D0A-954C-25652E5C52F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11">
            <a:extLst>
              <a:ext uri="{FF2B5EF4-FFF2-40B4-BE49-F238E27FC236}">
                <a16:creationId xmlns:a16="http://schemas.microsoft.com/office/drawing/2014/main" id="{3C795FB4-32E5-491C-9931-ED4CF448652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12">
            <a:extLst>
              <a:ext uri="{FF2B5EF4-FFF2-40B4-BE49-F238E27FC236}">
                <a16:creationId xmlns:a16="http://schemas.microsoft.com/office/drawing/2014/main" id="{BD99343F-E0C0-4C6F-82AF-8392ECBF65D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13">
            <a:extLst>
              <a:ext uri="{FF2B5EF4-FFF2-40B4-BE49-F238E27FC236}">
                <a16:creationId xmlns:a16="http://schemas.microsoft.com/office/drawing/2014/main" id="{A27A418D-19D2-4C59-A772-1D6B65ACB64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14">
            <a:extLst>
              <a:ext uri="{FF2B5EF4-FFF2-40B4-BE49-F238E27FC236}">
                <a16:creationId xmlns:a16="http://schemas.microsoft.com/office/drawing/2014/main" id="{221CBE3A-E742-4432-AC9E-955F1D2F77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522248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path" presetSubtype="0" accel="10000" decel="10000" autoRev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22222E-6 L 1.94444E-6 0.25 " pathEditMode="relative" rAng="0" ptsTypes="AA">
                                          <p:cBhvr>
                                            <p:cTn id="6" dur="10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accel="10000" decel="10000" autoRev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11111E-6 L 1.94444E-6 0.25 " pathEditMode="relative" rAng="0" ptsTypes="AA">
                                          <p:cBhvr>
                                            <p:cTn id="8" dur="10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0" dur="40045" fill="hold"/>
                                            <p:tgtEl>
                                              <p:spTgt spid="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1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"/>
                    </p:tgtEl>
                  </p:cMediaNode>
                </p:audio>
                <p:seq concurrent="1" nextAc="seek">
                  <p:cTn id="12" restart="whenNotActive" fill="hold" evtFilter="cancelBubble" nodeType="interactiveSeq">
                    <p:stCondLst>
                      <p:cond evt="onMediaBookmark" delay="0">
                        <p:tgtEl>
                          <p14:bmkTgt spid="3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3" fill="hold">
                          <p:stCondLst>
                            <p:cond delay="0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" dur="10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4" dur="1000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8" dur="1000"/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42" presetClass="path" presetSubtype="0" accel="10000" decel="10000" autoRev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22222E-6 L 1.94444E-6 0.25 " pathEditMode="relative" rAng="0" ptsTypes="AA">
                                          <p:cBhvr>
                                            <p:cTn id="40" dur="10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1" presetID="42" presetClass="path" presetSubtype="0" accel="10000" decel="10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11111E-6 L 1.94444E-6 0.25 " pathEditMode="relative" rAng="0" ptsTypes="AA">
                                          <p:cBhvr>
                                            <p:cTn id="42" dur="10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4" dur="10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7" dur="1000"/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4" dur="1000"/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6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9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2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5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8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1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4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7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0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3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9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2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5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5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8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1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4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7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0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3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9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2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5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8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3" bmkName="Bookmark 1"/>
                      </p:tgtEl>
                    </p:cond>
                  </p:nextCondLst>
                </p:seq>
                <p:seq concurrent="1" nextAc="seek">
                  <p:cTn id="139" restart="whenNotActive" fill="hold" evtFilter="cancelBubble" nodeType="interactiveSeq">
                    <p:stCondLst>
                      <p:cond evt="onMediaBookmark" delay="0">
                        <p:tgtEl>
                          <p14:bmkTgt spid="3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40" fill="hold">
                          <p:stCondLst>
                            <p:cond delay="0"/>
                          </p:stCondLst>
                          <p:childTnLst>
                            <p:par>
                              <p:cTn id="14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3" dur="10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5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7" dur="10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8" presetID="10" presetClass="entr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0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1" presetID="10" presetClass="entr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3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6" dur="1000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9" dur="10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2" dur="1000"/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3" presetID="10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4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6" presetID="10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7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0" dur="1000"/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3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6" dur="1000"/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8" presetID="42" presetClass="path" presetSubtype="0" accel="50000" decel="50000" autoRev="1" fill="hold" grpId="3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.25 E" pathEditMode="relative" ptsTypes="">
                                          <p:cBhvr>
                                            <p:cTn id="179" dur="10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80" presetID="42" presetClass="path" presetSubtype="0" accel="50000" decel="50000" autoRev="1" fill="hold" grpId="3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.25 E" pathEditMode="relative" ptsTypes="">
                                          <p:cBhvr>
                                            <p:cTn id="181" dur="10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5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8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1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4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7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0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3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1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4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3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6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9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52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55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58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1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6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4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6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3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6" grpId="1" animBg="1"/>
          <p:bldP spid="6" grpId="2" animBg="1"/>
          <p:bldP spid="6" grpId="3" animBg="1"/>
          <p:bldP spid="7" grpId="0"/>
          <p:bldP spid="7" grpId="1"/>
          <p:bldP spid="7" grpId="2"/>
          <p:bldP spid="7" grpId="3"/>
          <p:bldP spid="14" grpId="0" animBg="1"/>
          <p:bldP spid="14" grpId="1" animBg="1"/>
          <p:bldP spid="14" grpId="2" animBg="1"/>
          <p:bldP spid="15" grpId="0"/>
          <p:bldP spid="15" grpId="1"/>
          <p:bldP spid="15" grpId="2"/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2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2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path" presetSubtype="0" accel="10000" decel="10000" autoRev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22222E-6 L 1.94444E-6 0.25 " pathEditMode="relative" rAng="0" ptsTypes="AA">
                                          <p:cBhvr>
                                            <p:cTn id="6" dur="10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accel="10000" decel="10000" autoRev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11111E-6 L 1.94444E-6 0.25 " pathEditMode="relative" rAng="0" ptsTypes="AA">
                                          <p:cBhvr>
                                            <p:cTn id="8" dur="10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0" dur="40045" fill="hold"/>
                                            <p:tgtEl>
                                              <p:spTgt spid="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1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"/>
                    </p:tgtEl>
                  </p:cMediaNode>
                </p:audio>
              </p:childTnLst>
            </p:cTn>
          </p:par>
        </p:tnLst>
        <p:bldLst>
          <p:bldP spid="6" grpId="0" animBg="1"/>
          <p:bldP spid="7" grpId="0"/>
        </p:bld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237A1DF-32CE-49F2-A750-7CF38E9D9F81}"/>
              </a:ext>
            </a:extLst>
          </p:cNvPr>
          <p:cNvSpPr txBox="1">
            <a:spLocks/>
          </p:cNvSpPr>
          <p:nvPr userDrawn="1"/>
        </p:nvSpPr>
        <p:spPr>
          <a:xfrm>
            <a:off x="2678399" y="1068149"/>
            <a:ext cx="3765601" cy="544651"/>
          </a:xfrm>
          <a:prstGeom prst="rect">
            <a:avLst/>
          </a:prstGeom>
        </p:spPr>
        <p:txBody>
          <a:bodyPr lIns="90102" tIns="45031" rIns="90102" bIns="45031">
            <a:normAutofit fontScale="8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charset="0"/>
                <a:ea typeface="Century Gothic" charset="0"/>
                <a:cs typeface="Century Gothic" charset="0"/>
              </a:rPr>
              <a:t>Scripture Reading</a:t>
            </a:r>
          </a:p>
          <a:p>
            <a:pPr>
              <a:defRPr/>
            </a:pPr>
            <a:r>
              <a:rPr lang="en-US" sz="1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charset="0"/>
                <a:ea typeface="Century Gothic" charset="0"/>
                <a:cs typeface="Century Gothic" charset="0"/>
              </a:rPr>
              <a:t> </a:t>
            </a:r>
            <a:endParaRPr lang="en-US" sz="22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charset="0"/>
              <a:ea typeface="Century Gothic" charset="0"/>
              <a:cs typeface="Century Gothic" charset="0"/>
            </a:endParaRPr>
          </a:p>
          <a:p>
            <a:pPr>
              <a:defRPr/>
            </a:pPr>
            <a:endParaRPr lang="en-US" sz="72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421B8-9EF2-42B7-AF61-AB47D94B50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89238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54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Passage</a:t>
            </a:r>
          </a:p>
        </p:txBody>
      </p:sp>
      <p:pic>
        <p:nvPicPr>
          <p:cNvPr id="6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0CFDA610-DF89-495C-9160-5AE9748CAE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7" name="Subtitle Background">
            <a:extLst>
              <a:ext uri="{FF2B5EF4-FFF2-40B4-BE49-F238E27FC236}">
                <a16:creationId xmlns:a16="http://schemas.microsoft.com/office/drawing/2014/main" id="{1D727A55-9D35-4561-8BEE-36D56DF474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50486" y="4103788"/>
            <a:ext cx="5835650" cy="798513"/>
          </a:xfrm>
          <a:prstGeom prst="roundRect">
            <a:avLst>
              <a:gd name="adj" fmla="val 50000"/>
            </a:avLst>
          </a:prstGeom>
          <a:solidFill>
            <a:srgbClr val="5A7BA4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English Subtitle">
            <a:extLst>
              <a:ext uri="{FF2B5EF4-FFF2-40B4-BE49-F238E27FC236}">
                <a16:creationId xmlns:a16="http://schemas.microsoft.com/office/drawing/2014/main" id="{8A8EDD1D-3D5F-470B-90BC-984AD546461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991005" y="4103688"/>
            <a:ext cx="5154612" cy="8001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Content Placeholder 19">
            <a:extLst>
              <a:ext uri="{FF2B5EF4-FFF2-40B4-BE49-F238E27FC236}">
                <a16:creationId xmlns:a16="http://schemas.microsoft.com/office/drawing/2014/main" id="{BE3F4735-BCF5-486B-977E-81FA07D5BEC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0" name="English Item 1">
            <a:extLst>
              <a:ext uri="{FF2B5EF4-FFF2-40B4-BE49-F238E27FC236}">
                <a16:creationId xmlns:a16="http://schemas.microsoft.com/office/drawing/2014/main" id="{EB4C6B8B-E4EF-4096-99CC-CB1F97F12C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2" name="English Item 2">
            <a:extLst>
              <a:ext uri="{FF2B5EF4-FFF2-40B4-BE49-F238E27FC236}">
                <a16:creationId xmlns:a16="http://schemas.microsoft.com/office/drawing/2014/main" id="{77D2AED8-3A64-4598-B7C9-E91A83BF419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3">
            <a:extLst>
              <a:ext uri="{FF2B5EF4-FFF2-40B4-BE49-F238E27FC236}">
                <a16:creationId xmlns:a16="http://schemas.microsoft.com/office/drawing/2014/main" id="{617D4148-7EC9-47E0-A879-0AC64171C29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4">
            <a:extLst>
              <a:ext uri="{FF2B5EF4-FFF2-40B4-BE49-F238E27FC236}">
                <a16:creationId xmlns:a16="http://schemas.microsoft.com/office/drawing/2014/main" id="{853ADA7F-1F64-43E5-98C8-B32CC17068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5">
            <a:extLst>
              <a:ext uri="{FF2B5EF4-FFF2-40B4-BE49-F238E27FC236}">
                <a16:creationId xmlns:a16="http://schemas.microsoft.com/office/drawing/2014/main" id="{D121E265-9321-466A-9787-27F411EDEA2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6">
            <a:extLst>
              <a:ext uri="{FF2B5EF4-FFF2-40B4-BE49-F238E27FC236}">
                <a16:creationId xmlns:a16="http://schemas.microsoft.com/office/drawing/2014/main" id="{40642049-48AB-43E7-AF8F-3557DC69E5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7">
            <a:extLst>
              <a:ext uri="{FF2B5EF4-FFF2-40B4-BE49-F238E27FC236}">
                <a16:creationId xmlns:a16="http://schemas.microsoft.com/office/drawing/2014/main" id="{C86974F1-6237-40E1-B60A-ADC0E8D2A5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8">
            <a:extLst>
              <a:ext uri="{FF2B5EF4-FFF2-40B4-BE49-F238E27FC236}">
                <a16:creationId xmlns:a16="http://schemas.microsoft.com/office/drawing/2014/main" id="{672A06BC-5697-4B70-B914-AA67C110298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9">
            <a:extLst>
              <a:ext uri="{FF2B5EF4-FFF2-40B4-BE49-F238E27FC236}">
                <a16:creationId xmlns:a16="http://schemas.microsoft.com/office/drawing/2014/main" id="{248DC589-FFD9-45B9-8FBA-47FFC658D52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0">
            <a:extLst>
              <a:ext uri="{FF2B5EF4-FFF2-40B4-BE49-F238E27FC236}">
                <a16:creationId xmlns:a16="http://schemas.microsoft.com/office/drawing/2014/main" id="{2953913E-C43E-4D67-9E82-AAD3ABEE5D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1">
            <a:extLst>
              <a:ext uri="{FF2B5EF4-FFF2-40B4-BE49-F238E27FC236}">
                <a16:creationId xmlns:a16="http://schemas.microsoft.com/office/drawing/2014/main" id="{3A4BB49A-25E5-4643-B3A4-2383B038AA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12">
            <a:extLst>
              <a:ext uri="{FF2B5EF4-FFF2-40B4-BE49-F238E27FC236}">
                <a16:creationId xmlns:a16="http://schemas.microsoft.com/office/drawing/2014/main" id="{6772AAC2-4C81-4EEC-B933-B8C88C5940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13">
            <a:extLst>
              <a:ext uri="{FF2B5EF4-FFF2-40B4-BE49-F238E27FC236}">
                <a16:creationId xmlns:a16="http://schemas.microsoft.com/office/drawing/2014/main" id="{3DF50EAF-1210-421E-A0B1-09C762BBFC3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14">
            <a:extLst>
              <a:ext uri="{FF2B5EF4-FFF2-40B4-BE49-F238E27FC236}">
                <a16:creationId xmlns:a16="http://schemas.microsoft.com/office/drawing/2014/main" id="{BF1D393F-E889-4D7F-A1F7-349BAC8A5C3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16889574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nglish Title">
            <a:extLst>
              <a:ext uri="{FF2B5EF4-FFF2-40B4-BE49-F238E27FC236}">
                <a16:creationId xmlns:a16="http://schemas.microsoft.com/office/drawing/2014/main" id="{F237A1DF-32CE-49F2-A750-7CF38E9D9F81}"/>
              </a:ext>
            </a:extLst>
          </p:cNvPr>
          <p:cNvSpPr txBox="1">
            <a:spLocks/>
          </p:cNvSpPr>
          <p:nvPr userDrawn="1"/>
        </p:nvSpPr>
        <p:spPr>
          <a:xfrm>
            <a:off x="2678399" y="1068149"/>
            <a:ext cx="3765601" cy="544651"/>
          </a:xfrm>
          <a:prstGeom prst="rect">
            <a:avLst/>
          </a:prstGeom>
        </p:spPr>
        <p:txBody>
          <a:bodyPr lIns="90102" tIns="45031" rIns="90102" bIns="45031">
            <a:normAutofit fontScale="8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charset="0"/>
                <a:ea typeface="Century Gothic" charset="0"/>
                <a:cs typeface="Century Gothic" charset="0"/>
              </a:rPr>
              <a:t>Scripture Reading</a:t>
            </a:r>
          </a:p>
          <a:p>
            <a:pPr>
              <a:defRPr/>
            </a:pPr>
            <a:r>
              <a:rPr lang="en-US" sz="1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charset="0"/>
                <a:ea typeface="Century Gothic" charset="0"/>
                <a:cs typeface="Century Gothic" charset="0"/>
              </a:rPr>
              <a:t> </a:t>
            </a:r>
            <a:endParaRPr lang="en-US" sz="22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charset="0"/>
              <a:ea typeface="Century Gothic" charset="0"/>
              <a:cs typeface="Century Gothic" charset="0"/>
            </a:endParaRPr>
          </a:p>
          <a:p>
            <a:pPr>
              <a:defRPr/>
            </a:pPr>
            <a:endParaRPr lang="en-US" sz="72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3" name="English Text">
            <a:extLst>
              <a:ext uri="{FF2B5EF4-FFF2-40B4-BE49-F238E27FC236}">
                <a16:creationId xmlns:a16="http://schemas.microsoft.com/office/drawing/2014/main" id="{39A421B8-9EF2-42B7-AF61-AB47D94B50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89238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54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Passage</a:t>
            </a:r>
          </a:p>
        </p:txBody>
      </p:sp>
      <p:sp>
        <p:nvSpPr>
          <p:cNvPr id="7" name="Spanish Title">
            <a:extLst>
              <a:ext uri="{FF2B5EF4-FFF2-40B4-BE49-F238E27FC236}">
                <a16:creationId xmlns:a16="http://schemas.microsoft.com/office/drawing/2014/main" id="{4A44BC82-379B-4384-9B8E-54E679DE41FD}"/>
              </a:ext>
            </a:extLst>
          </p:cNvPr>
          <p:cNvSpPr txBox="1">
            <a:spLocks/>
          </p:cNvSpPr>
          <p:nvPr userDrawn="1"/>
        </p:nvSpPr>
        <p:spPr>
          <a:xfrm>
            <a:off x="2685511" y="1068149"/>
            <a:ext cx="3765601" cy="544651"/>
          </a:xfrm>
          <a:prstGeom prst="rect">
            <a:avLst/>
          </a:prstGeom>
        </p:spPr>
        <p:txBody>
          <a:bodyPr lIns="90102" tIns="45031" rIns="90102" bIns="45031">
            <a:normAutofit fontScale="5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sz="4400" b="0" i="0" kern="1200" dirty="0">
                <a:solidFill>
                  <a:schemeClr val="bg1"/>
                </a:solidFill>
                <a:effectLst/>
                <a:latin typeface="Alegreya Sans Medium" panose="00000600000000000000" pitchFamily="50" charset="0"/>
                <a:ea typeface="+mj-ea"/>
                <a:cs typeface="+mj-cs"/>
              </a:rPr>
              <a:t>Lectura de las escrituras</a:t>
            </a:r>
          </a:p>
          <a:p>
            <a:pPr>
              <a:defRPr/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  <a:ea typeface="Century Gothic" charset="0"/>
                <a:cs typeface="Century Gothic" charset="0"/>
              </a:rPr>
              <a:t> </a:t>
            </a:r>
            <a:endParaRPr lang="en-US" sz="2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egreya Sans Medium" panose="00000600000000000000" pitchFamily="50" charset="0"/>
              <a:ea typeface="Century Gothic" charset="0"/>
              <a:cs typeface="Century Gothic" charset="0"/>
            </a:endParaRPr>
          </a:p>
          <a:p>
            <a:pPr>
              <a:defRPr/>
            </a:pPr>
            <a:endParaRPr lang="en-US" sz="7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egreya Sans Medium" panose="00000600000000000000" pitchFamily="50" charset="0"/>
              <a:ea typeface="Century Gothic" charset="0"/>
              <a:cs typeface="Century Gothic" charset="0"/>
            </a:endParaRPr>
          </a:p>
        </p:txBody>
      </p:sp>
      <p:sp>
        <p:nvSpPr>
          <p:cNvPr id="11" name="Spanish Text">
            <a:extLst>
              <a:ext uri="{FF2B5EF4-FFF2-40B4-BE49-F238E27FC236}">
                <a16:creationId xmlns:a16="http://schemas.microsoft.com/office/drawing/2014/main" id="{D7327975-D9AA-40B4-91F1-024F6378998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2122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54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Alegreya Sans Medium" panose="00000600000000000000" pitchFamily="50" charset="0"/>
                <a:cs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Spanish</a:t>
            </a:r>
          </a:p>
        </p:txBody>
      </p:sp>
      <p:pic>
        <p:nvPicPr>
          <p:cNvPr id="14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0EE380A6-0427-4B8E-BAB8-8A691EAFFF8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5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AF520154-4062-4D8A-89B1-61FF5334297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D73A6B7A-3103-480F-BDAF-404B627BE996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734903" y="1599684"/>
            <a:ext cx="609600" cy="609600"/>
          </a:xfrm>
          <a:prstGeom prst="rect">
            <a:avLst/>
          </a:prstGeom>
        </p:spPr>
      </p:pic>
      <p:sp>
        <p:nvSpPr>
          <p:cNvPr id="5" name="Subtitle Background">
            <a:extLst>
              <a:ext uri="{FF2B5EF4-FFF2-40B4-BE49-F238E27FC236}">
                <a16:creationId xmlns:a16="http://schemas.microsoft.com/office/drawing/2014/main" id="{6C2459A5-5AAE-44C9-AFEA-F14BE8EAF23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50486" y="4103788"/>
            <a:ext cx="5835650" cy="798513"/>
          </a:xfrm>
          <a:prstGeom prst="roundRect">
            <a:avLst>
              <a:gd name="adj" fmla="val 50000"/>
            </a:avLst>
          </a:prstGeom>
          <a:solidFill>
            <a:srgbClr val="5A7BA4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6" name="English Subtitle">
            <a:extLst>
              <a:ext uri="{FF2B5EF4-FFF2-40B4-BE49-F238E27FC236}">
                <a16:creationId xmlns:a16="http://schemas.microsoft.com/office/drawing/2014/main" id="{51D181A5-1259-4595-9614-2BE1F94F11D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991005" y="4103688"/>
            <a:ext cx="5154612" cy="8001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8" name="Spanish Subtitle">
            <a:extLst>
              <a:ext uri="{FF2B5EF4-FFF2-40B4-BE49-F238E27FC236}">
                <a16:creationId xmlns:a16="http://schemas.microsoft.com/office/drawing/2014/main" id="{175DA522-8FD2-4BB2-B8B1-DDE0F288CAB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990725" y="4103688"/>
            <a:ext cx="5154613" cy="8001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C8DBED71-3B39-4682-AF17-DB4A7A6A6482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31" name="Spanish Item 1">
            <a:extLst>
              <a:ext uri="{FF2B5EF4-FFF2-40B4-BE49-F238E27FC236}">
                <a16:creationId xmlns:a16="http://schemas.microsoft.com/office/drawing/2014/main" id="{68AFF3D4-AF8E-4E6E-A6EA-8571E96DE0D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2">
            <a:extLst>
              <a:ext uri="{FF2B5EF4-FFF2-40B4-BE49-F238E27FC236}">
                <a16:creationId xmlns:a16="http://schemas.microsoft.com/office/drawing/2014/main" id="{CDE91733-DE9A-4A40-B683-FDC58C36BDF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3">
            <a:extLst>
              <a:ext uri="{FF2B5EF4-FFF2-40B4-BE49-F238E27FC236}">
                <a16:creationId xmlns:a16="http://schemas.microsoft.com/office/drawing/2014/main" id="{FB29FA12-B5BB-40E0-9885-6A66D96D401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4">
            <a:extLst>
              <a:ext uri="{FF2B5EF4-FFF2-40B4-BE49-F238E27FC236}">
                <a16:creationId xmlns:a16="http://schemas.microsoft.com/office/drawing/2014/main" id="{40759228-5583-4D92-8041-C99D45B1E4E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5">
            <a:extLst>
              <a:ext uri="{FF2B5EF4-FFF2-40B4-BE49-F238E27FC236}">
                <a16:creationId xmlns:a16="http://schemas.microsoft.com/office/drawing/2014/main" id="{A388EC75-E458-467A-89C1-AF4D96982C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6">
            <a:extLst>
              <a:ext uri="{FF2B5EF4-FFF2-40B4-BE49-F238E27FC236}">
                <a16:creationId xmlns:a16="http://schemas.microsoft.com/office/drawing/2014/main" id="{7BF4D606-B563-46BC-9797-74CA91A1AE7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7">
            <a:extLst>
              <a:ext uri="{FF2B5EF4-FFF2-40B4-BE49-F238E27FC236}">
                <a16:creationId xmlns:a16="http://schemas.microsoft.com/office/drawing/2014/main" id="{A5DC3357-0805-46F3-9818-F9605BD5FBB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Spanish Item 8">
            <a:extLst>
              <a:ext uri="{FF2B5EF4-FFF2-40B4-BE49-F238E27FC236}">
                <a16:creationId xmlns:a16="http://schemas.microsoft.com/office/drawing/2014/main" id="{527D8C81-4427-4D77-895E-0350C588D1F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Spanish Item 9">
            <a:extLst>
              <a:ext uri="{FF2B5EF4-FFF2-40B4-BE49-F238E27FC236}">
                <a16:creationId xmlns:a16="http://schemas.microsoft.com/office/drawing/2014/main" id="{E3388EED-A5B7-4042-A28A-1422FD6DDB9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Spanish Item 10">
            <a:extLst>
              <a:ext uri="{FF2B5EF4-FFF2-40B4-BE49-F238E27FC236}">
                <a16:creationId xmlns:a16="http://schemas.microsoft.com/office/drawing/2014/main" id="{D3AD7D5E-C398-4EC4-94AD-49AEF2D22D8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Spanish Item 11">
            <a:extLst>
              <a:ext uri="{FF2B5EF4-FFF2-40B4-BE49-F238E27FC236}">
                <a16:creationId xmlns:a16="http://schemas.microsoft.com/office/drawing/2014/main" id="{B855BECA-CA8B-47F8-A254-65DD8816972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Spanish Item 12">
            <a:extLst>
              <a:ext uri="{FF2B5EF4-FFF2-40B4-BE49-F238E27FC236}">
                <a16:creationId xmlns:a16="http://schemas.microsoft.com/office/drawing/2014/main" id="{3D8E5D90-6DEA-4355-963E-F2C5A98CD32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Spanish Item 13">
            <a:extLst>
              <a:ext uri="{FF2B5EF4-FFF2-40B4-BE49-F238E27FC236}">
                <a16:creationId xmlns:a16="http://schemas.microsoft.com/office/drawing/2014/main" id="{58129248-7E4C-462F-B447-E0E182E8379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Spanish Item 14">
            <a:extLst>
              <a:ext uri="{FF2B5EF4-FFF2-40B4-BE49-F238E27FC236}">
                <a16:creationId xmlns:a16="http://schemas.microsoft.com/office/drawing/2014/main" id="{8EAAA9BF-41B1-46B8-A86F-A013B129E99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1">
            <a:extLst>
              <a:ext uri="{FF2B5EF4-FFF2-40B4-BE49-F238E27FC236}">
                <a16:creationId xmlns:a16="http://schemas.microsoft.com/office/drawing/2014/main" id="{01DFED0E-4689-404D-8110-BD621042843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2">
            <a:extLst>
              <a:ext uri="{FF2B5EF4-FFF2-40B4-BE49-F238E27FC236}">
                <a16:creationId xmlns:a16="http://schemas.microsoft.com/office/drawing/2014/main" id="{07AEB2C1-5360-474F-9345-0482C48D60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3">
            <a:extLst>
              <a:ext uri="{FF2B5EF4-FFF2-40B4-BE49-F238E27FC236}">
                <a16:creationId xmlns:a16="http://schemas.microsoft.com/office/drawing/2014/main" id="{AA4B5CD3-91A4-429F-88DD-63F86D30931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4">
            <a:extLst>
              <a:ext uri="{FF2B5EF4-FFF2-40B4-BE49-F238E27FC236}">
                <a16:creationId xmlns:a16="http://schemas.microsoft.com/office/drawing/2014/main" id="{1EE582D5-2876-4C1E-88BE-F6BFEBEDB6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5">
            <a:extLst>
              <a:ext uri="{FF2B5EF4-FFF2-40B4-BE49-F238E27FC236}">
                <a16:creationId xmlns:a16="http://schemas.microsoft.com/office/drawing/2014/main" id="{9C819552-03DE-4E24-9EB2-EBC1AFD53A0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6">
            <a:extLst>
              <a:ext uri="{FF2B5EF4-FFF2-40B4-BE49-F238E27FC236}">
                <a16:creationId xmlns:a16="http://schemas.microsoft.com/office/drawing/2014/main" id="{E509E2B2-529E-4B65-A147-F0A526CEC93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7">
            <a:extLst>
              <a:ext uri="{FF2B5EF4-FFF2-40B4-BE49-F238E27FC236}">
                <a16:creationId xmlns:a16="http://schemas.microsoft.com/office/drawing/2014/main" id="{AEB6E09E-58AF-47A5-B617-50FDD16F8C4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8">
            <a:extLst>
              <a:ext uri="{FF2B5EF4-FFF2-40B4-BE49-F238E27FC236}">
                <a16:creationId xmlns:a16="http://schemas.microsoft.com/office/drawing/2014/main" id="{3E8EDB7C-6866-41CA-ADB3-A9FBA11FFA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9">
            <a:extLst>
              <a:ext uri="{FF2B5EF4-FFF2-40B4-BE49-F238E27FC236}">
                <a16:creationId xmlns:a16="http://schemas.microsoft.com/office/drawing/2014/main" id="{BB5E3A47-44BB-4EEB-BA2D-D3449CCD2B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10">
            <a:extLst>
              <a:ext uri="{FF2B5EF4-FFF2-40B4-BE49-F238E27FC236}">
                <a16:creationId xmlns:a16="http://schemas.microsoft.com/office/drawing/2014/main" id="{E4E946A7-B2A2-434B-A24B-1C4A0026B0B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11">
            <a:extLst>
              <a:ext uri="{FF2B5EF4-FFF2-40B4-BE49-F238E27FC236}">
                <a16:creationId xmlns:a16="http://schemas.microsoft.com/office/drawing/2014/main" id="{2916CB43-2F55-49C8-9A32-83C0C26FD42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12">
            <a:extLst>
              <a:ext uri="{FF2B5EF4-FFF2-40B4-BE49-F238E27FC236}">
                <a16:creationId xmlns:a16="http://schemas.microsoft.com/office/drawing/2014/main" id="{75EAB3C2-3DC2-47CB-BE6D-527539E5AC8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3">
            <a:extLst>
              <a:ext uri="{FF2B5EF4-FFF2-40B4-BE49-F238E27FC236}">
                <a16:creationId xmlns:a16="http://schemas.microsoft.com/office/drawing/2014/main" id="{79CEE4C1-149E-4DAE-929C-5ACA9E2C58F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4">
            <a:extLst>
              <a:ext uri="{FF2B5EF4-FFF2-40B4-BE49-F238E27FC236}">
                <a16:creationId xmlns:a16="http://schemas.microsoft.com/office/drawing/2014/main" id="{67C85C1B-B0A9-4BC8-A87D-98C216FC69F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9040346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ntr" presetSubtype="0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1" dur="10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32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  <p:seq concurrent="1" nextAc="seek">
                  <p:cTn id="119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0" fill="hold">
                          <p:stCondLst>
                            <p:cond delay="0"/>
                          </p:stCondLst>
                          <p:childTnLst>
                            <p:par>
                              <p:cTn id="12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3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6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6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xit" presetSubtype="0" fill="hold" grpId="1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4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41" dur="10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4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8" grpId="0"/>
          <p:bldP spid="8" grpId="1"/>
          <p:bldP spid="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/>
          <p:bldP spid="7" grpId="1"/>
          <p:bldP spid="1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oundRect">
            <a:avLst>
              <a:gd name="adj" fmla="val 32078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lang="en-US" sz="14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78574" y="5151082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32987" y="5144907"/>
            <a:ext cx="36576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chemeClr val="bg1">
              <a:lumMod val="50000"/>
              <a:alpha val="5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oundRect">
            <a:avLst>
              <a:gd name="adj" fmla="val 15852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lang="en-US" sz="14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1386" y="562509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1386" y="1024154"/>
            <a:ext cx="36576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chemeClr val="bg1">
              <a:lumMod val="50000"/>
              <a:alpha val="5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</p:spTree>
    <p:extLst>
      <p:ext uri="{BB962C8B-B14F-4D97-AF65-F5344CB8AC3E}">
        <p14:creationId xmlns:p14="http://schemas.microsoft.com/office/powerpoint/2010/main" val="35682012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oundRect">
            <a:avLst>
              <a:gd name="adj" fmla="val 32078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lang="en-US" sz="14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78574" y="5151082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32987" y="5144907"/>
            <a:ext cx="36576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chemeClr val="bg1">
              <a:lumMod val="50000"/>
              <a:alpha val="5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</p:spTree>
    <p:extLst>
      <p:ext uri="{BB962C8B-B14F-4D97-AF65-F5344CB8AC3E}">
        <p14:creationId xmlns:p14="http://schemas.microsoft.com/office/powerpoint/2010/main" val="2353061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oundRect">
            <a:avLst>
              <a:gd name="adj" fmla="val 15852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lang="en-US" sz="14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1386" y="562509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1386" y="1024154"/>
            <a:ext cx="36576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chemeClr val="bg1">
              <a:lumMod val="50000"/>
              <a:alpha val="5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</p:spTree>
    <p:extLst>
      <p:ext uri="{BB962C8B-B14F-4D97-AF65-F5344CB8AC3E}">
        <p14:creationId xmlns:p14="http://schemas.microsoft.com/office/powerpoint/2010/main" val="3404966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A1A85FA3-5848-4373-B6D8-392F4C9916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7319688" y="93600"/>
            <a:ext cx="2165623" cy="55224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3605332" y="1073846"/>
            <a:ext cx="1907627" cy="9781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407651" y="2126643"/>
            <a:ext cx="4328699" cy="2004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7423368" y="1662212"/>
            <a:ext cx="1618488" cy="3615182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7423368" y="1001684"/>
            <a:ext cx="1663632" cy="566928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E1CA150-462D-40F4-877B-E6F0478508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77123" y="4130675"/>
            <a:ext cx="4733925" cy="800100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9362476-5008-472B-A5AA-3340F3A6A21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70811" y="4130675"/>
            <a:ext cx="4133850" cy="800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Verse Info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0B3498-92B3-4058-8B80-28350351B3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08494" y="413912"/>
            <a:ext cx="1737360" cy="1737360"/>
          </a:xfrm>
          <a:prstGeom prst="ellipse">
            <a:avLst/>
          </a:prstGeom>
          <a:solidFill>
            <a:srgbClr val="5180AC">
              <a:alpha val="90000"/>
            </a:srgbClr>
          </a:solidFill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BB38883-2B26-4066-A249-2965348004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08176" y="413703"/>
            <a:ext cx="1737360" cy="171310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Bubble</a:t>
            </a:r>
          </a:p>
        </p:txBody>
      </p:sp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599001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A1A85FA3-5848-4373-B6D8-392F4C9916A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7319688" y="93600"/>
            <a:ext cx="2165623" cy="55224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3606165" y="1073846"/>
            <a:ext cx="1907627" cy="9781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471738" y="2126810"/>
            <a:ext cx="4200525" cy="2004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7423368" y="1662212"/>
            <a:ext cx="1618488" cy="3615182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7423368" y="1001684"/>
            <a:ext cx="1663632" cy="566928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E1CA150-462D-40F4-877B-E6F0478508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77956" y="4130675"/>
            <a:ext cx="4733925" cy="800100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9362476-5008-472B-A5AA-3340F3A6A21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71644" y="4130675"/>
            <a:ext cx="4133850" cy="800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Verse Info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0B3498-92B3-4058-8B80-28350351B3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09327" y="413912"/>
            <a:ext cx="1737360" cy="1737360"/>
          </a:xfrm>
          <a:prstGeom prst="ellipse">
            <a:avLst/>
          </a:prstGeom>
          <a:solidFill>
            <a:srgbClr val="5180AC">
              <a:alpha val="90000"/>
            </a:srgbClr>
          </a:solidFill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BB38883-2B26-4066-A249-2965348004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09009" y="413703"/>
            <a:ext cx="1737360" cy="171310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Bubble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71738" y="2126810"/>
            <a:ext cx="4200525" cy="2004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23368" y="1662212"/>
            <a:ext cx="1618488" cy="3615182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Spanish Verse Info">
            <a:extLst>
              <a:ext uri="{FF2B5EF4-FFF2-40B4-BE49-F238E27FC236}">
                <a16:creationId xmlns:a16="http://schemas.microsoft.com/office/drawing/2014/main" id="{9B2A02D9-3B2E-481C-9E8A-A2FE1673728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71644" y="4130675"/>
            <a:ext cx="4133850" cy="800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Verse Info</a:t>
            </a:r>
          </a:p>
        </p:txBody>
      </p:sp>
      <p:sp>
        <p:nvSpPr>
          <p:cNvPr id="22" name="Spanish Bubble">
            <a:extLst>
              <a:ext uri="{FF2B5EF4-FFF2-40B4-BE49-F238E27FC236}">
                <a16:creationId xmlns:a16="http://schemas.microsoft.com/office/drawing/2014/main" id="{FD9EB966-00B1-4525-BA7C-755489B63AA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09009" y="413703"/>
            <a:ext cx="1737360" cy="171310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Bubble</a:t>
            </a:r>
          </a:p>
        </p:txBody>
      </p:sp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667500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1943678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2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1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2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8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1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1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4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9825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09825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5945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8045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1945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9293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0780372-4935-4986-90A4-48B55ED36F53}"/>
              </a:ext>
            </a:extLst>
          </p:cNvPr>
          <p:cNvSpPr/>
          <p:nvPr userDrawn="1"/>
        </p:nvSpPr>
        <p:spPr>
          <a:xfrm>
            <a:off x="5297681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2A558E-8BF8-4D5C-A2ED-BF3E28AEA0FA}"/>
              </a:ext>
            </a:extLst>
          </p:cNvPr>
          <p:cNvSpPr>
            <a:spLocks noChangeAspect="1"/>
          </p:cNvSpPr>
          <p:nvPr userDrawn="1"/>
        </p:nvSpPr>
        <p:spPr>
          <a:xfrm>
            <a:off x="5297681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Content Placeholder 14">
            <a:extLst>
              <a:ext uri="{FF2B5EF4-FFF2-40B4-BE49-F238E27FC236}">
                <a16:creationId xmlns:a16="http://schemas.microsoft.com/office/drawing/2014/main" id="{B78C6C9D-AB0C-44A1-A80F-156900B2932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223801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923B6B27-F36B-4C3B-87FB-5C5FFD3F757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5901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C8C2C615-3170-47DE-8512-40865D66E58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09801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72680DDC-CABF-48B8-87F5-81027DD804C5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6417149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80722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A1A85FA3-5848-4373-B6D8-392F4C9916A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8760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10101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2304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0881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8900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0881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F16D1EE-EA76-4798-9BA2-E283AC65E152}"/>
              </a:ext>
            </a:extLst>
          </p:cNvPr>
          <p:cNvSpPr/>
          <p:nvPr userDrawn="1"/>
        </p:nvSpPr>
        <p:spPr>
          <a:xfrm>
            <a:off x="5325039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A9284E6-FF08-4ECB-9879-D9D2A311384E}"/>
              </a:ext>
            </a:extLst>
          </p:cNvPr>
          <p:cNvSpPr>
            <a:spLocks noChangeAspect="1"/>
          </p:cNvSpPr>
          <p:nvPr userDrawn="1"/>
        </p:nvSpPr>
        <p:spPr>
          <a:xfrm>
            <a:off x="5326380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Content Placeholder 14">
            <a:extLst>
              <a:ext uri="{FF2B5EF4-FFF2-40B4-BE49-F238E27FC236}">
                <a16:creationId xmlns:a16="http://schemas.microsoft.com/office/drawing/2014/main" id="{680C9F90-3987-40CF-83E3-FF4C7FBF309B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6248583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5" name="Text Placeholder 18">
            <a:extLst>
              <a:ext uri="{FF2B5EF4-FFF2-40B4-BE49-F238E27FC236}">
                <a16:creationId xmlns:a16="http://schemas.microsoft.com/office/drawing/2014/main" id="{3C99D6CA-D8DB-4320-ACDD-8B94E012E27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6" name="Text Placeholder 24">
            <a:extLst>
              <a:ext uri="{FF2B5EF4-FFF2-40B4-BE49-F238E27FC236}">
                <a16:creationId xmlns:a16="http://schemas.microsoft.com/office/drawing/2014/main" id="{9138FE83-618D-4272-8834-716F189F954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37160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A6751229-0F07-4258-AC12-7264733748EE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6445179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8" name="Spanish Song Title">
            <a:extLst>
              <a:ext uri="{FF2B5EF4-FFF2-40B4-BE49-F238E27FC236}">
                <a16:creationId xmlns:a16="http://schemas.microsoft.com/office/drawing/2014/main" id="{5F137CD4-9662-44E1-8A0A-FA693A95FA2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9" name="Spanish Credits">
            <a:extLst>
              <a:ext uri="{FF2B5EF4-FFF2-40B4-BE49-F238E27FC236}">
                <a16:creationId xmlns:a16="http://schemas.microsoft.com/office/drawing/2014/main" id="{DF7C044A-038D-4782-B9EF-BE032880A94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437160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658258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27820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4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2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5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F7305E38-FFBE-4EDD-AB1D-613AA030C97C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D01A7A-8EE8-43AF-910B-BC21707E7AE5}"/>
              </a:ext>
            </a:extLst>
          </p:cNvPr>
          <p:cNvSpPr txBox="1"/>
          <p:nvPr userDrawn="1"/>
        </p:nvSpPr>
        <p:spPr>
          <a:xfrm>
            <a:off x="2386012" y="1703338"/>
            <a:ext cx="43719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Lord’s Supper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04C9369-911A-4D1F-850C-B0E7ED343057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C778023D-EB0E-4DD6-8E6C-28C6D564F3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6" name="Content Placeholder 19">
            <a:extLst>
              <a:ext uri="{FF2B5EF4-FFF2-40B4-BE49-F238E27FC236}">
                <a16:creationId xmlns:a16="http://schemas.microsoft.com/office/drawing/2014/main" id="{500C5C84-7D1C-46E5-A1FD-CC4FF4F26CE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7" name="English Item 1">
            <a:extLst>
              <a:ext uri="{FF2B5EF4-FFF2-40B4-BE49-F238E27FC236}">
                <a16:creationId xmlns:a16="http://schemas.microsoft.com/office/drawing/2014/main" id="{707B7E2C-C3DC-4049-9185-5EA795BFE4C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8" name="English Item 2">
            <a:extLst>
              <a:ext uri="{FF2B5EF4-FFF2-40B4-BE49-F238E27FC236}">
                <a16:creationId xmlns:a16="http://schemas.microsoft.com/office/drawing/2014/main" id="{67783DAA-0D42-4695-8D27-9096568A2F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9" name="English Item 3">
            <a:extLst>
              <a:ext uri="{FF2B5EF4-FFF2-40B4-BE49-F238E27FC236}">
                <a16:creationId xmlns:a16="http://schemas.microsoft.com/office/drawing/2014/main" id="{D8C2753B-A788-4F37-A2AD-0AA013FD55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0" name="English Item 4">
            <a:extLst>
              <a:ext uri="{FF2B5EF4-FFF2-40B4-BE49-F238E27FC236}">
                <a16:creationId xmlns:a16="http://schemas.microsoft.com/office/drawing/2014/main" id="{37E79A15-EC7B-4399-B0D4-13A4C1CC9A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5">
            <a:extLst>
              <a:ext uri="{FF2B5EF4-FFF2-40B4-BE49-F238E27FC236}">
                <a16:creationId xmlns:a16="http://schemas.microsoft.com/office/drawing/2014/main" id="{A780D302-634E-4A41-9F5B-95B88B0BE40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6">
            <a:extLst>
              <a:ext uri="{FF2B5EF4-FFF2-40B4-BE49-F238E27FC236}">
                <a16:creationId xmlns:a16="http://schemas.microsoft.com/office/drawing/2014/main" id="{469DDB85-CCB2-4261-8812-F8DC860FCDE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7">
            <a:extLst>
              <a:ext uri="{FF2B5EF4-FFF2-40B4-BE49-F238E27FC236}">
                <a16:creationId xmlns:a16="http://schemas.microsoft.com/office/drawing/2014/main" id="{85CDBCC4-B428-42BE-9AA2-216B879C53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8">
            <a:extLst>
              <a:ext uri="{FF2B5EF4-FFF2-40B4-BE49-F238E27FC236}">
                <a16:creationId xmlns:a16="http://schemas.microsoft.com/office/drawing/2014/main" id="{31F19240-468D-4FD4-BC55-EB359581E9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9">
            <a:extLst>
              <a:ext uri="{FF2B5EF4-FFF2-40B4-BE49-F238E27FC236}">
                <a16:creationId xmlns:a16="http://schemas.microsoft.com/office/drawing/2014/main" id="{CD45E125-3529-4855-A5D3-7D3390A75EF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10">
            <a:extLst>
              <a:ext uri="{FF2B5EF4-FFF2-40B4-BE49-F238E27FC236}">
                <a16:creationId xmlns:a16="http://schemas.microsoft.com/office/drawing/2014/main" id="{9A7397DA-94E1-41D1-8D10-93E081C7902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11">
            <a:extLst>
              <a:ext uri="{FF2B5EF4-FFF2-40B4-BE49-F238E27FC236}">
                <a16:creationId xmlns:a16="http://schemas.microsoft.com/office/drawing/2014/main" id="{21378B3A-A59D-42AE-BD69-4AA39EE832D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2">
            <a:extLst>
              <a:ext uri="{FF2B5EF4-FFF2-40B4-BE49-F238E27FC236}">
                <a16:creationId xmlns:a16="http://schemas.microsoft.com/office/drawing/2014/main" id="{90029EFE-E83E-4BB6-9805-B317D363A38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3">
            <a:extLst>
              <a:ext uri="{FF2B5EF4-FFF2-40B4-BE49-F238E27FC236}">
                <a16:creationId xmlns:a16="http://schemas.microsoft.com/office/drawing/2014/main" id="{C277E3A9-E31C-4129-95E4-B03BDB4B28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14">
            <a:extLst>
              <a:ext uri="{FF2B5EF4-FFF2-40B4-BE49-F238E27FC236}">
                <a16:creationId xmlns:a16="http://schemas.microsoft.com/office/drawing/2014/main" id="{16DEB8A5-955D-43DC-AF6C-B0D0717DE1E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1469473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51F79B2B-03D4-4C49-B081-A58362AF8681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7ED3470-A7DB-4EE0-8A2E-D2580FCA0B9D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5834ED19-7519-418A-914A-97DF699D454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9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2DB227F1-4034-45E2-8DD2-86D16630024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sp>
        <p:nvSpPr>
          <p:cNvPr id="10" name="English Text">
            <a:extLst>
              <a:ext uri="{FF2B5EF4-FFF2-40B4-BE49-F238E27FC236}">
                <a16:creationId xmlns:a16="http://schemas.microsoft.com/office/drawing/2014/main" id="{350A11F1-CFE3-49BB-ABA0-368CCE455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92926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kumimoji="0" lang="en-US" sz="72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Lord’s Supper</a:t>
            </a:r>
          </a:p>
        </p:txBody>
      </p:sp>
      <p:sp>
        <p:nvSpPr>
          <p:cNvPr id="13" name="Spanish Text">
            <a:extLst>
              <a:ext uri="{FF2B5EF4-FFF2-40B4-BE49-F238E27FC236}">
                <a16:creationId xmlns:a16="http://schemas.microsoft.com/office/drawing/2014/main" id="{4C921751-A9D2-46C3-8B6D-7393592F58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92926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72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Alegreya Sans Medium" panose="00000600000000000000" pitchFamily="50" charset="0"/>
                <a:cs typeface="Alegreya Sans Medium" panose="00000600000000000000" pitchFamily="50" charset="0"/>
              </a:defRPr>
            </a:lvl1pPr>
          </a:lstStyle>
          <a:p>
            <a:r>
              <a:rPr lang="en-US" sz="7200" dirty="0"/>
              <a:t>La Cena del </a:t>
            </a:r>
            <a:r>
              <a:rPr lang="en-US" sz="7200" dirty="0" err="1"/>
              <a:t>Señor</a:t>
            </a:r>
            <a:endParaRPr lang="en-US" sz="7200" dirty="0"/>
          </a:p>
        </p:txBody>
      </p:sp>
      <p:pic>
        <p:nvPicPr>
          <p:cNvPr id="14" name="silence-10s">
            <a:hlinkClick r:id="" action="ppaction://media"/>
            <a:extLst>
              <a:ext uri="{FF2B5EF4-FFF2-40B4-BE49-F238E27FC236}">
                <a16:creationId xmlns:a16="http://schemas.microsoft.com/office/drawing/2014/main" id="{35CFC3FD-0063-48FB-8B89-AD6D656A37C4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735226" y="4121524"/>
            <a:ext cx="609600" cy="609600"/>
          </a:xfrm>
          <a:prstGeom prst="rect">
            <a:avLst/>
          </a:prstGeom>
        </p:spPr>
      </p:pic>
      <p:sp>
        <p:nvSpPr>
          <p:cNvPr id="15" name="Content Placeholder 19">
            <a:extLst>
              <a:ext uri="{FF2B5EF4-FFF2-40B4-BE49-F238E27FC236}">
                <a16:creationId xmlns:a16="http://schemas.microsoft.com/office/drawing/2014/main" id="{EDB22B13-813B-4911-9433-11B84A9E0E5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6" name="Spanish Item 1">
            <a:extLst>
              <a:ext uri="{FF2B5EF4-FFF2-40B4-BE49-F238E27FC236}">
                <a16:creationId xmlns:a16="http://schemas.microsoft.com/office/drawing/2014/main" id="{7688E35A-922F-46FB-8C9F-215C2B3F6EE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Spanish Item 2">
            <a:extLst>
              <a:ext uri="{FF2B5EF4-FFF2-40B4-BE49-F238E27FC236}">
                <a16:creationId xmlns:a16="http://schemas.microsoft.com/office/drawing/2014/main" id="{0ABB8782-AF40-451D-A071-1A4BFEAFF1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Spanish Item 3">
            <a:extLst>
              <a:ext uri="{FF2B5EF4-FFF2-40B4-BE49-F238E27FC236}">
                <a16:creationId xmlns:a16="http://schemas.microsoft.com/office/drawing/2014/main" id="{FC9A5994-2BFB-4293-A5F2-6053F33F6C3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Spanish Item 4">
            <a:extLst>
              <a:ext uri="{FF2B5EF4-FFF2-40B4-BE49-F238E27FC236}">
                <a16:creationId xmlns:a16="http://schemas.microsoft.com/office/drawing/2014/main" id="{8EEC5274-22E4-4DF1-A199-39CB839F4F7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Spanish Item 5">
            <a:extLst>
              <a:ext uri="{FF2B5EF4-FFF2-40B4-BE49-F238E27FC236}">
                <a16:creationId xmlns:a16="http://schemas.microsoft.com/office/drawing/2014/main" id="{40D92AB5-95C7-4FEA-82B9-0E33CF18CE5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Spanish Item 6">
            <a:extLst>
              <a:ext uri="{FF2B5EF4-FFF2-40B4-BE49-F238E27FC236}">
                <a16:creationId xmlns:a16="http://schemas.microsoft.com/office/drawing/2014/main" id="{8EE2AA38-5565-470C-81DD-CFE55FC4E60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Spanish Item 7">
            <a:extLst>
              <a:ext uri="{FF2B5EF4-FFF2-40B4-BE49-F238E27FC236}">
                <a16:creationId xmlns:a16="http://schemas.microsoft.com/office/drawing/2014/main" id="{C0C9E867-69FC-4EA1-A00B-7BDF2934F22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Spanish Item 8">
            <a:extLst>
              <a:ext uri="{FF2B5EF4-FFF2-40B4-BE49-F238E27FC236}">
                <a16:creationId xmlns:a16="http://schemas.microsoft.com/office/drawing/2014/main" id="{289CA97E-FED6-485B-B3C6-3EC06CCC787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Spanish Item 9">
            <a:extLst>
              <a:ext uri="{FF2B5EF4-FFF2-40B4-BE49-F238E27FC236}">
                <a16:creationId xmlns:a16="http://schemas.microsoft.com/office/drawing/2014/main" id="{09A24471-C50D-4429-A3ED-D32B7AA6607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10">
            <a:extLst>
              <a:ext uri="{FF2B5EF4-FFF2-40B4-BE49-F238E27FC236}">
                <a16:creationId xmlns:a16="http://schemas.microsoft.com/office/drawing/2014/main" id="{B0B91DE4-0256-4CE2-AE84-8DEC4FC0CE3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11">
            <a:extLst>
              <a:ext uri="{FF2B5EF4-FFF2-40B4-BE49-F238E27FC236}">
                <a16:creationId xmlns:a16="http://schemas.microsoft.com/office/drawing/2014/main" id="{790352DA-390E-44AA-A537-E628A606CCD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12">
            <a:extLst>
              <a:ext uri="{FF2B5EF4-FFF2-40B4-BE49-F238E27FC236}">
                <a16:creationId xmlns:a16="http://schemas.microsoft.com/office/drawing/2014/main" id="{948EBCE5-2E7D-4161-A32B-360D9175E05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13">
            <a:extLst>
              <a:ext uri="{FF2B5EF4-FFF2-40B4-BE49-F238E27FC236}">
                <a16:creationId xmlns:a16="http://schemas.microsoft.com/office/drawing/2014/main" id="{009F9D72-A749-4C28-8D11-2C206221652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14">
            <a:extLst>
              <a:ext uri="{FF2B5EF4-FFF2-40B4-BE49-F238E27FC236}">
                <a16:creationId xmlns:a16="http://schemas.microsoft.com/office/drawing/2014/main" id="{A0A0E0D0-631E-4441-8E43-BC7C4D9500B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">
            <a:extLst>
              <a:ext uri="{FF2B5EF4-FFF2-40B4-BE49-F238E27FC236}">
                <a16:creationId xmlns:a16="http://schemas.microsoft.com/office/drawing/2014/main" id="{D1A0EC6D-F9EC-4358-9291-B14C08AEC1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2">
            <a:extLst>
              <a:ext uri="{FF2B5EF4-FFF2-40B4-BE49-F238E27FC236}">
                <a16:creationId xmlns:a16="http://schemas.microsoft.com/office/drawing/2014/main" id="{CF05FB25-AD7F-4532-88A1-D04888F46AD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3">
            <a:extLst>
              <a:ext uri="{FF2B5EF4-FFF2-40B4-BE49-F238E27FC236}">
                <a16:creationId xmlns:a16="http://schemas.microsoft.com/office/drawing/2014/main" id="{081F1C46-8E09-4EA6-8C57-9AB742F953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4">
            <a:extLst>
              <a:ext uri="{FF2B5EF4-FFF2-40B4-BE49-F238E27FC236}">
                <a16:creationId xmlns:a16="http://schemas.microsoft.com/office/drawing/2014/main" id="{CF6C32CE-BF06-4C5C-BA0F-FF8CD892ED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English Item 5">
            <a:extLst>
              <a:ext uri="{FF2B5EF4-FFF2-40B4-BE49-F238E27FC236}">
                <a16:creationId xmlns:a16="http://schemas.microsoft.com/office/drawing/2014/main" id="{A20CF588-248B-4E4A-B1F5-4BB94DD450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English Item 6">
            <a:extLst>
              <a:ext uri="{FF2B5EF4-FFF2-40B4-BE49-F238E27FC236}">
                <a16:creationId xmlns:a16="http://schemas.microsoft.com/office/drawing/2014/main" id="{1FAC53B9-D887-468E-86AF-F7BE8785967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English Item 7">
            <a:extLst>
              <a:ext uri="{FF2B5EF4-FFF2-40B4-BE49-F238E27FC236}">
                <a16:creationId xmlns:a16="http://schemas.microsoft.com/office/drawing/2014/main" id="{4B449E3A-8B7E-4224-8C6C-C63AAF83326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English Item 8">
            <a:extLst>
              <a:ext uri="{FF2B5EF4-FFF2-40B4-BE49-F238E27FC236}">
                <a16:creationId xmlns:a16="http://schemas.microsoft.com/office/drawing/2014/main" id="{E967AB72-7498-4B7B-8CC9-BFE11D4A8B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9">
            <a:extLst>
              <a:ext uri="{FF2B5EF4-FFF2-40B4-BE49-F238E27FC236}">
                <a16:creationId xmlns:a16="http://schemas.microsoft.com/office/drawing/2014/main" id="{3EE1BCFD-206B-4B68-8F1F-5DE2A5AFC46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10">
            <a:extLst>
              <a:ext uri="{FF2B5EF4-FFF2-40B4-BE49-F238E27FC236}">
                <a16:creationId xmlns:a16="http://schemas.microsoft.com/office/drawing/2014/main" id="{38248577-393F-405F-B494-8EAA59A0BD5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11">
            <a:extLst>
              <a:ext uri="{FF2B5EF4-FFF2-40B4-BE49-F238E27FC236}">
                <a16:creationId xmlns:a16="http://schemas.microsoft.com/office/drawing/2014/main" id="{16D2B832-B788-4075-8C18-694AA4B44B9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12">
            <a:extLst>
              <a:ext uri="{FF2B5EF4-FFF2-40B4-BE49-F238E27FC236}">
                <a16:creationId xmlns:a16="http://schemas.microsoft.com/office/drawing/2014/main" id="{43FB393A-3484-40A2-8D2A-FC8C89F916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13">
            <a:extLst>
              <a:ext uri="{FF2B5EF4-FFF2-40B4-BE49-F238E27FC236}">
                <a16:creationId xmlns:a16="http://schemas.microsoft.com/office/drawing/2014/main" id="{C13359F9-1876-4414-829D-0F3D636C04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14">
            <a:extLst>
              <a:ext uri="{FF2B5EF4-FFF2-40B4-BE49-F238E27FC236}">
                <a16:creationId xmlns:a16="http://schemas.microsoft.com/office/drawing/2014/main" id="{4D7DB745-5945-4770-8BDE-0A51BAD47FA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916357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7" restart="whenNotActive" fill="hold" evtFilter="cancelBubble" nodeType="interactiveSeq">
                    <p:stCondLst>
                      <p:cond evt="onMediaBookmark" delay="0">
                        <p:tgtEl>
                          <p14:bmkTgt spid="14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" fill="hold">
                          <p:stCondLst>
                            <p:cond delay="0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9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2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5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8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1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4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7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0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3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9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2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1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4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9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5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4" bmkName="Bookmark 1"/>
                      </p:tgtEl>
                    </p:cond>
                  </p:nextCondLst>
                </p:seq>
                <p:audio>
                  <p:cMediaNode vol="80000" mute="1" showWhenStopped="0">
                    <p:cTn id="106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4"/>
                    </p:tgtEl>
                  </p:cMediaNode>
                </p:audio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06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4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ADB28-4B68-4DF7-AE1F-C4F162DC46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54481" y="274320"/>
            <a:ext cx="7027544" cy="5012055"/>
          </a:xfrm>
          <a:prstGeom prst="roundRect">
            <a:avLst>
              <a:gd name="adj" fmla="val 10467"/>
            </a:avLst>
          </a:prstGeom>
          <a:solidFill>
            <a:schemeClr val="bg2">
              <a:lumMod val="50000"/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Lord’s Supper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E2083C-EF28-40B1-ACC6-0E72BDA32F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35693" y="5016597"/>
            <a:ext cx="2865120" cy="547119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6" name="Content Placeholder 19">
            <a:extLst>
              <a:ext uri="{FF2B5EF4-FFF2-40B4-BE49-F238E27FC236}">
                <a16:creationId xmlns:a16="http://schemas.microsoft.com/office/drawing/2014/main" id="{1289A1C7-BAE8-48CC-A867-EB833326460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8" name="English Item 1">
            <a:extLst>
              <a:ext uri="{FF2B5EF4-FFF2-40B4-BE49-F238E27FC236}">
                <a16:creationId xmlns:a16="http://schemas.microsoft.com/office/drawing/2014/main" id="{12CCABAF-2C6D-4F52-898A-8A25FCEB14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9" name="English Item 2">
            <a:extLst>
              <a:ext uri="{FF2B5EF4-FFF2-40B4-BE49-F238E27FC236}">
                <a16:creationId xmlns:a16="http://schemas.microsoft.com/office/drawing/2014/main" id="{3FE6DC27-9B30-4779-9F95-6886652C38D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0" name="English Item 3">
            <a:extLst>
              <a:ext uri="{FF2B5EF4-FFF2-40B4-BE49-F238E27FC236}">
                <a16:creationId xmlns:a16="http://schemas.microsoft.com/office/drawing/2014/main" id="{F4701529-5C74-4945-B97B-41999436E1B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1" name="English Item 4">
            <a:extLst>
              <a:ext uri="{FF2B5EF4-FFF2-40B4-BE49-F238E27FC236}">
                <a16:creationId xmlns:a16="http://schemas.microsoft.com/office/drawing/2014/main" id="{9799BEC8-12D1-4835-9963-7B80AF2A1E3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2" name="English Item 5">
            <a:extLst>
              <a:ext uri="{FF2B5EF4-FFF2-40B4-BE49-F238E27FC236}">
                <a16:creationId xmlns:a16="http://schemas.microsoft.com/office/drawing/2014/main" id="{4D170861-FCB9-4177-AA01-8DF96AB220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6">
            <a:extLst>
              <a:ext uri="{FF2B5EF4-FFF2-40B4-BE49-F238E27FC236}">
                <a16:creationId xmlns:a16="http://schemas.microsoft.com/office/drawing/2014/main" id="{8A8663EB-D2C1-4787-A37C-C3778FAE30E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7">
            <a:extLst>
              <a:ext uri="{FF2B5EF4-FFF2-40B4-BE49-F238E27FC236}">
                <a16:creationId xmlns:a16="http://schemas.microsoft.com/office/drawing/2014/main" id="{F6B7CD0F-532F-4005-9B3A-C48EDBAB3E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8">
            <a:extLst>
              <a:ext uri="{FF2B5EF4-FFF2-40B4-BE49-F238E27FC236}">
                <a16:creationId xmlns:a16="http://schemas.microsoft.com/office/drawing/2014/main" id="{D15BAF37-79FB-42BE-B19D-EFC7C06C14F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9">
            <a:extLst>
              <a:ext uri="{FF2B5EF4-FFF2-40B4-BE49-F238E27FC236}">
                <a16:creationId xmlns:a16="http://schemas.microsoft.com/office/drawing/2014/main" id="{68B6D93A-F1C4-4CC5-B5D0-490D79B2377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10">
            <a:extLst>
              <a:ext uri="{FF2B5EF4-FFF2-40B4-BE49-F238E27FC236}">
                <a16:creationId xmlns:a16="http://schemas.microsoft.com/office/drawing/2014/main" id="{70D4CDC8-4962-441E-980C-87D07740F0F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11">
            <a:extLst>
              <a:ext uri="{FF2B5EF4-FFF2-40B4-BE49-F238E27FC236}">
                <a16:creationId xmlns:a16="http://schemas.microsoft.com/office/drawing/2014/main" id="{6A22059A-FC3B-4918-B91D-24B837D5E4E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12">
            <a:extLst>
              <a:ext uri="{FF2B5EF4-FFF2-40B4-BE49-F238E27FC236}">
                <a16:creationId xmlns:a16="http://schemas.microsoft.com/office/drawing/2014/main" id="{F8869BCF-501E-494E-A100-BB32EBA274E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3">
            <a:extLst>
              <a:ext uri="{FF2B5EF4-FFF2-40B4-BE49-F238E27FC236}">
                <a16:creationId xmlns:a16="http://schemas.microsoft.com/office/drawing/2014/main" id="{F858D7F1-7BCD-40E9-B65A-B8F1CE9DA16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4">
            <a:extLst>
              <a:ext uri="{FF2B5EF4-FFF2-40B4-BE49-F238E27FC236}">
                <a16:creationId xmlns:a16="http://schemas.microsoft.com/office/drawing/2014/main" id="{E0A4BFE5-E19E-4237-9A17-C9E1038D5D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803584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ilence-40s">
            <a:hlinkClick r:id="" action="ppaction://media"/>
            <a:extLst>
              <a:ext uri="{FF2B5EF4-FFF2-40B4-BE49-F238E27FC236}">
                <a16:creationId xmlns:a16="http://schemas.microsoft.com/office/drawing/2014/main" id="{E97A0A6F-3AB6-4106-B20B-3184485A10E8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20022.8571"/>
                    <p14:bmk name="Bookmark 2" time="40045.7142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61362" y="4896494"/>
            <a:ext cx="609600" cy="609600"/>
          </a:xfrm>
          <a:prstGeom prst="rect">
            <a:avLst/>
          </a:prstGeom>
        </p:spPr>
      </p:pic>
      <p:sp>
        <p:nvSpPr>
          <p:cNvPr id="5" name="Text Box">
            <a:extLst>
              <a:ext uri="{FF2B5EF4-FFF2-40B4-BE49-F238E27FC236}">
                <a16:creationId xmlns:a16="http://schemas.microsoft.com/office/drawing/2014/main" id="{69CBBCF1-9072-41A8-AD5D-17B34D5067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54481" y="274320"/>
            <a:ext cx="7027544" cy="5012055"/>
          </a:xfrm>
          <a:prstGeom prst="roundRect">
            <a:avLst>
              <a:gd name="adj" fmla="val 10467"/>
            </a:avLst>
          </a:prstGeom>
          <a:solidFill>
            <a:schemeClr val="bg2">
              <a:lumMod val="50000"/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Reference Box">
            <a:extLst>
              <a:ext uri="{FF2B5EF4-FFF2-40B4-BE49-F238E27FC236}">
                <a16:creationId xmlns:a16="http://schemas.microsoft.com/office/drawing/2014/main" id="{7CB818D3-D9FD-4A09-B75C-AC7251AB25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92437" y="5041466"/>
            <a:ext cx="3151632" cy="497381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English Text">
            <a:extLst>
              <a:ext uri="{FF2B5EF4-FFF2-40B4-BE49-F238E27FC236}">
                <a16:creationId xmlns:a16="http://schemas.microsoft.com/office/drawing/2014/main" id="{2EA108AD-AC07-4BBD-BBF6-BF151A6AF1C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784350" y="501651"/>
            <a:ext cx="6577013" cy="45476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English Text</a:t>
            </a:r>
          </a:p>
        </p:txBody>
      </p:sp>
      <p:sp>
        <p:nvSpPr>
          <p:cNvPr id="10" name="English Reference">
            <a:extLst>
              <a:ext uri="{FF2B5EF4-FFF2-40B4-BE49-F238E27FC236}">
                <a16:creationId xmlns:a16="http://schemas.microsoft.com/office/drawing/2014/main" id="{5F3890A6-2E52-4247-9538-05F0FF8CF74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635375" y="5093428"/>
            <a:ext cx="2824163" cy="41266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English Reference</a:t>
            </a:r>
          </a:p>
        </p:txBody>
      </p:sp>
      <p:sp>
        <p:nvSpPr>
          <p:cNvPr id="68" name="Spanish Text">
            <a:extLst>
              <a:ext uri="{FF2B5EF4-FFF2-40B4-BE49-F238E27FC236}">
                <a16:creationId xmlns:a16="http://schemas.microsoft.com/office/drawing/2014/main" id="{6DF5E5F5-ED9F-4FAC-B238-3712BA5CE7A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776428" y="509025"/>
            <a:ext cx="6577013" cy="45402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Spanish Text</a:t>
            </a:r>
          </a:p>
        </p:txBody>
      </p:sp>
      <p:sp>
        <p:nvSpPr>
          <p:cNvPr id="69" name="Spanish Reference">
            <a:extLst>
              <a:ext uri="{FF2B5EF4-FFF2-40B4-BE49-F238E27FC236}">
                <a16:creationId xmlns:a16="http://schemas.microsoft.com/office/drawing/2014/main" id="{7DB76F92-7008-4F91-A6A2-CE9363E3F58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627453" y="5081157"/>
            <a:ext cx="2824163" cy="436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Spanish Reference</a:t>
            </a:r>
          </a:p>
        </p:txBody>
      </p:sp>
      <p:sp>
        <p:nvSpPr>
          <p:cNvPr id="39" name="Content Placeholder 19">
            <a:extLst>
              <a:ext uri="{FF2B5EF4-FFF2-40B4-BE49-F238E27FC236}">
                <a16:creationId xmlns:a16="http://schemas.microsoft.com/office/drawing/2014/main" id="{01B1F86A-4517-40F5-AA76-011B24BB4EDC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40" name="Spanish Item 1">
            <a:extLst>
              <a:ext uri="{FF2B5EF4-FFF2-40B4-BE49-F238E27FC236}">
                <a16:creationId xmlns:a16="http://schemas.microsoft.com/office/drawing/2014/main" id="{1FE1DFD4-9A8C-4361-A64D-394F5F01999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Spanish Item 2">
            <a:extLst>
              <a:ext uri="{FF2B5EF4-FFF2-40B4-BE49-F238E27FC236}">
                <a16:creationId xmlns:a16="http://schemas.microsoft.com/office/drawing/2014/main" id="{12478615-32EA-4545-AEF3-547B626B721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Spanish Item 3">
            <a:extLst>
              <a:ext uri="{FF2B5EF4-FFF2-40B4-BE49-F238E27FC236}">
                <a16:creationId xmlns:a16="http://schemas.microsoft.com/office/drawing/2014/main" id="{7E39C8CD-B50F-4CC0-970F-62D3C03BAB7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Spanish Item 4">
            <a:extLst>
              <a:ext uri="{FF2B5EF4-FFF2-40B4-BE49-F238E27FC236}">
                <a16:creationId xmlns:a16="http://schemas.microsoft.com/office/drawing/2014/main" id="{87B06F04-FABB-43D0-A027-53F21A8F453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Spanish Item 5">
            <a:extLst>
              <a:ext uri="{FF2B5EF4-FFF2-40B4-BE49-F238E27FC236}">
                <a16:creationId xmlns:a16="http://schemas.microsoft.com/office/drawing/2014/main" id="{88F32622-B169-4553-99A2-3DBF9DC125F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Spanish Item 6">
            <a:extLst>
              <a:ext uri="{FF2B5EF4-FFF2-40B4-BE49-F238E27FC236}">
                <a16:creationId xmlns:a16="http://schemas.microsoft.com/office/drawing/2014/main" id="{0CE1522F-F93D-43E7-844B-B33DE9AA683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Spanish Item 7">
            <a:extLst>
              <a:ext uri="{FF2B5EF4-FFF2-40B4-BE49-F238E27FC236}">
                <a16:creationId xmlns:a16="http://schemas.microsoft.com/office/drawing/2014/main" id="{D99F1ECE-0656-443F-AB0D-3DF547231C6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Spanish Item 8">
            <a:extLst>
              <a:ext uri="{FF2B5EF4-FFF2-40B4-BE49-F238E27FC236}">
                <a16:creationId xmlns:a16="http://schemas.microsoft.com/office/drawing/2014/main" id="{084407C7-435A-466C-84F0-001907B9473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Spanish Item 9">
            <a:extLst>
              <a:ext uri="{FF2B5EF4-FFF2-40B4-BE49-F238E27FC236}">
                <a16:creationId xmlns:a16="http://schemas.microsoft.com/office/drawing/2014/main" id="{1EB00EE5-DCA8-4B53-9565-01E75183D9C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Spanish Item 10">
            <a:extLst>
              <a:ext uri="{FF2B5EF4-FFF2-40B4-BE49-F238E27FC236}">
                <a16:creationId xmlns:a16="http://schemas.microsoft.com/office/drawing/2014/main" id="{944C7E12-B66D-4ED8-835E-2D04A15EBA6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Spanish Item 11">
            <a:extLst>
              <a:ext uri="{FF2B5EF4-FFF2-40B4-BE49-F238E27FC236}">
                <a16:creationId xmlns:a16="http://schemas.microsoft.com/office/drawing/2014/main" id="{251A53AA-289E-4FB1-B5CA-73534EB6EB6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Spanish Item 12">
            <a:extLst>
              <a:ext uri="{FF2B5EF4-FFF2-40B4-BE49-F238E27FC236}">
                <a16:creationId xmlns:a16="http://schemas.microsoft.com/office/drawing/2014/main" id="{EB096E85-7FC8-4C83-A3D2-95D233B22A4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2" name="Spanish Item 13">
            <a:extLst>
              <a:ext uri="{FF2B5EF4-FFF2-40B4-BE49-F238E27FC236}">
                <a16:creationId xmlns:a16="http://schemas.microsoft.com/office/drawing/2014/main" id="{530E5273-7669-44E4-9098-A5704EAFDE3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3" name="Spanish Item 14">
            <a:extLst>
              <a:ext uri="{FF2B5EF4-FFF2-40B4-BE49-F238E27FC236}">
                <a16:creationId xmlns:a16="http://schemas.microsoft.com/office/drawing/2014/main" id="{DB88114D-4E27-4760-9773-30826466B3E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4" name="English Item 1">
            <a:extLst>
              <a:ext uri="{FF2B5EF4-FFF2-40B4-BE49-F238E27FC236}">
                <a16:creationId xmlns:a16="http://schemas.microsoft.com/office/drawing/2014/main" id="{CF1B436F-41DE-4EB6-B514-576C7E2D265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5" name="English Item 2">
            <a:extLst>
              <a:ext uri="{FF2B5EF4-FFF2-40B4-BE49-F238E27FC236}">
                <a16:creationId xmlns:a16="http://schemas.microsoft.com/office/drawing/2014/main" id="{6CC5962D-7F0A-4F61-990D-F42558DFFBB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6" name="English Item 3">
            <a:extLst>
              <a:ext uri="{FF2B5EF4-FFF2-40B4-BE49-F238E27FC236}">
                <a16:creationId xmlns:a16="http://schemas.microsoft.com/office/drawing/2014/main" id="{2097F535-7E06-4AE2-BEAA-8DB52BE617B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7" name="English Item 4">
            <a:extLst>
              <a:ext uri="{FF2B5EF4-FFF2-40B4-BE49-F238E27FC236}">
                <a16:creationId xmlns:a16="http://schemas.microsoft.com/office/drawing/2014/main" id="{9AF3FC4B-6FF1-49D6-A0DA-8012545D3FA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8" name="English Item 5">
            <a:extLst>
              <a:ext uri="{FF2B5EF4-FFF2-40B4-BE49-F238E27FC236}">
                <a16:creationId xmlns:a16="http://schemas.microsoft.com/office/drawing/2014/main" id="{562204F7-0F81-44B7-ACD2-EF9180A7503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9" name="English Item 6">
            <a:extLst>
              <a:ext uri="{FF2B5EF4-FFF2-40B4-BE49-F238E27FC236}">
                <a16:creationId xmlns:a16="http://schemas.microsoft.com/office/drawing/2014/main" id="{31751114-1C1E-4662-8214-61C65B7AA9A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0" name="English Item 7">
            <a:extLst>
              <a:ext uri="{FF2B5EF4-FFF2-40B4-BE49-F238E27FC236}">
                <a16:creationId xmlns:a16="http://schemas.microsoft.com/office/drawing/2014/main" id="{9F851116-5C96-4652-830D-D0ECC7BC2D4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1" name="English Item 8">
            <a:extLst>
              <a:ext uri="{FF2B5EF4-FFF2-40B4-BE49-F238E27FC236}">
                <a16:creationId xmlns:a16="http://schemas.microsoft.com/office/drawing/2014/main" id="{4BA85412-BE3E-412D-B3F8-2CF67BA3E34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2" name="English Item 9">
            <a:extLst>
              <a:ext uri="{FF2B5EF4-FFF2-40B4-BE49-F238E27FC236}">
                <a16:creationId xmlns:a16="http://schemas.microsoft.com/office/drawing/2014/main" id="{072D91CC-9E58-47E5-AB33-87DC171CD3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3" name="English Item 10">
            <a:extLst>
              <a:ext uri="{FF2B5EF4-FFF2-40B4-BE49-F238E27FC236}">
                <a16:creationId xmlns:a16="http://schemas.microsoft.com/office/drawing/2014/main" id="{6E4BBEF4-4D85-43D9-89C1-462BB061A24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4" name="English Item 11">
            <a:extLst>
              <a:ext uri="{FF2B5EF4-FFF2-40B4-BE49-F238E27FC236}">
                <a16:creationId xmlns:a16="http://schemas.microsoft.com/office/drawing/2014/main" id="{9ED53ACE-CCBB-4C9D-9DCE-9A69882ECF3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5" name="English Item 12">
            <a:extLst>
              <a:ext uri="{FF2B5EF4-FFF2-40B4-BE49-F238E27FC236}">
                <a16:creationId xmlns:a16="http://schemas.microsoft.com/office/drawing/2014/main" id="{AF3EC4A5-B93A-4A54-B696-254815E0776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6" name="English Item 13">
            <a:extLst>
              <a:ext uri="{FF2B5EF4-FFF2-40B4-BE49-F238E27FC236}">
                <a16:creationId xmlns:a16="http://schemas.microsoft.com/office/drawing/2014/main" id="{AB216A15-A795-44EB-9FC9-1066324A2DF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7" name="English Item 14">
            <a:extLst>
              <a:ext uri="{FF2B5EF4-FFF2-40B4-BE49-F238E27FC236}">
                <a16:creationId xmlns:a16="http://schemas.microsoft.com/office/drawing/2014/main" id="{7C832E26-0C16-49B4-8D22-1DDF7F1A8A2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660790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4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4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10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10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10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4" bmkName="Bookmark 1"/>
                      </p:tgtEl>
                    </p:cond>
                  </p:nextCondLst>
                </p:seq>
                <p:seq concurrent="1" nextAc="seek">
                  <p:cTn id="107" restart="whenNotActive" fill="hold" evtFilter="cancelBubble" nodeType="interactiveSeq">
                    <p:stCondLst>
                      <p:cond evt="onMediaBookmark" delay="0">
                        <p:tgtEl>
                          <p14:bmkTgt spid="4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8" fill="hold">
                          <p:stCondLst>
                            <p:cond delay="0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10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10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10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10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10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6" dur="10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3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9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2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5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8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1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4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7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0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3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6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6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9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4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4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F7305E38-FFBE-4EDD-AB1D-613AA030C97C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D01A7A-8EE8-43AF-910B-BC21707E7AE5}"/>
              </a:ext>
            </a:extLst>
          </p:cNvPr>
          <p:cNvSpPr txBox="1"/>
          <p:nvPr userDrawn="1"/>
        </p:nvSpPr>
        <p:spPr>
          <a:xfrm>
            <a:off x="2152094" y="1467211"/>
            <a:ext cx="483981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Collection from Members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04C9369-911A-4D1F-850C-B0E7ED343057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C778023D-EB0E-4DD6-8E6C-28C6D564F3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6" name="Content Placeholder 19">
            <a:extLst>
              <a:ext uri="{FF2B5EF4-FFF2-40B4-BE49-F238E27FC236}">
                <a16:creationId xmlns:a16="http://schemas.microsoft.com/office/drawing/2014/main" id="{500C5C84-7D1C-46E5-A1FD-CC4FF4F26CE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7" name="English Item 1">
            <a:extLst>
              <a:ext uri="{FF2B5EF4-FFF2-40B4-BE49-F238E27FC236}">
                <a16:creationId xmlns:a16="http://schemas.microsoft.com/office/drawing/2014/main" id="{707B7E2C-C3DC-4049-9185-5EA795BFE4C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8" name="English Item 2">
            <a:extLst>
              <a:ext uri="{FF2B5EF4-FFF2-40B4-BE49-F238E27FC236}">
                <a16:creationId xmlns:a16="http://schemas.microsoft.com/office/drawing/2014/main" id="{67783DAA-0D42-4695-8D27-9096568A2F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9" name="English Item 3">
            <a:extLst>
              <a:ext uri="{FF2B5EF4-FFF2-40B4-BE49-F238E27FC236}">
                <a16:creationId xmlns:a16="http://schemas.microsoft.com/office/drawing/2014/main" id="{D8C2753B-A788-4F37-A2AD-0AA013FD55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0" name="English Item 4">
            <a:extLst>
              <a:ext uri="{FF2B5EF4-FFF2-40B4-BE49-F238E27FC236}">
                <a16:creationId xmlns:a16="http://schemas.microsoft.com/office/drawing/2014/main" id="{37E79A15-EC7B-4399-B0D4-13A4C1CC9A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5">
            <a:extLst>
              <a:ext uri="{FF2B5EF4-FFF2-40B4-BE49-F238E27FC236}">
                <a16:creationId xmlns:a16="http://schemas.microsoft.com/office/drawing/2014/main" id="{A780D302-634E-4A41-9F5B-95B88B0BE40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6">
            <a:extLst>
              <a:ext uri="{FF2B5EF4-FFF2-40B4-BE49-F238E27FC236}">
                <a16:creationId xmlns:a16="http://schemas.microsoft.com/office/drawing/2014/main" id="{469DDB85-CCB2-4261-8812-F8DC860FCDE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7">
            <a:extLst>
              <a:ext uri="{FF2B5EF4-FFF2-40B4-BE49-F238E27FC236}">
                <a16:creationId xmlns:a16="http://schemas.microsoft.com/office/drawing/2014/main" id="{85CDBCC4-B428-42BE-9AA2-216B879C53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8">
            <a:extLst>
              <a:ext uri="{FF2B5EF4-FFF2-40B4-BE49-F238E27FC236}">
                <a16:creationId xmlns:a16="http://schemas.microsoft.com/office/drawing/2014/main" id="{31F19240-468D-4FD4-BC55-EB359581E9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9">
            <a:extLst>
              <a:ext uri="{FF2B5EF4-FFF2-40B4-BE49-F238E27FC236}">
                <a16:creationId xmlns:a16="http://schemas.microsoft.com/office/drawing/2014/main" id="{CD45E125-3529-4855-A5D3-7D3390A75EF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10">
            <a:extLst>
              <a:ext uri="{FF2B5EF4-FFF2-40B4-BE49-F238E27FC236}">
                <a16:creationId xmlns:a16="http://schemas.microsoft.com/office/drawing/2014/main" id="{9A7397DA-94E1-41D1-8D10-93E081C7902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11">
            <a:extLst>
              <a:ext uri="{FF2B5EF4-FFF2-40B4-BE49-F238E27FC236}">
                <a16:creationId xmlns:a16="http://schemas.microsoft.com/office/drawing/2014/main" id="{21378B3A-A59D-42AE-BD69-4AA39EE832D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2">
            <a:extLst>
              <a:ext uri="{FF2B5EF4-FFF2-40B4-BE49-F238E27FC236}">
                <a16:creationId xmlns:a16="http://schemas.microsoft.com/office/drawing/2014/main" id="{90029EFE-E83E-4BB6-9805-B317D363A38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3">
            <a:extLst>
              <a:ext uri="{FF2B5EF4-FFF2-40B4-BE49-F238E27FC236}">
                <a16:creationId xmlns:a16="http://schemas.microsoft.com/office/drawing/2014/main" id="{C277E3A9-E31C-4129-95E4-B03BDB4B28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14">
            <a:extLst>
              <a:ext uri="{FF2B5EF4-FFF2-40B4-BE49-F238E27FC236}">
                <a16:creationId xmlns:a16="http://schemas.microsoft.com/office/drawing/2014/main" id="{16DEB8A5-955D-43DC-AF6C-B0D0717DE1E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1741912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51F79B2B-03D4-4C49-B081-A58362AF8681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7ED3470-A7DB-4EE0-8A2E-D2580FCA0B9D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5834ED19-7519-418A-914A-97DF699D454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9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2DB227F1-4034-45E2-8DD2-86D16630024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sp>
        <p:nvSpPr>
          <p:cNvPr id="10" name="English Text">
            <a:extLst>
              <a:ext uri="{FF2B5EF4-FFF2-40B4-BE49-F238E27FC236}">
                <a16:creationId xmlns:a16="http://schemas.microsoft.com/office/drawing/2014/main" id="{350A11F1-CFE3-49BB-ABA0-368CCE455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71700" y="1361652"/>
            <a:ext cx="4800600" cy="29459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kumimoji="0" lang="en-US" sz="60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Collection from Members</a:t>
            </a:r>
          </a:p>
        </p:txBody>
      </p:sp>
      <p:sp>
        <p:nvSpPr>
          <p:cNvPr id="13" name="Spanish Text">
            <a:extLst>
              <a:ext uri="{FF2B5EF4-FFF2-40B4-BE49-F238E27FC236}">
                <a16:creationId xmlns:a16="http://schemas.microsoft.com/office/drawing/2014/main" id="{4C921751-A9D2-46C3-8B6D-7393592F58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27953" y="1437716"/>
            <a:ext cx="4288094" cy="27938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72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Alegreya Sans Medium" panose="00000600000000000000" pitchFamily="50" charset="0"/>
                <a:cs typeface="Alegreya Sans Medium" panose="00000600000000000000" pitchFamily="50" charset="0"/>
              </a:defRPr>
            </a:lvl1pPr>
          </a:lstStyle>
          <a:p>
            <a:r>
              <a:rPr lang="en-US" sz="7200" dirty="0" err="1"/>
              <a:t>Ofrenda</a:t>
            </a:r>
            <a:r>
              <a:rPr lang="en-US" sz="7200" dirty="0"/>
              <a:t> de los </a:t>
            </a:r>
            <a:r>
              <a:rPr lang="en-US" sz="7200" dirty="0" err="1"/>
              <a:t>Miembros</a:t>
            </a:r>
            <a:endParaRPr lang="en-US" sz="7200" dirty="0"/>
          </a:p>
        </p:txBody>
      </p:sp>
      <p:pic>
        <p:nvPicPr>
          <p:cNvPr id="14" name="silence-10s">
            <a:hlinkClick r:id="" action="ppaction://media"/>
            <a:extLst>
              <a:ext uri="{FF2B5EF4-FFF2-40B4-BE49-F238E27FC236}">
                <a16:creationId xmlns:a16="http://schemas.microsoft.com/office/drawing/2014/main" id="{35CFC3FD-0063-48FB-8B89-AD6D656A37C4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735226" y="4121524"/>
            <a:ext cx="609600" cy="609600"/>
          </a:xfrm>
          <a:prstGeom prst="rect">
            <a:avLst/>
          </a:prstGeom>
        </p:spPr>
      </p:pic>
      <p:sp>
        <p:nvSpPr>
          <p:cNvPr id="15" name="Content Placeholder 19">
            <a:extLst>
              <a:ext uri="{FF2B5EF4-FFF2-40B4-BE49-F238E27FC236}">
                <a16:creationId xmlns:a16="http://schemas.microsoft.com/office/drawing/2014/main" id="{EDB22B13-813B-4911-9433-11B84A9E0E5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6" name="Spanish Item 1">
            <a:extLst>
              <a:ext uri="{FF2B5EF4-FFF2-40B4-BE49-F238E27FC236}">
                <a16:creationId xmlns:a16="http://schemas.microsoft.com/office/drawing/2014/main" id="{7688E35A-922F-46FB-8C9F-215C2B3F6EE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Spanish Item 2">
            <a:extLst>
              <a:ext uri="{FF2B5EF4-FFF2-40B4-BE49-F238E27FC236}">
                <a16:creationId xmlns:a16="http://schemas.microsoft.com/office/drawing/2014/main" id="{0ABB8782-AF40-451D-A071-1A4BFEAFF1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Spanish Item 3">
            <a:extLst>
              <a:ext uri="{FF2B5EF4-FFF2-40B4-BE49-F238E27FC236}">
                <a16:creationId xmlns:a16="http://schemas.microsoft.com/office/drawing/2014/main" id="{FC9A5994-2BFB-4293-A5F2-6053F33F6C3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Spanish Item 4">
            <a:extLst>
              <a:ext uri="{FF2B5EF4-FFF2-40B4-BE49-F238E27FC236}">
                <a16:creationId xmlns:a16="http://schemas.microsoft.com/office/drawing/2014/main" id="{8EEC5274-22E4-4DF1-A199-39CB839F4F7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Spanish Item 5">
            <a:extLst>
              <a:ext uri="{FF2B5EF4-FFF2-40B4-BE49-F238E27FC236}">
                <a16:creationId xmlns:a16="http://schemas.microsoft.com/office/drawing/2014/main" id="{40D92AB5-95C7-4FEA-82B9-0E33CF18CE5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Spanish Item 6">
            <a:extLst>
              <a:ext uri="{FF2B5EF4-FFF2-40B4-BE49-F238E27FC236}">
                <a16:creationId xmlns:a16="http://schemas.microsoft.com/office/drawing/2014/main" id="{8EE2AA38-5565-470C-81DD-CFE55FC4E60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Spanish Item 7">
            <a:extLst>
              <a:ext uri="{FF2B5EF4-FFF2-40B4-BE49-F238E27FC236}">
                <a16:creationId xmlns:a16="http://schemas.microsoft.com/office/drawing/2014/main" id="{C0C9E867-69FC-4EA1-A00B-7BDF2934F22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Spanish Item 8">
            <a:extLst>
              <a:ext uri="{FF2B5EF4-FFF2-40B4-BE49-F238E27FC236}">
                <a16:creationId xmlns:a16="http://schemas.microsoft.com/office/drawing/2014/main" id="{289CA97E-FED6-485B-B3C6-3EC06CCC787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Spanish Item 9">
            <a:extLst>
              <a:ext uri="{FF2B5EF4-FFF2-40B4-BE49-F238E27FC236}">
                <a16:creationId xmlns:a16="http://schemas.microsoft.com/office/drawing/2014/main" id="{09A24471-C50D-4429-A3ED-D32B7AA6607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10">
            <a:extLst>
              <a:ext uri="{FF2B5EF4-FFF2-40B4-BE49-F238E27FC236}">
                <a16:creationId xmlns:a16="http://schemas.microsoft.com/office/drawing/2014/main" id="{B0B91DE4-0256-4CE2-AE84-8DEC4FC0CE3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11">
            <a:extLst>
              <a:ext uri="{FF2B5EF4-FFF2-40B4-BE49-F238E27FC236}">
                <a16:creationId xmlns:a16="http://schemas.microsoft.com/office/drawing/2014/main" id="{790352DA-390E-44AA-A537-E628A606CCD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12">
            <a:extLst>
              <a:ext uri="{FF2B5EF4-FFF2-40B4-BE49-F238E27FC236}">
                <a16:creationId xmlns:a16="http://schemas.microsoft.com/office/drawing/2014/main" id="{948EBCE5-2E7D-4161-A32B-360D9175E05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13">
            <a:extLst>
              <a:ext uri="{FF2B5EF4-FFF2-40B4-BE49-F238E27FC236}">
                <a16:creationId xmlns:a16="http://schemas.microsoft.com/office/drawing/2014/main" id="{009F9D72-A749-4C28-8D11-2C206221652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14">
            <a:extLst>
              <a:ext uri="{FF2B5EF4-FFF2-40B4-BE49-F238E27FC236}">
                <a16:creationId xmlns:a16="http://schemas.microsoft.com/office/drawing/2014/main" id="{A0A0E0D0-631E-4441-8E43-BC7C4D9500B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">
            <a:extLst>
              <a:ext uri="{FF2B5EF4-FFF2-40B4-BE49-F238E27FC236}">
                <a16:creationId xmlns:a16="http://schemas.microsoft.com/office/drawing/2014/main" id="{D1A0EC6D-F9EC-4358-9291-B14C08AEC1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2">
            <a:extLst>
              <a:ext uri="{FF2B5EF4-FFF2-40B4-BE49-F238E27FC236}">
                <a16:creationId xmlns:a16="http://schemas.microsoft.com/office/drawing/2014/main" id="{CF05FB25-AD7F-4532-88A1-D04888F46AD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3">
            <a:extLst>
              <a:ext uri="{FF2B5EF4-FFF2-40B4-BE49-F238E27FC236}">
                <a16:creationId xmlns:a16="http://schemas.microsoft.com/office/drawing/2014/main" id="{081F1C46-8E09-4EA6-8C57-9AB742F953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4">
            <a:extLst>
              <a:ext uri="{FF2B5EF4-FFF2-40B4-BE49-F238E27FC236}">
                <a16:creationId xmlns:a16="http://schemas.microsoft.com/office/drawing/2014/main" id="{CF6C32CE-BF06-4C5C-BA0F-FF8CD892ED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English Item 5">
            <a:extLst>
              <a:ext uri="{FF2B5EF4-FFF2-40B4-BE49-F238E27FC236}">
                <a16:creationId xmlns:a16="http://schemas.microsoft.com/office/drawing/2014/main" id="{A20CF588-248B-4E4A-B1F5-4BB94DD450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English Item 6">
            <a:extLst>
              <a:ext uri="{FF2B5EF4-FFF2-40B4-BE49-F238E27FC236}">
                <a16:creationId xmlns:a16="http://schemas.microsoft.com/office/drawing/2014/main" id="{1FAC53B9-D887-468E-86AF-F7BE8785967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English Item 7">
            <a:extLst>
              <a:ext uri="{FF2B5EF4-FFF2-40B4-BE49-F238E27FC236}">
                <a16:creationId xmlns:a16="http://schemas.microsoft.com/office/drawing/2014/main" id="{4B449E3A-8B7E-4224-8C6C-C63AAF83326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English Item 8">
            <a:extLst>
              <a:ext uri="{FF2B5EF4-FFF2-40B4-BE49-F238E27FC236}">
                <a16:creationId xmlns:a16="http://schemas.microsoft.com/office/drawing/2014/main" id="{E967AB72-7498-4B7B-8CC9-BFE11D4A8B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9">
            <a:extLst>
              <a:ext uri="{FF2B5EF4-FFF2-40B4-BE49-F238E27FC236}">
                <a16:creationId xmlns:a16="http://schemas.microsoft.com/office/drawing/2014/main" id="{3EE1BCFD-206B-4B68-8F1F-5DE2A5AFC46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10">
            <a:extLst>
              <a:ext uri="{FF2B5EF4-FFF2-40B4-BE49-F238E27FC236}">
                <a16:creationId xmlns:a16="http://schemas.microsoft.com/office/drawing/2014/main" id="{38248577-393F-405F-B494-8EAA59A0BD5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11">
            <a:extLst>
              <a:ext uri="{FF2B5EF4-FFF2-40B4-BE49-F238E27FC236}">
                <a16:creationId xmlns:a16="http://schemas.microsoft.com/office/drawing/2014/main" id="{16D2B832-B788-4075-8C18-694AA4B44B9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12">
            <a:extLst>
              <a:ext uri="{FF2B5EF4-FFF2-40B4-BE49-F238E27FC236}">
                <a16:creationId xmlns:a16="http://schemas.microsoft.com/office/drawing/2014/main" id="{43FB393A-3484-40A2-8D2A-FC8C89F916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13">
            <a:extLst>
              <a:ext uri="{FF2B5EF4-FFF2-40B4-BE49-F238E27FC236}">
                <a16:creationId xmlns:a16="http://schemas.microsoft.com/office/drawing/2014/main" id="{C13359F9-1876-4414-829D-0F3D636C04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14">
            <a:extLst>
              <a:ext uri="{FF2B5EF4-FFF2-40B4-BE49-F238E27FC236}">
                <a16:creationId xmlns:a16="http://schemas.microsoft.com/office/drawing/2014/main" id="{4D7DB745-5945-4770-8BDE-0A51BAD47FA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1256499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7" restart="whenNotActive" fill="hold" evtFilter="cancelBubble" nodeType="interactiveSeq">
                    <p:stCondLst>
                      <p:cond evt="onMediaBookmark" delay="0">
                        <p:tgtEl>
                          <p14:bmkTgt spid="14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" fill="hold">
                          <p:stCondLst>
                            <p:cond delay="0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9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2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5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8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1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4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7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0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3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9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2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1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4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9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5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4" bmkName="Bookmark 1"/>
                      </p:tgtEl>
                    </p:cond>
                  </p:nextCondLst>
                </p:seq>
                <p:audio>
                  <p:cMediaNode vol="80000" mute="1" showWhenStopped="0">
                    <p:cTn id="106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4"/>
                    </p:tgtEl>
                  </p:cMediaNode>
                </p:audio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06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4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ADB28-4B68-4DF7-AE1F-C4F162DC46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54481" y="274320"/>
            <a:ext cx="7027544" cy="5012055"/>
          </a:xfrm>
          <a:prstGeom prst="roundRect">
            <a:avLst>
              <a:gd name="adj" fmla="val 10467"/>
            </a:avLst>
          </a:prstGeom>
          <a:solidFill>
            <a:schemeClr val="bg2">
              <a:lumMod val="50000"/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Collection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E2083C-EF28-40B1-ACC6-0E72BDA32F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35693" y="5016597"/>
            <a:ext cx="2865120" cy="547119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6" name="Content Placeholder 19">
            <a:extLst>
              <a:ext uri="{FF2B5EF4-FFF2-40B4-BE49-F238E27FC236}">
                <a16:creationId xmlns:a16="http://schemas.microsoft.com/office/drawing/2014/main" id="{1289A1C7-BAE8-48CC-A867-EB833326460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8" name="English Item 1">
            <a:extLst>
              <a:ext uri="{FF2B5EF4-FFF2-40B4-BE49-F238E27FC236}">
                <a16:creationId xmlns:a16="http://schemas.microsoft.com/office/drawing/2014/main" id="{12CCABAF-2C6D-4F52-898A-8A25FCEB14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9" name="English Item 2">
            <a:extLst>
              <a:ext uri="{FF2B5EF4-FFF2-40B4-BE49-F238E27FC236}">
                <a16:creationId xmlns:a16="http://schemas.microsoft.com/office/drawing/2014/main" id="{3FE6DC27-9B30-4779-9F95-6886652C38D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0" name="English Item 3">
            <a:extLst>
              <a:ext uri="{FF2B5EF4-FFF2-40B4-BE49-F238E27FC236}">
                <a16:creationId xmlns:a16="http://schemas.microsoft.com/office/drawing/2014/main" id="{F4701529-5C74-4945-B97B-41999436E1B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1" name="English Item 4">
            <a:extLst>
              <a:ext uri="{FF2B5EF4-FFF2-40B4-BE49-F238E27FC236}">
                <a16:creationId xmlns:a16="http://schemas.microsoft.com/office/drawing/2014/main" id="{9799BEC8-12D1-4835-9963-7B80AF2A1E3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2" name="English Item 5">
            <a:extLst>
              <a:ext uri="{FF2B5EF4-FFF2-40B4-BE49-F238E27FC236}">
                <a16:creationId xmlns:a16="http://schemas.microsoft.com/office/drawing/2014/main" id="{4D170861-FCB9-4177-AA01-8DF96AB220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6">
            <a:extLst>
              <a:ext uri="{FF2B5EF4-FFF2-40B4-BE49-F238E27FC236}">
                <a16:creationId xmlns:a16="http://schemas.microsoft.com/office/drawing/2014/main" id="{8A8663EB-D2C1-4787-A37C-C3778FAE30E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7">
            <a:extLst>
              <a:ext uri="{FF2B5EF4-FFF2-40B4-BE49-F238E27FC236}">
                <a16:creationId xmlns:a16="http://schemas.microsoft.com/office/drawing/2014/main" id="{F6B7CD0F-532F-4005-9B3A-C48EDBAB3E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8">
            <a:extLst>
              <a:ext uri="{FF2B5EF4-FFF2-40B4-BE49-F238E27FC236}">
                <a16:creationId xmlns:a16="http://schemas.microsoft.com/office/drawing/2014/main" id="{D15BAF37-79FB-42BE-B19D-EFC7C06C14F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9">
            <a:extLst>
              <a:ext uri="{FF2B5EF4-FFF2-40B4-BE49-F238E27FC236}">
                <a16:creationId xmlns:a16="http://schemas.microsoft.com/office/drawing/2014/main" id="{68B6D93A-F1C4-4CC5-B5D0-490D79B2377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10">
            <a:extLst>
              <a:ext uri="{FF2B5EF4-FFF2-40B4-BE49-F238E27FC236}">
                <a16:creationId xmlns:a16="http://schemas.microsoft.com/office/drawing/2014/main" id="{70D4CDC8-4962-441E-980C-87D07740F0F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11">
            <a:extLst>
              <a:ext uri="{FF2B5EF4-FFF2-40B4-BE49-F238E27FC236}">
                <a16:creationId xmlns:a16="http://schemas.microsoft.com/office/drawing/2014/main" id="{6A22059A-FC3B-4918-B91D-24B837D5E4E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12">
            <a:extLst>
              <a:ext uri="{FF2B5EF4-FFF2-40B4-BE49-F238E27FC236}">
                <a16:creationId xmlns:a16="http://schemas.microsoft.com/office/drawing/2014/main" id="{F8869BCF-501E-494E-A100-BB32EBA274E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3">
            <a:extLst>
              <a:ext uri="{FF2B5EF4-FFF2-40B4-BE49-F238E27FC236}">
                <a16:creationId xmlns:a16="http://schemas.microsoft.com/office/drawing/2014/main" id="{F858D7F1-7BCD-40E9-B65A-B8F1CE9DA16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4">
            <a:extLst>
              <a:ext uri="{FF2B5EF4-FFF2-40B4-BE49-F238E27FC236}">
                <a16:creationId xmlns:a16="http://schemas.microsoft.com/office/drawing/2014/main" id="{E0A4BFE5-E19E-4237-9A17-C9E1038D5D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371389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ilence-40s">
            <a:hlinkClick r:id="" action="ppaction://media"/>
            <a:extLst>
              <a:ext uri="{FF2B5EF4-FFF2-40B4-BE49-F238E27FC236}">
                <a16:creationId xmlns:a16="http://schemas.microsoft.com/office/drawing/2014/main" id="{E97A0A6F-3AB6-4106-B20B-3184485A10E8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20022.8571"/>
                    <p14:bmk name="Bookmark 2" time="40045.7142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61362" y="4896494"/>
            <a:ext cx="609600" cy="609600"/>
          </a:xfrm>
          <a:prstGeom prst="rect">
            <a:avLst/>
          </a:prstGeom>
        </p:spPr>
      </p:pic>
      <p:sp>
        <p:nvSpPr>
          <p:cNvPr id="5" name="Text Box">
            <a:extLst>
              <a:ext uri="{FF2B5EF4-FFF2-40B4-BE49-F238E27FC236}">
                <a16:creationId xmlns:a16="http://schemas.microsoft.com/office/drawing/2014/main" id="{69CBBCF1-9072-41A8-AD5D-17B34D5067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54481" y="274320"/>
            <a:ext cx="7027544" cy="5012055"/>
          </a:xfrm>
          <a:prstGeom prst="roundRect">
            <a:avLst>
              <a:gd name="adj" fmla="val 10467"/>
            </a:avLst>
          </a:prstGeom>
          <a:solidFill>
            <a:schemeClr val="bg2">
              <a:lumMod val="50000"/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Reference Box">
            <a:extLst>
              <a:ext uri="{FF2B5EF4-FFF2-40B4-BE49-F238E27FC236}">
                <a16:creationId xmlns:a16="http://schemas.microsoft.com/office/drawing/2014/main" id="{7CB818D3-D9FD-4A09-B75C-AC7251AB25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92437" y="5041466"/>
            <a:ext cx="3151632" cy="497381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English Text">
            <a:extLst>
              <a:ext uri="{FF2B5EF4-FFF2-40B4-BE49-F238E27FC236}">
                <a16:creationId xmlns:a16="http://schemas.microsoft.com/office/drawing/2014/main" id="{2EA108AD-AC07-4BBD-BBF6-BF151A6AF1C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784350" y="501650"/>
            <a:ext cx="6577013" cy="452098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English Text</a:t>
            </a:r>
          </a:p>
        </p:txBody>
      </p:sp>
      <p:sp>
        <p:nvSpPr>
          <p:cNvPr id="10" name="English Reference">
            <a:extLst>
              <a:ext uri="{FF2B5EF4-FFF2-40B4-BE49-F238E27FC236}">
                <a16:creationId xmlns:a16="http://schemas.microsoft.com/office/drawing/2014/main" id="{5F3890A6-2E52-4247-9538-05F0FF8CF74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635375" y="5093428"/>
            <a:ext cx="2824163" cy="39297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English Reference</a:t>
            </a:r>
          </a:p>
        </p:txBody>
      </p:sp>
      <p:sp>
        <p:nvSpPr>
          <p:cNvPr id="68" name="Spanish Text">
            <a:extLst>
              <a:ext uri="{FF2B5EF4-FFF2-40B4-BE49-F238E27FC236}">
                <a16:creationId xmlns:a16="http://schemas.microsoft.com/office/drawing/2014/main" id="{6DF5E5F5-ED9F-4FAC-B238-3712BA5CE7A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776428" y="509025"/>
            <a:ext cx="6577013" cy="45402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Spanish Text</a:t>
            </a:r>
          </a:p>
        </p:txBody>
      </p:sp>
      <p:sp>
        <p:nvSpPr>
          <p:cNvPr id="69" name="Spanish Reference">
            <a:extLst>
              <a:ext uri="{FF2B5EF4-FFF2-40B4-BE49-F238E27FC236}">
                <a16:creationId xmlns:a16="http://schemas.microsoft.com/office/drawing/2014/main" id="{7DB76F92-7008-4F91-A6A2-CE9363E3F58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627453" y="5093428"/>
            <a:ext cx="2824163" cy="41266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Spanish Reference</a:t>
            </a:r>
          </a:p>
        </p:txBody>
      </p:sp>
      <p:sp>
        <p:nvSpPr>
          <p:cNvPr id="39" name="Content Placeholder 19">
            <a:extLst>
              <a:ext uri="{FF2B5EF4-FFF2-40B4-BE49-F238E27FC236}">
                <a16:creationId xmlns:a16="http://schemas.microsoft.com/office/drawing/2014/main" id="{01B1F86A-4517-40F5-AA76-011B24BB4EDC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40" name="Spanish Item 1">
            <a:extLst>
              <a:ext uri="{FF2B5EF4-FFF2-40B4-BE49-F238E27FC236}">
                <a16:creationId xmlns:a16="http://schemas.microsoft.com/office/drawing/2014/main" id="{1FE1DFD4-9A8C-4361-A64D-394F5F01999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Spanish Item 2">
            <a:extLst>
              <a:ext uri="{FF2B5EF4-FFF2-40B4-BE49-F238E27FC236}">
                <a16:creationId xmlns:a16="http://schemas.microsoft.com/office/drawing/2014/main" id="{12478615-32EA-4545-AEF3-547B626B721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Spanish Item 3">
            <a:extLst>
              <a:ext uri="{FF2B5EF4-FFF2-40B4-BE49-F238E27FC236}">
                <a16:creationId xmlns:a16="http://schemas.microsoft.com/office/drawing/2014/main" id="{7E39C8CD-B50F-4CC0-970F-62D3C03BAB7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Spanish Item 4">
            <a:extLst>
              <a:ext uri="{FF2B5EF4-FFF2-40B4-BE49-F238E27FC236}">
                <a16:creationId xmlns:a16="http://schemas.microsoft.com/office/drawing/2014/main" id="{87B06F04-FABB-43D0-A027-53F21A8F453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Spanish Item 5">
            <a:extLst>
              <a:ext uri="{FF2B5EF4-FFF2-40B4-BE49-F238E27FC236}">
                <a16:creationId xmlns:a16="http://schemas.microsoft.com/office/drawing/2014/main" id="{88F32622-B169-4553-99A2-3DBF9DC125F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Spanish Item 6">
            <a:extLst>
              <a:ext uri="{FF2B5EF4-FFF2-40B4-BE49-F238E27FC236}">
                <a16:creationId xmlns:a16="http://schemas.microsoft.com/office/drawing/2014/main" id="{0CE1522F-F93D-43E7-844B-B33DE9AA683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Spanish Item 7">
            <a:extLst>
              <a:ext uri="{FF2B5EF4-FFF2-40B4-BE49-F238E27FC236}">
                <a16:creationId xmlns:a16="http://schemas.microsoft.com/office/drawing/2014/main" id="{D99F1ECE-0656-443F-AB0D-3DF547231C6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Spanish Item 8">
            <a:extLst>
              <a:ext uri="{FF2B5EF4-FFF2-40B4-BE49-F238E27FC236}">
                <a16:creationId xmlns:a16="http://schemas.microsoft.com/office/drawing/2014/main" id="{084407C7-435A-466C-84F0-001907B9473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Spanish Item 9">
            <a:extLst>
              <a:ext uri="{FF2B5EF4-FFF2-40B4-BE49-F238E27FC236}">
                <a16:creationId xmlns:a16="http://schemas.microsoft.com/office/drawing/2014/main" id="{1EB00EE5-DCA8-4B53-9565-01E75183D9C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Spanish Item 10">
            <a:extLst>
              <a:ext uri="{FF2B5EF4-FFF2-40B4-BE49-F238E27FC236}">
                <a16:creationId xmlns:a16="http://schemas.microsoft.com/office/drawing/2014/main" id="{944C7E12-B66D-4ED8-835E-2D04A15EBA6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Spanish Item 11">
            <a:extLst>
              <a:ext uri="{FF2B5EF4-FFF2-40B4-BE49-F238E27FC236}">
                <a16:creationId xmlns:a16="http://schemas.microsoft.com/office/drawing/2014/main" id="{251A53AA-289E-4FB1-B5CA-73534EB6EB6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Spanish Item 12">
            <a:extLst>
              <a:ext uri="{FF2B5EF4-FFF2-40B4-BE49-F238E27FC236}">
                <a16:creationId xmlns:a16="http://schemas.microsoft.com/office/drawing/2014/main" id="{EB096E85-7FC8-4C83-A3D2-95D233B22A4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2" name="Spanish Item 13">
            <a:extLst>
              <a:ext uri="{FF2B5EF4-FFF2-40B4-BE49-F238E27FC236}">
                <a16:creationId xmlns:a16="http://schemas.microsoft.com/office/drawing/2014/main" id="{530E5273-7669-44E4-9098-A5704EAFDE3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3" name="Spanish Item 14">
            <a:extLst>
              <a:ext uri="{FF2B5EF4-FFF2-40B4-BE49-F238E27FC236}">
                <a16:creationId xmlns:a16="http://schemas.microsoft.com/office/drawing/2014/main" id="{DB88114D-4E27-4760-9773-30826466B3E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4" name="English Item 1">
            <a:extLst>
              <a:ext uri="{FF2B5EF4-FFF2-40B4-BE49-F238E27FC236}">
                <a16:creationId xmlns:a16="http://schemas.microsoft.com/office/drawing/2014/main" id="{CF1B436F-41DE-4EB6-B514-576C7E2D265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5" name="English Item 2">
            <a:extLst>
              <a:ext uri="{FF2B5EF4-FFF2-40B4-BE49-F238E27FC236}">
                <a16:creationId xmlns:a16="http://schemas.microsoft.com/office/drawing/2014/main" id="{6CC5962D-7F0A-4F61-990D-F42558DFFBB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6" name="English Item 3">
            <a:extLst>
              <a:ext uri="{FF2B5EF4-FFF2-40B4-BE49-F238E27FC236}">
                <a16:creationId xmlns:a16="http://schemas.microsoft.com/office/drawing/2014/main" id="{2097F535-7E06-4AE2-BEAA-8DB52BE617B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7" name="English Item 4">
            <a:extLst>
              <a:ext uri="{FF2B5EF4-FFF2-40B4-BE49-F238E27FC236}">
                <a16:creationId xmlns:a16="http://schemas.microsoft.com/office/drawing/2014/main" id="{9AF3FC4B-6FF1-49D6-A0DA-8012545D3FA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8" name="English Item 5">
            <a:extLst>
              <a:ext uri="{FF2B5EF4-FFF2-40B4-BE49-F238E27FC236}">
                <a16:creationId xmlns:a16="http://schemas.microsoft.com/office/drawing/2014/main" id="{562204F7-0F81-44B7-ACD2-EF9180A7503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9" name="English Item 6">
            <a:extLst>
              <a:ext uri="{FF2B5EF4-FFF2-40B4-BE49-F238E27FC236}">
                <a16:creationId xmlns:a16="http://schemas.microsoft.com/office/drawing/2014/main" id="{31751114-1C1E-4662-8214-61C65B7AA9A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0" name="English Item 7">
            <a:extLst>
              <a:ext uri="{FF2B5EF4-FFF2-40B4-BE49-F238E27FC236}">
                <a16:creationId xmlns:a16="http://schemas.microsoft.com/office/drawing/2014/main" id="{9F851116-5C96-4652-830D-D0ECC7BC2D4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1" name="English Item 8">
            <a:extLst>
              <a:ext uri="{FF2B5EF4-FFF2-40B4-BE49-F238E27FC236}">
                <a16:creationId xmlns:a16="http://schemas.microsoft.com/office/drawing/2014/main" id="{4BA85412-BE3E-412D-B3F8-2CF67BA3E34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2" name="English Item 9">
            <a:extLst>
              <a:ext uri="{FF2B5EF4-FFF2-40B4-BE49-F238E27FC236}">
                <a16:creationId xmlns:a16="http://schemas.microsoft.com/office/drawing/2014/main" id="{072D91CC-9E58-47E5-AB33-87DC171CD3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3" name="English Item 10">
            <a:extLst>
              <a:ext uri="{FF2B5EF4-FFF2-40B4-BE49-F238E27FC236}">
                <a16:creationId xmlns:a16="http://schemas.microsoft.com/office/drawing/2014/main" id="{6E4BBEF4-4D85-43D9-89C1-462BB061A24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4" name="English Item 11">
            <a:extLst>
              <a:ext uri="{FF2B5EF4-FFF2-40B4-BE49-F238E27FC236}">
                <a16:creationId xmlns:a16="http://schemas.microsoft.com/office/drawing/2014/main" id="{9ED53ACE-CCBB-4C9D-9DCE-9A69882ECF3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5" name="English Item 12">
            <a:extLst>
              <a:ext uri="{FF2B5EF4-FFF2-40B4-BE49-F238E27FC236}">
                <a16:creationId xmlns:a16="http://schemas.microsoft.com/office/drawing/2014/main" id="{AF3EC4A5-B93A-4A54-B696-254815E0776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6" name="English Item 13">
            <a:extLst>
              <a:ext uri="{FF2B5EF4-FFF2-40B4-BE49-F238E27FC236}">
                <a16:creationId xmlns:a16="http://schemas.microsoft.com/office/drawing/2014/main" id="{AB216A15-A795-44EB-9FC9-1066324A2DF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7" name="English Item 14">
            <a:extLst>
              <a:ext uri="{FF2B5EF4-FFF2-40B4-BE49-F238E27FC236}">
                <a16:creationId xmlns:a16="http://schemas.microsoft.com/office/drawing/2014/main" id="{7C832E26-0C16-49B4-8D22-1DDF7F1A8A2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443812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4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4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10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10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10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4" bmkName="Bookmark 1"/>
                      </p:tgtEl>
                    </p:cond>
                  </p:nextCondLst>
                </p:seq>
                <p:seq concurrent="1" nextAc="seek">
                  <p:cTn id="107" restart="whenNotActive" fill="hold" evtFilter="cancelBubble" nodeType="interactiveSeq">
                    <p:stCondLst>
                      <p:cond evt="onMediaBookmark" delay="0">
                        <p:tgtEl>
                          <p14:bmkTgt spid="4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8" fill="hold">
                          <p:stCondLst>
                            <p:cond delay="0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10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10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10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10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10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6" dur="10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3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9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2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5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8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1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4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7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0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3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6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6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9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4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4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ield of grass with trees in the background&#10;&#10;Description automatically generated">
            <a:extLst>
              <a:ext uri="{FF2B5EF4-FFF2-40B4-BE49-F238E27FC236}">
                <a16:creationId xmlns:a16="http://schemas.microsoft.com/office/drawing/2014/main" id="{4296EF3B-86DC-4D12-9A9D-E6A40A1C80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8048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120AC850-BFDE-4F9D-8A53-20C7E2BB2084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45031" rIns="0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 pitchFamily="34" charset="0"/>
              </a:rPr>
              <a:t>Invitation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B322026-93A3-4BCD-B71B-F509241943B9}"/>
              </a:ext>
            </a:extLst>
          </p:cNvPr>
          <p:cNvGrpSpPr/>
          <p:nvPr userDrawn="1"/>
        </p:nvGrpSpPr>
        <p:grpSpPr>
          <a:xfrm>
            <a:off x="6810375" y="218772"/>
            <a:ext cx="3048000" cy="547119"/>
            <a:chOff x="6810375" y="218772"/>
            <a:chExt cx="3048000" cy="547119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3205694-6F5E-40C0-A361-EFFCC9885042}"/>
                </a:ext>
              </a:extLst>
            </p:cNvPr>
            <p:cNvSpPr/>
            <p:nvPr/>
          </p:nvSpPr>
          <p:spPr>
            <a:xfrm>
              <a:off x="6810375" y="218772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8" name="Picture 7" descr="A picture containing clipart&#10;&#10;Description automatically generated">
              <a:extLst>
                <a:ext uri="{FF2B5EF4-FFF2-40B4-BE49-F238E27FC236}">
                  <a16:creationId xmlns:a16="http://schemas.microsoft.com/office/drawing/2014/main" id="{C3B885D6-1467-47BE-BAD3-EAAFF5AAE5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0071" y="280127"/>
              <a:ext cx="2071785" cy="4244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58054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78CD1A-F0B8-4482-ADFA-04E9A09E23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pic>
        <p:nvPicPr>
          <p:cNvPr id="4" name="Picture 3" descr="A drawing of a face&#10;&#10;Description automatically generated">
            <a:extLst>
              <a:ext uri="{FF2B5EF4-FFF2-40B4-BE49-F238E27FC236}">
                <a16:creationId xmlns:a16="http://schemas.microsoft.com/office/drawing/2014/main" id="{A945F061-02DC-453B-81E4-C48A61A959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124" y="912264"/>
            <a:ext cx="3785751" cy="378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499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indoor, table, sitting, paper&#10;&#10;Description automatically generated">
            <a:extLst>
              <a:ext uri="{FF2B5EF4-FFF2-40B4-BE49-F238E27FC236}">
                <a16:creationId xmlns:a16="http://schemas.microsoft.com/office/drawing/2014/main" id="{39B35DE4-926F-4673-8006-BBEBE2D76F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126" cy="5715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9E087E3-7321-48B0-AE6A-5BE1E35A979E}"/>
              </a:ext>
            </a:extLst>
          </p:cNvPr>
          <p:cNvSpPr/>
          <p:nvPr userDrawn="1"/>
        </p:nvSpPr>
        <p:spPr>
          <a:xfrm>
            <a:off x="5216122" y="1578922"/>
            <a:ext cx="3633275" cy="122614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05751B2-9DAE-4F05-9F58-579C980FFBB1}"/>
              </a:ext>
            </a:extLst>
          </p:cNvPr>
          <p:cNvSpPr/>
          <p:nvPr userDrawn="1"/>
        </p:nvSpPr>
        <p:spPr>
          <a:xfrm>
            <a:off x="5351821" y="1684407"/>
            <a:ext cx="1022287" cy="1003576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9:00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am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744B33B-593B-4162-89DC-67A6C58C3C02}"/>
              </a:ext>
            </a:extLst>
          </p:cNvPr>
          <p:cNvSpPr/>
          <p:nvPr userDrawn="1"/>
        </p:nvSpPr>
        <p:spPr>
          <a:xfrm>
            <a:off x="392119" y="218772"/>
            <a:ext cx="4417883" cy="4417883"/>
          </a:xfrm>
          <a:prstGeom prst="ellipse">
            <a:avLst/>
          </a:prstGeom>
          <a:solidFill>
            <a:schemeClr val="bg1">
              <a:lumMod val="50000"/>
              <a:alpha val="9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Thanks for being with us tonight.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Please join us again this Sunday!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C45F36-3824-4155-9DCB-0578ACCD3867}"/>
              </a:ext>
            </a:extLst>
          </p:cNvPr>
          <p:cNvSpPr txBox="1"/>
          <p:nvPr userDrawn="1"/>
        </p:nvSpPr>
        <p:spPr>
          <a:xfrm>
            <a:off x="6430854" y="1726603"/>
            <a:ext cx="2321024" cy="1035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Bible</a:t>
            </a:r>
          </a:p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Classes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EBEFA6F-B836-4445-857E-DC29CC15D67F}"/>
              </a:ext>
            </a:extLst>
          </p:cNvPr>
          <p:cNvSpPr/>
          <p:nvPr userDrawn="1"/>
        </p:nvSpPr>
        <p:spPr>
          <a:xfrm>
            <a:off x="5216122" y="2924504"/>
            <a:ext cx="3633275" cy="122614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3A4FD39-9662-44A8-A861-33633C62064D}"/>
              </a:ext>
            </a:extLst>
          </p:cNvPr>
          <p:cNvSpPr/>
          <p:nvPr userDrawn="1"/>
        </p:nvSpPr>
        <p:spPr>
          <a:xfrm>
            <a:off x="5351821" y="3029989"/>
            <a:ext cx="1022287" cy="1003576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10:00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am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458BF84-EC4E-4552-A68D-3CC0F1E630D0}"/>
              </a:ext>
            </a:extLst>
          </p:cNvPr>
          <p:cNvSpPr/>
          <p:nvPr userDrawn="1"/>
        </p:nvSpPr>
        <p:spPr>
          <a:xfrm>
            <a:off x="5216122" y="4270086"/>
            <a:ext cx="3633275" cy="122614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9B321D7-6A67-4641-B151-90AC7C8B1268}"/>
              </a:ext>
            </a:extLst>
          </p:cNvPr>
          <p:cNvSpPr/>
          <p:nvPr userDrawn="1"/>
        </p:nvSpPr>
        <p:spPr>
          <a:xfrm>
            <a:off x="5351821" y="4375571"/>
            <a:ext cx="1022287" cy="1003576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6:00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pm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20BADE-102C-49F8-A035-C0C5F95E9961}"/>
              </a:ext>
            </a:extLst>
          </p:cNvPr>
          <p:cNvSpPr txBox="1"/>
          <p:nvPr userDrawn="1"/>
        </p:nvSpPr>
        <p:spPr>
          <a:xfrm>
            <a:off x="6430854" y="3029989"/>
            <a:ext cx="2418543" cy="1035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Morning</a:t>
            </a:r>
          </a:p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Worship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A05A34-1396-4D13-99B6-EA9354295241}"/>
              </a:ext>
            </a:extLst>
          </p:cNvPr>
          <p:cNvSpPr txBox="1"/>
          <p:nvPr userDrawn="1"/>
        </p:nvSpPr>
        <p:spPr>
          <a:xfrm>
            <a:off x="6430854" y="4383986"/>
            <a:ext cx="2377772" cy="1035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Evening</a:t>
            </a:r>
          </a:p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Worship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D7C1D0F-410E-4754-9D75-F70681E68200}"/>
              </a:ext>
            </a:extLst>
          </p:cNvPr>
          <p:cNvGrpSpPr/>
          <p:nvPr userDrawn="1"/>
        </p:nvGrpSpPr>
        <p:grpSpPr>
          <a:xfrm>
            <a:off x="6810375" y="218772"/>
            <a:ext cx="3048000" cy="547119"/>
            <a:chOff x="6810375" y="218772"/>
            <a:chExt cx="3048000" cy="547119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FA034591-9BBC-4255-A9B8-55A5B8B5F380}"/>
                </a:ext>
              </a:extLst>
            </p:cNvPr>
            <p:cNvSpPr/>
            <p:nvPr/>
          </p:nvSpPr>
          <p:spPr>
            <a:xfrm>
              <a:off x="6810375" y="218772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8" name="Picture 17" descr="A picture containing clipart&#10;&#10;Description automatically generated">
              <a:extLst>
                <a:ext uri="{FF2B5EF4-FFF2-40B4-BE49-F238E27FC236}">
                  <a16:creationId xmlns:a16="http://schemas.microsoft.com/office/drawing/2014/main" id="{15FB5808-09F3-4E57-AB30-0905797A5A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0071" y="280127"/>
              <a:ext cx="2071785" cy="4244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6185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gradFill flip="none" rotWithShape="1">
          <a:gsLst>
            <a:gs pos="0">
              <a:schemeClr val="accent1">
                <a:lumMod val="40000"/>
                <a:lumOff val="60000"/>
              </a:schemeClr>
            </a:gs>
            <a:gs pos="46000">
              <a:srgbClr val="5180AC"/>
            </a:gs>
            <a:gs pos="100000">
              <a:schemeClr val="accent1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rawing of a face&#10;&#10;Description automatically generated">
            <a:extLst>
              <a:ext uri="{FF2B5EF4-FFF2-40B4-BE49-F238E27FC236}">
                <a16:creationId xmlns:a16="http://schemas.microsoft.com/office/drawing/2014/main" id="{526BF870-3C21-4FE5-8BED-CB2A3F215D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124" y="498607"/>
            <a:ext cx="3785751" cy="37857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D85100-DB93-4854-90DD-5B690740542D}"/>
              </a:ext>
            </a:extLst>
          </p:cNvPr>
          <p:cNvSpPr txBox="1"/>
          <p:nvPr userDrawn="1"/>
        </p:nvSpPr>
        <p:spPr>
          <a:xfrm>
            <a:off x="2006599" y="4521199"/>
            <a:ext cx="5130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embryhills.com</a:t>
            </a:r>
          </a:p>
        </p:txBody>
      </p:sp>
    </p:spTree>
    <p:extLst>
      <p:ext uri="{BB962C8B-B14F-4D97-AF65-F5344CB8AC3E}">
        <p14:creationId xmlns:p14="http://schemas.microsoft.com/office/powerpoint/2010/main" val="1976200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2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481071-5E50-44FA-90EC-BE3C960AC901}"/>
              </a:ext>
            </a:extLst>
          </p:cNvPr>
          <p:cNvSpPr txBox="1"/>
          <p:nvPr userDrawn="1"/>
        </p:nvSpPr>
        <p:spPr>
          <a:xfrm>
            <a:off x="853944" y="2072670"/>
            <a:ext cx="76401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SERMON</a:t>
            </a:r>
          </a:p>
        </p:txBody>
      </p:sp>
    </p:spTree>
    <p:extLst>
      <p:ext uri="{BB962C8B-B14F-4D97-AF65-F5344CB8AC3E}">
        <p14:creationId xmlns:p14="http://schemas.microsoft.com/office/powerpoint/2010/main" val="23133539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F7305E38-FFBE-4EDD-AB1D-613AA030C97C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D01A7A-8EE8-43AF-910B-BC21707E7AE5}"/>
              </a:ext>
            </a:extLst>
          </p:cNvPr>
          <p:cNvSpPr txBox="1"/>
          <p:nvPr userDrawn="1"/>
        </p:nvSpPr>
        <p:spPr>
          <a:xfrm>
            <a:off x="2386012" y="2349668"/>
            <a:ext cx="4371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Invitation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04C9369-911A-4D1F-850C-B0E7ED343057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C778023D-EB0E-4DD6-8E6C-28C6D564F3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6" name="Content Placeholder 19">
            <a:extLst>
              <a:ext uri="{FF2B5EF4-FFF2-40B4-BE49-F238E27FC236}">
                <a16:creationId xmlns:a16="http://schemas.microsoft.com/office/drawing/2014/main" id="{500C5C84-7D1C-46E5-A1FD-CC4FF4F26CE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7" name="English Item 1">
            <a:extLst>
              <a:ext uri="{FF2B5EF4-FFF2-40B4-BE49-F238E27FC236}">
                <a16:creationId xmlns:a16="http://schemas.microsoft.com/office/drawing/2014/main" id="{707B7E2C-C3DC-4049-9185-5EA795BFE4C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8" name="English Item 2">
            <a:extLst>
              <a:ext uri="{FF2B5EF4-FFF2-40B4-BE49-F238E27FC236}">
                <a16:creationId xmlns:a16="http://schemas.microsoft.com/office/drawing/2014/main" id="{67783DAA-0D42-4695-8D27-9096568A2F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9" name="English Item 3">
            <a:extLst>
              <a:ext uri="{FF2B5EF4-FFF2-40B4-BE49-F238E27FC236}">
                <a16:creationId xmlns:a16="http://schemas.microsoft.com/office/drawing/2014/main" id="{D8C2753B-A788-4F37-A2AD-0AA013FD55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0" name="English Item 4">
            <a:extLst>
              <a:ext uri="{FF2B5EF4-FFF2-40B4-BE49-F238E27FC236}">
                <a16:creationId xmlns:a16="http://schemas.microsoft.com/office/drawing/2014/main" id="{37E79A15-EC7B-4399-B0D4-13A4C1CC9A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5">
            <a:extLst>
              <a:ext uri="{FF2B5EF4-FFF2-40B4-BE49-F238E27FC236}">
                <a16:creationId xmlns:a16="http://schemas.microsoft.com/office/drawing/2014/main" id="{A780D302-634E-4A41-9F5B-95B88B0BE40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6">
            <a:extLst>
              <a:ext uri="{FF2B5EF4-FFF2-40B4-BE49-F238E27FC236}">
                <a16:creationId xmlns:a16="http://schemas.microsoft.com/office/drawing/2014/main" id="{469DDB85-CCB2-4261-8812-F8DC860FCDE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7">
            <a:extLst>
              <a:ext uri="{FF2B5EF4-FFF2-40B4-BE49-F238E27FC236}">
                <a16:creationId xmlns:a16="http://schemas.microsoft.com/office/drawing/2014/main" id="{85CDBCC4-B428-42BE-9AA2-216B879C53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8">
            <a:extLst>
              <a:ext uri="{FF2B5EF4-FFF2-40B4-BE49-F238E27FC236}">
                <a16:creationId xmlns:a16="http://schemas.microsoft.com/office/drawing/2014/main" id="{31F19240-468D-4FD4-BC55-EB359581E9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9">
            <a:extLst>
              <a:ext uri="{FF2B5EF4-FFF2-40B4-BE49-F238E27FC236}">
                <a16:creationId xmlns:a16="http://schemas.microsoft.com/office/drawing/2014/main" id="{CD45E125-3529-4855-A5D3-7D3390A75EF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10">
            <a:extLst>
              <a:ext uri="{FF2B5EF4-FFF2-40B4-BE49-F238E27FC236}">
                <a16:creationId xmlns:a16="http://schemas.microsoft.com/office/drawing/2014/main" id="{9A7397DA-94E1-41D1-8D10-93E081C7902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11">
            <a:extLst>
              <a:ext uri="{FF2B5EF4-FFF2-40B4-BE49-F238E27FC236}">
                <a16:creationId xmlns:a16="http://schemas.microsoft.com/office/drawing/2014/main" id="{21378B3A-A59D-42AE-BD69-4AA39EE832D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2">
            <a:extLst>
              <a:ext uri="{FF2B5EF4-FFF2-40B4-BE49-F238E27FC236}">
                <a16:creationId xmlns:a16="http://schemas.microsoft.com/office/drawing/2014/main" id="{90029EFE-E83E-4BB6-9805-B317D363A38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3">
            <a:extLst>
              <a:ext uri="{FF2B5EF4-FFF2-40B4-BE49-F238E27FC236}">
                <a16:creationId xmlns:a16="http://schemas.microsoft.com/office/drawing/2014/main" id="{C277E3A9-E31C-4129-95E4-B03BDB4B28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14">
            <a:extLst>
              <a:ext uri="{FF2B5EF4-FFF2-40B4-BE49-F238E27FC236}">
                <a16:creationId xmlns:a16="http://schemas.microsoft.com/office/drawing/2014/main" id="{16DEB8A5-955D-43DC-AF6C-B0D0717DE1E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4010308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51F79B2B-03D4-4C49-B081-A58362AF8681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7ED3470-A7DB-4EE0-8A2E-D2580FCA0B9D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5834ED19-7519-418A-914A-97DF699D454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9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2DB227F1-4034-45E2-8DD2-86D16630024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sp>
        <p:nvSpPr>
          <p:cNvPr id="10" name="English Text">
            <a:extLst>
              <a:ext uri="{FF2B5EF4-FFF2-40B4-BE49-F238E27FC236}">
                <a16:creationId xmlns:a16="http://schemas.microsoft.com/office/drawing/2014/main" id="{350A11F1-CFE3-49BB-ABA0-368CCE455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92926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kumimoji="0" lang="en-US" sz="72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Invitation</a:t>
            </a:r>
          </a:p>
        </p:txBody>
      </p:sp>
      <p:sp>
        <p:nvSpPr>
          <p:cNvPr id="13" name="Spanish Text">
            <a:extLst>
              <a:ext uri="{FF2B5EF4-FFF2-40B4-BE49-F238E27FC236}">
                <a16:creationId xmlns:a16="http://schemas.microsoft.com/office/drawing/2014/main" id="{4C921751-A9D2-46C3-8B6D-7393592F58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92926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72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Alegreya Sans Medium" panose="00000600000000000000" pitchFamily="50" charset="0"/>
                <a:cs typeface="Alegreya Sans Medium" panose="00000600000000000000" pitchFamily="50" charset="0"/>
              </a:defRPr>
            </a:lvl1pPr>
          </a:lstStyle>
          <a:p>
            <a:r>
              <a:rPr lang="en-US" sz="7200" dirty="0" err="1"/>
              <a:t>Invitación</a:t>
            </a:r>
            <a:endParaRPr lang="en-US" sz="7200" dirty="0"/>
          </a:p>
        </p:txBody>
      </p:sp>
      <p:pic>
        <p:nvPicPr>
          <p:cNvPr id="14" name="silence-10s">
            <a:hlinkClick r:id="" action="ppaction://media"/>
            <a:extLst>
              <a:ext uri="{FF2B5EF4-FFF2-40B4-BE49-F238E27FC236}">
                <a16:creationId xmlns:a16="http://schemas.microsoft.com/office/drawing/2014/main" id="{35CFC3FD-0063-48FB-8B89-AD6D656A37C4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735226" y="4121524"/>
            <a:ext cx="609600" cy="609600"/>
          </a:xfrm>
          <a:prstGeom prst="rect">
            <a:avLst/>
          </a:prstGeom>
        </p:spPr>
      </p:pic>
      <p:sp>
        <p:nvSpPr>
          <p:cNvPr id="15" name="Content Placeholder 19">
            <a:extLst>
              <a:ext uri="{FF2B5EF4-FFF2-40B4-BE49-F238E27FC236}">
                <a16:creationId xmlns:a16="http://schemas.microsoft.com/office/drawing/2014/main" id="{EDB22B13-813B-4911-9433-11B84A9E0E5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6" name="Spanish Item 1">
            <a:extLst>
              <a:ext uri="{FF2B5EF4-FFF2-40B4-BE49-F238E27FC236}">
                <a16:creationId xmlns:a16="http://schemas.microsoft.com/office/drawing/2014/main" id="{7688E35A-922F-46FB-8C9F-215C2B3F6EE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Spanish Item 2">
            <a:extLst>
              <a:ext uri="{FF2B5EF4-FFF2-40B4-BE49-F238E27FC236}">
                <a16:creationId xmlns:a16="http://schemas.microsoft.com/office/drawing/2014/main" id="{0ABB8782-AF40-451D-A071-1A4BFEAFF1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Spanish Item 3">
            <a:extLst>
              <a:ext uri="{FF2B5EF4-FFF2-40B4-BE49-F238E27FC236}">
                <a16:creationId xmlns:a16="http://schemas.microsoft.com/office/drawing/2014/main" id="{FC9A5994-2BFB-4293-A5F2-6053F33F6C3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Spanish Item 4">
            <a:extLst>
              <a:ext uri="{FF2B5EF4-FFF2-40B4-BE49-F238E27FC236}">
                <a16:creationId xmlns:a16="http://schemas.microsoft.com/office/drawing/2014/main" id="{8EEC5274-22E4-4DF1-A199-39CB839F4F7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Spanish Item 5">
            <a:extLst>
              <a:ext uri="{FF2B5EF4-FFF2-40B4-BE49-F238E27FC236}">
                <a16:creationId xmlns:a16="http://schemas.microsoft.com/office/drawing/2014/main" id="{40D92AB5-95C7-4FEA-82B9-0E33CF18CE5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Spanish Item 6">
            <a:extLst>
              <a:ext uri="{FF2B5EF4-FFF2-40B4-BE49-F238E27FC236}">
                <a16:creationId xmlns:a16="http://schemas.microsoft.com/office/drawing/2014/main" id="{8EE2AA38-5565-470C-81DD-CFE55FC4E60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Spanish Item 7">
            <a:extLst>
              <a:ext uri="{FF2B5EF4-FFF2-40B4-BE49-F238E27FC236}">
                <a16:creationId xmlns:a16="http://schemas.microsoft.com/office/drawing/2014/main" id="{C0C9E867-69FC-4EA1-A00B-7BDF2934F22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Spanish Item 8">
            <a:extLst>
              <a:ext uri="{FF2B5EF4-FFF2-40B4-BE49-F238E27FC236}">
                <a16:creationId xmlns:a16="http://schemas.microsoft.com/office/drawing/2014/main" id="{289CA97E-FED6-485B-B3C6-3EC06CCC787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Spanish Item 9">
            <a:extLst>
              <a:ext uri="{FF2B5EF4-FFF2-40B4-BE49-F238E27FC236}">
                <a16:creationId xmlns:a16="http://schemas.microsoft.com/office/drawing/2014/main" id="{09A24471-C50D-4429-A3ED-D32B7AA6607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10">
            <a:extLst>
              <a:ext uri="{FF2B5EF4-FFF2-40B4-BE49-F238E27FC236}">
                <a16:creationId xmlns:a16="http://schemas.microsoft.com/office/drawing/2014/main" id="{B0B91DE4-0256-4CE2-AE84-8DEC4FC0CE3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11">
            <a:extLst>
              <a:ext uri="{FF2B5EF4-FFF2-40B4-BE49-F238E27FC236}">
                <a16:creationId xmlns:a16="http://schemas.microsoft.com/office/drawing/2014/main" id="{790352DA-390E-44AA-A537-E628A606CCD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12">
            <a:extLst>
              <a:ext uri="{FF2B5EF4-FFF2-40B4-BE49-F238E27FC236}">
                <a16:creationId xmlns:a16="http://schemas.microsoft.com/office/drawing/2014/main" id="{948EBCE5-2E7D-4161-A32B-360D9175E05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13">
            <a:extLst>
              <a:ext uri="{FF2B5EF4-FFF2-40B4-BE49-F238E27FC236}">
                <a16:creationId xmlns:a16="http://schemas.microsoft.com/office/drawing/2014/main" id="{009F9D72-A749-4C28-8D11-2C206221652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14">
            <a:extLst>
              <a:ext uri="{FF2B5EF4-FFF2-40B4-BE49-F238E27FC236}">
                <a16:creationId xmlns:a16="http://schemas.microsoft.com/office/drawing/2014/main" id="{A0A0E0D0-631E-4441-8E43-BC7C4D9500B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">
            <a:extLst>
              <a:ext uri="{FF2B5EF4-FFF2-40B4-BE49-F238E27FC236}">
                <a16:creationId xmlns:a16="http://schemas.microsoft.com/office/drawing/2014/main" id="{D1A0EC6D-F9EC-4358-9291-B14C08AEC1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2">
            <a:extLst>
              <a:ext uri="{FF2B5EF4-FFF2-40B4-BE49-F238E27FC236}">
                <a16:creationId xmlns:a16="http://schemas.microsoft.com/office/drawing/2014/main" id="{CF05FB25-AD7F-4532-88A1-D04888F46AD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3">
            <a:extLst>
              <a:ext uri="{FF2B5EF4-FFF2-40B4-BE49-F238E27FC236}">
                <a16:creationId xmlns:a16="http://schemas.microsoft.com/office/drawing/2014/main" id="{081F1C46-8E09-4EA6-8C57-9AB742F953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4">
            <a:extLst>
              <a:ext uri="{FF2B5EF4-FFF2-40B4-BE49-F238E27FC236}">
                <a16:creationId xmlns:a16="http://schemas.microsoft.com/office/drawing/2014/main" id="{CF6C32CE-BF06-4C5C-BA0F-FF8CD892ED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English Item 5">
            <a:extLst>
              <a:ext uri="{FF2B5EF4-FFF2-40B4-BE49-F238E27FC236}">
                <a16:creationId xmlns:a16="http://schemas.microsoft.com/office/drawing/2014/main" id="{A20CF588-248B-4E4A-B1F5-4BB94DD450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English Item 6">
            <a:extLst>
              <a:ext uri="{FF2B5EF4-FFF2-40B4-BE49-F238E27FC236}">
                <a16:creationId xmlns:a16="http://schemas.microsoft.com/office/drawing/2014/main" id="{1FAC53B9-D887-468E-86AF-F7BE8785967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English Item 7">
            <a:extLst>
              <a:ext uri="{FF2B5EF4-FFF2-40B4-BE49-F238E27FC236}">
                <a16:creationId xmlns:a16="http://schemas.microsoft.com/office/drawing/2014/main" id="{4B449E3A-8B7E-4224-8C6C-C63AAF83326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English Item 8">
            <a:extLst>
              <a:ext uri="{FF2B5EF4-FFF2-40B4-BE49-F238E27FC236}">
                <a16:creationId xmlns:a16="http://schemas.microsoft.com/office/drawing/2014/main" id="{E967AB72-7498-4B7B-8CC9-BFE11D4A8B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9">
            <a:extLst>
              <a:ext uri="{FF2B5EF4-FFF2-40B4-BE49-F238E27FC236}">
                <a16:creationId xmlns:a16="http://schemas.microsoft.com/office/drawing/2014/main" id="{3EE1BCFD-206B-4B68-8F1F-5DE2A5AFC46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10">
            <a:extLst>
              <a:ext uri="{FF2B5EF4-FFF2-40B4-BE49-F238E27FC236}">
                <a16:creationId xmlns:a16="http://schemas.microsoft.com/office/drawing/2014/main" id="{38248577-393F-405F-B494-8EAA59A0BD5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11">
            <a:extLst>
              <a:ext uri="{FF2B5EF4-FFF2-40B4-BE49-F238E27FC236}">
                <a16:creationId xmlns:a16="http://schemas.microsoft.com/office/drawing/2014/main" id="{16D2B832-B788-4075-8C18-694AA4B44B9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12">
            <a:extLst>
              <a:ext uri="{FF2B5EF4-FFF2-40B4-BE49-F238E27FC236}">
                <a16:creationId xmlns:a16="http://schemas.microsoft.com/office/drawing/2014/main" id="{43FB393A-3484-40A2-8D2A-FC8C89F916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13">
            <a:extLst>
              <a:ext uri="{FF2B5EF4-FFF2-40B4-BE49-F238E27FC236}">
                <a16:creationId xmlns:a16="http://schemas.microsoft.com/office/drawing/2014/main" id="{C13359F9-1876-4414-829D-0F3D636C04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14">
            <a:extLst>
              <a:ext uri="{FF2B5EF4-FFF2-40B4-BE49-F238E27FC236}">
                <a16:creationId xmlns:a16="http://schemas.microsoft.com/office/drawing/2014/main" id="{4D7DB745-5945-4770-8BDE-0A51BAD47FA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1379045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7" restart="whenNotActive" fill="hold" evtFilter="cancelBubble" nodeType="interactiveSeq">
                    <p:stCondLst>
                      <p:cond evt="onMediaBookmark" delay="0">
                        <p:tgtEl>
                          <p14:bmkTgt spid="14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" fill="hold">
                          <p:stCondLst>
                            <p:cond delay="0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9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2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5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8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1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4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7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0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3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9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2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1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4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9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5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4" bmkName="Bookmark 1"/>
                      </p:tgtEl>
                    </p:cond>
                  </p:nextCondLst>
                </p:seq>
                <p:audio>
                  <p:cMediaNode vol="80000" mute="1" showWhenStopped="0">
                    <p:cTn id="106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4"/>
                    </p:tgtEl>
                  </p:cMediaNode>
                </p:audio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06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4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Masters/_rels/slideMaster3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jp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7.xml"/></Relationships>
</file>

<file path=ppt/slideMasters/_rels/slideMaster4.xml.rels><?xml version='1.0' encoding='UTF-8' standalone='yes'?>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jpg"/></Relationships>
</file>

<file path=ppt/slideMasters/_rels/slideMaster5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13.xml"/><Relationship Id="rId9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.png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21.xml"/></Relationships>
</file>

<file path=ppt/slideMasters/_rels/slideMaster7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0.png"/><Relationship Id="rId5" Type="http://schemas.openxmlformats.org/officeDocument/2006/relationships/theme" Target="../theme/theme7.xml"/><Relationship Id="rId4" Type="http://schemas.openxmlformats.org/officeDocument/2006/relationships/slideLayout" Target="../slideLayouts/slideLayout25.xml"/></Relationships>
</file>

<file path=ppt/slideMasters/_rels/slideMaster8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8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/Relationships>
</file>

<file path=ppt/slideMasters/_rels/slideMaster9.xml.rels><?xml version='1.0' encoding='UTF-8' standalone='yes'?>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9B9E9FFA-8B02-42AA-BFA1-BAB37C281F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342D040-9D45-43CA-A34D-9CCA0AF39C5D}"/>
              </a:ext>
            </a:extLst>
          </p:cNvPr>
          <p:cNvSpPr/>
          <p:nvPr userDrawn="1"/>
        </p:nvSpPr>
        <p:spPr>
          <a:xfrm>
            <a:off x="5577816" y="93600"/>
            <a:ext cx="3907496" cy="55224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7E0F60B-0654-4686-BC45-B1C4B29C4E36}"/>
              </a:ext>
            </a:extLst>
          </p:cNvPr>
          <p:cNvSpPr/>
          <p:nvPr userDrawn="1"/>
        </p:nvSpPr>
        <p:spPr>
          <a:xfrm>
            <a:off x="347472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0910004-87AD-441C-8F01-3523741F8C2C}"/>
              </a:ext>
            </a:extLst>
          </p:cNvPr>
          <p:cNvGrpSpPr/>
          <p:nvPr userDrawn="1"/>
        </p:nvGrpSpPr>
        <p:grpSpPr>
          <a:xfrm>
            <a:off x="6810375" y="218772"/>
            <a:ext cx="3048000" cy="547119"/>
            <a:chOff x="6810375" y="218772"/>
            <a:chExt cx="3048000" cy="547119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589E1A65-CE0A-4483-A4CC-8CF6393956C9}"/>
                </a:ext>
              </a:extLst>
            </p:cNvPr>
            <p:cNvSpPr/>
            <p:nvPr/>
          </p:nvSpPr>
          <p:spPr>
            <a:xfrm>
              <a:off x="6810375" y="218772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6" name="Picture 15" descr="A picture containing clipart&#10;&#10;Description automatically generated">
              <a:extLst>
                <a:ext uri="{FF2B5EF4-FFF2-40B4-BE49-F238E27FC236}">
                  <a16:creationId xmlns:a16="http://schemas.microsoft.com/office/drawing/2014/main" id="{317CF3D6-2336-4F12-ACFE-B07BE35C84C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0071" y="280127"/>
              <a:ext cx="2071785" cy="4244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92684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3E5816-D7A2-4A47-B6C5-57BEF9E485E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699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714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door&#10;&#10;Description automatically generated">
            <a:extLst>
              <a:ext uri="{FF2B5EF4-FFF2-40B4-BE49-F238E27FC236}">
                <a16:creationId xmlns:a16="http://schemas.microsoft.com/office/drawing/2014/main" id="{171FA521-C2F6-4605-96C4-2FA98537515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" y="0"/>
            <a:ext cx="9139126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13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715" r:id="rId2"/>
    <p:sldLayoutId id="2147483727" r:id="rId3"/>
    <p:sldLayoutId id="214748372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indoor, sitting, paper, white&#10;&#10;Description automatically generated">
            <a:extLst>
              <a:ext uri="{FF2B5EF4-FFF2-40B4-BE49-F238E27FC236}">
                <a16:creationId xmlns:a16="http://schemas.microsoft.com/office/drawing/2014/main" id="{3F456D8C-14F1-40D7-B121-AA84F5180E6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24"/>
            <a:ext cx="9144000" cy="5718048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772E9A46-88B4-47F2-B793-D03349971FF3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854DD78-0B4E-4B12-94F2-54A91B80B735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4698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71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9F32A12B-6997-460A-9928-356E2E8A5C61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7" r:id="rId2"/>
    <p:sldLayoutId id="2147483708" r:id="rId3"/>
    <p:sldLayoutId id="2147483709" r:id="rId4"/>
    <p:sldLayoutId id="2147483711" r:id="rId5"/>
    <p:sldLayoutId id="2147483712" r:id="rId6"/>
    <p:sldLayoutId id="2147483729" r:id="rId7"/>
    <p:sldLayoutId id="2147483730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91F847A-A685-4696-AC68-59BA2E0EA9D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69000"/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916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719" r:id="rId2"/>
    <p:sldLayoutId id="2147483697" r:id="rId3"/>
    <p:sldLayoutId id="214748371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991573-2EBF-476A-A626-F089ECF8EF8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798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46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1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ield of grass with trees in the background&#10;&#10;Description automatically generated">
            <a:extLst>
              <a:ext uri="{FF2B5EF4-FFF2-40B4-BE49-F238E27FC236}">
                <a16:creationId xmlns:a16="http://schemas.microsoft.com/office/drawing/2014/main" id="{8986D65B-3AA0-423F-BADA-EE7A1C1AEE2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8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757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3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3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3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3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3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3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3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3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3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4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4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4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4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4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4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4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4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4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238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>
            <a:noAutofit/>
          </a:bodyPr>
          <a:lstStyle/>
          <a:p>
            <a:r>
              <a:rPr sz="6000" b="0" i="0">
                <a:latin typeface="Century Gothic"/>
              </a:rPr>
              <a:t>Holy, Holy Holy!</a:t>
            </a:r>
            <a:endParaRPr sz="6000" b="0" i="0">
              <a:latin typeface="Century Gothic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entury Gothic"/>
              </a:rPr>
              <a:t>Words by: Reginald Heber</a:t>
            </a:r>
            <a:br>
              <a:rPr sz="1600" b="0" i="0">
                <a:latin typeface="Century Gothic"/>
              </a:rPr>
            </a:br>
            <a:br>
              <a:rPr sz="1600" b="0" i="0">
                <a:latin typeface="Century Gothic"/>
              </a:rPr>
            </a:br>
            <a:r>
              <a:rPr sz="1600" b="0" i="0">
                <a:latin typeface="Century Gothic"/>
              </a:rPr>
              <a:t>Music by: John B. Dykes</a:t>
            </a:r>
            <a:endParaRPr sz="1600" b="0" i="0">
              <a:latin typeface="Century Gothic"/>
            </a:endParaRPr>
          </a:p>
        </p:txBody>
      </p:sp>
      <p:pic>
        <p:nvPicPr>
          <p:cNvPr id="5" name="Picture Placeholder 4" descr="pftl-rectang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1296" b="1296"/>
          <a:stretch>
            <a:fillRect/>
          </a:stretch>
        </p:blipFill>
        <p:spPr/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033271" y="4474773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178574" y="4938148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632987" y="4931973"/>
            <a:ext cx="365760" cy="365760"/>
          </a:xfrm>
        </p:spPr>
        <p:txBody>
          <a:bodyPr/>
          <a:lstStyle/>
          <a:p>
            <a:r>
              <a:t>238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087400" y="4884658"/>
            <a:ext cx="2951596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Holy, Holy Holy!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087400" y="5156085"/>
            <a:ext cx="2951596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564977"/>
            <a:ext cx="914400" cy="18288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238-0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4" b="14"/>
          <a:stretch>
            <a:fillRect/>
          </a:stretch>
        </p:blipFill>
        <p:spPr>
          <a:xfrm>
            <a:off x="731520" y="327233"/>
            <a:ext cx="8229600" cy="4511892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157642" y="4931973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228600" y="638129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" y="1077041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1515953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228600" y="1954865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033271" y="4474773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178574" y="4938148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632987" y="4931973"/>
            <a:ext cx="365760" cy="365760"/>
          </a:xfrm>
        </p:spPr>
        <p:txBody>
          <a:bodyPr/>
          <a:lstStyle/>
          <a:p>
            <a:r>
              <a:t>238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087400" y="4884658"/>
            <a:ext cx="2951596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Holy, Holy Holy!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087400" y="5156085"/>
            <a:ext cx="2951596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564977"/>
            <a:ext cx="914400" cy="18288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238-0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4" b="14"/>
          <a:stretch>
            <a:fillRect/>
          </a:stretch>
        </p:blipFill>
        <p:spPr>
          <a:xfrm>
            <a:off x="731520" y="327233"/>
            <a:ext cx="8229600" cy="4511892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157642" y="4931973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228600" y="638129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" y="1077041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1515953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228600" y="1954865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033271" y="4474773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178574" y="4938148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632987" y="4931973"/>
            <a:ext cx="365760" cy="365760"/>
          </a:xfrm>
        </p:spPr>
        <p:txBody>
          <a:bodyPr/>
          <a:lstStyle/>
          <a:p>
            <a:r>
              <a:t>238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087400" y="4884658"/>
            <a:ext cx="2951596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Holy, Holy Holy!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087400" y="5156085"/>
            <a:ext cx="2951596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564977"/>
            <a:ext cx="914400" cy="18288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238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4" b="14"/>
          <a:stretch>
            <a:fillRect/>
          </a:stretch>
        </p:blipFill>
        <p:spPr>
          <a:xfrm>
            <a:off x="731520" y="327233"/>
            <a:ext cx="8229600" cy="4511892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157642" y="4931973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228600" y="638129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" y="1077041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1515953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228600" y="1954865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033271" y="4474773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178574" y="4938148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632987" y="4931973"/>
            <a:ext cx="365760" cy="365760"/>
          </a:xfrm>
        </p:spPr>
        <p:txBody>
          <a:bodyPr/>
          <a:lstStyle/>
          <a:p>
            <a:r>
              <a:t>238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087400" y="4884658"/>
            <a:ext cx="2951596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Holy, Holy Holy!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087400" y="5156085"/>
            <a:ext cx="2951596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564977"/>
            <a:ext cx="914400" cy="18288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238-0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4" b="14"/>
          <a:stretch>
            <a:fillRect/>
          </a:stretch>
        </p:blipFill>
        <p:spPr>
          <a:xfrm>
            <a:off x="731520" y="327233"/>
            <a:ext cx="8229600" cy="4511892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157642" y="4931973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228600" y="638129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" y="1077041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1515953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228600" y="1954865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033271" y="4474773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178574" y="4938148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632987" y="4931973"/>
            <a:ext cx="365760" cy="365760"/>
          </a:xfrm>
        </p:spPr>
        <p:txBody>
          <a:bodyPr/>
          <a:lstStyle/>
          <a:p>
            <a:r>
              <a:t>238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087400" y="4884658"/>
            <a:ext cx="2951596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Holy, Holy Holy!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087400" y="5156085"/>
            <a:ext cx="2951596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564977"/>
            <a:ext cx="914400" cy="18288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238-05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4" b="14"/>
          <a:stretch>
            <a:fillRect/>
          </a:stretch>
        </p:blipFill>
        <p:spPr>
          <a:xfrm>
            <a:off x="731520" y="327233"/>
            <a:ext cx="8229600" cy="4511892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157642" y="4931973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228600" y="638129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" y="1077041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1515953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228600" y="1954865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033271" y="4474773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178574" y="4938148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632987" y="4931973"/>
            <a:ext cx="365760" cy="365760"/>
          </a:xfrm>
        </p:spPr>
        <p:txBody>
          <a:bodyPr/>
          <a:lstStyle/>
          <a:p>
            <a:r>
              <a:t>238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087400" y="4884658"/>
            <a:ext cx="2951596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Holy, Holy Holy!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087400" y="5156085"/>
            <a:ext cx="2951596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564977"/>
            <a:ext cx="914400" cy="18288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238-06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4" b="14"/>
          <a:stretch>
            <a:fillRect/>
          </a:stretch>
        </p:blipFill>
        <p:spPr>
          <a:xfrm>
            <a:off x="731520" y="327233"/>
            <a:ext cx="8229600" cy="4511892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157642" y="4931973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228600" y="638129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" y="1077041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1515953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228600" y="1954865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033271" y="4474773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178574" y="4938148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632987" y="4931973"/>
            <a:ext cx="365760" cy="365760"/>
          </a:xfrm>
        </p:spPr>
        <p:txBody>
          <a:bodyPr/>
          <a:lstStyle/>
          <a:p>
            <a:r>
              <a:t>238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087400" y="4884658"/>
            <a:ext cx="2951596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Holy, Holy Holy!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087400" y="5156085"/>
            <a:ext cx="2951596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564977"/>
            <a:ext cx="914400" cy="18288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238-07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4" b="14"/>
          <a:stretch>
            <a:fillRect/>
          </a:stretch>
        </p:blipFill>
        <p:spPr>
          <a:xfrm>
            <a:off x="731520" y="327233"/>
            <a:ext cx="8229600" cy="4511892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157642" y="4931973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228600" y="638129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" y="1077041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1515953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228600" y="1954865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033271" y="4474773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178574" y="4938148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632987" y="4931973"/>
            <a:ext cx="365760" cy="365760"/>
          </a:xfrm>
        </p:spPr>
        <p:txBody>
          <a:bodyPr/>
          <a:lstStyle/>
          <a:p>
            <a:r>
              <a:t>238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087400" y="4884658"/>
            <a:ext cx="2951596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Holy, Holy Holy!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087400" y="5156085"/>
            <a:ext cx="2951596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564977"/>
            <a:ext cx="914400" cy="18288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238-08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4" b="14"/>
          <a:stretch>
            <a:fillRect/>
          </a:stretch>
        </p:blipFill>
        <p:spPr>
          <a:xfrm>
            <a:off x="731520" y="327233"/>
            <a:ext cx="8229600" cy="4511892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157642" y="4931973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228600" y="638129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" y="1077041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1515953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228600" y="1954865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408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>
            <a:noAutofit/>
          </a:bodyPr>
          <a:lstStyle/>
          <a:p>
            <a:r>
              <a:rPr sz="4900" b="0" i="0">
                <a:latin typeface="Century Gothic"/>
              </a:rPr>
              <a:t>Low in the Grave He Lay</a:t>
            </a:r>
            <a:endParaRPr sz="4900" b="0" i="0">
              <a:latin typeface="Century Gothic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entury Gothic"/>
              </a:rPr>
              <a:t>pp Slowly</a:t>
            </a:r>
            <a:endParaRPr sz="1600" b="0" i="0">
              <a:latin typeface="Century Gothic"/>
            </a:endParaRPr>
          </a:p>
        </p:txBody>
      </p:sp>
      <p:pic>
        <p:nvPicPr>
          <p:cNvPr id="5" name="Picture Placeholder 4" descr="pftl-rectang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1296" b="1296"/>
          <a:stretch>
            <a:fillRect/>
          </a:stretch>
        </p:blipFill>
        <p:spPr/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125855" y="4687707"/>
            <a:ext cx="7453421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271157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725570" y="5144907"/>
            <a:ext cx="365760" cy="365760"/>
          </a:xfrm>
        </p:spPr>
        <p:txBody>
          <a:bodyPr/>
          <a:lstStyle/>
          <a:p>
            <a:r>
              <a:t>408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179983" y="5097592"/>
            <a:ext cx="2859013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Low in the Grave He Lay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179983" y="5369019"/>
            <a:ext cx="2859013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206883" y="352044"/>
            <a:ext cx="914400" cy="2706624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408-0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1" b="11"/>
          <a:stretch>
            <a:fillRect/>
          </a:stretch>
        </p:blipFill>
        <p:spPr>
          <a:xfrm>
            <a:off x="824103" y="114300"/>
            <a:ext cx="8044433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065059" y="5144907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321183" y="425196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321183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2" name="Oval 11"/>
          <p:cNvSpPr/>
          <p:nvPr/>
        </p:nvSpPr>
        <p:spPr>
          <a:xfrm>
            <a:off x="321183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321183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321183" y="218084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321183" y="261975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125855" y="4687707"/>
            <a:ext cx="7453421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271157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725570" y="5144907"/>
            <a:ext cx="365760" cy="365760"/>
          </a:xfrm>
        </p:spPr>
        <p:txBody>
          <a:bodyPr/>
          <a:lstStyle/>
          <a:p>
            <a:r>
              <a:t>408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179983" y="5097592"/>
            <a:ext cx="2859013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Low in the Grave He Lay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179983" y="5369019"/>
            <a:ext cx="2859013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206883" y="352044"/>
            <a:ext cx="914400" cy="2706624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408-0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1" b="11"/>
          <a:stretch>
            <a:fillRect/>
          </a:stretch>
        </p:blipFill>
        <p:spPr>
          <a:xfrm>
            <a:off x="824103" y="114300"/>
            <a:ext cx="8044433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065059" y="5144907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321183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321183" y="86410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2" name="Oval 11"/>
          <p:cNvSpPr/>
          <p:nvPr/>
        </p:nvSpPr>
        <p:spPr>
          <a:xfrm>
            <a:off x="321183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321183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321183" y="218084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321183" y="261975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125855" y="4687707"/>
            <a:ext cx="7453421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271157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725570" y="5144907"/>
            <a:ext cx="365760" cy="365760"/>
          </a:xfrm>
        </p:spPr>
        <p:txBody>
          <a:bodyPr/>
          <a:lstStyle/>
          <a:p>
            <a:r>
              <a:t>408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179983" y="5097592"/>
            <a:ext cx="2859013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Low in the Grave He Lay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179983" y="5369019"/>
            <a:ext cx="2859013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206883" y="352044"/>
            <a:ext cx="914400" cy="2706624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408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1" b="11"/>
          <a:stretch>
            <a:fillRect/>
          </a:stretch>
        </p:blipFill>
        <p:spPr>
          <a:xfrm>
            <a:off x="824103" y="114300"/>
            <a:ext cx="8044433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065059" y="5144907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321183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321183" y="86410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2" name="Oval 11"/>
          <p:cNvSpPr/>
          <p:nvPr/>
        </p:nvSpPr>
        <p:spPr>
          <a:xfrm>
            <a:off x="321183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321183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321183" y="218084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321183" y="261975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125855" y="4687707"/>
            <a:ext cx="7453421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271157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725570" y="5144907"/>
            <a:ext cx="365760" cy="365760"/>
          </a:xfrm>
        </p:spPr>
        <p:txBody>
          <a:bodyPr/>
          <a:lstStyle/>
          <a:p>
            <a:r>
              <a:t>408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179983" y="5097592"/>
            <a:ext cx="2859013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Low in the Grave He Lay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179983" y="5369019"/>
            <a:ext cx="2859013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206883" y="352044"/>
            <a:ext cx="914400" cy="2706624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408-0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1" b="11"/>
          <a:stretch>
            <a:fillRect/>
          </a:stretch>
        </p:blipFill>
        <p:spPr>
          <a:xfrm>
            <a:off x="824103" y="114300"/>
            <a:ext cx="8044433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065059" y="5144907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321183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321183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2" name="Oval 11"/>
          <p:cNvSpPr/>
          <p:nvPr/>
        </p:nvSpPr>
        <p:spPr>
          <a:xfrm>
            <a:off x="321183" y="1303020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321183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321183" y="218084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321183" y="261975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125855" y="4687707"/>
            <a:ext cx="7453421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271157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725570" y="5144907"/>
            <a:ext cx="365760" cy="365760"/>
          </a:xfrm>
        </p:spPr>
        <p:txBody>
          <a:bodyPr/>
          <a:lstStyle/>
          <a:p>
            <a:r>
              <a:t>408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179983" y="5097592"/>
            <a:ext cx="2859013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Low in the Grave He Lay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179983" y="5369019"/>
            <a:ext cx="2859013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206883" y="352044"/>
            <a:ext cx="914400" cy="2706624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408-0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1" b="11"/>
          <a:stretch>
            <a:fillRect/>
          </a:stretch>
        </p:blipFill>
        <p:spPr>
          <a:xfrm>
            <a:off x="824103" y="114300"/>
            <a:ext cx="8044433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065059" y="5144907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321183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321183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2" name="Oval 11"/>
          <p:cNvSpPr/>
          <p:nvPr/>
        </p:nvSpPr>
        <p:spPr>
          <a:xfrm>
            <a:off x="321183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321183" y="1741932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321183" y="218084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321183" y="261975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125855" y="4687707"/>
            <a:ext cx="7453421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271157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725570" y="5144907"/>
            <a:ext cx="365760" cy="365760"/>
          </a:xfrm>
        </p:spPr>
        <p:txBody>
          <a:bodyPr/>
          <a:lstStyle/>
          <a:p>
            <a:r>
              <a:t>408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179983" y="5097592"/>
            <a:ext cx="2859013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Low in the Grave He Lay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179983" y="5369019"/>
            <a:ext cx="2859013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206883" y="352044"/>
            <a:ext cx="914400" cy="2706624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408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1" b="11"/>
          <a:stretch>
            <a:fillRect/>
          </a:stretch>
        </p:blipFill>
        <p:spPr>
          <a:xfrm>
            <a:off x="824103" y="114300"/>
            <a:ext cx="8044433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065059" y="5144907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321183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321183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2" name="Oval 11"/>
          <p:cNvSpPr/>
          <p:nvPr/>
        </p:nvSpPr>
        <p:spPr>
          <a:xfrm>
            <a:off x="321183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321183" y="1741932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321183" y="218084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321183" y="261975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125855" y="4687707"/>
            <a:ext cx="7453421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271157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725570" y="5144907"/>
            <a:ext cx="365760" cy="365760"/>
          </a:xfrm>
        </p:spPr>
        <p:txBody>
          <a:bodyPr/>
          <a:lstStyle/>
          <a:p>
            <a:r>
              <a:t>408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179983" y="5097592"/>
            <a:ext cx="2859013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Low in the Grave He Lay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179983" y="5369019"/>
            <a:ext cx="2859013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206883" y="352044"/>
            <a:ext cx="914400" cy="2706624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408-07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1" b="11"/>
          <a:stretch>
            <a:fillRect/>
          </a:stretch>
        </p:blipFill>
        <p:spPr>
          <a:xfrm>
            <a:off x="824103" y="114300"/>
            <a:ext cx="8044433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065059" y="5144907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321183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321183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2" name="Oval 11"/>
          <p:cNvSpPr/>
          <p:nvPr/>
        </p:nvSpPr>
        <p:spPr>
          <a:xfrm>
            <a:off x="321183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321183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321183" y="2180844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321183" y="261975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125855" y="4687707"/>
            <a:ext cx="7453421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271157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725570" y="5144907"/>
            <a:ext cx="365760" cy="365760"/>
          </a:xfrm>
        </p:spPr>
        <p:txBody>
          <a:bodyPr/>
          <a:lstStyle/>
          <a:p>
            <a:r>
              <a:t>408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179983" y="5097592"/>
            <a:ext cx="2859013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Low in the Grave He Lay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179983" y="5369019"/>
            <a:ext cx="2859013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206883" y="352044"/>
            <a:ext cx="914400" cy="2706624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408-0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1" b="11"/>
          <a:stretch>
            <a:fillRect/>
          </a:stretch>
        </p:blipFill>
        <p:spPr>
          <a:xfrm>
            <a:off x="824103" y="114300"/>
            <a:ext cx="8044433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065059" y="5144907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321183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321183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2" name="Oval 11"/>
          <p:cNvSpPr/>
          <p:nvPr/>
        </p:nvSpPr>
        <p:spPr>
          <a:xfrm>
            <a:off x="321183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321183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321183" y="218084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321183" y="2619756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125855" y="4687707"/>
            <a:ext cx="7453421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271157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725570" y="5144907"/>
            <a:ext cx="365760" cy="365760"/>
          </a:xfrm>
        </p:spPr>
        <p:txBody>
          <a:bodyPr/>
          <a:lstStyle/>
          <a:p>
            <a:r>
              <a:t>408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179983" y="5097592"/>
            <a:ext cx="2859013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Low in the Grave He Lay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179983" y="5369019"/>
            <a:ext cx="2859013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206883" y="352044"/>
            <a:ext cx="914400" cy="2706624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408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1" b="11"/>
          <a:stretch>
            <a:fillRect/>
          </a:stretch>
        </p:blipFill>
        <p:spPr>
          <a:xfrm>
            <a:off x="824103" y="114300"/>
            <a:ext cx="8044433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065059" y="5144907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321183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321183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2" name="Oval 11"/>
          <p:cNvSpPr/>
          <p:nvPr/>
        </p:nvSpPr>
        <p:spPr>
          <a:xfrm>
            <a:off x="321183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321183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321183" y="218084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321183" y="2619756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120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>
            <a:noAutofit/>
          </a:bodyPr>
          <a:lstStyle/>
          <a:p>
            <a:r>
              <a:rPr sz="6000" b="0" i="0">
                <a:latin typeface="Century Gothic"/>
              </a:rPr>
              <a:t>Day by Day</a:t>
            </a:r>
            <a:endParaRPr sz="6000" b="0" i="0">
              <a:latin typeface="Century Gothic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entury Gothic"/>
              </a:rPr>
              <a:t>Words: Carolina Sandell Berg / tr. Andrew L. Skoog</a:t>
            </a:r>
            <a:br>
              <a:rPr sz="1600" b="0" i="0">
                <a:latin typeface="Century Gothic"/>
              </a:rPr>
            </a:br>
            <a:br>
              <a:rPr sz="1600" b="0" i="0">
                <a:latin typeface="Century Gothic"/>
              </a:rPr>
            </a:br>
            <a:r>
              <a:rPr sz="1600" b="0" i="0">
                <a:latin typeface="Century Gothic"/>
              </a:rPr>
              <a:t>Music: Oscar Ahnfelt</a:t>
            </a:r>
            <a:endParaRPr sz="1600" b="0" i="0">
              <a:latin typeface="Century Gothic"/>
            </a:endParaRPr>
          </a:p>
        </p:txBody>
      </p:sp>
      <p:pic>
        <p:nvPicPr>
          <p:cNvPr id="5" name="Picture Placeholder 4" descr="pftl-rectang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1296" b="1296"/>
          <a:stretch>
            <a:fillRect/>
          </a:stretch>
        </p:blipFill>
        <p:spPr/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033271" y="4626590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178574" y="5089965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632987" y="5083790"/>
            <a:ext cx="365760" cy="365760"/>
          </a:xfrm>
        </p:spPr>
        <p:txBody>
          <a:bodyPr/>
          <a:lstStyle/>
          <a:p>
            <a:r>
              <a:t>120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087400" y="5036475"/>
            <a:ext cx="2951596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Day by Day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087400" y="5307902"/>
            <a:ext cx="2951596" cy="180975"/>
          </a:xfrm>
        </p:spPr>
        <p:txBody>
          <a:bodyPr/>
          <a:lstStyle/>
          <a:p>
            <a:r>
              <a:t>© 2004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413160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120-0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9" b="19"/>
          <a:stretch>
            <a:fillRect/>
          </a:stretch>
        </p:blipFill>
        <p:spPr>
          <a:xfrm>
            <a:off x="731520" y="175416"/>
            <a:ext cx="8229600" cy="4815527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157642" y="5083790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228600" y="486312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" y="92522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136413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033271" y="4626590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178574" y="5089965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632987" y="5083790"/>
            <a:ext cx="365760" cy="365760"/>
          </a:xfrm>
        </p:spPr>
        <p:txBody>
          <a:bodyPr/>
          <a:lstStyle/>
          <a:p>
            <a:r>
              <a:t>120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087400" y="5036475"/>
            <a:ext cx="2951596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Day by Day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087400" y="5307902"/>
            <a:ext cx="2951596" cy="180975"/>
          </a:xfrm>
        </p:spPr>
        <p:txBody>
          <a:bodyPr/>
          <a:lstStyle/>
          <a:p>
            <a:r>
              <a:t>© 2004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413160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120-0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9" b="19"/>
          <a:stretch>
            <a:fillRect/>
          </a:stretch>
        </p:blipFill>
        <p:spPr>
          <a:xfrm>
            <a:off x="731520" y="175416"/>
            <a:ext cx="8229600" cy="4815527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157642" y="5083790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228600" y="486312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" y="92522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136413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033271" y="4626590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178574" y="5089965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632987" y="5083790"/>
            <a:ext cx="365760" cy="365760"/>
          </a:xfrm>
        </p:spPr>
        <p:txBody>
          <a:bodyPr/>
          <a:lstStyle/>
          <a:p>
            <a:r>
              <a:t>120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087400" y="5036475"/>
            <a:ext cx="2951596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Day by Day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087400" y="5307902"/>
            <a:ext cx="2951596" cy="180975"/>
          </a:xfrm>
        </p:spPr>
        <p:txBody>
          <a:bodyPr/>
          <a:lstStyle/>
          <a:p>
            <a:r>
              <a:t>© 2004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413160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120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9" b="19"/>
          <a:stretch>
            <a:fillRect/>
          </a:stretch>
        </p:blipFill>
        <p:spPr>
          <a:xfrm>
            <a:off x="731520" y="175416"/>
            <a:ext cx="8229600" cy="4815527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157642" y="5083790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228600" y="486312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" y="92522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136413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033271" y="4626590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178574" y="5089965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632987" y="5083790"/>
            <a:ext cx="365760" cy="365760"/>
          </a:xfrm>
        </p:spPr>
        <p:txBody>
          <a:bodyPr/>
          <a:lstStyle/>
          <a:p>
            <a:r>
              <a:t>120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087400" y="5036475"/>
            <a:ext cx="2951596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Day by Day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087400" y="5307902"/>
            <a:ext cx="2951596" cy="180975"/>
          </a:xfrm>
        </p:spPr>
        <p:txBody>
          <a:bodyPr/>
          <a:lstStyle/>
          <a:p>
            <a:r>
              <a:t>© 2004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413160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120-0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9" b="19"/>
          <a:stretch>
            <a:fillRect/>
          </a:stretch>
        </p:blipFill>
        <p:spPr>
          <a:xfrm>
            <a:off x="731520" y="175416"/>
            <a:ext cx="8229600" cy="4815527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157642" y="5083790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228600" y="486312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" y="92522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136413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033271" y="4626590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178574" y="5089965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632987" y="5083790"/>
            <a:ext cx="365760" cy="365760"/>
          </a:xfrm>
        </p:spPr>
        <p:txBody>
          <a:bodyPr/>
          <a:lstStyle/>
          <a:p>
            <a:r>
              <a:t>120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087400" y="5036475"/>
            <a:ext cx="2951596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Day by Day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087400" y="5307902"/>
            <a:ext cx="2951596" cy="180975"/>
          </a:xfrm>
        </p:spPr>
        <p:txBody>
          <a:bodyPr/>
          <a:lstStyle/>
          <a:p>
            <a:r>
              <a:t>© 2004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413160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120-05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9" b="19"/>
          <a:stretch>
            <a:fillRect/>
          </a:stretch>
        </p:blipFill>
        <p:spPr>
          <a:xfrm>
            <a:off x="731520" y="175416"/>
            <a:ext cx="8229600" cy="4815527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157642" y="5083790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228600" y="48631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" y="925224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136413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033271" y="4626590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178574" y="5089965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632987" y="5083790"/>
            <a:ext cx="365760" cy="365760"/>
          </a:xfrm>
        </p:spPr>
        <p:txBody>
          <a:bodyPr/>
          <a:lstStyle/>
          <a:p>
            <a:r>
              <a:t>120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087400" y="5036475"/>
            <a:ext cx="2951596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Day by Day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087400" y="5307902"/>
            <a:ext cx="2951596" cy="180975"/>
          </a:xfrm>
        </p:spPr>
        <p:txBody>
          <a:bodyPr/>
          <a:lstStyle/>
          <a:p>
            <a:r>
              <a:t>© 2004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413160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120-06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9" b="19"/>
          <a:stretch>
            <a:fillRect/>
          </a:stretch>
        </p:blipFill>
        <p:spPr>
          <a:xfrm>
            <a:off x="731520" y="175416"/>
            <a:ext cx="8229600" cy="4815527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157642" y="5083790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228600" y="48631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" y="925224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136413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033271" y="4626590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178574" y="5089965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632987" y="5083790"/>
            <a:ext cx="365760" cy="365760"/>
          </a:xfrm>
        </p:spPr>
        <p:txBody>
          <a:bodyPr/>
          <a:lstStyle/>
          <a:p>
            <a:r>
              <a:t>120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087400" y="5036475"/>
            <a:ext cx="2951596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Day by Day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087400" y="5307902"/>
            <a:ext cx="2951596" cy="180975"/>
          </a:xfrm>
        </p:spPr>
        <p:txBody>
          <a:bodyPr/>
          <a:lstStyle/>
          <a:p>
            <a:r>
              <a:t>© 2004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413160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120-07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9" b="19"/>
          <a:stretch>
            <a:fillRect/>
          </a:stretch>
        </p:blipFill>
        <p:spPr>
          <a:xfrm>
            <a:off x="731520" y="175416"/>
            <a:ext cx="8229600" cy="4815527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157642" y="5083790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228600" y="48631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" y="925224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136413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033271" y="4626590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178574" y="5089965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632987" y="5083790"/>
            <a:ext cx="365760" cy="365760"/>
          </a:xfrm>
        </p:spPr>
        <p:txBody>
          <a:bodyPr/>
          <a:lstStyle/>
          <a:p>
            <a:r>
              <a:t>120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087400" y="5036475"/>
            <a:ext cx="2951596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Day by Day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087400" y="5307902"/>
            <a:ext cx="2951596" cy="180975"/>
          </a:xfrm>
        </p:spPr>
        <p:txBody>
          <a:bodyPr/>
          <a:lstStyle/>
          <a:p>
            <a:r>
              <a:t>© 2004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413160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120-08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9" b="19"/>
          <a:stretch>
            <a:fillRect/>
          </a:stretch>
        </p:blipFill>
        <p:spPr>
          <a:xfrm>
            <a:off x="731520" y="175416"/>
            <a:ext cx="8229600" cy="4815527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157642" y="5083790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228600" y="48631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" y="925224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136413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033271" y="4626590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178574" y="5089965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632987" y="5083790"/>
            <a:ext cx="365760" cy="365760"/>
          </a:xfrm>
        </p:spPr>
        <p:txBody>
          <a:bodyPr/>
          <a:lstStyle/>
          <a:p>
            <a:r>
              <a:t>120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087400" y="5036475"/>
            <a:ext cx="2951596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Day by Day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087400" y="5307902"/>
            <a:ext cx="2951596" cy="180975"/>
          </a:xfrm>
        </p:spPr>
        <p:txBody>
          <a:bodyPr/>
          <a:lstStyle/>
          <a:p>
            <a:r>
              <a:t>© 2004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413160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120-09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9" b="19"/>
          <a:stretch>
            <a:fillRect/>
          </a:stretch>
        </p:blipFill>
        <p:spPr>
          <a:xfrm>
            <a:off x="731520" y="175416"/>
            <a:ext cx="8229600" cy="4815527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157642" y="5083790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228600" y="48631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" y="92522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1364136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033271" y="4626590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178574" y="5089965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632987" y="5083790"/>
            <a:ext cx="365760" cy="365760"/>
          </a:xfrm>
        </p:spPr>
        <p:txBody>
          <a:bodyPr/>
          <a:lstStyle/>
          <a:p>
            <a:r>
              <a:t>120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087400" y="5036475"/>
            <a:ext cx="2951596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Day by Day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087400" y="5307902"/>
            <a:ext cx="2951596" cy="180975"/>
          </a:xfrm>
        </p:spPr>
        <p:txBody>
          <a:bodyPr/>
          <a:lstStyle/>
          <a:p>
            <a:r>
              <a:t>© 2004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413160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120-10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9" b="19"/>
          <a:stretch>
            <a:fillRect/>
          </a:stretch>
        </p:blipFill>
        <p:spPr>
          <a:xfrm>
            <a:off x="731520" y="175416"/>
            <a:ext cx="8229600" cy="4815527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157642" y="5083790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228600" y="48631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" y="92522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1364136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033271" y="4626590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178574" y="5089965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632987" y="5083790"/>
            <a:ext cx="365760" cy="365760"/>
          </a:xfrm>
        </p:spPr>
        <p:txBody>
          <a:bodyPr/>
          <a:lstStyle/>
          <a:p>
            <a:r>
              <a:t>120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087400" y="5036475"/>
            <a:ext cx="2951596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Day by Day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087400" y="5307902"/>
            <a:ext cx="2951596" cy="180975"/>
          </a:xfrm>
        </p:spPr>
        <p:txBody>
          <a:bodyPr/>
          <a:lstStyle/>
          <a:p>
            <a:r>
              <a:t>© 2004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413160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120-1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9" b="19"/>
          <a:stretch>
            <a:fillRect/>
          </a:stretch>
        </p:blipFill>
        <p:spPr>
          <a:xfrm>
            <a:off x="731520" y="175416"/>
            <a:ext cx="8229600" cy="4815527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157642" y="5083790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228600" y="48631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" y="92522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1364136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033271" y="4626590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178574" y="5089965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632987" y="5083790"/>
            <a:ext cx="365760" cy="365760"/>
          </a:xfrm>
        </p:spPr>
        <p:txBody>
          <a:bodyPr/>
          <a:lstStyle/>
          <a:p>
            <a:r>
              <a:t>120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087400" y="5036475"/>
            <a:ext cx="2951596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Day by Day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087400" y="5307902"/>
            <a:ext cx="2951596" cy="180975"/>
          </a:xfrm>
        </p:spPr>
        <p:txBody>
          <a:bodyPr/>
          <a:lstStyle/>
          <a:p>
            <a:r>
              <a:t>© 2004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413160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120-1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9" b="19"/>
          <a:stretch>
            <a:fillRect/>
          </a:stretch>
        </p:blipFill>
        <p:spPr>
          <a:xfrm>
            <a:off x="731520" y="175416"/>
            <a:ext cx="8229600" cy="4815527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157642" y="5083790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228600" y="48631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" y="92522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1364136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500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>
            <a:noAutofit/>
          </a:bodyPr>
          <a:lstStyle/>
          <a:p>
            <a:r>
              <a:rPr sz="4200" b="0" i="0">
                <a:latin typeface="Century Gothic"/>
              </a:rPr>
              <a:t>O Thou Fount of Every Blessing</a:t>
            </a:r>
            <a:endParaRPr sz="4200" b="0" i="0">
              <a:latin typeface="Century Gothic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entury Gothic"/>
              </a:rPr>
              <a:t>Words: Robert Robinson</a:t>
            </a:r>
            <a:br>
              <a:rPr sz="1600" b="0" i="0">
                <a:latin typeface="Century Gothic"/>
              </a:rPr>
            </a:br>
            <a:br>
              <a:rPr sz="1600" b="0" i="0">
                <a:latin typeface="Century Gothic"/>
              </a:rPr>
            </a:br>
            <a:r>
              <a:rPr sz="1600" b="0" i="0">
                <a:latin typeface="Century Gothic"/>
              </a:rPr>
              <a:t>Music: Wyeth’s Repository of Sacred Music</a:t>
            </a:r>
            <a:endParaRPr sz="1600" b="0" i="0">
              <a:latin typeface="Century Gothic"/>
            </a:endParaRPr>
          </a:p>
        </p:txBody>
      </p:sp>
      <p:pic>
        <p:nvPicPr>
          <p:cNvPr id="5" name="Picture Placeholder 4" descr="pftl-rectang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1296" b="1296"/>
          <a:stretch>
            <a:fillRect/>
          </a:stretch>
        </p:blipFill>
        <p:spPr/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033271" y="4383809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178574" y="4847184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632987" y="4841009"/>
            <a:ext cx="365760" cy="365760"/>
          </a:xfrm>
        </p:spPr>
        <p:txBody>
          <a:bodyPr/>
          <a:lstStyle/>
          <a:p>
            <a:r>
              <a:t>500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087400" y="4793694"/>
            <a:ext cx="2951596" cy="361915"/>
          </a:xfrm>
        </p:spPr>
        <p:txBody>
          <a:bodyPr wrap="square">
            <a:noAutofit/>
          </a:bodyPr>
          <a:lstStyle/>
          <a:p>
            <a:r>
              <a:rPr sz="1700" b="0" i="0">
                <a:latin typeface="Calibri"/>
              </a:rPr>
              <a:t>O Thou Fount of Every Blessing</a:t>
            </a:r>
            <a:endParaRPr sz="17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087400" y="5065121"/>
            <a:ext cx="2951596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655941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500-0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7" b="7"/>
          <a:stretch>
            <a:fillRect/>
          </a:stretch>
        </p:blipFill>
        <p:spPr>
          <a:xfrm>
            <a:off x="731520" y="418197"/>
            <a:ext cx="8229600" cy="4329965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157642" y="4841009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228600" y="729093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" y="1168005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1606917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033271" y="4383809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178574" y="4847184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632987" y="4841009"/>
            <a:ext cx="365760" cy="365760"/>
          </a:xfrm>
        </p:spPr>
        <p:txBody>
          <a:bodyPr/>
          <a:lstStyle/>
          <a:p>
            <a:r>
              <a:t>500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087400" y="4793694"/>
            <a:ext cx="2951596" cy="361915"/>
          </a:xfrm>
        </p:spPr>
        <p:txBody>
          <a:bodyPr wrap="square">
            <a:noAutofit/>
          </a:bodyPr>
          <a:lstStyle/>
          <a:p>
            <a:r>
              <a:rPr sz="1700" b="0" i="0">
                <a:latin typeface="Calibri"/>
              </a:rPr>
              <a:t>O Thou Fount of Every Blessing</a:t>
            </a:r>
            <a:endParaRPr sz="17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087400" y="5065121"/>
            <a:ext cx="2951596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655941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500-0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7" b="7"/>
          <a:stretch>
            <a:fillRect/>
          </a:stretch>
        </p:blipFill>
        <p:spPr>
          <a:xfrm>
            <a:off x="731520" y="418197"/>
            <a:ext cx="8229600" cy="4329965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157642" y="4841009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228600" y="729093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" y="1168005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1606917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033271" y="4383809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178574" y="4847184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632987" y="4841009"/>
            <a:ext cx="365760" cy="365760"/>
          </a:xfrm>
        </p:spPr>
        <p:txBody>
          <a:bodyPr/>
          <a:lstStyle/>
          <a:p>
            <a:r>
              <a:t>500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087400" y="4793694"/>
            <a:ext cx="2951596" cy="361915"/>
          </a:xfrm>
        </p:spPr>
        <p:txBody>
          <a:bodyPr wrap="square">
            <a:noAutofit/>
          </a:bodyPr>
          <a:lstStyle/>
          <a:p>
            <a:r>
              <a:rPr sz="1700" b="0" i="0">
                <a:latin typeface="Calibri"/>
              </a:rPr>
              <a:t>O Thou Fount of Every Blessing</a:t>
            </a:r>
            <a:endParaRPr sz="17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087400" y="5065121"/>
            <a:ext cx="2951596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655941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500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7" b="7"/>
          <a:stretch>
            <a:fillRect/>
          </a:stretch>
        </p:blipFill>
        <p:spPr>
          <a:xfrm>
            <a:off x="731520" y="418197"/>
            <a:ext cx="8229600" cy="4329965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157642" y="4841009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228600" y="729093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" y="1168005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1606917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033271" y="4383809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178574" y="4847184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632987" y="4841009"/>
            <a:ext cx="365760" cy="365760"/>
          </a:xfrm>
        </p:spPr>
        <p:txBody>
          <a:bodyPr/>
          <a:lstStyle/>
          <a:p>
            <a:r>
              <a:t>500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087400" y="4793694"/>
            <a:ext cx="2951596" cy="361915"/>
          </a:xfrm>
        </p:spPr>
        <p:txBody>
          <a:bodyPr wrap="square">
            <a:noAutofit/>
          </a:bodyPr>
          <a:lstStyle/>
          <a:p>
            <a:r>
              <a:rPr sz="1700" b="0" i="0">
                <a:latin typeface="Calibri"/>
              </a:rPr>
              <a:t>O Thou Fount of Every Blessing</a:t>
            </a:r>
            <a:endParaRPr sz="17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087400" y="5065121"/>
            <a:ext cx="2951596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655941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500-0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7" b="7"/>
          <a:stretch>
            <a:fillRect/>
          </a:stretch>
        </p:blipFill>
        <p:spPr>
          <a:xfrm>
            <a:off x="731520" y="418197"/>
            <a:ext cx="8229600" cy="4329965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157642" y="4841009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228600" y="729093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" y="1168005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1606917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033271" y="4383809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178574" y="4847184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632987" y="4841009"/>
            <a:ext cx="365760" cy="365760"/>
          </a:xfrm>
        </p:spPr>
        <p:txBody>
          <a:bodyPr/>
          <a:lstStyle/>
          <a:p>
            <a:r>
              <a:t>500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087400" y="4793694"/>
            <a:ext cx="2951596" cy="361915"/>
          </a:xfrm>
        </p:spPr>
        <p:txBody>
          <a:bodyPr wrap="square">
            <a:noAutofit/>
          </a:bodyPr>
          <a:lstStyle/>
          <a:p>
            <a:r>
              <a:rPr sz="1700" b="0" i="0">
                <a:latin typeface="Calibri"/>
              </a:rPr>
              <a:t>O Thou Fount of Every Blessing</a:t>
            </a:r>
            <a:endParaRPr sz="17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087400" y="5065121"/>
            <a:ext cx="2951596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655941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500-05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7" b="7"/>
          <a:stretch>
            <a:fillRect/>
          </a:stretch>
        </p:blipFill>
        <p:spPr>
          <a:xfrm>
            <a:off x="731520" y="418197"/>
            <a:ext cx="8229600" cy="4329965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157642" y="4841009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228600" y="729093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" y="1168005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1606917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033271" y="4383809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178574" y="4847184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632987" y="4841009"/>
            <a:ext cx="365760" cy="365760"/>
          </a:xfrm>
        </p:spPr>
        <p:txBody>
          <a:bodyPr/>
          <a:lstStyle/>
          <a:p>
            <a:r>
              <a:t>500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087400" y="4793694"/>
            <a:ext cx="2951596" cy="361915"/>
          </a:xfrm>
        </p:spPr>
        <p:txBody>
          <a:bodyPr wrap="square">
            <a:noAutofit/>
          </a:bodyPr>
          <a:lstStyle/>
          <a:p>
            <a:r>
              <a:rPr sz="1700" b="0" i="0">
                <a:latin typeface="Calibri"/>
              </a:rPr>
              <a:t>O Thou Fount of Every Blessing</a:t>
            </a:r>
            <a:endParaRPr sz="17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087400" y="5065121"/>
            <a:ext cx="2951596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655941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500-06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7" b="7"/>
          <a:stretch>
            <a:fillRect/>
          </a:stretch>
        </p:blipFill>
        <p:spPr>
          <a:xfrm>
            <a:off x="731520" y="418197"/>
            <a:ext cx="8229600" cy="4329965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157642" y="4841009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228600" y="729093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" y="1168005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1606917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Song Titl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7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109244</TotalTime>
  <Words>0</Words>
  <Application>Microsoft Office PowerPoint</Application>
  <PresentationFormat>On-screen Show (16:10)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0</vt:i4>
      </vt:variant>
    </vt:vector>
  </HeadingPairs>
  <TitlesOfParts>
    <vt:vector size="15" baseType="lpstr">
      <vt:lpstr>Alegreya Sans Light</vt:lpstr>
      <vt:lpstr>Alegreya Sans Medium</vt:lpstr>
      <vt:lpstr>Arial</vt:lpstr>
      <vt:lpstr>Calibri</vt:lpstr>
      <vt:lpstr>Century Gothic</vt:lpstr>
      <vt:lpstr>Wingdings</vt:lpstr>
      <vt:lpstr>Song Titles</vt:lpstr>
      <vt:lpstr>Custom Design</vt:lpstr>
      <vt:lpstr>1_Custom Design</vt:lpstr>
      <vt:lpstr>2_Custom Design</vt:lpstr>
      <vt:lpstr>3_Custom Design</vt:lpstr>
      <vt:lpstr>4_Custom Design</vt:lpstr>
      <vt:lpstr>5_Custom Design</vt:lpstr>
      <vt:lpstr>6_Custom Design</vt:lpstr>
      <vt:lpstr>7_Custom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David</cp:lastModifiedBy>
  <cp:revision>411</cp:revision>
  <dcterms:created xsi:type="dcterms:W3CDTF">2019-05-01T02:25:12Z</dcterms:created>
  <dcterms:modified xsi:type="dcterms:W3CDTF">2020-02-19T20:50:15Z</dcterms:modified>
</cp:coreProperties>
</file>