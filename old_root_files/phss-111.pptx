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111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ALLELUIA!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900" b="0" i="0">
                <a:latin typeface="Avenir Next LT Pro"/>
              </a:rPr>
              <a:t>© 1972 Manna Music; arr. © 1986 Dane K. Shepard
Tune: CALAIS • Jerry Sinclair (1972); arr. Dane K. Shepard (1987)
           st. 4 Lancaster and Mabry's Rejoice! And Sing to the Lord (1974)
Hymn: Jerry Sinclair (1972); st. 3 Joseph M. Scriven (1855);</a:t>
            </a:r>
            <a:endParaRPr sz="9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630180"/>
            <a:ext cx="914400" cy="365760"/>
          </a:xfrm>
          <a:noFill/>
        </p:spPr>
        <p:txBody>
          <a:bodyPr/>
          <a:lstStyle/>
          <a:p>
            <a:r>
              <a:t>111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63018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1087380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ALLELUIA!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111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3" r="13"/>
          <a:stretch>
            <a:fillRect/>
          </a:stretch>
        </p:blipFill>
        <p:spPr>
          <a:xfrm>
            <a:off x="2171700" y="319284"/>
            <a:ext cx="6858000" cy="5076431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63018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106909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5080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9469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