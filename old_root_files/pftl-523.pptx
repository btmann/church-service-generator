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523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100" b="1" i="0">
                <a:latin typeface="Avenir Next LT Pro"/>
              </a:rPr>
              <a:t>OUR GOD, HE IS ALIVE</a:t>
            </a:r>
            <a:endParaRPr sz="51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Aaron W. Dicus
Copyright © 1966 by A. W. Dicus,  Renewed 1994, Assigned to Ellis J. Crum 1973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523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400" b="1" i="0">
                <a:latin typeface="Alegreya Sans ExtraBold"/>
              </a:rPr>
              <a:t>NUESTRO DIOS VIVE HOY</a:t>
            </a:r>
            <a:endParaRPr sz="44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Letra y música por: Aaron W. Dicus
Los derechos del autor © 1966 por A. W. Dicus,  Renovado 1994, Asignado a Ellis J. Crum 1973</a:t>
            </a:r>
            <a:endParaRPr sz="13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Oval 21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27" r="112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27" r="112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1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1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523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OUR GOD, HE IS ALIVE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2001 The Paperless Hymnal™</a:t>
            </a:r>
            <a:endParaRPr sz="800" b="0" i="0"/>
          </a:p>
        </p:txBody>
      </p:sp>
      <p:pic>
        <p:nvPicPr>
          <p:cNvPr id="9" name="Picture Placeholder 8" descr="pftl-523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7" b="17"/>
          <a:stretch>
            <a:fillRect/>
          </a:stretch>
        </p:blipFill>
        <p:spPr>
          <a:xfrm>
            <a:off x="2204629" y="114300"/>
            <a:ext cx="679214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NUESTRO DIOS VIVE HOY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Carlos Bermea, estr. 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0170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0170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0170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0170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0170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70170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701709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701709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