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8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0.png"/><Relationship Id="rId4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1.pn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Relationship Id="rId4" Type="http://schemas.openxmlformats.org/officeDocument/2006/relationships/image" Target="../media/image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3.png"/><Relationship Id="rId4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4.png"/><Relationship Id="rId4" Type="http://schemas.openxmlformats.org/officeDocument/2006/relationships/image" Target="../media/image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6.png"/><Relationship Id="rId4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7.png"/><Relationship Id="rId4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8.png"/><Relationship Id="rId4" Type="http://schemas.openxmlformats.org/officeDocument/2006/relationships/image" Target="../media/image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208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700" b="1" i="0">
                <a:latin typeface="Avenir Next LT Pro"/>
              </a:rPr>
              <a:t>CHRIST OUR GLORY</a:t>
            </a:r>
            <a:endParaRPr sz="47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and Music by: Nathan Stiff, David Zimmer, Arr. Mike Rogers
© Copyright 2019 by Sovereign Grace Praise/BMI. All rights reserved.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89527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1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1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1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2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2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2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CHRIST OUR GLORY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Typeset by R. J. Stevens Music</a:t>
            </a:r>
          </a:p>
        </p:txBody>
      </p:sp>
      <p:pic>
        <p:nvPicPr>
          <p:cNvPr id="9" name="Picture Placeholder 8" descr="eh-208-2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1" b="1"/>
          <a:stretch>
            <a:fillRect/>
          </a:stretch>
        </p:blipFill>
        <p:spPr>
          <a:xfrm>
            <a:off x="1398190" y="114300"/>
            <a:ext cx="689625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89527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89527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895270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89527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895270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895270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