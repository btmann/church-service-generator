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4" d="100"/>
          <a:sy n="104" d="100"/>
        </p:scale>
        <p:origin x="142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A6AF-ADF7-4C9A-BC78-A211064E2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E42E7-04EE-4171-B5BC-02B2C0800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6AA2-E53C-49A9-92A9-34EAB959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FF222-3CFC-4981-801C-E691AB8F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67A01-5EE0-408D-92DD-F2328EE0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2EE97-C072-4B88-A003-E5B5CA2A56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98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3DB26-A3C4-42B0-9E00-3118B6D5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BEB47-6260-4112-A198-595AA6AD1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62723-DE34-4F64-927F-4F5AB7FA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AC50A-E0AF-479E-9682-96037B38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5DBAA-42B0-4325-B872-B33B1C67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3AB44-4305-4F3D-ADBF-949572732D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4444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5A43-1903-4FD8-AE42-1D19B7BF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80011-DB0C-49FF-B816-56B24A9B1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02C1-8853-4663-B0AE-7E57EDC7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1C00E-5B48-4E92-910F-72B56460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279C1-4E58-4A37-A2D6-F51EC2C6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CF8DA1-44A9-4D30-B6A3-62DC225E1F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428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72BD-4087-400B-A42D-C7F795E7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BCFC2-0A70-4842-A9BC-6C4E9B12B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9D1F0-8E42-4D49-9DC2-FDBAD37A8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AFA0E-F3FE-4D7A-8062-F0B17D07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53BF4-B1E8-4438-9F92-ED26F3D6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168B3-1143-4264-A916-BE9A920B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DD56E0-019C-46A1-BE66-A299A26CFD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66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90BE-8E76-4787-A7C8-3374EB66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621AB-0B61-4255-9DE6-46BB1101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FC476-704E-4AF8-BDAC-B8788D5CD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EE290-201B-44AC-A8A2-8BA0A0FBE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2F5C5-5F32-4B3B-A8D8-36584E5F7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C730C2-1C68-4888-9691-9D4B58BB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8BE883-1C24-45F0-B2B5-FB63B6DC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2E8C4-C06B-4505-B17C-5D54BDD9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F5825-9176-4CE9-AA49-7A769AAC4C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18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6045-E4E9-451D-97F5-8557B668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03B38-D079-49AF-80FB-0A34AD34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6218-5ABE-4476-8F30-2C9FC977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BF97A-DD04-4CCA-A67A-0072FA3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927811-59D4-4063-90D1-09A55275B8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824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460550-8B6C-4B05-8F9A-125F4161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14868-664C-4DFF-B8F2-594BC16C2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C5760-A975-4654-A057-7E6E795B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79B18C-BC58-4CBC-A65D-AA7DCA751B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7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A40A-66C7-4837-A16B-9BEB3D28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D1AD-BB6A-4F43-8207-5B6B3547E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86CB0-2C72-4BDD-A90B-99D7712EC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DB246-13C6-4AF0-9C3B-0A58B999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BAD62-80A8-443C-B7E4-B7842889F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DEF2A-4B84-45DA-B3EF-17C384A5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03A898-9CF3-4E9A-B231-E8887C02ED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211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197B-4D5B-480E-A954-E85E91A5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57CFF-99CC-4A12-99BA-AD7A42B10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00A80-144B-4274-9E6B-0C67BE912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A74C1-40B5-407A-B9E5-C2529104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3A9AA-35E1-4B16-9602-6808186F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49AE9-C210-4414-A117-9A0CD71D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16C8B-0D39-4B50-ABE1-C956ED960F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36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F0AB-89D6-4FC4-ABC9-4F2EBE471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09D41-8EDA-453F-BA92-3C4BAA77F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3AB0C-61F0-40D1-A6D7-3A83DF45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3959B-DB06-4221-9E24-171792AF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E58D4-3368-48DA-B4B7-0DA4806C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348681-6A5A-43B4-84EB-19A11FC8C2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19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3FC2A-DFEE-4CC5-A168-B3F143DBA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F6C5D-989D-4598-9A67-6A440B17F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70E60-FAB3-4E3F-8925-6E816A38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2CC18-D77C-47A4-82FE-AEF144D6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0ED09-2E02-4E93-8B0A-C1D2B8F8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834D10-A6AD-43E4-A3D8-FC79F1405E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598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D22159-448E-4058-9BB9-B75FA1959B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782D4-1DDC-4812-8783-4CDF0757A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2BDA48C-5E6B-453F-BC6F-62547FE130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D852740-C4B6-4592-B6C1-A3D811A7CF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483903B-A62E-435E-8BA2-8A0FA8FC8F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2F696C-BC10-4BD4-B283-6DBF5B1E1AC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ext Box 12">
            <a:extLst>
              <a:ext uri="{FF2B5EF4-FFF2-40B4-BE49-F238E27FC236}">
                <a16:creationId xmlns:a16="http://schemas.microsoft.com/office/drawing/2014/main" id="{A6067285-666F-43BC-A42F-58D54D749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1260475"/>
            <a:ext cx="63785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1.</a:t>
            </a:r>
          </a:p>
          <a:p>
            <a:r>
              <a:rPr lang="en-US" altLang="en-US"/>
              <a:t>Immortal, invisible, God only wise,</a:t>
            </a:r>
          </a:p>
          <a:p>
            <a:r>
              <a:rPr lang="en-US" altLang="en-US"/>
              <a:t>In light inaccessible hid from our eyes.</a:t>
            </a:r>
          </a:p>
          <a:p>
            <a:r>
              <a:rPr lang="en-US" altLang="en-US"/>
              <a:t>Most bless-ed, most glorious, the Ancient of Days,</a:t>
            </a:r>
          </a:p>
          <a:p>
            <a:r>
              <a:rPr lang="en-US" altLang="en-US"/>
              <a:t>Al-might-y, victorious, Thy great name we praise.</a:t>
            </a:r>
          </a:p>
        </p:txBody>
      </p:sp>
      <p:pic>
        <p:nvPicPr>
          <p:cNvPr id="2065" name="Picture 17" descr="E:\ThePapHy\Songs\FinaleFilesForPP\I\ImmortalInvisibleGodOnlyWise-PftL001.TIF">
            <a:extLst>
              <a:ext uri="{FF2B5EF4-FFF2-40B4-BE49-F238E27FC236}">
                <a16:creationId xmlns:a16="http://schemas.microsoft.com/office/drawing/2014/main" id="{954CB2BB-F5CB-4633-AAA8-4874ACDE3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Rectangle 5">
            <a:extLst>
              <a:ext uri="{FF2B5EF4-FFF2-40B4-BE49-F238E27FC236}">
                <a16:creationId xmlns:a16="http://schemas.microsoft.com/office/drawing/2014/main" id="{F7BBB412-C5C1-4B37-99AD-378B417D8D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1 - Immortal, Invisible, God Only Wise</a:t>
            </a:r>
            <a:endParaRPr lang="en-US" altLang="en-US" sz="5400"/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9FD989CB-3452-4531-9842-F63E230ED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324600"/>
            <a:ext cx="370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Words by: Walter Chalmers Smith</a:t>
            </a:r>
          </a:p>
          <a:p>
            <a:r>
              <a:rPr lang="en-US" altLang="en-US" sz="1200"/>
              <a:t>Music by: Welsh melody / Roberts’s </a:t>
            </a:r>
            <a:r>
              <a:rPr lang="en-US" altLang="en-US" sz="1200" i="1"/>
              <a:t>Caniadau y Cyssegr</a:t>
            </a:r>
          </a:p>
        </p:txBody>
      </p:sp>
      <p:sp>
        <p:nvSpPr>
          <p:cNvPr id="2059" name="Text Box 11">
            <a:extLst>
              <a:ext uri="{FF2B5EF4-FFF2-40B4-BE49-F238E27FC236}">
                <a16:creationId xmlns:a16="http://schemas.microsoft.com/office/drawing/2014/main" id="{11693E4E-5A0A-46E5-8CC0-2C1A9861D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2066" name="Text Box 18">
            <a:extLst>
              <a:ext uri="{FF2B5EF4-FFF2-40B4-BE49-F238E27FC236}">
                <a16:creationId xmlns:a16="http://schemas.microsoft.com/office/drawing/2014/main" id="{011C321A-84E7-43DD-884D-ECD0B36C5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7" name="Picture 15" descr="E:\ThePapHy\Songs\Volume2 Support Files\Immortal Invisible God Only Wise-PftL\Slides\Immortal Invisible God Only Wise-PftL002.tif">
            <a:extLst>
              <a:ext uri="{FF2B5EF4-FFF2-40B4-BE49-F238E27FC236}">
                <a16:creationId xmlns:a16="http://schemas.microsoft.com/office/drawing/2014/main" id="{60D25BBB-345B-470D-9B41-D41B4B9C6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 6">
            <a:extLst>
              <a:ext uri="{FF2B5EF4-FFF2-40B4-BE49-F238E27FC236}">
                <a16:creationId xmlns:a16="http://schemas.microsoft.com/office/drawing/2014/main" id="{51C34400-C648-482D-BDCB-943AD8334D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1 - Immortal, Invisible, God Only Wise</a:t>
            </a:r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47C67D9F-046D-4BBB-B139-9347E4E9B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3086" name="Text Box 14">
            <a:extLst>
              <a:ext uri="{FF2B5EF4-FFF2-40B4-BE49-F238E27FC236}">
                <a16:creationId xmlns:a16="http://schemas.microsoft.com/office/drawing/2014/main" id="{D7C72E22-7018-4B47-8AAD-53CA74895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Text Box 8">
            <a:extLst>
              <a:ext uri="{FF2B5EF4-FFF2-40B4-BE49-F238E27FC236}">
                <a16:creationId xmlns:a16="http://schemas.microsoft.com/office/drawing/2014/main" id="{660233E5-DA93-44D7-BE58-AAED2176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76400"/>
            <a:ext cx="6935788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2.</a:t>
            </a:r>
          </a:p>
          <a:p>
            <a:r>
              <a:rPr lang="en-US" altLang="en-US"/>
              <a:t>Unresting, unhasting, and silent as light,</a:t>
            </a:r>
          </a:p>
          <a:p>
            <a:r>
              <a:rPr lang="en-US" altLang="en-US"/>
              <a:t>Nor wanting, nor wasting, Thou rulest in might;</a:t>
            </a:r>
          </a:p>
          <a:p>
            <a:r>
              <a:rPr lang="en-US" altLang="en-US"/>
              <a:t>Thy justice, like mountains, high soaring above</a:t>
            </a:r>
          </a:p>
          <a:p>
            <a:r>
              <a:rPr lang="en-US" altLang="en-US"/>
              <a:t>Thy clouds, which are fountains of good-ness and love.</a:t>
            </a:r>
          </a:p>
        </p:txBody>
      </p:sp>
      <p:pic>
        <p:nvPicPr>
          <p:cNvPr id="4109" name="Picture 13" descr="E:\ThePapHy\Songs\FinaleFilesForPP\I\ImmortalInvisibleGodOnlyWise-PftL003.TIF">
            <a:extLst>
              <a:ext uri="{FF2B5EF4-FFF2-40B4-BE49-F238E27FC236}">
                <a16:creationId xmlns:a16="http://schemas.microsoft.com/office/drawing/2014/main" id="{3BAF3B55-AFAC-4038-B250-1A22A3448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E85F1F20-F028-4D32-B3D7-EBDC378870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2 - Immortal, Invisible, God Only Wise</a:t>
            </a:r>
            <a:endParaRPr lang="en-US" altLang="en-US" sz="5400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11EE2110-9AB3-4731-A859-AD3F03AB5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248400"/>
            <a:ext cx="370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Words by: Walter Chalmers Smith</a:t>
            </a:r>
          </a:p>
          <a:p>
            <a:r>
              <a:rPr lang="en-US" altLang="en-US" sz="1200"/>
              <a:t>Music by: Welsh melody / Roberts’s </a:t>
            </a:r>
            <a:r>
              <a:rPr lang="en-US" altLang="en-US" sz="1200" i="1"/>
              <a:t>Caniadau y Cyssegr</a:t>
            </a: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06B08B49-115F-4D70-A0DC-B44EAD1FB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4110" name="Text Box 14">
            <a:extLst>
              <a:ext uri="{FF2B5EF4-FFF2-40B4-BE49-F238E27FC236}">
                <a16:creationId xmlns:a16="http://schemas.microsoft.com/office/drawing/2014/main" id="{E3536E68-068D-47A5-A888-A25569DAA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1" name="Picture 11" descr="E:\ThePapHy\Songs\Volume2 Support Files\Immortal Invisible God Only Wise-PftL\Slides\Immortal Invisible God Only Wise-PftL004.tif">
            <a:extLst>
              <a:ext uri="{FF2B5EF4-FFF2-40B4-BE49-F238E27FC236}">
                <a16:creationId xmlns:a16="http://schemas.microsoft.com/office/drawing/2014/main" id="{EC408371-FE08-4642-9A5F-7FFFE6409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B96E9FFD-4F81-4AE1-A642-51BC5D3D12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2 - Immortal, Invisible, God Only Wise</a:t>
            </a:r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3E7B2830-7E4D-40FD-8F73-43A9E3AE3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5130" name="Text Box 10">
            <a:extLst>
              <a:ext uri="{FF2B5EF4-FFF2-40B4-BE49-F238E27FC236}">
                <a16:creationId xmlns:a16="http://schemas.microsoft.com/office/drawing/2014/main" id="{C87A54D8-D679-4581-BCDD-1749EFF80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Text Box 8">
            <a:extLst>
              <a:ext uri="{FF2B5EF4-FFF2-40B4-BE49-F238E27FC236}">
                <a16:creationId xmlns:a16="http://schemas.microsoft.com/office/drawing/2014/main" id="{721A0B14-75D4-44B9-AAA1-E52BF96D3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1412875"/>
            <a:ext cx="6205538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3.</a:t>
            </a:r>
          </a:p>
          <a:p>
            <a:r>
              <a:rPr lang="en-US" altLang="en-US"/>
              <a:t>To all, life Thou givest to both great and small,</a:t>
            </a:r>
          </a:p>
          <a:p>
            <a:r>
              <a:rPr lang="en-US" altLang="en-US"/>
              <a:t>In all life Thou livest the true life of all.</a:t>
            </a:r>
          </a:p>
          <a:p>
            <a:r>
              <a:rPr lang="en-US" altLang="en-US"/>
              <a:t>We blossom and flourish as leaves on the tree,</a:t>
            </a:r>
          </a:p>
          <a:p>
            <a:r>
              <a:rPr lang="en-US" altLang="en-US"/>
              <a:t>And wither and perish but naught changeth Thee.</a:t>
            </a:r>
          </a:p>
        </p:txBody>
      </p:sp>
      <p:pic>
        <p:nvPicPr>
          <p:cNvPr id="6158" name="Picture 14" descr="E:\ThePapHy\Songs\FinaleFilesForPP\I\ImmortalInvisibleGodOnlyWise-PftL005.TIF">
            <a:extLst>
              <a:ext uri="{FF2B5EF4-FFF2-40B4-BE49-F238E27FC236}">
                <a16:creationId xmlns:a16="http://schemas.microsoft.com/office/drawing/2014/main" id="{13AAD6C6-2F8B-40EC-A0F8-1176CD0D8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35E25932-A6C4-44F9-8C90-98BB7FA11D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3 - Immortal, Invisible, God Only Wise</a:t>
            </a:r>
            <a:endParaRPr lang="en-US" altLang="en-US" sz="5400"/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D1CAB558-4BB8-4441-980B-EB47B43F6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248400"/>
            <a:ext cx="3863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Words by: Walter Chalmers Smith / Alt.: W. Garrett Horder</a:t>
            </a:r>
          </a:p>
          <a:p>
            <a:r>
              <a:rPr lang="en-US" altLang="en-US" sz="1200"/>
              <a:t>Music by: Welsh melody / Roberts’s </a:t>
            </a:r>
            <a:r>
              <a:rPr lang="en-US" altLang="en-US" sz="1200" i="1"/>
              <a:t>Caniadau y Cyssegr</a:t>
            </a: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2C828F5B-CEE5-4D55-9229-11B2CCE3C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6159" name="Text Box 15">
            <a:extLst>
              <a:ext uri="{FF2B5EF4-FFF2-40B4-BE49-F238E27FC236}">
                <a16:creationId xmlns:a16="http://schemas.microsoft.com/office/drawing/2014/main" id="{322D742F-572F-428D-8180-33B3A777B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9" name="Picture 11" descr="E:\ThePapHy\Songs\Volume2 Support Files\Immortal Invisible God Only Wise-PftL\Slides\Immortal Invisible God Only Wise-PftL006.tif">
            <a:extLst>
              <a:ext uri="{FF2B5EF4-FFF2-40B4-BE49-F238E27FC236}">
                <a16:creationId xmlns:a16="http://schemas.microsoft.com/office/drawing/2014/main" id="{07F6A942-C581-410A-A726-27F3A0639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20B5BCD9-3456-424A-ACA3-7C2E8C53AE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3 - Immortal, Invisible, God Only Wise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10E6AF5F-582F-4A44-A95E-A44608EF2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211D28D4-B99E-4122-8E41-0B0DF3B14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Text Box 8">
            <a:extLst>
              <a:ext uri="{FF2B5EF4-FFF2-40B4-BE49-F238E27FC236}">
                <a16:creationId xmlns:a16="http://schemas.microsoft.com/office/drawing/2014/main" id="{6AC2EFA8-AA88-46C1-B9B6-3C9A52303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1412875"/>
            <a:ext cx="59467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4.</a:t>
            </a:r>
          </a:p>
          <a:p>
            <a:r>
              <a:rPr lang="en-US" altLang="en-US"/>
              <a:t>Great Father of glory, pure Father of light,</a:t>
            </a:r>
          </a:p>
          <a:p>
            <a:r>
              <a:rPr lang="en-US" altLang="en-US"/>
              <a:t>Thine angels adore Thee, all veiling their sight;</a:t>
            </a:r>
          </a:p>
          <a:p>
            <a:r>
              <a:rPr lang="en-US" altLang="en-US"/>
              <a:t>All praise we would render O help us to see</a:t>
            </a:r>
          </a:p>
          <a:p>
            <a:r>
              <a:rPr lang="en-US" altLang="en-US"/>
              <a:t>'Tis only the splendor of light hid-eth Thee!</a:t>
            </a:r>
          </a:p>
        </p:txBody>
      </p:sp>
      <p:pic>
        <p:nvPicPr>
          <p:cNvPr id="8205" name="Picture 13" descr="E:\ThePapHy\Songs\FinaleFilesForPP\I\ImmortalInvisibleGodOnlyWise-PftL007.TIF">
            <a:extLst>
              <a:ext uri="{FF2B5EF4-FFF2-40B4-BE49-F238E27FC236}">
                <a16:creationId xmlns:a16="http://schemas.microsoft.com/office/drawing/2014/main" id="{F2DC588C-4B58-4C10-BF3B-4D95CC0E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4" name="Rectangle 2">
            <a:extLst>
              <a:ext uri="{FF2B5EF4-FFF2-40B4-BE49-F238E27FC236}">
                <a16:creationId xmlns:a16="http://schemas.microsoft.com/office/drawing/2014/main" id="{8E2FA129-12F9-4EEF-BAA7-FCB8F47231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4 - Immortal, Invisible, God Only Wise</a:t>
            </a:r>
            <a:endParaRPr lang="en-US" altLang="en-US" sz="5400"/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D3AB7F66-EB82-4642-AA19-3493C849D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248400"/>
            <a:ext cx="370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Words by: Walter Chalmers Smith</a:t>
            </a:r>
          </a:p>
          <a:p>
            <a:r>
              <a:rPr lang="en-US" altLang="en-US" sz="1200"/>
              <a:t>Music by: Welsh melody / Roberts’s </a:t>
            </a:r>
            <a:r>
              <a:rPr lang="en-US" altLang="en-US" sz="1200" i="1"/>
              <a:t>Caniadau y Cyssegr</a:t>
            </a:r>
          </a:p>
        </p:txBody>
      </p:sp>
      <p:sp>
        <p:nvSpPr>
          <p:cNvPr id="8199" name="Text Box 7">
            <a:extLst>
              <a:ext uri="{FF2B5EF4-FFF2-40B4-BE49-F238E27FC236}">
                <a16:creationId xmlns:a16="http://schemas.microsoft.com/office/drawing/2014/main" id="{470C751E-3E66-4BD1-B8D5-57BB807D2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8206" name="Text Box 14">
            <a:extLst>
              <a:ext uri="{FF2B5EF4-FFF2-40B4-BE49-F238E27FC236}">
                <a16:creationId xmlns:a16="http://schemas.microsoft.com/office/drawing/2014/main" id="{BA9E826F-76B6-43A2-9F6F-D9DE217BA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7" name="Picture 11" descr="E:\ThePapHy\Songs\Volume2 Support Files\Immortal Invisible God Only Wise-PftL\Slides\Immortal Invisible God Only Wise-PftL008.tif">
            <a:extLst>
              <a:ext uri="{FF2B5EF4-FFF2-40B4-BE49-F238E27FC236}">
                <a16:creationId xmlns:a16="http://schemas.microsoft.com/office/drawing/2014/main" id="{297278A4-C66F-444A-9ADF-DBF66890D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8" name="Rectangle 2">
            <a:extLst>
              <a:ext uri="{FF2B5EF4-FFF2-40B4-BE49-F238E27FC236}">
                <a16:creationId xmlns:a16="http://schemas.microsoft.com/office/drawing/2014/main" id="{44CE2479-771E-4E05-877C-3BDABF4065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7772400" cy="304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4 - Immortal, Invisible, God Only Wise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AE1C3033-A14C-4EEF-A6C9-C3DD8344E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6553200"/>
            <a:ext cx="2549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© 2001 The Paperless Hymnal™</a:t>
            </a:r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3819D402-B4D3-44C2-8299-B79EB53CF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76200"/>
            <a:ext cx="86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latin typeface="Arial" panose="020B0604020202020204" pitchFamily="34" charset="0"/>
              </a:rPr>
              <a:t>945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365</Words>
  <Application>Microsoft Office PowerPoint</Application>
  <PresentationFormat>On-screen Show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Times New Roman</vt:lpstr>
      <vt:lpstr>Arial</vt:lpstr>
      <vt:lpstr>Default Design</vt:lpstr>
      <vt:lpstr>1 - Immortal, Invisible, God Only Wise</vt:lpstr>
      <vt:lpstr>1 - Immortal, Invisible, God Only Wise</vt:lpstr>
      <vt:lpstr>2 - Immortal, Invisible, God Only Wise</vt:lpstr>
      <vt:lpstr>2 - Immortal, Invisible, God Only Wise</vt:lpstr>
      <vt:lpstr>3 - Immortal, Invisible, God Only Wise</vt:lpstr>
      <vt:lpstr>3 - Immortal, Invisible, God Only Wise</vt:lpstr>
      <vt:lpstr>4 - Immortal, Invisible, God Only Wise</vt:lpstr>
      <vt:lpstr>4 - Immortal, Invisible, God Only Wise</vt:lpstr>
    </vt:vector>
  </TitlesOfParts>
  <Manager>1/7/2013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Immortal, Invisible, God Only Wise</dc:title>
  <dc:subject>© 2001 The Paperless Hymnal®</dc:subject>
  <dc:creator>Smith / Welsh Melody / Af</dc:creator>
  <cp:lastModifiedBy>Williams David</cp:lastModifiedBy>
  <cp:revision>30</cp:revision>
  <dcterms:created xsi:type="dcterms:W3CDTF">1999-09-24T02:15:18Z</dcterms:created>
  <dcterms:modified xsi:type="dcterms:W3CDTF">2019-04-16T02:58:15Z</dcterms:modified>
</cp:coreProperties>
</file>