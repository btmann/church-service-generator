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72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2400x1800x522/pftl-522-007.png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2400x1800x522/pftl-522-008.png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2400x1800x522/pftl-522-009.png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2400x1800x522/pftl-522-010.png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2400x1800x522/pftl-522-015.png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9/24/2019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Onward, Christian Soldiers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Words by: Sabine Baring-Gould</a:t>
            </a:r>
          </a:p>
          <a:p>
            <a:r>
              <a:t>Music by: Arthur Sullivan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79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589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035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97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57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597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6311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34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71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34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1769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8</cp:revision>
  <dcterms:created xsi:type="dcterms:W3CDTF">2019-09-13T22:29:37Z</dcterms:created>
  <dcterms:modified xsi:type="dcterms:W3CDTF">2019-09-24T19:20:55Z</dcterms:modified>
</cp:coreProperties>
</file>