
<file path=[Content_Types].xml><?xml version="1.0" encoding="utf-8"?>
<Types xmlns="http://schemas.openxmlformats.org/package/2006/content-types">
  <Default Extension="jpg" ContentType="image/jpeg"/>
  <Default Extension="mp3" ContentType="audio/m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 id="2147483701" r:id="rId2"/>
    <p:sldMasterId id="2147483736" r:id="rId3"/>
  </p:sldMasterIdLst>
  <p:notesMasterIdLst>
    <p:notesMasterId r:id="rId65"/>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8" r:id="rId48"/>
    <p:sldId id="309" r:id="rId49"/>
    <p:sldId id="310" r:id="rId50"/>
    <p:sldId id="311" r:id="rId51"/>
    <p:sldId id="312" r:id="rId52"/>
    <p:sldId id="313" r:id="rId53"/>
    <p:sldId id="314" r:id="rId54"/>
    <p:sldId id="315" r:id="rId55"/>
    <p:sldId id="316" r:id="rId56"/>
    <p:sldId id="300" r:id="rId57"/>
    <p:sldId id="301" r:id="rId58"/>
    <p:sldId id="302" r:id="rId59"/>
    <p:sldId id="303" r:id="rId60"/>
    <p:sldId id="304" r:id="rId61"/>
    <p:sldId id="305" r:id="rId62"/>
    <p:sldId id="306" r:id="rId63"/>
    <p:sldId id="307" r:id="rId64"/>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4A81"/>
    <a:srgbClr val="057A84"/>
    <a:srgbClr val="113245"/>
    <a:srgbClr val="FFFFFF"/>
    <a:srgbClr val="1B255E"/>
    <a:srgbClr val="C80000"/>
    <a:srgbClr val="000000"/>
    <a:srgbClr val="2F6B33"/>
    <a:srgbClr val="5180AC"/>
    <a:srgbClr val="5A7BA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7" autoAdjust="0"/>
    <p:restoredTop sz="94660"/>
  </p:normalViewPr>
  <p:slideViewPr>
    <p:cSldViewPr snapToGrid="0">
      <p:cViewPr varScale="1">
        <p:scale>
          <a:sx n="123" d="100"/>
          <a:sy n="123" d="100"/>
        </p:scale>
        <p:origin x="680" y="8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presProps" Target="presProp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7453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Song Leader: Alex Cruttenden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Obviously generosity is a wonderful blessing to others when they have a need – but that’s not what I mean today.</a:t>
            </a:r>
          </a:p>
          <a:p>
            <a:endParaRPr lang="en-US" dirty="0"/>
          </a:p>
          <a:p>
            <a:r>
              <a:rPr lang="en-US" dirty="0"/>
              <a:t>When I say “life-giving” generosity – I mean what JESUS SAYS IN ACTS 20:35</a:t>
            </a:r>
          </a:p>
          <a:p>
            <a:endParaRPr lang="en-US" dirty="0"/>
          </a:p>
          <a:p>
            <a:r>
              <a:rPr lang="en-US" dirty="0"/>
              <a:t>It is more blessed to GIVE than to RECEIVE.</a:t>
            </a:r>
          </a:p>
          <a:p>
            <a:endParaRPr lang="en-US" dirty="0"/>
          </a:p>
          <a:p>
            <a:r>
              <a:rPr lang="en-US" dirty="0"/>
              <a:t>Jesus wants us to understand that of all the things we can do with our finances – ONE OF THE MOST REWARDING is when we choose GENEROSITY.</a:t>
            </a:r>
          </a:p>
          <a:p>
            <a:endParaRPr lang="en-US" dirty="0"/>
          </a:p>
          <a:p>
            <a:r>
              <a:rPr lang="en-US" dirty="0"/>
              <a:t>** So let me say from the outset – I’ve seen tremendous generosity at Embry Hills.  For Christians, for the community, for strangers, family, and friends…</a:t>
            </a:r>
          </a:p>
          <a:p>
            <a:r>
              <a:rPr lang="en-US" dirty="0"/>
              <a:t>** Christians who are generous with their finances of course, but also generous in opening their homes in hospitality – generous in many many ways…</a:t>
            </a:r>
          </a:p>
          <a:p>
            <a:endParaRPr lang="en-US" dirty="0"/>
          </a:p>
          <a:p>
            <a:r>
              <a:rPr lang="en-US" dirty="0"/>
              <a:t>**. We WANT to be a GENEROUS PEOPLE…. So, we want to STUDY passages that HELP us grow in our GENEROSITY.</a:t>
            </a:r>
          </a:p>
          <a:p>
            <a:endParaRPr lang="en-US" dirty="0"/>
          </a:p>
          <a:p>
            <a:r>
              <a:rPr lang="en-US" dirty="0"/>
              <a:t>Ever since COVID, we hear passages about GIVING way less.  </a:t>
            </a:r>
          </a:p>
          <a:p>
            <a:r>
              <a:rPr lang="en-US" dirty="0"/>
              <a:t>We don’t have a weekly giving talk like most of us grew up with – and I am concerned that some of the verses adults know well – are FAR less FAMILIAR to our students.</a:t>
            </a:r>
          </a:p>
          <a:p>
            <a:endParaRPr lang="en-US" dirty="0"/>
          </a:p>
          <a:p>
            <a:r>
              <a:rPr lang="en-US" dirty="0"/>
              <a:t>So today I want to DIVE into the most comprehensive passage on Christian Generosity in 2 Corinthians 8-9.</a:t>
            </a:r>
          </a:p>
          <a:p>
            <a:endParaRPr lang="en-US" dirty="0"/>
          </a:p>
          <a:p>
            <a:r>
              <a:rPr lang="en-US" dirty="0"/>
              <a:t>And I want us to approach this section understanding that when Paul is teaching on this subject – HE’S an UNRIVALED EXPERT….  And this is His Master Class….</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DAC95E3-42E3-DC46-A911-AAE0B396938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77424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Note first – Stories of Generosity are always moving...  I’ve seen Christians help with travel expenses, furniture, and appliances.  I’ve seen Christians help with clothes, shoes, and school supplies for children. One of my all time favorites was watching Christians pay around $500 for a small jar of JAM just to raise money for orphans.</a:t>
            </a:r>
          </a:p>
          <a:p>
            <a:endParaRPr lang="en-US" dirty="0"/>
          </a:p>
          <a:p>
            <a:r>
              <a:rPr lang="en-US" dirty="0"/>
              <a:t>Paul begins teaching us by telling us the story of the Macedonians – this is the church at Philippi and </a:t>
            </a:r>
            <a:r>
              <a:rPr lang="en-US" dirty="0" err="1"/>
              <a:t>Thessolonica</a:t>
            </a:r>
            <a:r>
              <a:rPr lang="en-US" dirty="0"/>
              <a:t> and others in that region….</a:t>
            </a:r>
          </a:p>
          <a:p>
            <a:endParaRPr lang="en-US" dirty="0"/>
          </a:p>
          <a:p>
            <a:r>
              <a:rPr lang="en-US" dirty="0"/>
              <a:t>First thing Paul does is call out God’s grace. – Their generosity was not simply because they were “giving” people.  Their giving isn’t just a “church tax” the apostles are charging.</a:t>
            </a:r>
          </a:p>
          <a:p>
            <a:endParaRPr lang="en-US" dirty="0"/>
          </a:p>
          <a:p>
            <a:endParaRPr lang="en-US" dirty="0"/>
          </a:p>
          <a:p>
            <a:r>
              <a:rPr lang="en-US" dirty="0"/>
              <a:t>Their generosity was an indication that THEY UNDERSTOOD how much was already GIVEN to THEM.</a:t>
            </a:r>
          </a:p>
          <a:p>
            <a:pPr marL="171450" indent="-171450">
              <a:buFontTx/>
              <a:buChar char="-"/>
            </a:pPr>
            <a:r>
              <a:rPr lang="en-US" dirty="0"/>
              <a:t>They were helped by Christ when they most needed it.</a:t>
            </a:r>
          </a:p>
          <a:p>
            <a:pPr marL="171450" indent="-171450">
              <a:buFontTx/>
              <a:buChar char="-"/>
            </a:pPr>
            <a:r>
              <a:rPr lang="en-US" dirty="0"/>
              <a:t>The were blessed by the gospel that began in Jerusalem.</a:t>
            </a:r>
          </a:p>
          <a:p>
            <a:pPr marL="171450" indent="-171450">
              <a:buFontTx/>
              <a:buChar char="-"/>
            </a:pPr>
            <a:r>
              <a:rPr lang="en-US" dirty="0"/>
              <a:t>They have a CLEAR RECOGNITION of how abundantly they have been shown GRACE – greater kindness than they deserve.  So they want to pay it forward.</a:t>
            </a:r>
          </a:p>
          <a:p>
            <a:endParaRPr lang="en-US" dirty="0"/>
          </a:p>
          <a:p>
            <a:endParaRPr lang="en-US" dirty="0"/>
          </a:p>
          <a:p>
            <a:r>
              <a:rPr lang="en-US" dirty="0"/>
              <a:t>The second thing he does with this story is acknowledge that circumstances can make this HARD!</a:t>
            </a:r>
          </a:p>
          <a:p>
            <a:pPr marL="171450" indent="-171450">
              <a:buFontTx/>
              <a:buChar char="-"/>
            </a:pPr>
            <a:r>
              <a:rPr lang="en-US" dirty="0"/>
              <a:t>They had a great ordeal of Affliction.  (JFB says “a great testing of affliction” – things are hard enough for them that this is really testing their faith and character.)</a:t>
            </a:r>
          </a:p>
          <a:p>
            <a:pPr marL="171450" indent="-171450">
              <a:buFontTx/>
              <a:buChar char="-"/>
            </a:pPr>
            <a:endParaRPr lang="en-US" dirty="0"/>
          </a:p>
          <a:p>
            <a:pPr marL="171450" indent="-171450">
              <a:buFontTx/>
              <a:buChar char="-"/>
            </a:pPr>
            <a:r>
              <a:rPr lang="en-US" dirty="0"/>
              <a:t>We all know when Gas Prices are Crazy.  When back to school shopping has us stretched. When the car needs repairs. When… the list goes on…</a:t>
            </a:r>
          </a:p>
          <a:p>
            <a:pPr marL="171450" indent="-171450">
              <a:buFontTx/>
              <a:buChar char="-"/>
            </a:pPr>
            <a:endParaRPr lang="en-US" dirty="0"/>
          </a:p>
          <a:p>
            <a:pPr marL="171450" indent="-171450">
              <a:buFontTx/>
              <a:buChar char="-"/>
            </a:pPr>
            <a:r>
              <a:rPr lang="en-US" dirty="0"/>
              <a:t>As hard as the AFFLICTION TESTED THEM – it was no match for the LOVE OF CHRIST that was in their hearts.  The JOY they have in Jesus can’t be snuffed out by earthly trials.</a:t>
            </a:r>
          </a:p>
          <a:p>
            <a:pPr marL="0" indent="0">
              <a:buFontTx/>
              <a:buNone/>
            </a:pPr>
            <a:endParaRPr lang="en-US" dirty="0"/>
          </a:p>
          <a:p>
            <a:pPr marL="0" indent="0">
              <a:buFontTx/>
              <a:buNone/>
            </a:pPr>
            <a:r>
              <a:rPr lang="en-US" dirty="0"/>
              <a:t>BEYOND THEIR ABILITY – they over-performed what anyone expected.  They really brought their whole hearts to this!</a:t>
            </a:r>
          </a:p>
          <a:p>
            <a:pPr marL="0" indent="0">
              <a:buFontTx/>
              <a:buNone/>
            </a:pPr>
            <a:endParaRPr lang="en-US" dirty="0"/>
          </a:p>
          <a:p>
            <a:pPr marL="0" indent="0">
              <a:buFontTx/>
              <a:buNone/>
            </a:pPr>
            <a:r>
              <a:rPr lang="en-US" dirty="0"/>
              <a:t>SUPPORT OF SAINTS – they have in their mind the GOOD these funds are going to.  They can imagine the food for the hungry, the clothes for those who had lost everything because of the famine. </a:t>
            </a:r>
            <a:r>
              <a:rPr lang="en-US" dirty="0" err="1"/>
              <a:t>Etc</a:t>
            </a:r>
            <a:r>
              <a:rPr lang="en-US" dirty="0"/>
              <a:t>….</a:t>
            </a:r>
          </a:p>
          <a:p>
            <a:pPr marL="0" indent="0">
              <a:buFontTx/>
              <a:buNone/>
            </a:pPr>
            <a:endParaRPr lang="en-US" dirty="0"/>
          </a:p>
          <a:p>
            <a:pPr marL="0" indent="0">
              <a:buFontTx/>
              <a:buNone/>
            </a:pPr>
            <a:r>
              <a:rPr lang="en-US" dirty="0"/>
              <a:t>“Not as we had” = BEYOND OUR EXPECTATIONS.  Because they are SO committed to Jesus Christ and to God’s people and God’s will.</a:t>
            </a:r>
          </a:p>
          <a:p>
            <a:pPr marL="171450" indent="-171450">
              <a:buFontTx/>
              <a:buChar char="-"/>
            </a:pPr>
            <a:endParaRPr lang="en-US" dirty="0"/>
          </a:p>
          <a:p>
            <a:pPr marL="171450" indent="-171450">
              <a:buFontTx/>
              <a:buChar char="-"/>
            </a:pP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DAC95E3-42E3-DC46-A911-AAE0B396938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17829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already abound in…. ** Guys he could be describing Embry Hills.  We have strong faith. We have great teaching.  We are hard workers, and full of love…. So his point is, we need to not just participate in generosity but ABOUND in generosity.</a:t>
            </a:r>
          </a:p>
          <a:p>
            <a:endParaRPr lang="en-US" dirty="0"/>
          </a:p>
          <a:p>
            <a:r>
              <a:rPr lang="en-US" dirty="0"/>
              <a:t>** The Grace – The Favor – The Undeserved Help</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DAC95E3-42E3-DC46-A911-AAE0B396938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7513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C8616-3AF7-B80B-9F20-7F2D784213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56EDA5-777E-0CA9-8B74-D93710800A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2852A7-6E31-41D1-7F8B-BB602D8D4248}"/>
              </a:ext>
            </a:extLst>
          </p:cNvPr>
          <p:cNvSpPr>
            <a:spLocks noGrp="1"/>
          </p:cNvSpPr>
          <p:nvPr>
            <p:ph type="body" idx="1"/>
          </p:nvPr>
        </p:nvSpPr>
        <p:spPr/>
        <p:txBody>
          <a:bodyPr/>
          <a:lstStyle/>
          <a:p>
            <a:r>
              <a:rPr lang="en-US" dirty="0"/>
              <a:t>You already abound in…. ** Guys he could be describing Embry Hills.  We have strong faith. We have great teaching.  We are hard workers, and full of love…. So his point is, we need to not just participate in generosity but ABOUND in generosity.</a:t>
            </a:r>
          </a:p>
          <a:p>
            <a:endParaRPr lang="en-US" dirty="0"/>
          </a:p>
          <a:p>
            <a:r>
              <a:rPr lang="en-US" dirty="0"/>
              <a:t>** The Grace – The Favor – The Undeserved Help</a:t>
            </a:r>
          </a:p>
          <a:p>
            <a:endParaRPr lang="en-US" dirty="0"/>
          </a:p>
          <a:p>
            <a:r>
              <a:rPr lang="en-US" dirty="0"/>
              <a:t>** Pleasing God – God is not asking for the impossible. God is not asking for the Reckless!  God is asking for a generous evaluation of what we have available.</a:t>
            </a:r>
          </a:p>
        </p:txBody>
      </p:sp>
      <p:sp>
        <p:nvSpPr>
          <p:cNvPr id="4" name="Slide Number Placeholder 3">
            <a:extLst>
              <a:ext uri="{FF2B5EF4-FFF2-40B4-BE49-F238E27FC236}">
                <a16:creationId xmlns:a16="http://schemas.microsoft.com/office/drawing/2014/main" id="{F2DE8E57-3BAA-3719-E347-BF326B5B266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DAC95E3-42E3-DC46-A911-AAE0B396938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352497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Jesus wants us to THINK about our HEAVENLY HOME and wants us to LAY UP our treasures with HIM ABOVE…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Kingdom Generosity wants to see care for Saints both Near &amp; Far….</a:t>
            </a:r>
          </a:p>
          <a:p>
            <a:endParaRPr lang="en-US" dirty="0"/>
          </a:p>
          <a:p>
            <a:endParaRPr lang="en-US" dirty="0"/>
          </a:p>
          <a:p>
            <a:r>
              <a:rPr lang="en-US" dirty="0"/>
              <a:t>Tell a STORY HERE….</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DAC95E3-42E3-DC46-A911-AAE0B396938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775567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2 COR. 9:6-7a</a:t>
            </a:r>
          </a:p>
          <a:p>
            <a:r>
              <a:rPr lang="en-US" dirty="0"/>
              <a:t>Thoughtfully – “let me get my thoughts together” – REALLY cool that the Greek for “WORD” – Logos – in John chapter 1, is the same root word for “Collection”</a:t>
            </a:r>
          </a:p>
          <a:p>
            <a:endParaRPr lang="en-US" dirty="0"/>
          </a:p>
          <a:p>
            <a:r>
              <a:rPr lang="en-US" dirty="0"/>
              <a:t>If someone has ever said “I just need a moment to collect my thoughts…” And they take that moment to collect their feelings and ideas and match those with their vocabulary – then they are ready to speak – LOGOS is the collecting and connecting of ideas and words.  </a:t>
            </a:r>
          </a:p>
          <a:p>
            <a:endParaRPr lang="en-US" dirty="0"/>
          </a:p>
          <a:p>
            <a:r>
              <a:rPr lang="en-US" dirty="0"/>
              <a:t>This GREEK word in 1 Cor. 16:1-2 the only time it is used is of the ‘Collection’ – I want to collect my financial resources so they can be matched with real world good works!</a:t>
            </a:r>
          </a:p>
          <a:p>
            <a:endParaRPr lang="en-US" dirty="0"/>
          </a:p>
          <a:p>
            <a:r>
              <a:rPr lang="en-US" dirty="0"/>
              <a:t>Thoughtfully – Yes, a generous heart will lead us to some spontaneous giving.  But that’s not this context.  This context is talking about plans that have been in the works for over a year!!</a:t>
            </a:r>
          </a:p>
          <a:p>
            <a:pPr marL="171450" indent="-171450">
              <a:buFontTx/>
              <a:buChar char="-"/>
            </a:pPr>
            <a:r>
              <a:rPr lang="en-US" dirty="0"/>
              <a:t>Reminds us of a truth – we get better at the things we focus on.  We don’t just wake up a brain surgeon one day.  There’s a TON of thought and practice and education to gain that skill.  The same is true of Generosity.  We don’t just wake up – ready to think about everyone else instead of ourselves!    It requires learning and training and practice.  IT requires our attention.</a:t>
            </a:r>
          </a:p>
          <a:p>
            <a:pPr marL="171450" indent="-171450">
              <a:buFontTx/>
              <a:buChar char="-"/>
            </a:pPr>
            <a:endParaRPr lang="en-US" dirty="0"/>
          </a:p>
          <a:p>
            <a:pPr marL="0" indent="0">
              <a:buFontTx/>
              <a:buNone/>
            </a:pPr>
            <a:r>
              <a:rPr lang="en-US" dirty="0"/>
              <a:t>2 COR. 9:7b – Not </a:t>
            </a:r>
            <a:r>
              <a:rPr lang="en-US" dirty="0" err="1"/>
              <a:t>grudingly</a:t>
            </a:r>
            <a:r>
              <a:rPr lang="en-US" dirty="0"/>
              <a:t> or under compulsion.</a:t>
            </a:r>
          </a:p>
          <a:p>
            <a:pPr marL="0" indent="0">
              <a:buFontTx/>
              <a:buNone/>
            </a:pPr>
            <a:endParaRPr lang="en-US" dirty="0"/>
          </a:p>
          <a:p>
            <a:pPr marL="0" indent="0">
              <a:buFontTx/>
              <a:buNone/>
            </a:pPr>
            <a:endParaRPr lang="en-US" dirty="0"/>
          </a:p>
          <a:p>
            <a:pPr marL="0" indent="0">
              <a:buFontTx/>
              <a:buNone/>
            </a:pPr>
            <a:r>
              <a:rPr lang="en-US" dirty="0"/>
              <a:t>2 COR. 9:7c – God loves a cheerful giver.</a:t>
            </a:r>
            <a:br>
              <a:rPr lang="en-US" dirty="0"/>
            </a:br>
            <a:endParaRPr lang="en-US" dirty="0"/>
          </a:p>
          <a:p>
            <a:pPr marL="0" indent="0">
              <a:buFontTx/>
              <a:buNone/>
            </a:pPr>
            <a:endParaRPr lang="en-US" dirty="0"/>
          </a:p>
          <a:p>
            <a:pPr marL="0" indent="0">
              <a:buFontTx/>
              <a:buNone/>
            </a:pPr>
            <a:r>
              <a:rPr lang="en-US" dirty="0"/>
              <a:t>2 COR. 8:11-12 “whatever you give…according to what you HAVE…” *Paul had already taught this idea earlier in 1 Corinthians with similar language…. 1 COR 16:1-2 – Giving “as we may prosper”. In proportion to what they have.  One person could give $10 and that could be incredibly generous.  Another person could given $1,000 and they wouldn’t even notice. It’s not the specific amount it’s the willingness to consider is this like the Macedonians – from a good heart at the top of my ability… of am I just giving God at the least of my ability?</a:t>
            </a:r>
          </a:p>
          <a:p>
            <a:pPr marL="0" indent="0">
              <a:buFontTx/>
              <a:buNone/>
            </a:pPr>
            <a:endParaRPr lang="en-US" dirty="0"/>
          </a:p>
          <a:p>
            <a:pPr marL="0" indent="0">
              <a:buFontTx/>
              <a:buNone/>
            </a:pPr>
            <a:r>
              <a:rPr lang="en-US" dirty="0"/>
              <a:t>SACRIFICIALLY -  2 COR 8…. During Testing Affliction .  They don’t just give when it’s easy.  They give even when they really feel it.  HOW?  WHY?  Because sacrificial giving is an ACT OF FAITH. It is choosing to TRUST in GOD.  *And our TRUST in GOD is there because we remember that JESUS GAVE SACRIFICIALLY!</a:t>
            </a:r>
          </a:p>
          <a:p>
            <a:pPr marL="0" indent="0">
              <a:buFontTx/>
              <a:buNone/>
            </a:pPr>
            <a:endParaRPr lang="en-US" dirty="0"/>
          </a:p>
          <a:p>
            <a:pPr marL="0" indent="0">
              <a:buFontTx/>
              <a:buNone/>
            </a:pPr>
            <a:r>
              <a:rPr lang="en-US" dirty="0"/>
              <a:t>We understand that “You can’t out give God.”  HE has already been so good to us, and as 9:8 God “…make all grace abound to you…”</a:t>
            </a:r>
          </a:p>
          <a:p>
            <a:pPr marL="0" indent="0">
              <a:buFontTx/>
              <a:buNone/>
            </a:pPr>
            <a:endParaRPr lang="en-US" dirty="0"/>
          </a:p>
          <a:p>
            <a:pPr marL="0" indent="0">
              <a:buFontTx/>
              <a:buNone/>
            </a:pPr>
            <a:endParaRPr lang="en-US" dirty="0"/>
          </a:p>
          <a:p>
            <a:pPr marL="0" indent="0">
              <a:buFontTx/>
              <a:buNone/>
            </a:pPr>
            <a:r>
              <a:rPr lang="en-US" dirty="0"/>
              <a:t>&gt;&gt;&gt; Some of you are SO GENEROUS!!!  With your time, with your finances, with your heart!!! THANK YOU!</a:t>
            </a:r>
          </a:p>
          <a:p>
            <a:pPr marL="0" indent="0">
              <a:buFontTx/>
              <a:buNone/>
            </a:pPr>
            <a:endParaRPr lang="en-US" dirty="0"/>
          </a:p>
          <a:p>
            <a:pPr marL="0" indent="0">
              <a:buFontTx/>
              <a:buNone/>
            </a:pPr>
            <a:r>
              <a:rPr lang="en-US" dirty="0"/>
              <a:t>&gt;&gt;&gt; But for some, if we are honest with ourselves, we know we aren’t giving Sacrificially.  </a:t>
            </a:r>
          </a:p>
          <a:p>
            <a:pPr marL="0" indent="0">
              <a:buFontTx/>
              <a:buNone/>
            </a:pPr>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DAC95E3-42E3-DC46-A911-AAE0B396938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868109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people like the Macedonians who ABOUND in generosity.  Paul’s master class challenges us – but it reminds us HOW MUCH AMAZING GRACE has been given to us in Jesus Christ!</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Kingdom Generosity is INSPIRED BY  God’s INDESCRIBIBLE GIFT.</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DAC95E3-42E3-DC46-A911-AAE0B396938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669316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we’ve been talking about what we GIVE to GOD – and the very first thing we give HIM is our HEART.</a:t>
            </a:r>
          </a:p>
          <a:p>
            <a:endParaRPr lang="en-US" dirty="0"/>
          </a:p>
          <a:p>
            <a:r>
              <a:rPr lang="en-US" dirty="0"/>
              <a:t>We give our lives to FOLLOWING JESUS by accepting the invitation of the Gospel to COME in FAITH and REPENTENCE to have our sins WASHED AWAY….</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DAC95E3-42E3-DC46-A911-AAE0B396938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34639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audio" Target="../media/media1.mp3"/><Relationship Id="rId1" Type="http://schemas.microsoft.com/office/2007/relationships/media" Target="../media/media1.mp3"/><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audio" Target="../media/media2.mp3"/><Relationship Id="rId1" Type="http://schemas.microsoft.com/office/2007/relationships/media" Target="../media/media2.mp3"/><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audio" Target="../media/media2.mp3"/><Relationship Id="rId1" Type="http://schemas.microsoft.com/office/2007/relationships/media" Target="../media/media2.mp3"/><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audio" Target="../media/media2.mp3"/><Relationship Id="rId1" Type="http://schemas.microsoft.com/office/2007/relationships/media" Target="../media/media2.mp3"/><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6414ACA6-25A9-4915-905A-FD3CBE1D4DCB}"/>
              </a:ext>
            </a:extLst>
          </p:cNvPr>
          <p:cNvSpPr>
            <a:spLocks noGrp="1"/>
          </p:cNvSpPr>
          <p:nvPr>
            <p:ph type="pic" sz="quarter" idx="23"/>
          </p:nvPr>
        </p:nvSpPr>
        <p:spPr>
          <a:xfrm>
            <a:off x="0" y="0"/>
            <a:ext cx="9144000" cy="5715000"/>
          </a:xfrm>
          <a:prstGeom prst="rect">
            <a:avLst/>
          </a:prstGeom>
        </p:spPr>
        <p:txBody>
          <a:bodyPr/>
          <a:lstStyle/>
          <a:p>
            <a:endParaRPr lang="en-US"/>
          </a:p>
        </p:txBody>
      </p:sp>
      <p:sp>
        <p:nvSpPr>
          <p:cNvPr id="31" name="Text Placeholder 10">
            <a:extLst>
              <a:ext uri="{FF2B5EF4-FFF2-40B4-BE49-F238E27FC236}">
                <a16:creationId xmlns:a16="http://schemas.microsoft.com/office/drawing/2014/main" id="{C3E1E18F-61D4-418C-8737-199CE3BC0B40}"/>
              </a:ext>
            </a:extLst>
          </p:cNvPr>
          <p:cNvSpPr>
            <a:spLocks noGrp="1"/>
          </p:cNvSpPr>
          <p:nvPr>
            <p:ph type="body" sz="quarter" idx="19"/>
          </p:nvPr>
        </p:nvSpPr>
        <p:spPr>
          <a:xfrm>
            <a:off x="1033272" y="4687707"/>
            <a:ext cx="7638587" cy="91440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Font typeface="Arial" panose="020B0604020202020204" pitchFamily="34" charset="0"/>
              <a:buNone/>
              <a:defRPr lang="en-US" sz="1404" dirty="0">
                <a:solidFill>
                  <a:schemeClr val="lt1"/>
                </a:solidFill>
              </a:defRPr>
            </a:lvl1pPr>
          </a:lstStyle>
          <a:p>
            <a:pPr marL="0" lvl="0" indent="0" algn="ctr" defTabSz="713232">
              <a:buNone/>
            </a:pPr>
            <a:endParaRPr lang="en-US" dirty="0"/>
          </a:p>
        </p:txBody>
      </p:sp>
      <p:sp>
        <p:nvSpPr>
          <p:cNvPr id="13" name="song_number">
            <a:extLst>
              <a:ext uri="{FF2B5EF4-FFF2-40B4-BE49-F238E27FC236}">
                <a16:creationId xmlns:a16="http://schemas.microsoft.com/office/drawing/2014/main" id="{7C90B4E4-EFB1-4D2F-A03C-85168A647363}"/>
              </a:ext>
            </a:extLst>
          </p:cNvPr>
          <p:cNvSpPr>
            <a:spLocks noGrp="1"/>
          </p:cNvSpPr>
          <p:nvPr>
            <p:ph type="body" sz="quarter" idx="24" hasCustomPrompt="1"/>
          </p:nvPr>
        </p:nvSpPr>
        <p:spPr>
          <a:xfrm>
            <a:off x="1097280" y="5144907"/>
            <a:ext cx="914400" cy="365760"/>
          </a:xfrm>
          <a:prstGeom prst="roundRect">
            <a:avLst>
              <a:gd name="adj" fmla="val 50000"/>
            </a:avLst>
          </a:prstGeom>
          <a:solidFill>
            <a:schemeClr val="bg2">
              <a:lumMod val="50000"/>
            </a:schemeClr>
          </a:solidFill>
        </p:spPr>
        <p:txBody>
          <a:bodyPr lIns="274320" tIns="27432" rIns="0" bIns="0" anchor="ctr"/>
          <a:lstStyle>
            <a:lvl1pPr marL="0" indent="0" algn="r">
              <a:buNone/>
              <a:defRPr sz="1800" b="1">
                <a:solidFill>
                  <a:schemeClr val="bg1"/>
                </a:solidFill>
                <a:latin typeface="Avenir Next LT Pro" panose="020B0504020202020204" pitchFamily="34" charset="0"/>
              </a:defRPr>
            </a:lvl1pPr>
            <a:lvl2pPr marL="457200" indent="0">
              <a:buNone/>
              <a:defRPr sz="1050"/>
            </a:lvl2pPr>
            <a:lvl3pPr marL="914400" indent="0">
              <a:buNone/>
              <a:defRPr sz="1000"/>
            </a:lvl3pPr>
            <a:lvl4pPr marL="1371600" indent="0">
              <a:buNone/>
              <a:defRPr sz="900"/>
            </a:lvl4pPr>
            <a:lvl5pPr marL="1828800" indent="0" algn="l">
              <a:buNone/>
              <a:defRPr sz="900"/>
            </a:lvl5pPr>
          </a:lstStyle>
          <a:p>
            <a:pPr lvl="0"/>
            <a:r>
              <a:rPr lang="en-US" dirty="0"/>
              <a:t>888</a:t>
            </a:r>
          </a:p>
        </p:txBody>
      </p:sp>
      <p:sp>
        <p:nvSpPr>
          <p:cNvPr id="14" name="songbook_logo">
            <a:extLst>
              <a:ext uri="{FF2B5EF4-FFF2-40B4-BE49-F238E27FC236}">
                <a16:creationId xmlns:a16="http://schemas.microsoft.com/office/drawing/2014/main" id="{B974C8F6-19A6-4FED-833E-441EF3906C99}"/>
              </a:ext>
            </a:extLst>
          </p:cNvPr>
          <p:cNvSpPr>
            <a:spLocks noGrp="1"/>
          </p:cNvSpPr>
          <p:nvPr>
            <p:ph type="pic" sz="quarter" idx="25" hasCustomPrompt="1"/>
          </p:nvPr>
        </p:nvSpPr>
        <p:spPr>
          <a:xfrm>
            <a:off x="1097280" y="5146320"/>
            <a:ext cx="365760" cy="361915"/>
          </a:xfrm>
          <a:prstGeom prst="roundRect">
            <a:avLst>
              <a:gd name="adj" fmla="val 50000"/>
            </a:avLst>
          </a:prstGeom>
        </p:spPr>
        <p:txBody>
          <a:bodyPr/>
          <a:lstStyle>
            <a:lvl1pPr marL="0" indent="0" algn="ctr">
              <a:buNone/>
              <a:defRPr sz="1400"/>
            </a:lvl1pPr>
          </a:lstStyle>
          <a:p>
            <a:r>
              <a:rPr lang="en-US" dirty="0"/>
              <a:t>Songbook</a:t>
            </a:r>
          </a:p>
        </p:txBody>
      </p:sp>
      <p:sp>
        <p:nvSpPr>
          <p:cNvPr id="5" name="Text Placeholder 4">
            <a:extLst>
              <a:ext uri="{FF2B5EF4-FFF2-40B4-BE49-F238E27FC236}">
                <a16:creationId xmlns:a16="http://schemas.microsoft.com/office/drawing/2014/main" id="{A604A485-3738-4C04-81B8-D532D3482A4B}"/>
              </a:ext>
            </a:extLst>
          </p:cNvPr>
          <p:cNvSpPr>
            <a:spLocks noGrp="1"/>
          </p:cNvSpPr>
          <p:nvPr>
            <p:ph type="body" sz="quarter" idx="16" hasCustomPrompt="1"/>
          </p:nvPr>
        </p:nvSpPr>
        <p:spPr>
          <a:xfrm>
            <a:off x="2087400" y="5097592"/>
            <a:ext cx="2951596" cy="361915"/>
          </a:xfrm>
          <a:prstGeom prst="rect">
            <a:avLst/>
          </a:prstGeom>
        </p:spPr>
        <p:txBody>
          <a:bodyPr wrap="none" lIns="0" tIns="0" rIns="0" bIns="0" anchor="ctr"/>
          <a:lstStyle>
            <a:lvl1pPr marL="0" indent="0">
              <a:lnSpc>
                <a:spcPts val="1600"/>
              </a:lnSpc>
              <a:spcBef>
                <a:spcPts val="0"/>
              </a:spcBef>
              <a:buNone/>
              <a:defRPr sz="2000" cap="small" baseline="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1600" dirty="0"/>
              <a:t>Song Title</a:t>
            </a:r>
            <a:endParaRPr lang="en-US" dirty="0"/>
          </a:p>
        </p:txBody>
      </p:sp>
      <p:sp>
        <p:nvSpPr>
          <p:cNvPr id="8" name="Text Placeholder 7">
            <a:extLst>
              <a:ext uri="{FF2B5EF4-FFF2-40B4-BE49-F238E27FC236}">
                <a16:creationId xmlns:a16="http://schemas.microsoft.com/office/drawing/2014/main" id="{E50B753F-E541-4C9F-B669-A910A156CE6D}"/>
              </a:ext>
            </a:extLst>
          </p:cNvPr>
          <p:cNvSpPr>
            <a:spLocks noGrp="1"/>
          </p:cNvSpPr>
          <p:nvPr>
            <p:ph type="body" sz="quarter" idx="17" hasCustomPrompt="1"/>
          </p:nvPr>
        </p:nvSpPr>
        <p:spPr>
          <a:xfrm>
            <a:off x="2087400" y="5369019"/>
            <a:ext cx="2951596" cy="180975"/>
          </a:xfrm>
          <a:prstGeom prst="rect">
            <a:avLst/>
          </a:prstGeom>
        </p:spPr>
        <p:txBody>
          <a:bodyPr tIns="0" bIns="0" anchor="ctr"/>
          <a:lstStyle>
            <a:lvl1pPr marL="0" indent="0">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700" dirty="0"/>
              <a:t>Copyright</a:t>
            </a:r>
            <a:endParaRPr lang="en-US" dirty="0"/>
          </a:p>
        </p:txBody>
      </p:sp>
      <p:sp>
        <p:nvSpPr>
          <p:cNvPr id="7" name="Content Placeholder 6">
            <a:extLst>
              <a:ext uri="{FF2B5EF4-FFF2-40B4-BE49-F238E27FC236}">
                <a16:creationId xmlns:a16="http://schemas.microsoft.com/office/drawing/2014/main" id="{2F0ED832-0344-4740-AF3C-8E33EC7E5375}"/>
              </a:ext>
            </a:extLst>
          </p:cNvPr>
          <p:cNvSpPr>
            <a:spLocks noGrp="1"/>
          </p:cNvSpPr>
          <p:nvPr>
            <p:ph sz="quarter" idx="18"/>
          </p:nvPr>
        </p:nvSpPr>
        <p:spPr>
          <a:xfrm>
            <a:off x="118872" y="457200"/>
            <a:ext cx="914400" cy="4297680"/>
          </a:xfrm>
          <a:prstGeom prst="roundRect">
            <a:avLst>
              <a:gd name="adj" fmla="val 28004"/>
            </a:avLst>
          </a:prstGeom>
          <a:solidFill>
            <a:srgbClr val="FFFFFF">
              <a:alpha val="14902"/>
            </a:srgbClr>
          </a:solidFill>
          <a:ln w="6350" cap="flat" cmpd="sng" algn="ctr">
            <a:noFill/>
            <a:prstDash val="solid"/>
            <a:miter lim="800000"/>
          </a:ln>
          <a:effectLst/>
        </p:spPr>
        <p:txBody>
          <a:bodyPr vert="horz" lIns="91440" tIns="45720" rIns="91440" bIns="45720" rtlCol="0" anchor="ctr">
            <a:noAutofit/>
          </a:bodyPr>
          <a:lstStyle>
            <a:lvl1pPr marL="0" indent="0">
              <a:buFontTx/>
              <a:buNone/>
              <a:defRPr lang="en-US" sz="1400" b="0" dirty="0">
                <a:solidFill>
                  <a:schemeClr val="bg1"/>
                </a:solidFill>
              </a:defRPr>
            </a:lvl1pPr>
          </a:lstStyle>
          <a:p>
            <a:pPr marL="228600" lvl="0" indent="-228600" algn="ctr" defTabSz="685800">
              <a:spcBef>
                <a:spcPts val="750"/>
              </a:spcBef>
            </a:pPr>
            <a:endParaRPr lang="en-US" dirty="0"/>
          </a:p>
        </p:txBody>
      </p:sp>
      <p:sp>
        <p:nvSpPr>
          <p:cNvPr id="10" name="Picture Placeholder 9">
            <a:extLst>
              <a:ext uri="{FF2B5EF4-FFF2-40B4-BE49-F238E27FC236}">
                <a16:creationId xmlns:a16="http://schemas.microsoft.com/office/drawing/2014/main" id="{D0E80279-BD62-43D8-9181-D59FD7657BAC}"/>
              </a:ext>
            </a:extLst>
          </p:cNvPr>
          <p:cNvSpPr>
            <a:spLocks noGrp="1"/>
          </p:cNvSpPr>
          <p:nvPr>
            <p:ph type="pic" sz="quarter" idx="10"/>
          </p:nvPr>
        </p:nvSpPr>
        <p:spPr>
          <a:xfrm>
            <a:off x="731520" y="118872"/>
            <a:ext cx="8229600" cy="4937760"/>
          </a:xfrm>
          <a:prstGeom prst="roundRect">
            <a:avLst>
              <a:gd name="adj" fmla="val 4465"/>
            </a:avLst>
          </a:prstGeom>
          <a:effectLst>
            <a:outerShdw blurRad="127000" sx="101000" sy="101000" algn="ctr" rotWithShape="0">
              <a:prstClr val="black">
                <a:alpha val="40000"/>
              </a:prstClr>
            </a:outerShdw>
          </a:effectLst>
        </p:spPr>
        <p:txBody>
          <a:bodyPr/>
          <a:lstStyle/>
          <a:p>
            <a:endParaRPr lang="en-US" dirty="0"/>
          </a:p>
        </p:txBody>
      </p:sp>
      <p:sp>
        <p:nvSpPr>
          <p:cNvPr id="18" name="Picture Placeholder 17">
            <a:extLst>
              <a:ext uri="{FF2B5EF4-FFF2-40B4-BE49-F238E27FC236}">
                <a16:creationId xmlns:a16="http://schemas.microsoft.com/office/drawing/2014/main" id="{DA5B166A-A382-4219-AA09-0C1C23FB1184}"/>
              </a:ext>
            </a:extLst>
          </p:cNvPr>
          <p:cNvSpPr>
            <a:spLocks noGrp="1" noChangeAspect="1"/>
          </p:cNvSpPr>
          <p:nvPr>
            <p:ph type="pic" sz="quarter" idx="20"/>
          </p:nvPr>
        </p:nvSpPr>
        <p:spPr>
          <a:xfrm>
            <a:off x="8157642" y="5144907"/>
            <a:ext cx="367371" cy="365760"/>
          </a:xfrm>
          <a:prstGeom prst="ellipse">
            <a:avLst/>
          </a:prstGeom>
        </p:spPr>
        <p:txBody>
          <a:bodyPr/>
          <a:lstStyle/>
          <a:p>
            <a:endParaRPr lang="en-US" dirty="0"/>
          </a:p>
        </p:txBody>
      </p:sp>
      <p:sp>
        <p:nvSpPr>
          <p:cNvPr id="20" name="Text Placeholder 19">
            <a:extLst>
              <a:ext uri="{FF2B5EF4-FFF2-40B4-BE49-F238E27FC236}">
                <a16:creationId xmlns:a16="http://schemas.microsoft.com/office/drawing/2014/main" id="{B8B0EA83-2871-4B3A-BFBF-045B9CAC9BD1}"/>
              </a:ext>
            </a:extLst>
          </p:cNvPr>
          <p:cNvSpPr>
            <a:spLocks noGrp="1"/>
          </p:cNvSpPr>
          <p:nvPr>
            <p:ph type="body" sz="quarter" idx="21" hasCustomPrompt="1"/>
          </p:nvPr>
        </p:nvSpPr>
        <p:spPr>
          <a:xfrm>
            <a:off x="5117393" y="5102352"/>
            <a:ext cx="2951596" cy="361950"/>
          </a:xfrm>
          <a:prstGeom prst="rect">
            <a:avLst/>
          </a:prstGeom>
        </p:spPr>
        <p:txBody>
          <a:bodyPr lIns="0" tIns="0" rIns="0" bIns="0" anchor="ctr"/>
          <a:lstStyle>
            <a:lvl1pPr marL="0" indent="0" algn="r">
              <a:lnSpc>
                <a:spcPts val="1600"/>
              </a:lnSpc>
              <a:spcBef>
                <a:spcPts val="0"/>
              </a:spcBef>
              <a:buNone/>
              <a:defRPr sz="16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latin typeface="Alegreya Sans Medium" panose="00000600000000000000" pitchFamily="50" charset="0"/>
              </a:rPr>
              <a:t>Song Title</a:t>
            </a:r>
            <a:endParaRPr lang="en-US" dirty="0"/>
          </a:p>
        </p:txBody>
      </p:sp>
      <p:sp>
        <p:nvSpPr>
          <p:cNvPr id="4" name="Text Placeholder 3">
            <a:extLst>
              <a:ext uri="{FF2B5EF4-FFF2-40B4-BE49-F238E27FC236}">
                <a16:creationId xmlns:a16="http://schemas.microsoft.com/office/drawing/2014/main" id="{8A54F2E3-7906-407E-A077-833997EA9730}"/>
              </a:ext>
            </a:extLst>
          </p:cNvPr>
          <p:cNvSpPr>
            <a:spLocks noGrp="1"/>
          </p:cNvSpPr>
          <p:nvPr>
            <p:ph type="body" sz="quarter" idx="22" hasCustomPrompt="1"/>
          </p:nvPr>
        </p:nvSpPr>
        <p:spPr>
          <a:xfrm>
            <a:off x="5117393" y="5369020"/>
            <a:ext cx="2893403" cy="180974"/>
          </a:xfrm>
          <a:prstGeom prst="rect">
            <a:avLst/>
          </a:prstGeom>
        </p:spPr>
        <p:txBody>
          <a:bodyPr lIns="0" tIns="0" rIns="0" bIns="0" anchor="ctr"/>
          <a:lstStyle>
            <a:lvl1pPr marL="0" indent="0" algn="r">
              <a:buFont typeface="Arial" panose="020B0604020202020204" pitchFamily="34" charset="0"/>
              <a:buNone/>
              <a:defRPr sz="9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Translation</a:t>
            </a:r>
          </a:p>
        </p:txBody>
      </p:sp>
      <p:sp>
        <p:nvSpPr>
          <p:cNvPr id="35" name="highlight">
            <a:extLst>
              <a:ext uri="{FF2B5EF4-FFF2-40B4-BE49-F238E27FC236}">
                <a16:creationId xmlns:a16="http://schemas.microsoft.com/office/drawing/2014/main" id="{16182663-C95B-4D2F-B10C-F3173538E3CF}"/>
              </a:ext>
            </a:extLst>
          </p:cNvPr>
          <p:cNvSpPr>
            <a:spLocks noGrp="1"/>
          </p:cNvSpPr>
          <p:nvPr>
            <p:ph sz="quarter" idx="42" hasCustomPrompt="1"/>
          </p:nvPr>
        </p:nvSpPr>
        <p:spPr>
          <a:xfrm flipH="1" flipV="1">
            <a:off x="1725613" y="2344738"/>
            <a:ext cx="365760" cy="365760"/>
          </a:xfrm>
          <a:prstGeom prst="roundRect">
            <a:avLst>
              <a:gd name="adj" fmla="val 50000"/>
            </a:avLst>
          </a:prstGeom>
          <a:solidFill>
            <a:srgbClr val="FFFFFF">
              <a:alpha val="50196"/>
            </a:srgbClr>
          </a:solidFill>
        </p:spPr>
        <p:txBody>
          <a:bodyPr/>
          <a:lstStyle>
            <a:lvl1pPr algn="ctr">
              <a:buNone/>
              <a:defRPr/>
            </a:lvl1pPr>
          </a:lstStyle>
          <a:p>
            <a:pPr lvl="0"/>
            <a:r>
              <a:rPr lang="en-US" dirty="0"/>
              <a:t>H</a:t>
            </a:r>
          </a:p>
        </p:txBody>
      </p:sp>
      <p:sp>
        <p:nvSpPr>
          <p:cNvPr id="15" name="verse bubble 1">
            <a:extLst>
              <a:ext uri="{FF2B5EF4-FFF2-40B4-BE49-F238E27FC236}">
                <a16:creationId xmlns:a16="http://schemas.microsoft.com/office/drawing/2014/main" id="{737DC236-BB5F-4BFF-A286-45EF0F972532}"/>
              </a:ext>
            </a:extLst>
          </p:cNvPr>
          <p:cNvSpPr>
            <a:spLocks noGrp="1" noChangeAspect="1"/>
          </p:cNvSpPr>
          <p:nvPr>
            <p:ph type="body" sz="quarter" idx="26" hasCustomPrompt="1"/>
          </p:nvPr>
        </p:nvSpPr>
        <p:spPr>
          <a:xfrm>
            <a:off x="1730375"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6" name="verse bubble 2">
            <a:extLst>
              <a:ext uri="{FF2B5EF4-FFF2-40B4-BE49-F238E27FC236}">
                <a16:creationId xmlns:a16="http://schemas.microsoft.com/office/drawing/2014/main" id="{D0AEDD85-7A0B-4D2B-B906-742725AF2F76}"/>
              </a:ext>
            </a:extLst>
          </p:cNvPr>
          <p:cNvSpPr>
            <a:spLocks noGrp="1" noChangeAspect="1"/>
          </p:cNvSpPr>
          <p:nvPr>
            <p:ph type="body" sz="quarter" idx="27" hasCustomPrompt="1"/>
          </p:nvPr>
        </p:nvSpPr>
        <p:spPr>
          <a:xfrm>
            <a:off x="2170158"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7" name="verse bubble 3">
            <a:extLst>
              <a:ext uri="{FF2B5EF4-FFF2-40B4-BE49-F238E27FC236}">
                <a16:creationId xmlns:a16="http://schemas.microsoft.com/office/drawing/2014/main" id="{E93B2427-07EA-4B99-B55D-7345681AAF77}"/>
              </a:ext>
            </a:extLst>
          </p:cNvPr>
          <p:cNvSpPr>
            <a:spLocks noGrp="1" noChangeAspect="1"/>
          </p:cNvSpPr>
          <p:nvPr>
            <p:ph type="body" sz="quarter" idx="28" hasCustomPrompt="1"/>
          </p:nvPr>
        </p:nvSpPr>
        <p:spPr>
          <a:xfrm>
            <a:off x="2609941"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9" name="verse bubble 4">
            <a:extLst>
              <a:ext uri="{FF2B5EF4-FFF2-40B4-BE49-F238E27FC236}">
                <a16:creationId xmlns:a16="http://schemas.microsoft.com/office/drawing/2014/main" id="{634350AA-9A35-485E-8F3F-30E2C1759797}"/>
              </a:ext>
            </a:extLst>
          </p:cNvPr>
          <p:cNvSpPr>
            <a:spLocks noGrp="1" noChangeAspect="1"/>
          </p:cNvSpPr>
          <p:nvPr>
            <p:ph type="body" sz="quarter" idx="29" hasCustomPrompt="1"/>
          </p:nvPr>
        </p:nvSpPr>
        <p:spPr>
          <a:xfrm>
            <a:off x="3049724"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1" name="verse bubble 5">
            <a:extLst>
              <a:ext uri="{FF2B5EF4-FFF2-40B4-BE49-F238E27FC236}">
                <a16:creationId xmlns:a16="http://schemas.microsoft.com/office/drawing/2014/main" id="{42B81697-728C-4898-82E6-FA3A25A8921E}"/>
              </a:ext>
            </a:extLst>
          </p:cNvPr>
          <p:cNvSpPr>
            <a:spLocks noGrp="1" noChangeAspect="1"/>
          </p:cNvSpPr>
          <p:nvPr>
            <p:ph type="body" sz="quarter" idx="30" hasCustomPrompt="1"/>
          </p:nvPr>
        </p:nvSpPr>
        <p:spPr>
          <a:xfrm>
            <a:off x="3489507"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2" name="verse bubble 6">
            <a:extLst>
              <a:ext uri="{FF2B5EF4-FFF2-40B4-BE49-F238E27FC236}">
                <a16:creationId xmlns:a16="http://schemas.microsoft.com/office/drawing/2014/main" id="{06DA6694-352C-4A1C-AE0E-B7716D46F1B1}"/>
              </a:ext>
            </a:extLst>
          </p:cNvPr>
          <p:cNvSpPr>
            <a:spLocks noGrp="1" noChangeAspect="1"/>
          </p:cNvSpPr>
          <p:nvPr>
            <p:ph type="body" sz="quarter" idx="31" hasCustomPrompt="1"/>
          </p:nvPr>
        </p:nvSpPr>
        <p:spPr>
          <a:xfrm>
            <a:off x="3929290"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3" name="verse bubble 7">
            <a:extLst>
              <a:ext uri="{FF2B5EF4-FFF2-40B4-BE49-F238E27FC236}">
                <a16:creationId xmlns:a16="http://schemas.microsoft.com/office/drawing/2014/main" id="{540D71D5-E26F-448F-B3EF-97EDF344DBC5}"/>
              </a:ext>
            </a:extLst>
          </p:cNvPr>
          <p:cNvSpPr>
            <a:spLocks noGrp="1" noChangeAspect="1"/>
          </p:cNvSpPr>
          <p:nvPr>
            <p:ph type="body" sz="quarter" idx="32" hasCustomPrompt="1"/>
          </p:nvPr>
        </p:nvSpPr>
        <p:spPr>
          <a:xfrm>
            <a:off x="4369073"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4" name="verse bubble 8">
            <a:extLst>
              <a:ext uri="{FF2B5EF4-FFF2-40B4-BE49-F238E27FC236}">
                <a16:creationId xmlns:a16="http://schemas.microsoft.com/office/drawing/2014/main" id="{2A6F04E9-A2BE-4165-95D8-5E9DCF2636C2}"/>
              </a:ext>
            </a:extLst>
          </p:cNvPr>
          <p:cNvSpPr>
            <a:spLocks noGrp="1" noChangeAspect="1"/>
          </p:cNvSpPr>
          <p:nvPr>
            <p:ph type="body" sz="quarter" idx="33" hasCustomPrompt="1"/>
          </p:nvPr>
        </p:nvSpPr>
        <p:spPr>
          <a:xfrm>
            <a:off x="4808856"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5" name="verse bubble 9">
            <a:extLst>
              <a:ext uri="{FF2B5EF4-FFF2-40B4-BE49-F238E27FC236}">
                <a16:creationId xmlns:a16="http://schemas.microsoft.com/office/drawing/2014/main" id="{F930E85B-311A-4F08-93CF-C547C5F89F49}"/>
              </a:ext>
            </a:extLst>
          </p:cNvPr>
          <p:cNvSpPr>
            <a:spLocks noGrp="1" noChangeAspect="1"/>
          </p:cNvSpPr>
          <p:nvPr>
            <p:ph type="body" sz="quarter" idx="34" hasCustomPrompt="1"/>
          </p:nvPr>
        </p:nvSpPr>
        <p:spPr>
          <a:xfrm>
            <a:off x="5248639"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6" name="verse bubble 10">
            <a:extLst>
              <a:ext uri="{FF2B5EF4-FFF2-40B4-BE49-F238E27FC236}">
                <a16:creationId xmlns:a16="http://schemas.microsoft.com/office/drawing/2014/main" id="{40F61BAD-E2AE-4384-959A-3E5E963B85CC}"/>
              </a:ext>
            </a:extLst>
          </p:cNvPr>
          <p:cNvSpPr>
            <a:spLocks noGrp="1" noChangeAspect="1"/>
          </p:cNvSpPr>
          <p:nvPr>
            <p:ph type="body" sz="quarter" idx="35" hasCustomPrompt="1"/>
          </p:nvPr>
        </p:nvSpPr>
        <p:spPr>
          <a:xfrm>
            <a:off x="5688422"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7" name="verse bubble 11">
            <a:extLst>
              <a:ext uri="{FF2B5EF4-FFF2-40B4-BE49-F238E27FC236}">
                <a16:creationId xmlns:a16="http://schemas.microsoft.com/office/drawing/2014/main" id="{E759EA89-2BB6-4D7A-9AD8-F831A5BA06CE}"/>
              </a:ext>
            </a:extLst>
          </p:cNvPr>
          <p:cNvSpPr>
            <a:spLocks noGrp="1" noChangeAspect="1"/>
          </p:cNvSpPr>
          <p:nvPr>
            <p:ph type="body" sz="quarter" idx="36" hasCustomPrompt="1"/>
          </p:nvPr>
        </p:nvSpPr>
        <p:spPr>
          <a:xfrm>
            <a:off x="6128205"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8" name="verse bubble 12">
            <a:extLst>
              <a:ext uri="{FF2B5EF4-FFF2-40B4-BE49-F238E27FC236}">
                <a16:creationId xmlns:a16="http://schemas.microsoft.com/office/drawing/2014/main" id="{23720F09-2E47-4AD2-8D6D-D128DC9A5EEE}"/>
              </a:ext>
            </a:extLst>
          </p:cNvPr>
          <p:cNvSpPr>
            <a:spLocks noGrp="1" noChangeAspect="1"/>
          </p:cNvSpPr>
          <p:nvPr>
            <p:ph type="body" sz="quarter" idx="37" hasCustomPrompt="1"/>
          </p:nvPr>
        </p:nvSpPr>
        <p:spPr>
          <a:xfrm>
            <a:off x="6567988"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3" name="arrow 1">
            <a:extLst>
              <a:ext uri="{FF2B5EF4-FFF2-40B4-BE49-F238E27FC236}">
                <a16:creationId xmlns:a16="http://schemas.microsoft.com/office/drawing/2014/main" id="{67599A41-5B05-4158-9E34-723E9520C38B}"/>
              </a:ext>
            </a:extLst>
          </p:cNvPr>
          <p:cNvSpPr>
            <a:spLocks noGrp="1"/>
          </p:cNvSpPr>
          <p:nvPr>
            <p:ph sz="quarter" idx="38" hasCustomPrompt="1"/>
          </p:nvPr>
        </p:nvSpPr>
        <p:spPr>
          <a:xfrm>
            <a:off x="1725485" y="1703353"/>
            <a:ext cx="361915" cy="361915"/>
          </a:xfrm>
          <a:prstGeom prst="downArrow">
            <a:avLst>
              <a:gd name="adj1" fmla="val 50000"/>
              <a:gd name="adj2" fmla="val 75733"/>
            </a:avLst>
          </a:prstGeom>
          <a:solidFill>
            <a:srgbClr val="2F6B33"/>
          </a:solidFill>
        </p:spPr>
        <p:txBody>
          <a:bodyPr anchor="ctr"/>
          <a:lstStyle>
            <a:lvl1pPr algn="ctr">
              <a:buNone/>
              <a:defRPr/>
            </a:lvl1pPr>
          </a:lstStyle>
          <a:p>
            <a:pPr lvl="0"/>
            <a:r>
              <a:rPr lang="en-US" dirty="0"/>
              <a:t>A</a:t>
            </a:r>
          </a:p>
        </p:txBody>
      </p:sp>
      <p:sp>
        <p:nvSpPr>
          <p:cNvPr id="32" name="arrow 2">
            <a:extLst>
              <a:ext uri="{FF2B5EF4-FFF2-40B4-BE49-F238E27FC236}">
                <a16:creationId xmlns:a16="http://schemas.microsoft.com/office/drawing/2014/main" id="{F099D2A6-DAB4-49CC-8F25-E80A8088197B}"/>
              </a:ext>
            </a:extLst>
          </p:cNvPr>
          <p:cNvSpPr>
            <a:spLocks noGrp="1"/>
          </p:cNvSpPr>
          <p:nvPr>
            <p:ph sz="quarter" idx="39" hasCustomPrompt="1"/>
          </p:nvPr>
        </p:nvSpPr>
        <p:spPr>
          <a:xfrm>
            <a:off x="2170158" y="1706317"/>
            <a:ext cx="361915" cy="361915"/>
          </a:xfrm>
          <a:prstGeom prst="downArrow">
            <a:avLst>
              <a:gd name="adj1" fmla="val 50000"/>
              <a:gd name="adj2" fmla="val 75733"/>
            </a:avLst>
          </a:prstGeom>
          <a:solidFill>
            <a:srgbClr val="2F6B33"/>
          </a:solidFill>
        </p:spPr>
        <p:txBody>
          <a:bodyPr anchor="ctr"/>
          <a:lstStyle>
            <a:lvl1pPr algn="ctr">
              <a:buNone/>
              <a:defRPr/>
            </a:lvl1pPr>
          </a:lstStyle>
          <a:p>
            <a:pPr lvl="0"/>
            <a:r>
              <a:rPr lang="en-US" dirty="0"/>
              <a:t>A</a:t>
            </a:r>
          </a:p>
        </p:txBody>
      </p:sp>
      <p:sp>
        <p:nvSpPr>
          <p:cNvPr id="33" name="arrow 3">
            <a:extLst>
              <a:ext uri="{FF2B5EF4-FFF2-40B4-BE49-F238E27FC236}">
                <a16:creationId xmlns:a16="http://schemas.microsoft.com/office/drawing/2014/main" id="{629A8049-CA79-45B5-A3A4-B7E2D589E4B9}"/>
              </a:ext>
            </a:extLst>
          </p:cNvPr>
          <p:cNvSpPr>
            <a:spLocks noGrp="1"/>
          </p:cNvSpPr>
          <p:nvPr>
            <p:ph sz="quarter" idx="40" hasCustomPrompt="1"/>
          </p:nvPr>
        </p:nvSpPr>
        <p:spPr>
          <a:xfrm>
            <a:off x="2614831" y="1709281"/>
            <a:ext cx="361915" cy="361915"/>
          </a:xfrm>
          <a:prstGeom prst="downArrow">
            <a:avLst>
              <a:gd name="adj1" fmla="val 50000"/>
              <a:gd name="adj2" fmla="val 75733"/>
            </a:avLst>
          </a:prstGeom>
          <a:solidFill>
            <a:srgbClr val="2F6B33"/>
          </a:solidFill>
        </p:spPr>
        <p:txBody>
          <a:bodyPr anchor="ctr"/>
          <a:lstStyle>
            <a:lvl1pPr algn="ctr">
              <a:buNone/>
              <a:defRPr/>
            </a:lvl1pPr>
          </a:lstStyle>
          <a:p>
            <a:pPr lvl="0"/>
            <a:r>
              <a:rPr lang="en-US" dirty="0"/>
              <a:t>A</a:t>
            </a:r>
          </a:p>
        </p:txBody>
      </p:sp>
      <p:sp>
        <p:nvSpPr>
          <p:cNvPr id="34" name="arrow 4">
            <a:extLst>
              <a:ext uri="{FF2B5EF4-FFF2-40B4-BE49-F238E27FC236}">
                <a16:creationId xmlns:a16="http://schemas.microsoft.com/office/drawing/2014/main" id="{7A71B740-231F-489E-B687-6E569D748FDE}"/>
              </a:ext>
            </a:extLst>
          </p:cNvPr>
          <p:cNvSpPr>
            <a:spLocks noGrp="1"/>
          </p:cNvSpPr>
          <p:nvPr>
            <p:ph sz="quarter" idx="41" hasCustomPrompt="1"/>
          </p:nvPr>
        </p:nvSpPr>
        <p:spPr>
          <a:xfrm>
            <a:off x="3059504" y="1712245"/>
            <a:ext cx="361915" cy="361915"/>
          </a:xfrm>
          <a:prstGeom prst="downArrow">
            <a:avLst>
              <a:gd name="adj1" fmla="val 50000"/>
              <a:gd name="adj2" fmla="val 75733"/>
            </a:avLst>
          </a:prstGeom>
          <a:solidFill>
            <a:srgbClr val="2F6B33"/>
          </a:solidFill>
        </p:spPr>
        <p:txBody>
          <a:bodyPr anchor="ctr"/>
          <a:lstStyle>
            <a:lvl1pPr algn="ctr">
              <a:buNone/>
              <a:defRPr/>
            </a:lvl1pPr>
          </a:lstStyle>
          <a:p>
            <a:pPr lvl="0"/>
            <a:r>
              <a:rPr lang="en-US" dirty="0"/>
              <a:t>A</a:t>
            </a:r>
          </a:p>
        </p:txBody>
      </p:sp>
      <p:sp>
        <p:nvSpPr>
          <p:cNvPr id="37" name="coda">
            <a:extLst>
              <a:ext uri="{FF2B5EF4-FFF2-40B4-BE49-F238E27FC236}">
                <a16:creationId xmlns:a16="http://schemas.microsoft.com/office/drawing/2014/main" id="{1463550C-78E1-41CF-A9A3-3A03BDFB211D}"/>
              </a:ext>
            </a:extLst>
          </p:cNvPr>
          <p:cNvSpPr>
            <a:spLocks noGrp="1"/>
          </p:cNvSpPr>
          <p:nvPr>
            <p:ph type="pic" sz="quarter" idx="43"/>
          </p:nvPr>
        </p:nvSpPr>
        <p:spPr>
          <a:xfrm>
            <a:off x="1690688" y="2887663"/>
            <a:ext cx="365760" cy="365760"/>
          </a:xfrm>
          <a:prstGeom prst="ellipse">
            <a:avLst/>
          </a:prstGeom>
          <a:noFill/>
        </p:spPr>
        <p:txBody>
          <a:bodyPr/>
          <a:lstStyle>
            <a:lvl1pPr>
              <a:buNone/>
              <a:defRPr/>
            </a:lvl1pPr>
          </a:lstStyle>
          <a:p>
            <a:r>
              <a:rPr lang="en-US" dirty="0"/>
              <a:t>C</a:t>
            </a:r>
          </a:p>
        </p:txBody>
      </p:sp>
    </p:spTree>
    <p:extLst>
      <p:ext uri="{BB962C8B-B14F-4D97-AF65-F5344CB8AC3E}">
        <p14:creationId xmlns:p14="http://schemas.microsoft.com/office/powerpoint/2010/main" val="2109824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CFC4D95-A1B9-4CAC-A7E4-3AFFE45B0987}"/>
              </a:ext>
            </a:extLst>
          </p:cNvPr>
          <p:cNvSpPr>
            <a:spLocks noGrp="1"/>
          </p:cNvSpPr>
          <p:nvPr>
            <p:ph type="pic" sz="quarter" idx="23"/>
          </p:nvPr>
        </p:nvSpPr>
        <p:spPr>
          <a:xfrm>
            <a:off x="0" y="0"/>
            <a:ext cx="9144000" cy="5715000"/>
          </a:xfrm>
          <a:prstGeom prst="rect">
            <a:avLst/>
          </a:prstGeom>
        </p:spPr>
        <p:txBody>
          <a:bodyPr/>
          <a:lstStyle/>
          <a:p>
            <a:endParaRPr lang="en-US" dirty="0"/>
          </a:p>
        </p:txBody>
      </p:sp>
      <p:sp>
        <p:nvSpPr>
          <p:cNvPr id="12" name="Text Placeholder 10">
            <a:extLst>
              <a:ext uri="{FF2B5EF4-FFF2-40B4-BE49-F238E27FC236}">
                <a16:creationId xmlns:a16="http://schemas.microsoft.com/office/drawing/2014/main" id="{E8801CDF-2457-49F4-8B32-2421C3275724}"/>
              </a:ext>
            </a:extLst>
          </p:cNvPr>
          <p:cNvSpPr>
            <a:spLocks noGrp="1"/>
          </p:cNvSpPr>
          <p:nvPr>
            <p:ph type="body" sz="quarter" idx="19"/>
          </p:nvPr>
        </p:nvSpPr>
        <p:spPr>
          <a:xfrm>
            <a:off x="6932024" y="457201"/>
            <a:ext cx="2093104" cy="484632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Font typeface="Arial" panose="020B0604020202020204" pitchFamily="34" charset="0"/>
              <a:buNone/>
              <a:defRPr lang="en-US" sz="1404" dirty="0">
                <a:solidFill>
                  <a:schemeClr val="lt1"/>
                </a:solidFill>
              </a:defRPr>
            </a:lvl1pPr>
          </a:lstStyle>
          <a:p>
            <a:pPr marL="0" lvl="0" algn="ctr" defTabSz="713232">
              <a:buNone/>
            </a:pPr>
            <a:endParaRPr lang="en-US" dirty="0"/>
          </a:p>
        </p:txBody>
      </p:sp>
      <p:sp>
        <p:nvSpPr>
          <p:cNvPr id="13" name="song_number">
            <a:extLst>
              <a:ext uri="{FF2B5EF4-FFF2-40B4-BE49-F238E27FC236}">
                <a16:creationId xmlns:a16="http://schemas.microsoft.com/office/drawing/2014/main" id="{FCCFC2EA-00A5-43DD-BD0D-FA4AD2B986CC}"/>
              </a:ext>
            </a:extLst>
          </p:cNvPr>
          <p:cNvSpPr>
            <a:spLocks noGrp="1"/>
          </p:cNvSpPr>
          <p:nvPr>
            <p:ph type="body" sz="quarter" idx="15" hasCustomPrompt="1"/>
          </p:nvPr>
        </p:nvSpPr>
        <p:spPr>
          <a:xfrm>
            <a:off x="7680960" y="548640"/>
            <a:ext cx="914400" cy="365760"/>
          </a:xfrm>
          <a:prstGeom prst="roundRect">
            <a:avLst>
              <a:gd name="adj" fmla="val 50000"/>
            </a:avLst>
          </a:prstGeom>
          <a:solidFill>
            <a:schemeClr val="bg2">
              <a:lumMod val="50000"/>
            </a:schemeClr>
          </a:solidFill>
        </p:spPr>
        <p:txBody>
          <a:bodyPr lIns="274320" tIns="27432" rIns="0" bIns="0" anchor="ctr"/>
          <a:lstStyle>
            <a:lvl1pPr marL="0" indent="0" algn="ctr">
              <a:buNone/>
              <a:defRPr sz="1800" b="1">
                <a:solidFill>
                  <a:schemeClr val="bg1"/>
                </a:solidFill>
                <a:latin typeface="Avenir Next LT Pro" panose="020B0504020202020204" pitchFamily="34" charset="0"/>
              </a:defRPr>
            </a:lvl1pPr>
            <a:lvl2pPr marL="457200" indent="0">
              <a:buNone/>
              <a:defRPr sz="1050"/>
            </a:lvl2pPr>
            <a:lvl3pPr marL="914400" indent="0">
              <a:buNone/>
              <a:defRPr sz="1000"/>
            </a:lvl3pPr>
            <a:lvl4pPr marL="1371600" indent="0">
              <a:buNone/>
              <a:defRPr sz="900"/>
            </a:lvl4pPr>
            <a:lvl5pPr marL="1828800" indent="0" algn="l">
              <a:buNone/>
              <a:defRPr sz="900"/>
            </a:lvl5pPr>
          </a:lstStyle>
          <a:p>
            <a:pPr lvl="0"/>
            <a:r>
              <a:rPr lang="en-US" dirty="0"/>
              <a:t>888</a:t>
            </a:r>
          </a:p>
        </p:txBody>
      </p:sp>
      <p:sp>
        <p:nvSpPr>
          <p:cNvPr id="14" name="songbook_logo">
            <a:extLst>
              <a:ext uri="{FF2B5EF4-FFF2-40B4-BE49-F238E27FC236}">
                <a16:creationId xmlns:a16="http://schemas.microsoft.com/office/drawing/2014/main" id="{A8847B3E-C275-487D-A3D3-F6E68C8F4BA0}"/>
              </a:ext>
            </a:extLst>
          </p:cNvPr>
          <p:cNvSpPr>
            <a:spLocks noGrp="1"/>
          </p:cNvSpPr>
          <p:nvPr>
            <p:ph type="pic" sz="quarter" idx="14" hasCustomPrompt="1"/>
          </p:nvPr>
        </p:nvSpPr>
        <p:spPr>
          <a:xfrm>
            <a:off x="7680960" y="548640"/>
            <a:ext cx="365760" cy="361915"/>
          </a:xfrm>
          <a:prstGeom prst="roundRect">
            <a:avLst>
              <a:gd name="adj" fmla="val 50000"/>
            </a:avLst>
          </a:prstGeom>
        </p:spPr>
        <p:txBody>
          <a:bodyPr/>
          <a:lstStyle>
            <a:lvl1pPr marL="0" indent="0" algn="ctr">
              <a:buNone/>
              <a:defRPr sz="1400"/>
            </a:lvl1pPr>
          </a:lstStyle>
          <a:p>
            <a:r>
              <a:rPr lang="en-US" dirty="0"/>
              <a:t>Songbook</a:t>
            </a:r>
          </a:p>
        </p:txBody>
      </p:sp>
      <p:sp>
        <p:nvSpPr>
          <p:cNvPr id="5" name="Text Placeholder 4">
            <a:extLst>
              <a:ext uri="{FF2B5EF4-FFF2-40B4-BE49-F238E27FC236}">
                <a16:creationId xmlns:a16="http://schemas.microsoft.com/office/drawing/2014/main" id="{A604A485-3738-4C04-81B8-D532D3482A4B}"/>
              </a:ext>
            </a:extLst>
          </p:cNvPr>
          <p:cNvSpPr>
            <a:spLocks noGrp="1"/>
          </p:cNvSpPr>
          <p:nvPr>
            <p:ph type="body" sz="quarter" idx="16" hasCustomPrompt="1"/>
          </p:nvPr>
        </p:nvSpPr>
        <p:spPr>
          <a:xfrm>
            <a:off x="7679775" y="1543662"/>
            <a:ext cx="1213847" cy="1164831"/>
          </a:xfrm>
          <a:prstGeom prst="rect">
            <a:avLst/>
          </a:prstGeom>
        </p:spPr>
        <p:txBody>
          <a:bodyPr lIns="0" tIns="0" rIns="0" bIns="0" anchor="t"/>
          <a:lstStyle>
            <a:lvl1pPr marL="0" indent="0" algn="r">
              <a:lnSpc>
                <a:spcPct val="90000"/>
              </a:lnSpc>
              <a:spcBef>
                <a:spcPts val="0"/>
              </a:spcBef>
              <a:buNone/>
              <a:defRPr sz="2000" cap="small" baseline="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1600" dirty="0"/>
              <a:t>Song Title</a:t>
            </a:r>
            <a:endParaRPr lang="en-US" dirty="0"/>
          </a:p>
        </p:txBody>
      </p:sp>
      <p:sp>
        <p:nvSpPr>
          <p:cNvPr id="8" name="Text Placeholder 7">
            <a:extLst>
              <a:ext uri="{FF2B5EF4-FFF2-40B4-BE49-F238E27FC236}">
                <a16:creationId xmlns:a16="http://schemas.microsoft.com/office/drawing/2014/main" id="{E50B753F-E541-4C9F-B669-A910A156CE6D}"/>
              </a:ext>
            </a:extLst>
          </p:cNvPr>
          <p:cNvSpPr>
            <a:spLocks noGrp="1"/>
          </p:cNvSpPr>
          <p:nvPr>
            <p:ph type="body" sz="quarter" idx="17" hasCustomPrompt="1"/>
          </p:nvPr>
        </p:nvSpPr>
        <p:spPr>
          <a:xfrm>
            <a:off x="7679775" y="4422523"/>
            <a:ext cx="1213399" cy="365760"/>
          </a:xfrm>
          <a:prstGeom prst="rect">
            <a:avLst/>
          </a:prstGeom>
        </p:spPr>
        <p:txBody>
          <a:bodyPr lIns="0" tIns="0" rIns="0" bIns="0" anchor="t"/>
          <a:lstStyle>
            <a:lvl1pPr marL="0" indent="0" algn="r">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700" dirty="0"/>
              <a:t>Copyright</a:t>
            </a:r>
            <a:endParaRPr lang="en-US" dirty="0"/>
          </a:p>
        </p:txBody>
      </p:sp>
      <p:sp>
        <p:nvSpPr>
          <p:cNvPr id="11" name="Content Placeholder 6">
            <a:extLst>
              <a:ext uri="{FF2B5EF4-FFF2-40B4-BE49-F238E27FC236}">
                <a16:creationId xmlns:a16="http://schemas.microsoft.com/office/drawing/2014/main" id="{699063FC-9632-4D6F-B1DE-EF002F6A361D}"/>
              </a:ext>
            </a:extLst>
          </p:cNvPr>
          <p:cNvSpPr>
            <a:spLocks noGrp="1"/>
          </p:cNvSpPr>
          <p:nvPr>
            <p:ph sz="quarter" idx="18"/>
          </p:nvPr>
        </p:nvSpPr>
        <p:spPr>
          <a:xfrm>
            <a:off x="118872" y="457200"/>
            <a:ext cx="914400" cy="4297680"/>
          </a:xfrm>
          <a:prstGeom prst="roundRect">
            <a:avLst>
              <a:gd name="adj" fmla="val 28004"/>
            </a:avLst>
          </a:prstGeom>
          <a:solidFill>
            <a:srgbClr val="FFFFFF">
              <a:alpha val="14902"/>
            </a:srgbClr>
          </a:solidFill>
          <a:ln w="6350" cap="flat" cmpd="sng" algn="ctr">
            <a:noFill/>
            <a:prstDash val="solid"/>
            <a:miter lim="800000"/>
          </a:ln>
          <a:effectLst/>
        </p:spPr>
        <p:txBody>
          <a:bodyPr vert="horz" lIns="91440" tIns="45720" rIns="91440" bIns="45720" rtlCol="0" anchor="ctr">
            <a:noAutofit/>
          </a:bodyPr>
          <a:lstStyle>
            <a:lvl1pPr marL="0" indent="0">
              <a:buFontTx/>
              <a:buNone/>
              <a:defRPr lang="en-US" sz="1400" b="0" dirty="0">
                <a:solidFill>
                  <a:schemeClr val="bg1"/>
                </a:solidFill>
              </a:defRPr>
            </a:lvl1pPr>
          </a:lstStyle>
          <a:p>
            <a:pPr marL="228600" lvl="0" indent="-228600" algn="ctr" defTabSz="685800">
              <a:spcBef>
                <a:spcPts val="750"/>
              </a:spcBef>
            </a:pPr>
            <a:endParaRPr lang="en-US" dirty="0"/>
          </a:p>
        </p:txBody>
      </p:sp>
      <p:sp>
        <p:nvSpPr>
          <p:cNvPr id="10" name="Picture Placeholder 9">
            <a:extLst>
              <a:ext uri="{FF2B5EF4-FFF2-40B4-BE49-F238E27FC236}">
                <a16:creationId xmlns:a16="http://schemas.microsoft.com/office/drawing/2014/main" id="{D0E80279-BD62-43D8-9181-D59FD7657BAC}"/>
              </a:ext>
            </a:extLst>
          </p:cNvPr>
          <p:cNvSpPr>
            <a:spLocks noGrp="1"/>
          </p:cNvSpPr>
          <p:nvPr>
            <p:ph type="pic" sz="quarter" idx="10"/>
          </p:nvPr>
        </p:nvSpPr>
        <p:spPr>
          <a:xfrm>
            <a:off x="731520" y="137160"/>
            <a:ext cx="6858000" cy="5486400"/>
          </a:xfrm>
          <a:prstGeom prst="roundRect">
            <a:avLst>
              <a:gd name="adj" fmla="val 4465"/>
            </a:avLst>
          </a:prstGeom>
          <a:effectLst>
            <a:outerShdw blurRad="127000" sx="101000" sy="101000" algn="ctr" rotWithShape="0">
              <a:prstClr val="black">
                <a:alpha val="40000"/>
              </a:prstClr>
            </a:outerShdw>
          </a:effectLst>
        </p:spPr>
        <p:txBody>
          <a:bodyPr/>
          <a:lstStyle/>
          <a:p>
            <a:endParaRPr lang="en-US" dirty="0"/>
          </a:p>
        </p:txBody>
      </p:sp>
      <p:sp>
        <p:nvSpPr>
          <p:cNvPr id="15" name="Picture Placeholder 17">
            <a:extLst>
              <a:ext uri="{FF2B5EF4-FFF2-40B4-BE49-F238E27FC236}">
                <a16:creationId xmlns:a16="http://schemas.microsoft.com/office/drawing/2014/main" id="{02E7528C-D042-4C00-8262-48D39802E0FD}"/>
              </a:ext>
            </a:extLst>
          </p:cNvPr>
          <p:cNvSpPr>
            <a:spLocks noGrp="1" noChangeAspect="1"/>
          </p:cNvSpPr>
          <p:nvPr>
            <p:ph type="pic" sz="quarter" idx="20"/>
          </p:nvPr>
        </p:nvSpPr>
        <p:spPr>
          <a:xfrm>
            <a:off x="7679775" y="4831811"/>
            <a:ext cx="367371" cy="365760"/>
          </a:xfrm>
          <a:prstGeom prst="ellipse">
            <a:avLst/>
          </a:prstGeom>
        </p:spPr>
        <p:txBody>
          <a:bodyPr/>
          <a:lstStyle/>
          <a:p>
            <a:endParaRPr lang="en-US" dirty="0"/>
          </a:p>
        </p:txBody>
      </p:sp>
      <p:sp>
        <p:nvSpPr>
          <p:cNvPr id="4" name="Text Placeholder 3">
            <a:extLst>
              <a:ext uri="{FF2B5EF4-FFF2-40B4-BE49-F238E27FC236}">
                <a16:creationId xmlns:a16="http://schemas.microsoft.com/office/drawing/2014/main" id="{09FF209F-6325-4F89-AF15-E9902E6E1854}"/>
              </a:ext>
            </a:extLst>
          </p:cNvPr>
          <p:cNvSpPr>
            <a:spLocks noGrp="1"/>
          </p:cNvSpPr>
          <p:nvPr>
            <p:ph type="body" sz="quarter" idx="21" hasCustomPrompt="1"/>
          </p:nvPr>
        </p:nvSpPr>
        <p:spPr>
          <a:xfrm>
            <a:off x="7679328" y="2790825"/>
            <a:ext cx="1213847" cy="1165225"/>
          </a:xfrm>
          <a:prstGeom prst="rect">
            <a:avLst/>
          </a:prstGeom>
        </p:spPr>
        <p:txBody>
          <a:bodyPr lIns="0" tIns="0" rIns="0" bIns="0"/>
          <a:lstStyle>
            <a:lvl1pPr marL="0" indent="0" algn="r">
              <a:spcBef>
                <a:spcPts val="0"/>
              </a:spcBef>
              <a:buNone/>
              <a:defRPr sz="16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Song Title</a:t>
            </a:r>
          </a:p>
        </p:txBody>
      </p:sp>
      <p:sp>
        <p:nvSpPr>
          <p:cNvPr id="9" name="Text Placeholder 8">
            <a:extLst>
              <a:ext uri="{FF2B5EF4-FFF2-40B4-BE49-F238E27FC236}">
                <a16:creationId xmlns:a16="http://schemas.microsoft.com/office/drawing/2014/main" id="{3BEE7DFD-75AB-4A06-A88A-D17B96DFDA49}"/>
              </a:ext>
            </a:extLst>
          </p:cNvPr>
          <p:cNvSpPr>
            <a:spLocks noGrp="1"/>
          </p:cNvSpPr>
          <p:nvPr>
            <p:ph type="body" sz="quarter" idx="22" hasCustomPrompt="1"/>
          </p:nvPr>
        </p:nvSpPr>
        <p:spPr>
          <a:xfrm>
            <a:off x="7679327" y="4009512"/>
            <a:ext cx="1213847" cy="365125"/>
          </a:xfrm>
          <a:prstGeom prst="rect">
            <a:avLst/>
          </a:prstGeom>
        </p:spPr>
        <p:txBody>
          <a:bodyPr lIns="0" tIns="0" rIns="0" bIns="0"/>
          <a:lstStyle>
            <a:lvl1pPr marL="0" indent="0" algn="r">
              <a:buNone/>
              <a:defRPr sz="9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Translation</a:t>
            </a:r>
          </a:p>
        </p:txBody>
      </p:sp>
      <p:sp>
        <p:nvSpPr>
          <p:cNvPr id="16" name="highlight">
            <a:extLst>
              <a:ext uri="{FF2B5EF4-FFF2-40B4-BE49-F238E27FC236}">
                <a16:creationId xmlns:a16="http://schemas.microsoft.com/office/drawing/2014/main" id="{BAA7AA87-50C5-423B-86F8-0C6A4F1B1932}"/>
              </a:ext>
            </a:extLst>
          </p:cNvPr>
          <p:cNvSpPr>
            <a:spLocks noGrp="1"/>
          </p:cNvSpPr>
          <p:nvPr>
            <p:ph sz="quarter" idx="42" hasCustomPrompt="1"/>
          </p:nvPr>
        </p:nvSpPr>
        <p:spPr>
          <a:xfrm flipH="1" flipV="1">
            <a:off x="1725613" y="2344738"/>
            <a:ext cx="365760" cy="365760"/>
          </a:xfrm>
          <a:prstGeom prst="roundRect">
            <a:avLst>
              <a:gd name="adj" fmla="val 50000"/>
            </a:avLst>
          </a:prstGeom>
          <a:solidFill>
            <a:srgbClr val="FFFFFF">
              <a:alpha val="50196"/>
            </a:srgbClr>
          </a:solidFill>
        </p:spPr>
        <p:txBody>
          <a:bodyPr/>
          <a:lstStyle>
            <a:lvl1pPr algn="ctr">
              <a:buNone/>
              <a:defRPr lang="en-US" dirty="0"/>
            </a:lvl1pPr>
          </a:lstStyle>
          <a:p>
            <a:pPr lvl="0" algn="ctr">
              <a:buNone/>
            </a:pPr>
            <a:r>
              <a:rPr lang="en-US" dirty="0"/>
              <a:t>H</a:t>
            </a:r>
          </a:p>
        </p:txBody>
      </p:sp>
      <p:sp>
        <p:nvSpPr>
          <p:cNvPr id="17" name="verse bubble 1">
            <a:extLst>
              <a:ext uri="{FF2B5EF4-FFF2-40B4-BE49-F238E27FC236}">
                <a16:creationId xmlns:a16="http://schemas.microsoft.com/office/drawing/2014/main" id="{82F03A9D-AB25-4AB8-9AC5-8C5B9F81F191}"/>
              </a:ext>
            </a:extLst>
          </p:cNvPr>
          <p:cNvSpPr>
            <a:spLocks noGrp="1" noChangeAspect="1"/>
          </p:cNvSpPr>
          <p:nvPr>
            <p:ph type="body" sz="quarter" idx="24" hasCustomPrompt="1"/>
          </p:nvPr>
        </p:nvSpPr>
        <p:spPr>
          <a:xfrm>
            <a:off x="1730375" y="979489"/>
            <a:ext cx="365760" cy="361915"/>
          </a:xfrm>
          <a:prstGeom prst="ellipse">
            <a:avLst/>
          </a:prstGeom>
        </p:spPr>
        <p:txBody>
          <a:bodyPr anchor="ctr"/>
          <a:lstStyle>
            <a:lvl1pPr algn="ctr">
              <a:buNone/>
              <a:defRPr/>
            </a:lvl1pPr>
          </a:lstStyle>
          <a:p>
            <a:pPr lvl="0"/>
            <a:r>
              <a:rPr lang="en-US" dirty="0"/>
              <a:t>N</a:t>
            </a:r>
          </a:p>
        </p:txBody>
      </p:sp>
      <p:sp>
        <p:nvSpPr>
          <p:cNvPr id="18" name="verse bubble 2">
            <a:extLst>
              <a:ext uri="{FF2B5EF4-FFF2-40B4-BE49-F238E27FC236}">
                <a16:creationId xmlns:a16="http://schemas.microsoft.com/office/drawing/2014/main" id="{E9D49E91-1075-47D8-A4B9-69865465C665}"/>
              </a:ext>
            </a:extLst>
          </p:cNvPr>
          <p:cNvSpPr>
            <a:spLocks noGrp="1" noChangeAspect="1"/>
          </p:cNvSpPr>
          <p:nvPr>
            <p:ph type="body" sz="quarter" idx="27" hasCustomPrompt="1"/>
          </p:nvPr>
        </p:nvSpPr>
        <p:spPr>
          <a:xfrm>
            <a:off x="2170158" y="979489"/>
            <a:ext cx="365760" cy="361915"/>
          </a:xfrm>
          <a:prstGeom prst="ellipse">
            <a:avLst/>
          </a:prstGeom>
        </p:spPr>
        <p:txBody>
          <a:bodyPr anchor="ctr"/>
          <a:lstStyle>
            <a:lvl1pPr algn="ctr">
              <a:buNone/>
              <a:defRPr/>
            </a:lvl1pPr>
          </a:lstStyle>
          <a:p>
            <a:pPr lvl="0"/>
            <a:r>
              <a:rPr lang="en-US" dirty="0"/>
              <a:t>N</a:t>
            </a:r>
          </a:p>
        </p:txBody>
      </p:sp>
      <p:sp>
        <p:nvSpPr>
          <p:cNvPr id="19" name="verse bubble 3">
            <a:extLst>
              <a:ext uri="{FF2B5EF4-FFF2-40B4-BE49-F238E27FC236}">
                <a16:creationId xmlns:a16="http://schemas.microsoft.com/office/drawing/2014/main" id="{A1DED6BF-A5E8-4313-8E13-D55C5827B238}"/>
              </a:ext>
            </a:extLst>
          </p:cNvPr>
          <p:cNvSpPr>
            <a:spLocks noGrp="1" noChangeAspect="1"/>
          </p:cNvSpPr>
          <p:nvPr>
            <p:ph type="body" sz="quarter" idx="28" hasCustomPrompt="1"/>
          </p:nvPr>
        </p:nvSpPr>
        <p:spPr>
          <a:xfrm>
            <a:off x="2609941" y="979489"/>
            <a:ext cx="365760" cy="361915"/>
          </a:xfrm>
          <a:prstGeom prst="ellipse">
            <a:avLst/>
          </a:prstGeom>
        </p:spPr>
        <p:txBody>
          <a:bodyPr anchor="ctr"/>
          <a:lstStyle>
            <a:lvl1pPr algn="ctr">
              <a:buNone/>
              <a:defRPr/>
            </a:lvl1pPr>
          </a:lstStyle>
          <a:p>
            <a:pPr lvl="0"/>
            <a:r>
              <a:rPr lang="en-US" dirty="0"/>
              <a:t>N</a:t>
            </a:r>
          </a:p>
        </p:txBody>
      </p:sp>
      <p:sp>
        <p:nvSpPr>
          <p:cNvPr id="20" name="verse bubble 4">
            <a:extLst>
              <a:ext uri="{FF2B5EF4-FFF2-40B4-BE49-F238E27FC236}">
                <a16:creationId xmlns:a16="http://schemas.microsoft.com/office/drawing/2014/main" id="{6D7C50B4-FDDA-4AB4-9582-5E18FA756CEC}"/>
              </a:ext>
            </a:extLst>
          </p:cNvPr>
          <p:cNvSpPr>
            <a:spLocks noGrp="1" noChangeAspect="1"/>
          </p:cNvSpPr>
          <p:nvPr>
            <p:ph type="body" sz="quarter" idx="29" hasCustomPrompt="1"/>
          </p:nvPr>
        </p:nvSpPr>
        <p:spPr>
          <a:xfrm>
            <a:off x="3049724" y="979489"/>
            <a:ext cx="365760" cy="361915"/>
          </a:xfrm>
          <a:prstGeom prst="ellipse">
            <a:avLst/>
          </a:prstGeom>
        </p:spPr>
        <p:txBody>
          <a:bodyPr anchor="ctr"/>
          <a:lstStyle>
            <a:lvl1pPr algn="ctr">
              <a:buNone/>
              <a:defRPr/>
            </a:lvl1pPr>
          </a:lstStyle>
          <a:p>
            <a:pPr lvl="0"/>
            <a:r>
              <a:rPr lang="en-US" dirty="0"/>
              <a:t>N</a:t>
            </a:r>
          </a:p>
        </p:txBody>
      </p:sp>
      <p:sp>
        <p:nvSpPr>
          <p:cNvPr id="21" name="verse bubble 5">
            <a:extLst>
              <a:ext uri="{FF2B5EF4-FFF2-40B4-BE49-F238E27FC236}">
                <a16:creationId xmlns:a16="http://schemas.microsoft.com/office/drawing/2014/main" id="{67272D6A-5CF6-40D7-96C7-5BB7E98D3587}"/>
              </a:ext>
            </a:extLst>
          </p:cNvPr>
          <p:cNvSpPr>
            <a:spLocks noGrp="1" noChangeAspect="1"/>
          </p:cNvSpPr>
          <p:nvPr>
            <p:ph type="body" sz="quarter" idx="30" hasCustomPrompt="1"/>
          </p:nvPr>
        </p:nvSpPr>
        <p:spPr>
          <a:xfrm>
            <a:off x="3489507" y="979489"/>
            <a:ext cx="365760" cy="361915"/>
          </a:xfrm>
          <a:prstGeom prst="ellipse">
            <a:avLst/>
          </a:prstGeom>
        </p:spPr>
        <p:txBody>
          <a:bodyPr anchor="ctr"/>
          <a:lstStyle>
            <a:lvl1pPr algn="ctr">
              <a:buNone/>
              <a:defRPr/>
            </a:lvl1pPr>
          </a:lstStyle>
          <a:p>
            <a:pPr lvl="0"/>
            <a:r>
              <a:rPr lang="en-US" dirty="0"/>
              <a:t>N</a:t>
            </a:r>
          </a:p>
        </p:txBody>
      </p:sp>
      <p:sp>
        <p:nvSpPr>
          <p:cNvPr id="22" name="verse bubble 6">
            <a:extLst>
              <a:ext uri="{FF2B5EF4-FFF2-40B4-BE49-F238E27FC236}">
                <a16:creationId xmlns:a16="http://schemas.microsoft.com/office/drawing/2014/main" id="{0FE42672-6A04-438A-B322-6562B702E077}"/>
              </a:ext>
            </a:extLst>
          </p:cNvPr>
          <p:cNvSpPr>
            <a:spLocks noGrp="1" noChangeAspect="1"/>
          </p:cNvSpPr>
          <p:nvPr>
            <p:ph type="body" sz="quarter" idx="31" hasCustomPrompt="1"/>
          </p:nvPr>
        </p:nvSpPr>
        <p:spPr>
          <a:xfrm>
            <a:off x="3929290" y="979489"/>
            <a:ext cx="365760" cy="361915"/>
          </a:xfrm>
          <a:prstGeom prst="ellipse">
            <a:avLst/>
          </a:prstGeom>
        </p:spPr>
        <p:txBody>
          <a:bodyPr anchor="ctr"/>
          <a:lstStyle>
            <a:lvl1pPr algn="ctr">
              <a:buNone/>
              <a:defRPr/>
            </a:lvl1pPr>
          </a:lstStyle>
          <a:p>
            <a:pPr lvl="0"/>
            <a:r>
              <a:rPr lang="en-US" dirty="0"/>
              <a:t>N</a:t>
            </a:r>
          </a:p>
        </p:txBody>
      </p:sp>
      <p:sp>
        <p:nvSpPr>
          <p:cNvPr id="23" name="verse bubble 7">
            <a:extLst>
              <a:ext uri="{FF2B5EF4-FFF2-40B4-BE49-F238E27FC236}">
                <a16:creationId xmlns:a16="http://schemas.microsoft.com/office/drawing/2014/main" id="{ECA2AC19-4B38-4ECD-8F50-5E8611A79E96}"/>
              </a:ext>
            </a:extLst>
          </p:cNvPr>
          <p:cNvSpPr>
            <a:spLocks noGrp="1" noChangeAspect="1"/>
          </p:cNvSpPr>
          <p:nvPr>
            <p:ph type="body" sz="quarter" idx="32" hasCustomPrompt="1"/>
          </p:nvPr>
        </p:nvSpPr>
        <p:spPr>
          <a:xfrm>
            <a:off x="4369073" y="979489"/>
            <a:ext cx="365760" cy="361915"/>
          </a:xfrm>
          <a:prstGeom prst="ellipse">
            <a:avLst/>
          </a:prstGeom>
        </p:spPr>
        <p:txBody>
          <a:bodyPr anchor="ctr"/>
          <a:lstStyle>
            <a:lvl1pPr algn="ctr">
              <a:buNone/>
              <a:defRPr/>
            </a:lvl1pPr>
          </a:lstStyle>
          <a:p>
            <a:pPr lvl="0"/>
            <a:r>
              <a:rPr lang="en-US" dirty="0"/>
              <a:t>N</a:t>
            </a:r>
          </a:p>
        </p:txBody>
      </p:sp>
      <p:sp>
        <p:nvSpPr>
          <p:cNvPr id="24" name="verse bubble 8">
            <a:extLst>
              <a:ext uri="{FF2B5EF4-FFF2-40B4-BE49-F238E27FC236}">
                <a16:creationId xmlns:a16="http://schemas.microsoft.com/office/drawing/2014/main" id="{614F49A9-D838-4332-836A-37D93D4190D4}"/>
              </a:ext>
            </a:extLst>
          </p:cNvPr>
          <p:cNvSpPr>
            <a:spLocks noGrp="1" noChangeAspect="1"/>
          </p:cNvSpPr>
          <p:nvPr>
            <p:ph type="body" sz="quarter" idx="33" hasCustomPrompt="1"/>
          </p:nvPr>
        </p:nvSpPr>
        <p:spPr>
          <a:xfrm>
            <a:off x="4808856" y="979489"/>
            <a:ext cx="365760" cy="361915"/>
          </a:xfrm>
          <a:prstGeom prst="ellipse">
            <a:avLst/>
          </a:prstGeom>
        </p:spPr>
        <p:txBody>
          <a:bodyPr anchor="ctr"/>
          <a:lstStyle>
            <a:lvl1pPr algn="ctr">
              <a:buNone/>
              <a:defRPr/>
            </a:lvl1pPr>
          </a:lstStyle>
          <a:p>
            <a:pPr lvl="0"/>
            <a:r>
              <a:rPr lang="en-US" dirty="0"/>
              <a:t>N</a:t>
            </a:r>
          </a:p>
        </p:txBody>
      </p:sp>
      <p:sp>
        <p:nvSpPr>
          <p:cNvPr id="25" name="verse bubble 9">
            <a:extLst>
              <a:ext uri="{FF2B5EF4-FFF2-40B4-BE49-F238E27FC236}">
                <a16:creationId xmlns:a16="http://schemas.microsoft.com/office/drawing/2014/main" id="{749173CF-22A0-4D33-A686-64C860B1ED32}"/>
              </a:ext>
            </a:extLst>
          </p:cNvPr>
          <p:cNvSpPr>
            <a:spLocks noGrp="1" noChangeAspect="1"/>
          </p:cNvSpPr>
          <p:nvPr>
            <p:ph type="body" sz="quarter" idx="34" hasCustomPrompt="1"/>
          </p:nvPr>
        </p:nvSpPr>
        <p:spPr>
          <a:xfrm>
            <a:off x="5248639" y="979489"/>
            <a:ext cx="365760" cy="361915"/>
          </a:xfrm>
          <a:prstGeom prst="ellipse">
            <a:avLst/>
          </a:prstGeom>
        </p:spPr>
        <p:txBody>
          <a:bodyPr anchor="ctr"/>
          <a:lstStyle>
            <a:lvl1pPr algn="ctr">
              <a:buNone/>
              <a:defRPr/>
            </a:lvl1pPr>
          </a:lstStyle>
          <a:p>
            <a:pPr lvl="0"/>
            <a:r>
              <a:rPr lang="en-US" dirty="0"/>
              <a:t>N</a:t>
            </a:r>
          </a:p>
        </p:txBody>
      </p:sp>
      <p:sp>
        <p:nvSpPr>
          <p:cNvPr id="26" name="verse bubble 10">
            <a:extLst>
              <a:ext uri="{FF2B5EF4-FFF2-40B4-BE49-F238E27FC236}">
                <a16:creationId xmlns:a16="http://schemas.microsoft.com/office/drawing/2014/main" id="{E69F2AE9-A6EB-45A9-BAB4-7BAF8E35FE40}"/>
              </a:ext>
            </a:extLst>
          </p:cNvPr>
          <p:cNvSpPr>
            <a:spLocks noGrp="1" noChangeAspect="1"/>
          </p:cNvSpPr>
          <p:nvPr>
            <p:ph type="body" sz="quarter" idx="35" hasCustomPrompt="1"/>
          </p:nvPr>
        </p:nvSpPr>
        <p:spPr>
          <a:xfrm>
            <a:off x="5688422" y="979489"/>
            <a:ext cx="365760" cy="361915"/>
          </a:xfrm>
          <a:prstGeom prst="ellipse">
            <a:avLst/>
          </a:prstGeom>
        </p:spPr>
        <p:txBody>
          <a:bodyPr anchor="ctr"/>
          <a:lstStyle>
            <a:lvl1pPr algn="ctr">
              <a:buNone/>
              <a:defRPr/>
            </a:lvl1pPr>
          </a:lstStyle>
          <a:p>
            <a:pPr lvl="0"/>
            <a:r>
              <a:rPr lang="en-US" dirty="0"/>
              <a:t>N</a:t>
            </a:r>
          </a:p>
        </p:txBody>
      </p:sp>
      <p:sp>
        <p:nvSpPr>
          <p:cNvPr id="27" name="verse bubble 11">
            <a:extLst>
              <a:ext uri="{FF2B5EF4-FFF2-40B4-BE49-F238E27FC236}">
                <a16:creationId xmlns:a16="http://schemas.microsoft.com/office/drawing/2014/main" id="{7095BE66-2A43-474F-8119-625B960C8833}"/>
              </a:ext>
            </a:extLst>
          </p:cNvPr>
          <p:cNvSpPr>
            <a:spLocks noGrp="1" noChangeAspect="1"/>
          </p:cNvSpPr>
          <p:nvPr>
            <p:ph type="body" sz="quarter" idx="36" hasCustomPrompt="1"/>
          </p:nvPr>
        </p:nvSpPr>
        <p:spPr>
          <a:xfrm>
            <a:off x="6128205" y="979489"/>
            <a:ext cx="365760" cy="361915"/>
          </a:xfrm>
          <a:prstGeom prst="ellipse">
            <a:avLst/>
          </a:prstGeom>
        </p:spPr>
        <p:txBody>
          <a:bodyPr anchor="ctr"/>
          <a:lstStyle>
            <a:lvl1pPr algn="ctr">
              <a:buNone/>
              <a:defRPr/>
            </a:lvl1pPr>
          </a:lstStyle>
          <a:p>
            <a:pPr lvl="0"/>
            <a:r>
              <a:rPr lang="en-US" dirty="0"/>
              <a:t>N</a:t>
            </a:r>
          </a:p>
        </p:txBody>
      </p:sp>
      <p:sp>
        <p:nvSpPr>
          <p:cNvPr id="28" name="verse bubble 12">
            <a:extLst>
              <a:ext uri="{FF2B5EF4-FFF2-40B4-BE49-F238E27FC236}">
                <a16:creationId xmlns:a16="http://schemas.microsoft.com/office/drawing/2014/main" id="{33F6DF6F-9465-490B-A1B5-CFEEA9AA5A9A}"/>
              </a:ext>
            </a:extLst>
          </p:cNvPr>
          <p:cNvSpPr>
            <a:spLocks noGrp="1" noChangeAspect="1"/>
          </p:cNvSpPr>
          <p:nvPr>
            <p:ph type="body" sz="quarter" idx="37" hasCustomPrompt="1"/>
          </p:nvPr>
        </p:nvSpPr>
        <p:spPr>
          <a:xfrm>
            <a:off x="6567988" y="979489"/>
            <a:ext cx="365760" cy="361915"/>
          </a:xfrm>
          <a:prstGeom prst="ellipse">
            <a:avLst/>
          </a:prstGeom>
        </p:spPr>
        <p:txBody>
          <a:bodyPr anchor="ctr"/>
          <a:lstStyle>
            <a:lvl1pPr algn="ctr">
              <a:buNone/>
              <a:defRPr/>
            </a:lvl1pPr>
          </a:lstStyle>
          <a:p>
            <a:pPr lvl="0"/>
            <a:r>
              <a:rPr lang="en-US" dirty="0"/>
              <a:t>N</a:t>
            </a:r>
          </a:p>
        </p:txBody>
      </p:sp>
      <p:sp>
        <p:nvSpPr>
          <p:cNvPr id="29" name="arrow 1">
            <a:extLst>
              <a:ext uri="{FF2B5EF4-FFF2-40B4-BE49-F238E27FC236}">
                <a16:creationId xmlns:a16="http://schemas.microsoft.com/office/drawing/2014/main" id="{7E8CED3D-E261-4A9E-9550-E3A55B8A1401}"/>
              </a:ext>
            </a:extLst>
          </p:cNvPr>
          <p:cNvSpPr>
            <a:spLocks noGrp="1"/>
          </p:cNvSpPr>
          <p:nvPr>
            <p:ph sz="quarter" idx="38" hasCustomPrompt="1"/>
          </p:nvPr>
        </p:nvSpPr>
        <p:spPr>
          <a:xfrm>
            <a:off x="1725485" y="1703353"/>
            <a:ext cx="361915" cy="361915"/>
          </a:xfrm>
          <a:prstGeom prst="downArrow">
            <a:avLst>
              <a:gd name="adj1" fmla="val 50000"/>
              <a:gd name="adj2" fmla="val 75733"/>
            </a:avLst>
          </a:prstGeom>
        </p:spPr>
        <p:txBody>
          <a:bodyPr anchor="ctr"/>
          <a:lstStyle>
            <a:lvl1pPr algn="ctr">
              <a:buNone/>
              <a:defRPr/>
            </a:lvl1pPr>
          </a:lstStyle>
          <a:p>
            <a:pPr lvl="0"/>
            <a:r>
              <a:rPr lang="en-US" dirty="0"/>
              <a:t>A</a:t>
            </a:r>
          </a:p>
        </p:txBody>
      </p:sp>
      <p:sp>
        <p:nvSpPr>
          <p:cNvPr id="31" name="arrow 2">
            <a:extLst>
              <a:ext uri="{FF2B5EF4-FFF2-40B4-BE49-F238E27FC236}">
                <a16:creationId xmlns:a16="http://schemas.microsoft.com/office/drawing/2014/main" id="{3795FAE6-69C7-460D-896E-689566A8B2E9}"/>
              </a:ext>
            </a:extLst>
          </p:cNvPr>
          <p:cNvSpPr>
            <a:spLocks noGrp="1"/>
          </p:cNvSpPr>
          <p:nvPr>
            <p:ph sz="quarter" idx="39" hasCustomPrompt="1"/>
          </p:nvPr>
        </p:nvSpPr>
        <p:spPr>
          <a:xfrm>
            <a:off x="2170158" y="1706317"/>
            <a:ext cx="361915" cy="361915"/>
          </a:xfrm>
          <a:prstGeom prst="downArrow">
            <a:avLst>
              <a:gd name="adj1" fmla="val 50000"/>
              <a:gd name="adj2" fmla="val 75733"/>
            </a:avLst>
          </a:prstGeom>
        </p:spPr>
        <p:txBody>
          <a:bodyPr anchor="ctr"/>
          <a:lstStyle>
            <a:lvl1pPr algn="ctr">
              <a:buNone/>
              <a:defRPr/>
            </a:lvl1pPr>
          </a:lstStyle>
          <a:p>
            <a:pPr lvl="0"/>
            <a:r>
              <a:rPr lang="en-US" dirty="0"/>
              <a:t>A</a:t>
            </a:r>
          </a:p>
        </p:txBody>
      </p:sp>
      <p:sp>
        <p:nvSpPr>
          <p:cNvPr id="32" name="arrow 3">
            <a:extLst>
              <a:ext uri="{FF2B5EF4-FFF2-40B4-BE49-F238E27FC236}">
                <a16:creationId xmlns:a16="http://schemas.microsoft.com/office/drawing/2014/main" id="{09ABCEF0-0DE6-4825-96C5-C776F725AFE5}"/>
              </a:ext>
            </a:extLst>
          </p:cNvPr>
          <p:cNvSpPr>
            <a:spLocks noGrp="1"/>
          </p:cNvSpPr>
          <p:nvPr>
            <p:ph sz="quarter" idx="40" hasCustomPrompt="1"/>
          </p:nvPr>
        </p:nvSpPr>
        <p:spPr>
          <a:xfrm>
            <a:off x="2614831" y="1709281"/>
            <a:ext cx="361915" cy="361915"/>
          </a:xfrm>
          <a:prstGeom prst="downArrow">
            <a:avLst>
              <a:gd name="adj1" fmla="val 50000"/>
              <a:gd name="adj2" fmla="val 75733"/>
            </a:avLst>
          </a:prstGeom>
        </p:spPr>
        <p:txBody>
          <a:bodyPr anchor="ctr"/>
          <a:lstStyle>
            <a:lvl1pPr algn="ctr">
              <a:buNone/>
              <a:defRPr/>
            </a:lvl1pPr>
          </a:lstStyle>
          <a:p>
            <a:pPr lvl="0"/>
            <a:r>
              <a:rPr lang="en-US" dirty="0"/>
              <a:t>A</a:t>
            </a:r>
          </a:p>
        </p:txBody>
      </p:sp>
      <p:sp>
        <p:nvSpPr>
          <p:cNvPr id="33" name="arrow 4">
            <a:extLst>
              <a:ext uri="{FF2B5EF4-FFF2-40B4-BE49-F238E27FC236}">
                <a16:creationId xmlns:a16="http://schemas.microsoft.com/office/drawing/2014/main" id="{1018D508-1B69-4AC3-9C67-41AC0F9FFF48}"/>
              </a:ext>
            </a:extLst>
          </p:cNvPr>
          <p:cNvSpPr>
            <a:spLocks noGrp="1"/>
          </p:cNvSpPr>
          <p:nvPr>
            <p:ph sz="quarter" idx="41" hasCustomPrompt="1"/>
          </p:nvPr>
        </p:nvSpPr>
        <p:spPr>
          <a:xfrm>
            <a:off x="3059504" y="1712245"/>
            <a:ext cx="361915" cy="361915"/>
          </a:xfrm>
          <a:prstGeom prst="downArrow">
            <a:avLst>
              <a:gd name="adj1" fmla="val 50000"/>
              <a:gd name="adj2" fmla="val 75733"/>
            </a:avLst>
          </a:prstGeom>
        </p:spPr>
        <p:txBody>
          <a:bodyPr anchor="ctr"/>
          <a:lstStyle>
            <a:lvl1pPr algn="ctr">
              <a:buNone/>
              <a:defRPr/>
            </a:lvl1pPr>
          </a:lstStyle>
          <a:p>
            <a:pPr lvl="0"/>
            <a:r>
              <a:rPr lang="en-US" dirty="0"/>
              <a:t>A</a:t>
            </a:r>
          </a:p>
        </p:txBody>
      </p:sp>
      <p:sp>
        <p:nvSpPr>
          <p:cNvPr id="30" name="coda">
            <a:extLst>
              <a:ext uri="{FF2B5EF4-FFF2-40B4-BE49-F238E27FC236}">
                <a16:creationId xmlns:a16="http://schemas.microsoft.com/office/drawing/2014/main" id="{9A233050-FD81-44D5-BC12-AA485D30BF2B}"/>
              </a:ext>
            </a:extLst>
          </p:cNvPr>
          <p:cNvSpPr>
            <a:spLocks noGrp="1"/>
          </p:cNvSpPr>
          <p:nvPr>
            <p:ph type="pic" sz="quarter" idx="43"/>
          </p:nvPr>
        </p:nvSpPr>
        <p:spPr>
          <a:xfrm>
            <a:off x="1690688" y="2887663"/>
            <a:ext cx="365760" cy="365760"/>
          </a:xfrm>
          <a:prstGeom prst="ellipse">
            <a:avLst/>
          </a:prstGeom>
        </p:spPr>
        <p:txBody>
          <a:bodyPr/>
          <a:lstStyle>
            <a:lvl1pPr>
              <a:buNone/>
              <a:defRPr/>
            </a:lvl1pPr>
          </a:lstStyle>
          <a:p>
            <a:r>
              <a:rPr lang="en-US" dirty="0"/>
              <a:t>C</a:t>
            </a:r>
          </a:p>
        </p:txBody>
      </p:sp>
    </p:spTree>
    <p:extLst>
      <p:ext uri="{BB962C8B-B14F-4D97-AF65-F5344CB8AC3E}">
        <p14:creationId xmlns:p14="http://schemas.microsoft.com/office/powerpoint/2010/main" val="3568201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8B91267-FDE2-4D9A-8E71-A5FFC5550501}"/>
              </a:ext>
            </a:extLst>
          </p:cNvPr>
          <p:cNvSpPr>
            <a:spLocks noGrp="1"/>
          </p:cNvSpPr>
          <p:nvPr>
            <p:ph type="pic" sz="quarter" idx="23"/>
          </p:nvPr>
        </p:nvSpPr>
        <p:spPr>
          <a:xfrm>
            <a:off x="0" y="-6435"/>
            <a:ext cx="9144000" cy="5715000"/>
          </a:xfrm>
          <a:prstGeom prst="rect">
            <a:avLst/>
          </a:prstGeom>
        </p:spPr>
        <p:txBody>
          <a:bodyPr/>
          <a:lstStyle/>
          <a:p>
            <a:endParaRPr lang="en-US" dirty="0"/>
          </a:p>
        </p:txBody>
      </p:sp>
      <p:sp>
        <p:nvSpPr>
          <p:cNvPr id="11" name="Text Placeholder 10">
            <a:extLst>
              <a:ext uri="{FF2B5EF4-FFF2-40B4-BE49-F238E27FC236}">
                <a16:creationId xmlns:a16="http://schemas.microsoft.com/office/drawing/2014/main" id="{6EE5E541-0B4C-4026-A54E-B6945EDC064F}"/>
              </a:ext>
            </a:extLst>
          </p:cNvPr>
          <p:cNvSpPr>
            <a:spLocks noGrp="1"/>
          </p:cNvSpPr>
          <p:nvPr>
            <p:ph type="body" sz="quarter" idx="19"/>
          </p:nvPr>
        </p:nvSpPr>
        <p:spPr>
          <a:xfrm>
            <a:off x="1033272" y="4687707"/>
            <a:ext cx="7638587" cy="91440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Font typeface="Arial" panose="020B0604020202020204" pitchFamily="34" charset="0"/>
              <a:buNone/>
              <a:defRPr lang="en-US" sz="1404" dirty="0">
                <a:solidFill>
                  <a:schemeClr val="lt1"/>
                </a:solidFill>
              </a:defRPr>
            </a:lvl1pPr>
          </a:lstStyle>
          <a:p>
            <a:pPr marL="0" lvl="0" indent="0" algn="ctr" defTabSz="713232">
              <a:buNone/>
            </a:pPr>
            <a:endParaRPr lang="en-US" dirty="0"/>
          </a:p>
        </p:txBody>
      </p:sp>
      <p:sp>
        <p:nvSpPr>
          <p:cNvPr id="3" name="song_number">
            <a:extLst>
              <a:ext uri="{FF2B5EF4-FFF2-40B4-BE49-F238E27FC236}">
                <a16:creationId xmlns:a16="http://schemas.microsoft.com/office/drawing/2014/main" id="{E1887CE4-DD4C-4587-8EC3-4DC394CD174A}"/>
              </a:ext>
            </a:extLst>
          </p:cNvPr>
          <p:cNvSpPr>
            <a:spLocks noGrp="1"/>
          </p:cNvSpPr>
          <p:nvPr>
            <p:ph type="body" sz="quarter" idx="15" hasCustomPrompt="1"/>
          </p:nvPr>
        </p:nvSpPr>
        <p:spPr>
          <a:xfrm>
            <a:off x="1097280" y="5144907"/>
            <a:ext cx="914400" cy="365760"/>
          </a:xfrm>
          <a:prstGeom prst="roundRect">
            <a:avLst>
              <a:gd name="adj" fmla="val 50000"/>
            </a:avLst>
          </a:prstGeom>
          <a:solidFill>
            <a:schemeClr val="bg2">
              <a:lumMod val="50000"/>
            </a:schemeClr>
          </a:solidFill>
        </p:spPr>
        <p:txBody>
          <a:bodyPr lIns="274320" tIns="27432" rIns="0" bIns="0" anchor="ctr"/>
          <a:lstStyle>
            <a:lvl1pPr marL="0" indent="0" algn="r">
              <a:buNone/>
              <a:defRPr sz="1800" b="1">
                <a:solidFill>
                  <a:schemeClr val="bg1"/>
                </a:solidFill>
                <a:latin typeface="Avenir Next LT Pro" panose="020B0504020202020204" pitchFamily="34" charset="0"/>
              </a:defRPr>
            </a:lvl1pPr>
            <a:lvl2pPr marL="457200" indent="0">
              <a:buNone/>
              <a:defRPr sz="1050"/>
            </a:lvl2pPr>
            <a:lvl3pPr marL="914400" indent="0">
              <a:buNone/>
              <a:defRPr sz="1000"/>
            </a:lvl3pPr>
            <a:lvl4pPr marL="1371600" indent="0">
              <a:buNone/>
              <a:defRPr sz="900"/>
            </a:lvl4pPr>
            <a:lvl5pPr marL="1828800" indent="0" algn="l">
              <a:buNone/>
              <a:defRPr sz="900"/>
            </a:lvl5pPr>
          </a:lstStyle>
          <a:p>
            <a:pPr lvl="0"/>
            <a:r>
              <a:rPr lang="en-US" dirty="0"/>
              <a:t>888</a:t>
            </a:r>
          </a:p>
        </p:txBody>
      </p:sp>
      <p:sp>
        <p:nvSpPr>
          <p:cNvPr id="6" name="songbook_logo">
            <a:extLst>
              <a:ext uri="{FF2B5EF4-FFF2-40B4-BE49-F238E27FC236}">
                <a16:creationId xmlns:a16="http://schemas.microsoft.com/office/drawing/2014/main" id="{137C8DEF-D234-4CF7-B2B7-D99941A16A38}"/>
              </a:ext>
            </a:extLst>
          </p:cNvPr>
          <p:cNvSpPr>
            <a:spLocks noGrp="1"/>
          </p:cNvSpPr>
          <p:nvPr>
            <p:ph type="pic" sz="quarter" idx="14" hasCustomPrompt="1"/>
          </p:nvPr>
        </p:nvSpPr>
        <p:spPr>
          <a:xfrm>
            <a:off x="1097280" y="5146320"/>
            <a:ext cx="365760" cy="361915"/>
          </a:xfrm>
          <a:prstGeom prst="roundRect">
            <a:avLst>
              <a:gd name="adj" fmla="val 50000"/>
            </a:avLst>
          </a:prstGeom>
        </p:spPr>
        <p:txBody>
          <a:bodyPr/>
          <a:lstStyle>
            <a:lvl1pPr marL="0" indent="0" algn="ctr">
              <a:buNone/>
              <a:defRPr sz="1400"/>
            </a:lvl1pPr>
          </a:lstStyle>
          <a:p>
            <a:r>
              <a:rPr lang="en-US" dirty="0"/>
              <a:t>Songbook</a:t>
            </a:r>
          </a:p>
        </p:txBody>
      </p:sp>
      <p:sp>
        <p:nvSpPr>
          <p:cNvPr id="5" name="Text Placeholder 4">
            <a:extLst>
              <a:ext uri="{FF2B5EF4-FFF2-40B4-BE49-F238E27FC236}">
                <a16:creationId xmlns:a16="http://schemas.microsoft.com/office/drawing/2014/main" id="{A604A485-3738-4C04-81B8-D532D3482A4B}"/>
              </a:ext>
            </a:extLst>
          </p:cNvPr>
          <p:cNvSpPr>
            <a:spLocks noGrp="1"/>
          </p:cNvSpPr>
          <p:nvPr>
            <p:ph type="body" sz="quarter" idx="16" hasCustomPrompt="1"/>
          </p:nvPr>
        </p:nvSpPr>
        <p:spPr>
          <a:xfrm>
            <a:off x="2083869" y="5097592"/>
            <a:ext cx="2951596" cy="361915"/>
          </a:xfrm>
          <a:prstGeom prst="rect">
            <a:avLst/>
          </a:prstGeom>
        </p:spPr>
        <p:txBody>
          <a:bodyPr wrap="none" lIns="0" tIns="0" rIns="0" bIns="0" anchor="ctr"/>
          <a:lstStyle>
            <a:lvl1pPr marL="0" indent="0">
              <a:lnSpc>
                <a:spcPts val="1600"/>
              </a:lnSpc>
              <a:spcBef>
                <a:spcPts val="0"/>
              </a:spcBef>
              <a:buNone/>
              <a:defRPr sz="2000" cap="small" baseline="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1600" dirty="0"/>
              <a:t>Song Title</a:t>
            </a:r>
            <a:endParaRPr lang="en-US" dirty="0"/>
          </a:p>
        </p:txBody>
      </p:sp>
      <p:sp>
        <p:nvSpPr>
          <p:cNvPr id="8" name="Text Placeholder 7">
            <a:extLst>
              <a:ext uri="{FF2B5EF4-FFF2-40B4-BE49-F238E27FC236}">
                <a16:creationId xmlns:a16="http://schemas.microsoft.com/office/drawing/2014/main" id="{E50B753F-E541-4C9F-B669-A910A156CE6D}"/>
              </a:ext>
            </a:extLst>
          </p:cNvPr>
          <p:cNvSpPr>
            <a:spLocks noGrp="1"/>
          </p:cNvSpPr>
          <p:nvPr>
            <p:ph type="body" sz="quarter" idx="17" hasCustomPrompt="1"/>
          </p:nvPr>
        </p:nvSpPr>
        <p:spPr>
          <a:xfrm>
            <a:off x="2083869" y="5369019"/>
            <a:ext cx="2951596" cy="180975"/>
          </a:xfrm>
          <a:prstGeom prst="rect">
            <a:avLst/>
          </a:prstGeom>
        </p:spPr>
        <p:txBody>
          <a:bodyPr tIns="0" bIns="0" anchor="ctr"/>
          <a:lstStyle>
            <a:lvl1pPr marL="0" indent="0">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700" dirty="0"/>
              <a:t>Copyright</a:t>
            </a:r>
            <a:endParaRPr lang="en-US" dirty="0"/>
          </a:p>
        </p:txBody>
      </p:sp>
      <p:sp>
        <p:nvSpPr>
          <p:cNvPr id="7" name="Content Placeholder 6">
            <a:extLst>
              <a:ext uri="{FF2B5EF4-FFF2-40B4-BE49-F238E27FC236}">
                <a16:creationId xmlns:a16="http://schemas.microsoft.com/office/drawing/2014/main" id="{2F0ED832-0344-4740-AF3C-8E33EC7E5375}"/>
              </a:ext>
            </a:extLst>
          </p:cNvPr>
          <p:cNvSpPr>
            <a:spLocks noGrp="1"/>
          </p:cNvSpPr>
          <p:nvPr>
            <p:ph sz="quarter" idx="18"/>
          </p:nvPr>
        </p:nvSpPr>
        <p:spPr>
          <a:xfrm>
            <a:off x="118872" y="457200"/>
            <a:ext cx="914400" cy="4297680"/>
          </a:xfrm>
          <a:prstGeom prst="roundRect">
            <a:avLst>
              <a:gd name="adj" fmla="val 28004"/>
            </a:avLst>
          </a:prstGeom>
          <a:solidFill>
            <a:srgbClr val="FFFFFF">
              <a:alpha val="14902"/>
            </a:srgbClr>
          </a:solidFill>
          <a:ln w="6350" cap="flat" cmpd="sng" algn="ctr">
            <a:noFill/>
            <a:prstDash val="solid"/>
            <a:miter lim="800000"/>
          </a:ln>
          <a:effectLst/>
        </p:spPr>
        <p:txBody>
          <a:bodyPr vert="horz" lIns="91440" tIns="45720" rIns="91440" bIns="45720" rtlCol="0" anchor="ctr">
            <a:noAutofit/>
          </a:bodyPr>
          <a:lstStyle>
            <a:lvl1pPr marL="0" indent="0">
              <a:buFontTx/>
              <a:buNone/>
              <a:defRPr lang="en-US" sz="1400" b="0" dirty="0">
                <a:solidFill>
                  <a:schemeClr val="bg1"/>
                </a:solidFill>
              </a:defRPr>
            </a:lvl1pPr>
          </a:lstStyle>
          <a:p>
            <a:pPr marL="228600" lvl="0" indent="-228600" algn="ctr" defTabSz="685800">
              <a:spcBef>
                <a:spcPts val="750"/>
              </a:spcBef>
            </a:pPr>
            <a:endParaRPr lang="en-US" dirty="0"/>
          </a:p>
        </p:txBody>
      </p:sp>
      <p:sp>
        <p:nvSpPr>
          <p:cNvPr id="10" name="Picture Placeholder 9">
            <a:extLst>
              <a:ext uri="{FF2B5EF4-FFF2-40B4-BE49-F238E27FC236}">
                <a16:creationId xmlns:a16="http://schemas.microsoft.com/office/drawing/2014/main" id="{D0E80279-BD62-43D8-9181-D59FD7657BAC}"/>
              </a:ext>
            </a:extLst>
          </p:cNvPr>
          <p:cNvSpPr>
            <a:spLocks noGrp="1"/>
          </p:cNvSpPr>
          <p:nvPr>
            <p:ph type="pic" sz="quarter" idx="10"/>
          </p:nvPr>
        </p:nvSpPr>
        <p:spPr>
          <a:xfrm>
            <a:off x="731520" y="118872"/>
            <a:ext cx="8229600" cy="4937760"/>
          </a:xfrm>
          <a:prstGeom prst="roundRect">
            <a:avLst>
              <a:gd name="adj" fmla="val 4465"/>
            </a:avLst>
          </a:prstGeom>
          <a:effectLst>
            <a:outerShdw blurRad="127000" sx="101000" sy="101000" algn="ctr" rotWithShape="0">
              <a:prstClr val="black">
                <a:alpha val="40000"/>
              </a:prstClr>
            </a:outerShdw>
          </a:effectLst>
        </p:spPr>
        <p:txBody>
          <a:bodyPr/>
          <a:lstStyle/>
          <a:p>
            <a:endParaRPr lang="en-US" dirty="0"/>
          </a:p>
        </p:txBody>
      </p:sp>
      <p:sp>
        <p:nvSpPr>
          <p:cNvPr id="18" name="Picture Placeholder 17">
            <a:extLst>
              <a:ext uri="{FF2B5EF4-FFF2-40B4-BE49-F238E27FC236}">
                <a16:creationId xmlns:a16="http://schemas.microsoft.com/office/drawing/2014/main" id="{DA5B166A-A382-4219-AA09-0C1C23FB1184}"/>
              </a:ext>
            </a:extLst>
          </p:cNvPr>
          <p:cNvSpPr>
            <a:spLocks noGrp="1" noChangeAspect="1"/>
          </p:cNvSpPr>
          <p:nvPr>
            <p:ph type="pic" sz="quarter" idx="20"/>
          </p:nvPr>
        </p:nvSpPr>
        <p:spPr>
          <a:xfrm>
            <a:off x="8157642" y="5144907"/>
            <a:ext cx="367371" cy="365760"/>
          </a:xfrm>
          <a:prstGeom prst="ellipse">
            <a:avLst/>
          </a:prstGeom>
        </p:spPr>
        <p:txBody>
          <a:bodyPr/>
          <a:lstStyle/>
          <a:p>
            <a:endParaRPr lang="en-US" dirty="0"/>
          </a:p>
        </p:txBody>
      </p:sp>
      <p:sp>
        <p:nvSpPr>
          <p:cNvPr id="20" name="Text Placeholder 19">
            <a:extLst>
              <a:ext uri="{FF2B5EF4-FFF2-40B4-BE49-F238E27FC236}">
                <a16:creationId xmlns:a16="http://schemas.microsoft.com/office/drawing/2014/main" id="{B8B0EA83-2871-4B3A-BFBF-045B9CAC9BD1}"/>
              </a:ext>
            </a:extLst>
          </p:cNvPr>
          <p:cNvSpPr>
            <a:spLocks noGrp="1"/>
          </p:cNvSpPr>
          <p:nvPr>
            <p:ph type="body" sz="quarter" idx="21" hasCustomPrompt="1"/>
          </p:nvPr>
        </p:nvSpPr>
        <p:spPr>
          <a:xfrm>
            <a:off x="5117393" y="5102352"/>
            <a:ext cx="2951596" cy="361950"/>
          </a:xfrm>
          <a:prstGeom prst="rect">
            <a:avLst/>
          </a:prstGeom>
        </p:spPr>
        <p:txBody>
          <a:bodyPr lIns="0" tIns="0" rIns="0" bIns="0" anchor="ctr"/>
          <a:lstStyle>
            <a:lvl1pPr marL="0" indent="0" algn="r">
              <a:lnSpc>
                <a:spcPts val="1600"/>
              </a:lnSpc>
              <a:spcBef>
                <a:spcPts val="0"/>
              </a:spcBef>
              <a:buNone/>
              <a:defRPr sz="16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latin typeface="Alegreya Sans Medium" panose="00000600000000000000" pitchFamily="50" charset="0"/>
              </a:rPr>
              <a:t>Song Title</a:t>
            </a:r>
            <a:endParaRPr lang="en-US" dirty="0"/>
          </a:p>
        </p:txBody>
      </p:sp>
      <p:sp>
        <p:nvSpPr>
          <p:cNvPr id="4" name="Text Placeholder 3">
            <a:extLst>
              <a:ext uri="{FF2B5EF4-FFF2-40B4-BE49-F238E27FC236}">
                <a16:creationId xmlns:a16="http://schemas.microsoft.com/office/drawing/2014/main" id="{8A54F2E3-7906-407E-A077-833997EA9730}"/>
              </a:ext>
            </a:extLst>
          </p:cNvPr>
          <p:cNvSpPr>
            <a:spLocks noGrp="1"/>
          </p:cNvSpPr>
          <p:nvPr>
            <p:ph type="body" sz="quarter" idx="22" hasCustomPrompt="1"/>
          </p:nvPr>
        </p:nvSpPr>
        <p:spPr>
          <a:xfrm>
            <a:off x="5117393" y="5369020"/>
            <a:ext cx="2893403" cy="180974"/>
          </a:xfrm>
          <a:prstGeom prst="rect">
            <a:avLst/>
          </a:prstGeom>
        </p:spPr>
        <p:txBody>
          <a:bodyPr lIns="0" tIns="0" rIns="0" bIns="0" anchor="ctr"/>
          <a:lstStyle>
            <a:lvl1pPr marL="0" indent="0" algn="r">
              <a:buFont typeface="Arial" panose="020B0604020202020204" pitchFamily="34" charset="0"/>
              <a:buNone/>
              <a:defRPr sz="9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Translation</a:t>
            </a:r>
          </a:p>
        </p:txBody>
      </p:sp>
      <p:sp>
        <p:nvSpPr>
          <p:cNvPr id="13" name="highlight">
            <a:extLst>
              <a:ext uri="{FF2B5EF4-FFF2-40B4-BE49-F238E27FC236}">
                <a16:creationId xmlns:a16="http://schemas.microsoft.com/office/drawing/2014/main" id="{A899190C-0700-477D-A65F-234791936260}"/>
              </a:ext>
            </a:extLst>
          </p:cNvPr>
          <p:cNvSpPr>
            <a:spLocks noGrp="1"/>
          </p:cNvSpPr>
          <p:nvPr>
            <p:ph sz="quarter" idx="42" hasCustomPrompt="1"/>
          </p:nvPr>
        </p:nvSpPr>
        <p:spPr>
          <a:xfrm flipH="1" flipV="1">
            <a:off x="1725613" y="2344738"/>
            <a:ext cx="365760" cy="365760"/>
          </a:xfrm>
          <a:prstGeom prst="roundRect">
            <a:avLst>
              <a:gd name="adj" fmla="val 50000"/>
            </a:avLst>
          </a:prstGeom>
          <a:solidFill>
            <a:srgbClr val="FFFFFF">
              <a:alpha val="50196"/>
            </a:srgbClr>
          </a:solidFill>
        </p:spPr>
        <p:txBody>
          <a:bodyPr/>
          <a:lstStyle>
            <a:lvl1pPr algn="ctr">
              <a:buNone/>
              <a:defRPr/>
            </a:lvl1pPr>
          </a:lstStyle>
          <a:p>
            <a:pPr lvl="0"/>
            <a:r>
              <a:rPr lang="en-US" dirty="0"/>
              <a:t>H</a:t>
            </a:r>
          </a:p>
        </p:txBody>
      </p:sp>
      <p:sp>
        <p:nvSpPr>
          <p:cNvPr id="12" name="verse bubble 1">
            <a:extLst>
              <a:ext uri="{FF2B5EF4-FFF2-40B4-BE49-F238E27FC236}">
                <a16:creationId xmlns:a16="http://schemas.microsoft.com/office/drawing/2014/main" id="{10E014E7-AD5E-4627-BBCE-C729EE422E1E}"/>
              </a:ext>
            </a:extLst>
          </p:cNvPr>
          <p:cNvSpPr>
            <a:spLocks noGrp="1" noChangeAspect="1"/>
          </p:cNvSpPr>
          <p:nvPr>
            <p:ph type="body" sz="quarter" idx="24" hasCustomPrompt="1"/>
          </p:nvPr>
        </p:nvSpPr>
        <p:spPr>
          <a:xfrm>
            <a:off x="1730375"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4" name="verse bubble 2">
            <a:extLst>
              <a:ext uri="{FF2B5EF4-FFF2-40B4-BE49-F238E27FC236}">
                <a16:creationId xmlns:a16="http://schemas.microsoft.com/office/drawing/2014/main" id="{259582AF-2007-4C65-AE5E-62E5D641A2A9}"/>
              </a:ext>
            </a:extLst>
          </p:cNvPr>
          <p:cNvSpPr>
            <a:spLocks noGrp="1" noChangeAspect="1"/>
          </p:cNvSpPr>
          <p:nvPr>
            <p:ph type="body" sz="quarter" idx="27" hasCustomPrompt="1"/>
          </p:nvPr>
        </p:nvSpPr>
        <p:spPr>
          <a:xfrm>
            <a:off x="2170158"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5" name="verse bubble 3">
            <a:extLst>
              <a:ext uri="{FF2B5EF4-FFF2-40B4-BE49-F238E27FC236}">
                <a16:creationId xmlns:a16="http://schemas.microsoft.com/office/drawing/2014/main" id="{0F99BFD7-E18F-48B7-85B0-2381A1A27BBC}"/>
              </a:ext>
            </a:extLst>
          </p:cNvPr>
          <p:cNvSpPr>
            <a:spLocks noGrp="1" noChangeAspect="1"/>
          </p:cNvSpPr>
          <p:nvPr>
            <p:ph type="body" sz="quarter" idx="28" hasCustomPrompt="1"/>
          </p:nvPr>
        </p:nvSpPr>
        <p:spPr>
          <a:xfrm>
            <a:off x="2609941"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6" name="verse bubble 4">
            <a:extLst>
              <a:ext uri="{FF2B5EF4-FFF2-40B4-BE49-F238E27FC236}">
                <a16:creationId xmlns:a16="http://schemas.microsoft.com/office/drawing/2014/main" id="{A3D2E26D-2971-45FB-B7E2-C9BC3040514C}"/>
              </a:ext>
            </a:extLst>
          </p:cNvPr>
          <p:cNvSpPr>
            <a:spLocks noGrp="1" noChangeAspect="1"/>
          </p:cNvSpPr>
          <p:nvPr>
            <p:ph type="body" sz="quarter" idx="29" hasCustomPrompt="1"/>
          </p:nvPr>
        </p:nvSpPr>
        <p:spPr>
          <a:xfrm>
            <a:off x="3049724"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7" name="verse bubble 5">
            <a:extLst>
              <a:ext uri="{FF2B5EF4-FFF2-40B4-BE49-F238E27FC236}">
                <a16:creationId xmlns:a16="http://schemas.microsoft.com/office/drawing/2014/main" id="{CB38EF52-0BA5-42C8-A054-AD96B4FA24E6}"/>
              </a:ext>
            </a:extLst>
          </p:cNvPr>
          <p:cNvSpPr>
            <a:spLocks noGrp="1" noChangeAspect="1"/>
          </p:cNvSpPr>
          <p:nvPr>
            <p:ph type="body" sz="quarter" idx="30" hasCustomPrompt="1"/>
          </p:nvPr>
        </p:nvSpPr>
        <p:spPr>
          <a:xfrm>
            <a:off x="3489507"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9" name="verse bubble 6">
            <a:extLst>
              <a:ext uri="{FF2B5EF4-FFF2-40B4-BE49-F238E27FC236}">
                <a16:creationId xmlns:a16="http://schemas.microsoft.com/office/drawing/2014/main" id="{6E195C6A-FCF9-4725-A12B-4C907FAC9CC7}"/>
              </a:ext>
            </a:extLst>
          </p:cNvPr>
          <p:cNvSpPr>
            <a:spLocks noGrp="1" noChangeAspect="1"/>
          </p:cNvSpPr>
          <p:nvPr>
            <p:ph type="body" sz="quarter" idx="31" hasCustomPrompt="1"/>
          </p:nvPr>
        </p:nvSpPr>
        <p:spPr>
          <a:xfrm>
            <a:off x="3929290"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1" name="verse bubble 7">
            <a:extLst>
              <a:ext uri="{FF2B5EF4-FFF2-40B4-BE49-F238E27FC236}">
                <a16:creationId xmlns:a16="http://schemas.microsoft.com/office/drawing/2014/main" id="{B3D5AC04-0626-495C-9F7B-5714DA7938E5}"/>
              </a:ext>
            </a:extLst>
          </p:cNvPr>
          <p:cNvSpPr>
            <a:spLocks noGrp="1" noChangeAspect="1"/>
          </p:cNvSpPr>
          <p:nvPr>
            <p:ph type="body" sz="quarter" idx="32" hasCustomPrompt="1"/>
          </p:nvPr>
        </p:nvSpPr>
        <p:spPr>
          <a:xfrm>
            <a:off x="4369073"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2" name="verse bubble 8">
            <a:extLst>
              <a:ext uri="{FF2B5EF4-FFF2-40B4-BE49-F238E27FC236}">
                <a16:creationId xmlns:a16="http://schemas.microsoft.com/office/drawing/2014/main" id="{34F67621-337B-4BBD-863F-A76519F8AF46}"/>
              </a:ext>
            </a:extLst>
          </p:cNvPr>
          <p:cNvSpPr>
            <a:spLocks noGrp="1" noChangeAspect="1"/>
          </p:cNvSpPr>
          <p:nvPr>
            <p:ph type="body" sz="quarter" idx="33" hasCustomPrompt="1"/>
          </p:nvPr>
        </p:nvSpPr>
        <p:spPr>
          <a:xfrm>
            <a:off x="4808856"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3" name="verse bubble 9">
            <a:extLst>
              <a:ext uri="{FF2B5EF4-FFF2-40B4-BE49-F238E27FC236}">
                <a16:creationId xmlns:a16="http://schemas.microsoft.com/office/drawing/2014/main" id="{F929F94E-4FE0-41D1-A2A6-A7DAC386EFB4}"/>
              </a:ext>
            </a:extLst>
          </p:cNvPr>
          <p:cNvSpPr>
            <a:spLocks noGrp="1" noChangeAspect="1"/>
          </p:cNvSpPr>
          <p:nvPr>
            <p:ph type="body" sz="quarter" idx="34" hasCustomPrompt="1"/>
          </p:nvPr>
        </p:nvSpPr>
        <p:spPr>
          <a:xfrm>
            <a:off x="5248639"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4" name="verse bubble 10">
            <a:extLst>
              <a:ext uri="{FF2B5EF4-FFF2-40B4-BE49-F238E27FC236}">
                <a16:creationId xmlns:a16="http://schemas.microsoft.com/office/drawing/2014/main" id="{389786B5-0C94-44CF-8785-7C3C68D07790}"/>
              </a:ext>
            </a:extLst>
          </p:cNvPr>
          <p:cNvSpPr>
            <a:spLocks noGrp="1" noChangeAspect="1"/>
          </p:cNvSpPr>
          <p:nvPr>
            <p:ph type="body" sz="quarter" idx="35" hasCustomPrompt="1"/>
          </p:nvPr>
        </p:nvSpPr>
        <p:spPr>
          <a:xfrm>
            <a:off x="5688422"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5" name="verse bubble 11">
            <a:extLst>
              <a:ext uri="{FF2B5EF4-FFF2-40B4-BE49-F238E27FC236}">
                <a16:creationId xmlns:a16="http://schemas.microsoft.com/office/drawing/2014/main" id="{BFE21B06-65DF-43AE-9B0A-D8C7D1F3C07D}"/>
              </a:ext>
            </a:extLst>
          </p:cNvPr>
          <p:cNvSpPr>
            <a:spLocks noGrp="1" noChangeAspect="1"/>
          </p:cNvSpPr>
          <p:nvPr>
            <p:ph type="body" sz="quarter" idx="36" hasCustomPrompt="1"/>
          </p:nvPr>
        </p:nvSpPr>
        <p:spPr>
          <a:xfrm>
            <a:off x="6128205"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6" name="verse bubble 12">
            <a:extLst>
              <a:ext uri="{FF2B5EF4-FFF2-40B4-BE49-F238E27FC236}">
                <a16:creationId xmlns:a16="http://schemas.microsoft.com/office/drawing/2014/main" id="{9825D956-414D-4DA3-86AE-A00E538964E7}"/>
              </a:ext>
            </a:extLst>
          </p:cNvPr>
          <p:cNvSpPr>
            <a:spLocks noGrp="1" noChangeAspect="1"/>
          </p:cNvSpPr>
          <p:nvPr>
            <p:ph type="body" sz="quarter" idx="37" hasCustomPrompt="1"/>
          </p:nvPr>
        </p:nvSpPr>
        <p:spPr>
          <a:xfrm>
            <a:off x="6567988"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31" name="arrow 1">
            <a:extLst>
              <a:ext uri="{FF2B5EF4-FFF2-40B4-BE49-F238E27FC236}">
                <a16:creationId xmlns:a16="http://schemas.microsoft.com/office/drawing/2014/main" id="{7476E0B6-96A7-41D7-90A5-49CA75BDB350}"/>
              </a:ext>
            </a:extLst>
          </p:cNvPr>
          <p:cNvSpPr>
            <a:spLocks noGrp="1"/>
          </p:cNvSpPr>
          <p:nvPr>
            <p:ph sz="quarter" idx="38" hasCustomPrompt="1"/>
          </p:nvPr>
        </p:nvSpPr>
        <p:spPr>
          <a:xfrm>
            <a:off x="1725485" y="1703353"/>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32" name="arrow 2">
            <a:extLst>
              <a:ext uri="{FF2B5EF4-FFF2-40B4-BE49-F238E27FC236}">
                <a16:creationId xmlns:a16="http://schemas.microsoft.com/office/drawing/2014/main" id="{E8AC0966-4CED-42BF-A748-5F55C6EA79F4}"/>
              </a:ext>
            </a:extLst>
          </p:cNvPr>
          <p:cNvSpPr>
            <a:spLocks noGrp="1"/>
          </p:cNvSpPr>
          <p:nvPr>
            <p:ph sz="quarter" idx="39" hasCustomPrompt="1"/>
          </p:nvPr>
        </p:nvSpPr>
        <p:spPr>
          <a:xfrm>
            <a:off x="2170158" y="1706317"/>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33" name="arrow 3">
            <a:extLst>
              <a:ext uri="{FF2B5EF4-FFF2-40B4-BE49-F238E27FC236}">
                <a16:creationId xmlns:a16="http://schemas.microsoft.com/office/drawing/2014/main" id="{FAF836BF-3BD9-4BBE-B038-CEBB384FC639}"/>
              </a:ext>
            </a:extLst>
          </p:cNvPr>
          <p:cNvSpPr>
            <a:spLocks noGrp="1"/>
          </p:cNvSpPr>
          <p:nvPr>
            <p:ph sz="quarter" idx="40" hasCustomPrompt="1"/>
          </p:nvPr>
        </p:nvSpPr>
        <p:spPr>
          <a:xfrm>
            <a:off x="2614831" y="1709281"/>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34" name="arrow 4">
            <a:extLst>
              <a:ext uri="{FF2B5EF4-FFF2-40B4-BE49-F238E27FC236}">
                <a16:creationId xmlns:a16="http://schemas.microsoft.com/office/drawing/2014/main" id="{DD61458B-021A-421D-B2CB-55FDB3D74662}"/>
              </a:ext>
            </a:extLst>
          </p:cNvPr>
          <p:cNvSpPr>
            <a:spLocks noGrp="1"/>
          </p:cNvSpPr>
          <p:nvPr>
            <p:ph sz="quarter" idx="41" hasCustomPrompt="1"/>
          </p:nvPr>
        </p:nvSpPr>
        <p:spPr>
          <a:xfrm>
            <a:off x="3059504" y="1712245"/>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35" name="coda">
            <a:extLst>
              <a:ext uri="{FF2B5EF4-FFF2-40B4-BE49-F238E27FC236}">
                <a16:creationId xmlns:a16="http://schemas.microsoft.com/office/drawing/2014/main" id="{5D05FB20-A57F-4C7D-BB57-63334EF65B9F}"/>
              </a:ext>
            </a:extLst>
          </p:cNvPr>
          <p:cNvSpPr>
            <a:spLocks noGrp="1"/>
          </p:cNvSpPr>
          <p:nvPr>
            <p:ph type="pic" sz="quarter" idx="43"/>
          </p:nvPr>
        </p:nvSpPr>
        <p:spPr>
          <a:xfrm>
            <a:off x="1690688" y="2887663"/>
            <a:ext cx="365760" cy="365760"/>
          </a:xfrm>
          <a:prstGeom prst="ellipse">
            <a:avLst/>
          </a:prstGeom>
          <a:noFill/>
        </p:spPr>
        <p:txBody>
          <a:bodyPr/>
          <a:lstStyle>
            <a:lvl1pPr>
              <a:buNone/>
              <a:defRPr/>
            </a:lvl1pPr>
          </a:lstStyle>
          <a:p>
            <a:r>
              <a:rPr lang="en-US" dirty="0"/>
              <a:t>C</a:t>
            </a:r>
          </a:p>
        </p:txBody>
      </p:sp>
    </p:spTree>
    <p:extLst>
      <p:ext uri="{BB962C8B-B14F-4D97-AF65-F5344CB8AC3E}">
        <p14:creationId xmlns:p14="http://schemas.microsoft.com/office/powerpoint/2010/main" val="23530612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bg/>
                                          </p:spTgt>
                                        </p:tgtEl>
                                        <p:attrNameLst>
                                          <p:attrName>style.visibility</p:attrName>
                                        </p:attrNameLst>
                                      </p:cBhvr>
                                      <p:to>
                                        <p:strVal val="visible"/>
                                      </p:to>
                                    </p:set>
                                    <p:animEffect transition="in" filter="fade">
                                      <p:cBhvr>
                                        <p:cTn id="7" dur="500"/>
                                        <p:tgtEl>
                                          <p:spTgt spid="11">
                                            <p:bg/>
                                          </p:spTgt>
                                        </p:tgtEl>
                                      </p:cBhvr>
                                    </p:animEffect>
                                  </p:childTnLst>
                                </p:cTn>
                              </p:par>
                              <p:par>
                                <p:cTn id="8" presetID="10" presetClass="entr" presetSubtype="0" fill="hold" grpId="0" nodeType="withEffect" nodePh="1">
                                  <p:stCondLst>
                                    <p:cond delay="0"/>
                                  </p:stCondLst>
                                  <p:endCondLst>
                                    <p:cond delay="0"/>
                                  </p:endCondLst>
                                  <p:childTnLst>
                                    <p:set>
                                      <p:cBhvr>
                                        <p:cTn id="9" dur="1" fill="hold">
                                          <p:stCondLst>
                                            <p:cond delay="0"/>
                                          </p:stCondLst>
                                        </p:cTn>
                                        <p:tgtEl>
                                          <p:spTgt spid="11">
                                            <p:txEl>
                                              <p:pRg st="0" end="0"/>
                                            </p:txEl>
                                          </p:spTgt>
                                        </p:tgtEl>
                                        <p:attrNameLst>
                                          <p:attrName>style.visibility</p:attrName>
                                        </p:attrNameLst>
                                      </p:cBhvr>
                                      <p:to>
                                        <p:strVal val="visible"/>
                                      </p:to>
                                    </p:set>
                                    <p:animEffect transition="in" filter="fade">
                                      <p:cBhvr>
                                        <p:cTn id="10" dur="500"/>
                                        <p:tgtEl>
                                          <p:spTgt spid="11">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bg/>
                                          </p:spTgt>
                                        </p:tgtEl>
                                        <p:attrNameLst>
                                          <p:attrName>style.visibility</p:attrName>
                                        </p:attrNameLst>
                                      </p:cBhvr>
                                      <p:to>
                                        <p:strVal val="visible"/>
                                      </p:to>
                                    </p:set>
                                    <p:animEffect transition="in" filter="fade">
                                      <p:cBhvr>
                                        <p:cTn id="13" dur="500"/>
                                        <p:tgtEl>
                                          <p:spTgt spid="3">
                                            <p:bg/>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fade">
                                      <p:cBhvr>
                                        <p:cTn id="16" dur="500"/>
                                        <p:tgtEl>
                                          <p:spTgt spid="3">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fade">
                                      <p:cBhvr>
                                        <p:cTn id="22" dur="500"/>
                                        <p:tgtEl>
                                          <p:spTgt spid="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animEffect transition="in" filter="fade">
                                      <p:cBhvr>
                                        <p:cTn id="25" dur="500"/>
                                        <p:tgtEl>
                                          <p:spTgt spid="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bg/>
                                          </p:spTgt>
                                        </p:tgtEl>
                                        <p:attrNameLst>
                                          <p:attrName>style.visibility</p:attrName>
                                        </p:attrNameLst>
                                      </p:cBhvr>
                                      <p:to>
                                        <p:strVal val="visible"/>
                                      </p:to>
                                    </p:set>
                                    <p:animEffect transition="in" filter="fade">
                                      <p:cBhvr>
                                        <p:cTn id="28" dur="500"/>
                                        <p:tgtEl>
                                          <p:spTgt spid="7">
                                            <p:bg/>
                                          </p:spTgt>
                                        </p:tgtEl>
                                      </p:cBhvr>
                                    </p:animEffect>
                                  </p:childTnLst>
                                </p:cTn>
                              </p:par>
                              <p:par>
                                <p:cTn id="29" presetID="10" presetClass="entr" presetSubtype="0" fill="hold" grpId="0" nodeType="withEffect" nodePh="1">
                                  <p:stCondLst>
                                    <p:cond delay="0"/>
                                  </p:stCondLst>
                                  <p:endCondLst>
                                    <p:cond evt="begin" delay="0">
                                      <p:tn val="29"/>
                                    </p:cond>
                                  </p:endCondLst>
                                  <p:childTnLst>
                                    <p:set>
                                      <p:cBhvr>
                                        <p:cTn id="30" dur="1" fill="hold">
                                          <p:stCondLst>
                                            <p:cond delay="0"/>
                                          </p:stCondLst>
                                        </p:cTn>
                                        <p:tgtEl>
                                          <p:spTgt spid="7">
                                            <p:txEl>
                                              <p:pRg st="0" end="0"/>
                                            </p:txEl>
                                          </p:spTgt>
                                        </p:tgtEl>
                                        <p:attrNameLst>
                                          <p:attrName>style.visibility</p:attrName>
                                        </p:attrNameLst>
                                      </p:cBhvr>
                                      <p:to>
                                        <p:strVal val="visible"/>
                                      </p:to>
                                    </p:set>
                                    <p:animEffect transition="in" filter="fade">
                                      <p:cBhvr>
                                        <p:cTn id="31" dur="500"/>
                                        <p:tgtEl>
                                          <p:spTgt spid="7">
                                            <p:txEl>
                                              <p:pRg st="0" end="0"/>
                                            </p:txEl>
                                          </p:spTgt>
                                        </p:tgtEl>
                                      </p:cBhvr>
                                    </p:animEffect>
                                  </p:childTnLst>
                                </p:cTn>
                              </p:par>
                              <p:par>
                                <p:cTn id="32" presetID="10" presetClass="entr" presetSubtype="0" fill="hold" grpId="0" nodeType="withEffect" nodePh="1">
                                  <p:stCondLst>
                                    <p:cond delay="0"/>
                                  </p:stCondLst>
                                  <p:endCondLst>
                                    <p:cond evt="begin" delay="0">
                                      <p:tn val="32"/>
                                    </p:cond>
                                  </p:end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par>
                                <p:cTn id="35" presetID="10" presetClass="entr" presetSubtype="0" fill="hold" grpId="0" nodeType="withEffect" nodePh="1">
                                  <p:stCondLst>
                                    <p:cond delay="0"/>
                                  </p:stCondLst>
                                  <p:endCondLst>
                                    <p:cond evt="begin" delay="0">
                                      <p:tn val="35"/>
                                    </p:cond>
                                  </p:end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0">
                                            <p:txEl>
                                              <p:pRg st="0" end="0"/>
                                            </p:txEl>
                                          </p:spTgt>
                                        </p:tgtEl>
                                        <p:attrNameLst>
                                          <p:attrName>style.visibility</p:attrName>
                                        </p:attrNameLst>
                                      </p:cBhvr>
                                      <p:to>
                                        <p:strVal val="visible"/>
                                      </p:to>
                                    </p:set>
                                    <p:animEffect transition="in" filter="fade">
                                      <p:cBhvr>
                                        <p:cTn id="40" dur="500"/>
                                        <p:tgtEl>
                                          <p:spTgt spid="20">
                                            <p:txEl>
                                              <p:pRg st="0" end="0"/>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
                                            <p:txEl>
                                              <p:pRg st="0" end="0"/>
                                            </p:txEl>
                                          </p:spTgt>
                                        </p:tgtEl>
                                        <p:attrNameLst>
                                          <p:attrName>style.visibility</p:attrName>
                                        </p:attrNameLst>
                                      </p:cBhvr>
                                      <p:to>
                                        <p:strVal val="visible"/>
                                      </p:to>
                                    </p:set>
                                    <p:animEffect transition="in" filter="fade">
                                      <p:cBhvr>
                                        <p:cTn id="43" dur="500"/>
                                        <p:tgtEl>
                                          <p:spTgt spid="4">
                                            <p:txEl>
                                              <p:pRg st="0" end="0"/>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3">
                                            <p:bg/>
                                          </p:spTgt>
                                        </p:tgtEl>
                                        <p:attrNameLst>
                                          <p:attrName>style.visibility</p:attrName>
                                        </p:attrNameLst>
                                      </p:cBhvr>
                                      <p:to>
                                        <p:strVal val="visible"/>
                                      </p:to>
                                    </p:set>
                                    <p:animEffect transition="in" filter="fade">
                                      <p:cBhvr>
                                        <p:cTn id="46" dur="500"/>
                                        <p:tgtEl>
                                          <p:spTgt spid="13">
                                            <p:bg/>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3">
                                            <p:txEl>
                                              <p:pRg st="0" end="0"/>
                                            </p:txEl>
                                          </p:spTgt>
                                        </p:tgtEl>
                                        <p:attrNameLst>
                                          <p:attrName>style.visibility</p:attrName>
                                        </p:attrNameLst>
                                      </p:cBhvr>
                                      <p:to>
                                        <p:strVal val="visible"/>
                                      </p:to>
                                    </p:set>
                                    <p:animEffect transition="in" filter="fade">
                                      <p:cBhvr>
                                        <p:cTn id="49" dur="500"/>
                                        <p:tgtEl>
                                          <p:spTgt spid="13">
                                            <p:txEl>
                                              <p:pRg st="0" end="0"/>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2">
                                            <p:bg/>
                                          </p:spTgt>
                                        </p:tgtEl>
                                        <p:attrNameLst>
                                          <p:attrName>style.visibility</p:attrName>
                                        </p:attrNameLst>
                                      </p:cBhvr>
                                      <p:to>
                                        <p:strVal val="visible"/>
                                      </p:to>
                                    </p:set>
                                    <p:animEffect transition="in" filter="fade">
                                      <p:cBhvr>
                                        <p:cTn id="52" dur="500"/>
                                        <p:tgtEl>
                                          <p:spTgt spid="12">
                                            <p:bg/>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2">
                                            <p:txEl>
                                              <p:pRg st="0" end="0"/>
                                            </p:txEl>
                                          </p:spTgt>
                                        </p:tgtEl>
                                        <p:attrNameLst>
                                          <p:attrName>style.visibility</p:attrName>
                                        </p:attrNameLst>
                                      </p:cBhvr>
                                      <p:to>
                                        <p:strVal val="visible"/>
                                      </p:to>
                                    </p:set>
                                    <p:animEffect transition="in" filter="fade">
                                      <p:cBhvr>
                                        <p:cTn id="55" dur="500"/>
                                        <p:tgtEl>
                                          <p:spTgt spid="12">
                                            <p:txEl>
                                              <p:pRg st="0" end="0"/>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4">
                                            <p:bg/>
                                          </p:spTgt>
                                        </p:tgtEl>
                                        <p:attrNameLst>
                                          <p:attrName>style.visibility</p:attrName>
                                        </p:attrNameLst>
                                      </p:cBhvr>
                                      <p:to>
                                        <p:strVal val="visible"/>
                                      </p:to>
                                    </p:set>
                                    <p:animEffect transition="in" filter="fade">
                                      <p:cBhvr>
                                        <p:cTn id="58" dur="500"/>
                                        <p:tgtEl>
                                          <p:spTgt spid="14">
                                            <p:bg/>
                                          </p:spTgt>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4">
                                            <p:txEl>
                                              <p:pRg st="0" end="0"/>
                                            </p:txEl>
                                          </p:spTgt>
                                        </p:tgtEl>
                                        <p:attrNameLst>
                                          <p:attrName>style.visibility</p:attrName>
                                        </p:attrNameLst>
                                      </p:cBhvr>
                                      <p:to>
                                        <p:strVal val="visible"/>
                                      </p:to>
                                    </p:set>
                                    <p:animEffect transition="in" filter="fade">
                                      <p:cBhvr>
                                        <p:cTn id="61" dur="500"/>
                                        <p:tgtEl>
                                          <p:spTgt spid="14">
                                            <p:txEl>
                                              <p:pRg st="0" end="0"/>
                                            </p:txEl>
                                          </p:spTgt>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5">
                                            <p:bg/>
                                          </p:spTgt>
                                        </p:tgtEl>
                                        <p:attrNameLst>
                                          <p:attrName>style.visibility</p:attrName>
                                        </p:attrNameLst>
                                      </p:cBhvr>
                                      <p:to>
                                        <p:strVal val="visible"/>
                                      </p:to>
                                    </p:set>
                                    <p:animEffect transition="in" filter="fade">
                                      <p:cBhvr>
                                        <p:cTn id="64" dur="500"/>
                                        <p:tgtEl>
                                          <p:spTgt spid="15">
                                            <p:bg/>
                                          </p:spTgt>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5">
                                            <p:txEl>
                                              <p:pRg st="0" end="0"/>
                                            </p:txEl>
                                          </p:spTgt>
                                        </p:tgtEl>
                                        <p:attrNameLst>
                                          <p:attrName>style.visibility</p:attrName>
                                        </p:attrNameLst>
                                      </p:cBhvr>
                                      <p:to>
                                        <p:strVal val="visible"/>
                                      </p:to>
                                    </p:set>
                                    <p:animEffect transition="in" filter="fade">
                                      <p:cBhvr>
                                        <p:cTn id="67" dur="500"/>
                                        <p:tgtEl>
                                          <p:spTgt spid="15">
                                            <p:txEl>
                                              <p:pRg st="0" end="0"/>
                                            </p:txEl>
                                          </p:spTgt>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6">
                                            <p:bg/>
                                          </p:spTgt>
                                        </p:tgtEl>
                                        <p:attrNameLst>
                                          <p:attrName>style.visibility</p:attrName>
                                        </p:attrNameLst>
                                      </p:cBhvr>
                                      <p:to>
                                        <p:strVal val="visible"/>
                                      </p:to>
                                    </p:set>
                                    <p:animEffect transition="in" filter="fade">
                                      <p:cBhvr>
                                        <p:cTn id="70" dur="500"/>
                                        <p:tgtEl>
                                          <p:spTgt spid="16">
                                            <p:bg/>
                                          </p:spTgt>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6">
                                            <p:txEl>
                                              <p:pRg st="0" end="0"/>
                                            </p:txEl>
                                          </p:spTgt>
                                        </p:tgtEl>
                                        <p:attrNameLst>
                                          <p:attrName>style.visibility</p:attrName>
                                        </p:attrNameLst>
                                      </p:cBhvr>
                                      <p:to>
                                        <p:strVal val="visible"/>
                                      </p:to>
                                    </p:set>
                                    <p:animEffect transition="in" filter="fade">
                                      <p:cBhvr>
                                        <p:cTn id="73" dur="500"/>
                                        <p:tgtEl>
                                          <p:spTgt spid="16">
                                            <p:txEl>
                                              <p:pRg st="0" end="0"/>
                                            </p:tx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7">
                                            <p:bg/>
                                          </p:spTgt>
                                        </p:tgtEl>
                                        <p:attrNameLst>
                                          <p:attrName>style.visibility</p:attrName>
                                        </p:attrNameLst>
                                      </p:cBhvr>
                                      <p:to>
                                        <p:strVal val="visible"/>
                                      </p:to>
                                    </p:set>
                                    <p:animEffect transition="in" filter="fade">
                                      <p:cBhvr>
                                        <p:cTn id="76" dur="500"/>
                                        <p:tgtEl>
                                          <p:spTgt spid="17">
                                            <p:bg/>
                                          </p:spTgt>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7">
                                            <p:txEl>
                                              <p:pRg st="0" end="0"/>
                                            </p:txEl>
                                          </p:spTgt>
                                        </p:tgtEl>
                                        <p:attrNameLst>
                                          <p:attrName>style.visibility</p:attrName>
                                        </p:attrNameLst>
                                      </p:cBhvr>
                                      <p:to>
                                        <p:strVal val="visible"/>
                                      </p:to>
                                    </p:set>
                                    <p:animEffect transition="in" filter="fade">
                                      <p:cBhvr>
                                        <p:cTn id="79" dur="500"/>
                                        <p:tgtEl>
                                          <p:spTgt spid="17">
                                            <p:txEl>
                                              <p:pRg st="0" end="0"/>
                                            </p:txEl>
                                          </p:spTgt>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9">
                                            <p:bg/>
                                          </p:spTgt>
                                        </p:tgtEl>
                                        <p:attrNameLst>
                                          <p:attrName>style.visibility</p:attrName>
                                        </p:attrNameLst>
                                      </p:cBhvr>
                                      <p:to>
                                        <p:strVal val="visible"/>
                                      </p:to>
                                    </p:set>
                                    <p:animEffect transition="in" filter="fade">
                                      <p:cBhvr>
                                        <p:cTn id="82" dur="500"/>
                                        <p:tgtEl>
                                          <p:spTgt spid="19">
                                            <p:bg/>
                                          </p:spTgt>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9">
                                            <p:txEl>
                                              <p:pRg st="0" end="0"/>
                                            </p:txEl>
                                          </p:spTgt>
                                        </p:tgtEl>
                                        <p:attrNameLst>
                                          <p:attrName>style.visibility</p:attrName>
                                        </p:attrNameLst>
                                      </p:cBhvr>
                                      <p:to>
                                        <p:strVal val="visible"/>
                                      </p:to>
                                    </p:set>
                                    <p:animEffect transition="in" filter="fade">
                                      <p:cBhvr>
                                        <p:cTn id="85" dur="500"/>
                                        <p:tgtEl>
                                          <p:spTgt spid="19">
                                            <p:txEl>
                                              <p:pRg st="0" end="0"/>
                                            </p:txEl>
                                          </p:spTgt>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1">
                                            <p:bg/>
                                          </p:spTgt>
                                        </p:tgtEl>
                                        <p:attrNameLst>
                                          <p:attrName>style.visibility</p:attrName>
                                        </p:attrNameLst>
                                      </p:cBhvr>
                                      <p:to>
                                        <p:strVal val="visible"/>
                                      </p:to>
                                    </p:set>
                                    <p:animEffect transition="in" filter="fade">
                                      <p:cBhvr>
                                        <p:cTn id="88" dur="500"/>
                                        <p:tgtEl>
                                          <p:spTgt spid="21">
                                            <p:bg/>
                                          </p:spTgt>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1">
                                            <p:txEl>
                                              <p:pRg st="0" end="0"/>
                                            </p:txEl>
                                          </p:spTgt>
                                        </p:tgtEl>
                                        <p:attrNameLst>
                                          <p:attrName>style.visibility</p:attrName>
                                        </p:attrNameLst>
                                      </p:cBhvr>
                                      <p:to>
                                        <p:strVal val="visible"/>
                                      </p:to>
                                    </p:set>
                                    <p:animEffect transition="in" filter="fade">
                                      <p:cBhvr>
                                        <p:cTn id="91" dur="500"/>
                                        <p:tgtEl>
                                          <p:spTgt spid="21">
                                            <p:txEl>
                                              <p:pRg st="0" end="0"/>
                                            </p:txEl>
                                          </p:spTgt>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22">
                                            <p:bg/>
                                          </p:spTgt>
                                        </p:tgtEl>
                                        <p:attrNameLst>
                                          <p:attrName>style.visibility</p:attrName>
                                        </p:attrNameLst>
                                      </p:cBhvr>
                                      <p:to>
                                        <p:strVal val="visible"/>
                                      </p:to>
                                    </p:set>
                                    <p:animEffect transition="in" filter="fade">
                                      <p:cBhvr>
                                        <p:cTn id="94" dur="500"/>
                                        <p:tgtEl>
                                          <p:spTgt spid="22">
                                            <p:bg/>
                                          </p:spTgt>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2">
                                            <p:txEl>
                                              <p:pRg st="0" end="0"/>
                                            </p:txEl>
                                          </p:spTgt>
                                        </p:tgtEl>
                                        <p:attrNameLst>
                                          <p:attrName>style.visibility</p:attrName>
                                        </p:attrNameLst>
                                      </p:cBhvr>
                                      <p:to>
                                        <p:strVal val="visible"/>
                                      </p:to>
                                    </p:set>
                                    <p:animEffect transition="in" filter="fade">
                                      <p:cBhvr>
                                        <p:cTn id="97" dur="500"/>
                                        <p:tgtEl>
                                          <p:spTgt spid="22">
                                            <p:txEl>
                                              <p:pRg st="0" end="0"/>
                                            </p:txEl>
                                          </p:spTgt>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3">
                                            <p:bg/>
                                          </p:spTgt>
                                        </p:tgtEl>
                                        <p:attrNameLst>
                                          <p:attrName>style.visibility</p:attrName>
                                        </p:attrNameLst>
                                      </p:cBhvr>
                                      <p:to>
                                        <p:strVal val="visible"/>
                                      </p:to>
                                    </p:set>
                                    <p:animEffect transition="in" filter="fade">
                                      <p:cBhvr>
                                        <p:cTn id="100" dur="500"/>
                                        <p:tgtEl>
                                          <p:spTgt spid="23">
                                            <p:bg/>
                                          </p:spTgt>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3">
                                            <p:txEl>
                                              <p:pRg st="0" end="0"/>
                                            </p:txEl>
                                          </p:spTgt>
                                        </p:tgtEl>
                                        <p:attrNameLst>
                                          <p:attrName>style.visibility</p:attrName>
                                        </p:attrNameLst>
                                      </p:cBhvr>
                                      <p:to>
                                        <p:strVal val="visible"/>
                                      </p:to>
                                    </p:set>
                                    <p:animEffect transition="in" filter="fade">
                                      <p:cBhvr>
                                        <p:cTn id="103" dur="500"/>
                                        <p:tgtEl>
                                          <p:spTgt spid="23">
                                            <p:txEl>
                                              <p:pRg st="0" end="0"/>
                                            </p:txEl>
                                          </p:spTgt>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24">
                                            <p:bg/>
                                          </p:spTgt>
                                        </p:tgtEl>
                                        <p:attrNameLst>
                                          <p:attrName>style.visibility</p:attrName>
                                        </p:attrNameLst>
                                      </p:cBhvr>
                                      <p:to>
                                        <p:strVal val="visible"/>
                                      </p:to>
                                    </p:set>
                                    <p:animEffect transition="in" filter="fade">
                                      <p:cBhvr>
                                        <p:cTn id="106" dur="500"/>
                                        <p:tgtEl>
                                          <p:spTgt spid="24">
                                            <p:bg/>
                                          </p:spTgt>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24">
                                            <p:txEl>
                                              <p:pRg st="0" end="0"/>
                                            </p:txEl>
                                          </p:spTgt>
                                        </p:tgtEl>
                                        <p:attrNameLst>
                                          <p:attrName>style.visibility</p:attrName>
                                        </p:attrNameLst>
                                      </p:cBhvr>
                                      <p:to>
                                        <p:strVal val="visible"/>
                                      </p:to>
                                    </p:set>
                                    <p:animEffect transition="in" filter="fade">
                                      <p:cBhvr>
                                        <p:cTn id="109" dur="500"/>
                                        <p:tgtEl>
                                          <p:spTgt spid="24">
                                            <p:txEl>
                                              <p:pRg st="0" end="0"/>
                                            </p:txEl>
                                          </p:spTgt>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25">
                                            <p:bg/>
                                          </p:spTgt>
                                        </p:tgtEl>
                                        <p:attrNameLst>
                                          <p:attrName>style.visibility</p:attrName>
                                        </p:attrNameLst>
                                      </p:cBhvr>
                                      <p:to>
                                        <p:strVal val="visible"/>
                                      </p:to>
                                    </p:set>
                                    <p:animEffect transition="in" filter="fade">
                                      <p:cBhvr>
                                        <p:cTn id="112" dur="500"/>
                                        <p:tgtEl>
                                          <p:spTgt spid="25">
                                            <p:bg/>
                                          </p:spTgt>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25">
                                            <p:txEl>
                                              <p:pRg st="0" end="0"/>
                                            </p:txEl>
                                          </p:spTgt>
                                        </p:tgtEl>
                                        <p:attrNameLst>
                                          <p:attrName>style.visibility</p:attrName>
                                        </p:attrNameLst>
                                      </p:cBhvr>
                                      <p:to>
                                        <p:strVal val="visible"/>
                                      </p:to>
                                    </p:set>
                                    <p:animEffect transition="in" filter="fade">
                                      <p:cBhvr>
                                        <p:cTn id="115" dur="500"/>
                                        <p:tgtEl>
                                          <p:spTgt spid="25">
                                            <p:txEl>
                                              <p:pRg st="0" end="0"/>
                                            </p:txEl>
                                          </p:spTgt>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26">
                                            <p:bg/>
                                          </p:spTgt>
                                        </p:tgtEl>
                                        <p:attrNameLst>
                                          <p:attrName>style.visibility</p:attrName>
                                        </p:attrNameLst>
                                      </p:cBhvr>
                                      <p:to>
                                        <p:strVal val="visible"/>
                                      </p:to>
                                    </p:set>
                                    <p:animEffect transition="in" filter="fade">
                                      <p:cBhvr>
                                        <p:cTn id="118" dur="500"/>
                                        <p:tgtEl>
                                          <p:spTgt spid="26">
                                            <p:bg/>
                                          </p:spTgt>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26">
                                            <p:txEl>
                                              <p:pRg st="0" end="0"/>
                                            </p:txEl>
                                          </p:spTgt>
                                        </p:tgtEl>
                                        <p:attrNameLst>
                                          <p:attrName>style.visibility</p:attrName>
                                        </p:attrNameLst>
                                      </p:cBhvr>
                                      <p:to>
                                        <p:strVal val="visible"/>
                                      </p:to>
                                    </p:set>
                                    <p:animEffect transition="in" filter="fade">
                                      <p:cBhvr>
                                        <p:cTn id="121" dur="500"/>
                                        <p:tgtEl>
                                          <p:spTgt spid="26">
                                            <p:txEl>
                                              <p:pRg st="0" end="0"/>
                                            </p:txEl>
                                          </p:spTgt>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31">
                                            <p:bg/>
                                          </p:spTgt>
                                        </p:tgtEl>
                                        <p:attrNameLst>
                                          <p:attrName>style.visibility</p:attrName>
                                        </p:attrNameLst>
                                      </p:cBhvr>
                                      <p:to>
                                        <p:strVal val="visible"/>
                                      </p:to>
                                    </p:set>
                                    <p:animEffect transition="in" filter="fade">
                                      <p:cBhvr>
                                        <p:cTn id="124" dur="500"/>
                                        <p:tgtEl>
                                          <p:spTgt spid="31">
                                            <p:bg/>
                                          </p:spTgt>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31">
                                            <p:txEl>
                                              <p:pRg st="0" end="0"/>
                                            </p:txEl>
                                          </p:spTgt>
                                        </p:tgtEl>
                                        <p:attrNameLst>
                                          <p:attrName>style.visibility</p:attrName>
                                        </p:attrNameLst>
                                      </p:cBhvr>
                                      <p:to>
                                        <p:strVal val="visible"/>
                                      </p:to>
                                    </p:set>
                                    <p:animEffect transition="in" filter="fade">
                                      <p:cBhvr>
                                        <p:cTn id="127" dur="500"/>
                                        <p:tgtEl>
                                          <p:spTgt spid="31">
                                            <p:txEl>
                                              <p:pRg st="0" end="0"/>
                                            </p:txEl>
                                          </p:spTgt>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35"/>
                                        </p:tgtEl>
                                        <p:attrNameLst>
                                          <p:attrName>style.visibility</p:attrName>
                                        </p:attrNameLst>
                                      </p:cBhvr>
                                      <p:to>
                                        <p:strVal val="visible"/>
                                      </p:to>
                                    </p:set>
                                    <p:animEffect transition="in" filter="fade">
                                      <p:cBhvr>
                                        <p:cTn id="130" dur="500"/>
                                        <p:tgtEl>
                                          <p:spTgt spid="35"/>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32">
                                            <p:bg/>
                                          </p:spTgt>
                                        </p:tgtEl>
                                        <p:attrNameLst>
                                          <p:attrName>style.visibility</p:attrName>
                                        </p:attrNameLst>
                                      </p:cBhvr>
                                      <p:to>
                                        <p:strVal val="visible"/>
                                      </p:to>
                                    </p:set>
                                    <p:animEffect transition="in" filter="fade">
                                      <p:cBhvr>
                                        <p:cTn id="133" dur="500"/>
                                        <p:tgtEl>
                                          <p:spTgt spid="32">
                                            <p:bg/>
                                          </p:spTgt>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32">
                                            <p:txEl>
                                              <p:pRg st="0" end="0"/>
                                            </p:txEl>
                                          </p:spTgt>
                                        </p:tgtEl>
                                        <p:attrNameLst>
                                          <p:attrName>style.visibility</p:attrName>
                                        </p:attrNameLst>
                                      </p:cBhvr>
                                      <p:to>
                                        <p:strVal val="visible"/>
                                      </p:to>
                                    </p:set>
                                    <p:animEffect transition="in" filter="fade">
                                      <p:cBhvr>
                                        <p:cTn id="136" dur="500"/>
                                        <p:tgtEl>
                                          <p:spTgt spid="32">
                                            <p:txEl>
                                              <p:pRg st="0" end="0"/>
                                            </p:txEl>
                                          </p:spTgt>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33">
                                            <p:bg/>
                                          </p:spTgt>
                                        </p:tgtEl>
                                        <p:attrNameLst>
                                          <p:attrName>style.visibility</p:attrName>
                                        </p:attrNameLst>
                                      </p:cBhvr>
                                      <p:to>
                                        <p:strVal val="visible"/>
                                      </p:to>
                                    </p:set>
                                    <p:animEffect transition="in" filter="fade">
                                      <p:cBhvr>
                                        <p:cTn id="139" dur="500"/>
                                        <p:tgtEl>
                                          <p:spTgt spid="33">
                                            <p:bg/>
                                          </p:spTgt>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33">
                                            <p:txEl>
                                              <p:pRg st="0" end="0"/>
                                            </p:txEl>
                                          </p:spTgt>
                                        </p:tgtEl>
                                        <p:attrNameLst>
                                          <p:attrName>style.visibility</p:attrName>
                                        </p:attrNameLst>
                                      </p:cBhvr>
                                      <p:to>
                                        <p:strVal val="visible"/>
                                      </p:to>
                                    </p:set>
                                    <p:animEffect transition="in" filter="fade">
                                      <p:cBhvr>
                                        <p:cTn id="142" dur="500"/>
                                        <p:tgtEl>
                                          <p:spTgt spid="33">
                                            <p:txEl>
                                              <p:pRg st="0" end="0"/>
                                            </p:txEl>
                                          </p:spTgt>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34">
                                            <p:bg/>
                                          </p:spTgt>
                                        </p:tgtEl>
                                        <p:attrNameLst>
                                          <p:attrName>style.visibility</p:attrName>
                                        </p:attrNameLst>
                                      </p:cBhvr>
                                      <p:to>
                                        <p:strVal val="visible"/>
                                      </p:to>
                                    </p:set>
                                    <p:animEffect transition="in" filter="fade">
                                      <p:cBhvr>
                                        <p:cTn id="145" dur="500"/>
                                        <p:tgtEl>
                                          <p:spTgt spid="34">
                                            <p:bg/>
                                          </p:spTgt>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34">
                                            <p:txEl>
                                              <p:pRg st="0" end="0"/>
                                            </p:txEl>
                                          </p:spTgt>
                                        </p:tgtEl>
                                        <p:attrNameLst>
                                          <p:attrName>style.visibility</p:attrName>
                                        </p:attrNameLst>
                                      </p:cBhvr>
                                      <p:to>
                                        <p:strVal val="visible"/>
                                      </p:to>
                                    </p:set>
                                    <p:animEffect transition="in" filter="fade">
                                      <p:cBhvr>
                                        <p:cTn id="148" dur="500"/>
                                        <p:tgtEl>
                                          <p:spTgt spid="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animBg="1">
        <p:tmplLst>
          <p:tmpl>
            <p:tnLst>
              <p:par>
                <p:cTn presetID="10" presetClass="entr" presetSubtype="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P spid="3" grpId="0" build="p" animBg="1">
        <p:tmplLst>
          <p:tmpl>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6" grpId="0"/>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7" grpId="0" build="p" animBg="1">
        <p:tmplLst>
          <p:tmpl>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P spid="10" grpId="0"/>
      <p:bldP spid="18" grpId="0"/>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4" grpId="0" build="p">
        <p:tmplLst>
          <p:tmpl lvl="1">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P spid="13" grpId="0" build="p" animBg="1">
        <p:tmplLst>
          <p:tmpl>
            <p:tnLst>
              <p:par>
                <p:cTn presetID="10" presetClass="entr" presetSubtype="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12" grpId="0" build="p" animBg="1">
        <p:tmplLst>
          <p:tmpl>
            <p:tnLst>
              <p:par>
                <p:cTn presetID="10"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Lst>
      </p:bldP>
      <p:bldP spid="14" grpId="0" build="p" animBg="1">
        <p:tmplLst>
          <p:tmpl>
            <p:tnLst>
              <p:par>
                <p:cTn presetID="10" presetClass="entr" presetSubtype="0" fill="hold" nodeType="with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animBg="1">
        <p:tmplLst>
          <p:tmpl>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build="p" animBg="1">
        <p:tmplLst>
          <p:tmpl>
            <p:tnLst>
              <p:par>
                <p:cTn presetID="10" presetClass="entr" presetSubtype="0" fill="hold" nodeType="with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P spid="17" grpId="0" build="p" animBg="1">
        <p:tmplLst>
          <p:tmpl>
            <p:tnLst>
              <p:par>
                <p:cTn presetID="10" presetClass="entr" presetSubtype="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Lst>
      </p:bldP>
      <p:bldP spid="19" grpId="0" build="p" animBg="1">
        <p:tmplLst>
          <p:tmpl>
            <p:tnLst>
              <p:par>
                <p:cTn presetID="10" presetClass="entr" presetSubtype="0" fill="hold" nodeType="with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21" grpId="0" build="p" animBg="1">
        <p:tmplLst>
          <p:tmpl>
            <p:tnLst>
              <p:par>
                <p:cTn presetID="10" presetClass="entr" presetSubtype="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P spid="22" grpId="0" build="p" animBg="1">
        <p:tmplLst>
          <p:tmpl>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P spid="23" grpId="0" build="p" animBg="1">
        <p:tmplLst>
          <p:tmpl>
            <p:tnLst>
              <p:par>
                <p:cTn presetID="10" presetClass="entr" presetSubtype="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500"/>
                        <p:tgtEl>
                          <p:spTgt spid="23"/>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500"/>
                        <p:tgtEl>
                          <p:spTgt spid="23"/>
                        </p:tgtEl>
                      </p:cBhvr>
                    </p:animEffect>
                  </p:childTnLst>
                </p:cTn>
              </p:par>
            </p:tnLst>
          </p:tmpl>
        </p:tmplLst>
      </p:bldP>
      <p:bldP spid="24" grpId="0" build="p" animBg="1">
        <p:tmplLst>
          <p:tmpl>
            <p:tnLst>
              <p:par>
                <p:cTn presetID="10" presetClass="entr" presetSubtype="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Lst>
      </p:bldP>
      <p:bldP spid="25" grpId="0" build="p" animBg="1">
        <p:tmplLst>
          <p:tmpl>
            <p:tnLst>
              <p:par>
                <p:cTn presetID="10" presetClass="entr" presetSubtype="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500"/>
                        <p:tgtEl>
                          <p:spTgt spid="25"/>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500"/>
                        <p:tgtEl>
                          <p:spTgt spid="25"/>
                        </p:tgtEl>
                      </p:cBhvr>
                    </p:animEffect>
                  </p:childTnLst>
                </p:cTn>
              </p:par>
            </p:tnLst>
          </p:tmpl>
        </p:tmplLst>
      </p:bldP>
      <p:bldP spid="26" grpId="0" build="p" animBg="1">
        <p:tmplLst>
          <p:tmpl>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Lst>
      </p:bldP>
      <p:bldP spid="31" grpId="0" build="p" animBg="1">
        <p:tmplLst>
          <p:tmpl>
            <p:tnLst>
              <p:par>
                <p:cTn presetID="10" presetClass="entr" presetSubtype="0" fill="hold" nodeType="with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Lst>
      </p:bldP>
      <p:bldP spid="32" grpId="0" build="p" animBg="1">
        <p:tmplLst>
          <p:tmpl>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animBg="1">
        <p:tmplLst>
          <p:tmpl>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animBg="1">
        <p:tmplLst>
          <p:tmpl>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3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C84ADAA-E604-4CEB-91B0-AF1B9F902348}"/>
              </a:ext>
            </a:extLst>
          </p:cNvPr>
          <p:cNvSpPr>
            <a:spLocks noGrp="1"/>
          </p:cNvSpPr>
          <p:nvPr>
            <p:ph type="pic" sz="quarter" idx="23"/>
          </p:nvPr>
        </p:nvSpPr>
        <p:spPr>
          <a:xfrm>
            <a:off x="0" y="0"/>
            <a:ext cx="9144000" cy="5715000"/>
          </a:xfrm>
          <a:prstGeom prst="rect">
            <a:avLst/>
          </a:prstGeom>
        </p:spPr>
        <p:txBody>
          <a:bodyPr/>
          <a:lstStyle/>
          <a:p>
            <a:endParaRPr lang="en-US" dirty="0"/>
          </a:p>
        </p:txBody>
      </p:sp>
      <p:sp>
        <p:nvSpPr>
          <p:cNvPr id="12" name="Text Placeholder 10">
            <a:extLst>
              <a:ext uri="{FF2B5EF4-FFF2-40B4-BE49-F238E27FC236}">
                <a16:creationId xmlns:a16="http://schemas.microsoft.com/office/drawing/2014/main" id="{E8801CDF-2457-49F4-8B32-2421C3275724}"/>
              </a:ext>
            </a:extLst>
          </p:cNvPr>
          <p:cNvSpPr>
            <a:spLocks noGrp="1"/>
          </p:cNvSpPr>
          <p:nvPr>
            <p:ph type="body" sz="quarter" idx="19"/>
          </p:nvPr>
        </p:nvSpPr>
        <p:spPr>
          <a:xfrm>
            <a:off x="6932024" y="457201"/>
            <a:ext cx="2093104" cy="484632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Font typeface="Arial" panose="020B0604020202020204" pitchFamily="34" charset="0"/>
              <a:buNone/>
              <a:defRPr lang="en-US" sz="1404" dirty="0">
                <a:solidFill>
                  <a:schemeClr val="lt1"/>
                </a:solidFill>
              </a:defRPr>
            </a:lvl1pPr>
          </a:lstStyle>
          <a:p>
            <a:pPr marL="0" lvl="0" indent="0" algn="ctr" defTabSz="713232">
              <a:buNone/>
            </a:pPr>
            <a:endParaRPr lang="en-US" dirty="0"/>
          </a:p>
        </p:txBody>
      </p:sp>
      <p:sp>
        <p:nvSpPr>
          <p:cNvPr id="13" name="song_number">
            <a:extLst>
              <a:ext uri="{FF2B5EF4-FFF2-40B4-BE49-F238E27FC236}">
                <a16:creationId xmlns:a16="http://schemas.microsoft.com/office/drawing/2014/main" id="{7C6BC108-63F5-494C-AD18-0ACA3C0C44AA}"/>
              </a:ext>
            </a:extLst>
          </p:cNvPr>
          <p:cNvSpPr>
            <a:spLocks noGrp="1"/>
          </p:cNvSpPr>
          <p:nvPr>
            <p:ph type="body" sz="quarter" idx="15" hasCustomPrompt="1"/>
          </p:nvPr>
        </p:nvSpPr>
        <p:spPr>
          <a:xfrm>
            <a:off x="7680960" y="548640"/>
            <a:ext cx="914400" cy="365760"/>
          </a:xfrm>
          <a:prstGeom prst="roundRect">
            <a:avLst>
              <a:gd name="adj" fmla="val 50000"/>
            </a:avLst>
          </a:prstGeom>
          <a:solidFill>
            <a:schemeClr val="bg2">
              <a:lumMod val="50000"/>
            </a:schemeClr>
          </a:solidFill>
        </p:spPr>
        <p:txBody>
          <a:bodyPr lIns="274320" tIns="27432" rIns="0" bIns="0" anchor="ctr"/>
          <a:lstStyle>
            <a:lvl1pPr marL="0" indent="0" algn="ctr">
              <a:buNone/>
              <a:defRPr sz="1800" b="1">
                <a:solidFill>
                  <a:schemeClr val="bg1"/>
                </a:solidFill>
                <a:latin typeface="Avenir Next LT Pro" panose="020B0504020202020204" pitchFamily="34" charset="0"/>
              </a:defRPr>
            </a:lvl1pPr>
            <a:lvl2pPr marL="457200" indent="0">
              <a:buNone/>
              <a:defRPr sz="1050"/>
            </a:lvl2pPr>
            <a:lvl3pPr marL="914400" indent="0">
              <a:buNone/>
              <a:defRPr sz="1000"/>
            </a:lvl3pPr>
            <a:lvl4pPr marL="1371600" indent="0">
              <a:buNone/>
              <a:defRPr sz="900"/>
            </a:lvl4pPr>
            <a:lvl5pPr marL="1828800" indent="0" algn="l">
              <a:buNone/>
              <a:defRPr sz="900"/>
            </a:lvl5pPr>
          </a:lstStyle>
          <a:p>
            <a:pPr lvl="0"/>
            <a:r>
              <a:rPr lang="en-US" dirty="0"/>
              <a:t>888</a:t>
            </a:r>
          </a:p>
        </p:txBody>
      </p:sp>
      <p:sp>
        <p:nvSpPr>
          <p:cNvPr id="14" name="songbook_logo">
            <a:extLst>
              <a:ext uri="{FF2B5EF4-FFF2-40B4-BE49-F238E27FC236}">
                <a16:creationId xmlns:a16="http://schemas.microsoft.com/office/drawing/2014/main" id="{F6B992DB-BF87-468E-9ADD-A14380E24121}"/>
              </a:ext>
            </a:extLst>
          </p:cNvPr>
          <p:cNvSpPr>
            <a:spLocks noGrp="1"/>
          </p:cNvSpPr>
          <p:nvPr>
            <p:ph type="pic" sz="quarter" idx="14" hasCustomPrompt="1"/>
          </p:nvPr>
        </p:nvSpPr>
        <p:spPr>
          <a:xfrm>
            <a:off x="7680960" y="548640"/>
            <a:ext cx="365760" cy="361915"/>
          </a:xfrm>
          <a:prstGeom prst="roundRect">
            <a:avLst>
              <a:gd name="adj" fmla="val 50000"/>
            </a:avLst>
          </a:prstGeom>
        </p:spPr>
        <p:txBody>
          <a:bodyPr/>
          <a:lstStyle>
            <a:lvl1pPr marL="0" indent="0" algn="ctr">
              <a:buNone/>
              <a:defRPr sz="1400"/>
            </a:lvl1pPr>
          </a:lstStyle>
          <a:p>
            <a:r>
              <a:rPr lang="en-US" dirty="0"/>
              <a:t>Songbook</a:t>
            </a:r>
          </a:p>
        </p:txBody>
      </p:sp>
      <p:sp>
        <p:nvSpPr>
          <p:cNvPr id="5" name="Text Placeholder 4">
            <a:extLst>
              <a:ext uri="{FF2B5EF4-FFF2-40B4-BE49-F238E27FC236}">
                <a16:creationId xmlns:a16="http://schemas.microsoft.com/office/drawing/2014/main" id="{A604A485-3738-4C04-81B8-D532D3482A4B}"/>
              </a:ext>
            </a:extLst>
          </p:cNvPr>
          <p:cNvSpPr>
            <a:spLocks noGrp="1"/>
          </p:cNvSpPr>
          <p:nvPr>
            <p:ph type="body" sz="quarter" idx="16" hasCustomPrompt="1"/>
          </p:nvPr>
        </p:nvSpPr>
        <p:spPr>
          <a:xfrm>
            <a:off x="7679775" y="1543662"/>
            <a:ext cx="1213847" cy="1164831"/>
          </a:xfrm>
          <a:prstGeom prst="rect">
            <a:avLst/>
          </a:prstGeom>
        </p:spPr>
        <p:txBody>
          <a:bodyPr lIns="0" tIns="0" rIns="0" bIns="0" anchor="t"/>
          <a:lstStyle>
            <a:lvl1pPr marL="0" indent="0" algn="r">
              <a:lnSpc>
                <a:spcPct val="90000"/>
              </a:lnSpc>
              <a:spcBef>
                <a:spcPts val="0"/>
              </a:spcBef>
              <a:buNone/>
              <a:defRPr sz="2000" cap="small" baseline="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1600" dirty="0"/>
              <a:t>Song Title</a:t>
            </a:r>
            <a:endParaRPr lang="en-US" dirty="0"/>
          </a:p>
        </p:txBody>
      </p:sp>
      <p:sp>
        <p:nvSpPr>
          <p:cNvPr id="8" name="Text Placeholder 7">
            <a:extLst>
              <a:ext uri="{FF2B5EF4-FFF2-40B4-BE49-F238E27FC236}">
                <a16:creationId xmlns:a16="http://schemas.microsoft.com/office/drawing/2014/main" id="{E50B753F-E541-4C9F-B669-A910A156CE6D}"/>
              </a:ext>
            </a:extLst>
          </p:cNvPr>
          <p:cNvSpPr>
            <a:spLocks noGrp="1"/>
          </p:cNvSpPr>
          <p:nvPr>
            <p:ph type="body" sz="quarter" idx="17" hasCustomPrompt="1"/>
          </p:nvPr>
        </p:nvSpPr>
        <p:spPr>
          <a:xfrm>
            <a:off x="7679775" y="4422523"/>
            <a:ext cx="1213399" cy="365760"/>
          </a:xfrm>
          <a:prstGeom prst="rect">
            <a:avLst/>
          </a:prstGeom>
        </p:spPr>
        <p:txBody>
          <a:bodyPr lIns="0" tIns="0" rIns="0" bIns="0" anchor="t"/>
          <a:lstStyle>
            <a:lvl1pPr marL="0" indent="0" algn="r">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700" dirty="0"/>
              <a:t>Copyright</a:t>
            </a:r>
            <a:endParaRPr lang="en-US" dirty="0"/>
          </a:p>
        </p:txBody>
      </p:sp>
      <p:sp>
        <p:nvSpPr>
          <p:cNvPr id="11" name="Content Placeholder 6">
            <a:extLst>
              <a:ext uri="{FF2B5EF4-FFF2-40B4-BE49-F238E27FC236}">
                <a16:creationId xmlns:a16="http://schemas.microsoft.com/office/drawing/2014/main" id="{699063FC-9632-4D6F-B1DE-EF002F6A361D}"/>
              </a:ext>
            </a:extLst>
          </p:cNvPr>
          <p:cNvSpPr>
            <a:spLocks noGrp="1"/>
          </p:cNvSpPr>
          <p:nvPr>
            <p:ph sz="quarter" idx="18"/>
          </p:nvPr>
        </p:nvSpPr>
        <p:spPr>
          <a:xfrm>
            <a:off x="118872" y="457200"/>
            <a:ext cx="914400" cy="4297680"/>
          </a:xfrm>
          <a:prstGeom prst="roundRect">
            <a:avLst>
              <a:gd name="adj" fmla="val 28004"/>
            </a:avLst>
          </a:prstGeom>
          <a:solidFill>
            <a:srgbClr val="FFFFFF">
              <a:alpha val="14902"/>
            </a:srgbClr>
          </a:solidFill>
          <a:ln w="6350" cap="flat" cmpd="sng" algn="ctr">
            <a:noFill/>
            <a:prstDash val="solid"/>
            <a:miter lim="800000"/>
          </a:ln>
          <a:effectLst/>
        </p:spPr>
        <p:txBody>
          <a:bodyPr vert="horz" lIns="91440" tIns="45720" rIns="91440" bIns="45720" rtlCol="0" anchor="ctr">
            <a:noAutofit/>
          </a:bodyPr>
          <a:lstStyle>
            <a:lvl1pPr marL="0" indent="0">
              <a:buFontTx/>
              <a:buNone/>
              <a:defRPr lang="en-US" sz="1400" b="0" dirty="0">
                <a:solidFill>
                  <a:schemeClr val="bg1"/>
                </a:solidFill>
              </a:defRPr>
            </a:lvl1pPr>
          </a:lstStyle>
          <a:p>
            <a:pPr marL="228600" lvl="0" indent="-228600" algn="ctr" defTabSz="685800">
              <a:spcBef>
                <a:spcPts val="750"/>
              </a:spcBef>
            </a:pPr>
            <a:endParaRPr lang="en-US" dirty="0"/>
          </a:p>
        </p:txBody>
      </p:sp>
      <p:sp>
        <p:nvSpPr>
          <p:cNvPr id="10" name="Picture Placeholder 9">
            <a:extLst>
              <a:ext uri="{FF2B5EF4-FFF2-40B4-BE49-F238E27FC236}">
                <a16:creationId xmlns:a16="http://schemas.microsoft.com/office/drawing/2014/main" id="{D0E80279-BD62-43D8-9181-D59FD7657BAC}"/>
              </a:ext>
            </a:extLst>
          </p:cNvPr>
          <p:cNvSpPr>
            <a:spLocks noGrp="1"/>
          </p:cNvSpPr>
          <p:nvPr>
            <p:ph type="pic" sz="quarter" idx="10"/>
          </p:nvPr>
        </p:nvSpPr>
        <p:spPr>
          <a:xfrm>
            <a:off x="500290" y="228600"/>
            <a:ext cx="6858000" cy="5486400"/>
          </a:xfrm>
          <a:prstGeom prst="roundRect">
            <a:avLst>
              <a:gd name="adj" fmla="val 4465"/>
            </a:avLst>
          </a:prstGeom>
          <a:effectLst>
            <a:outerShdw blurRad="127000" sx="101000" sy="101000" algn="ctr" rotWithShape="0">
              <a:prstClr val="black">
                <a:alpha val="40000"/>
              </a:prstClr>
            </a:outerShdw>
          </a:effectLst>
        </p:spPr>
        <p:txBody>
          <a:bodyPr/>
          <a:lstStyle/>
          <a:p>
            <a:endParaRPr lang="en-US" dirty="0"/>
          </a:p>
        </p:txBody>
      </p:sp>
      <p:sp>
        <p:nvSpPr>
          <p:cNvPr id="15" name="Picture Placeholder 17">
            <a:extLst>
              <a:ext uri="{FF2B5EF4-FFF2-40B4-BE49-F238E27FC236}">
                <a16:creationId xmlns:a16="http://schemas.microsoft.com/office/drawing/2014/main" id="{02E7528C-D042-4C00-8262-48D39802E0FD}"/>
              </a:ext>
            </a:extLst>
          </p:cNvPr>
          <p:cNvSpPr>
            <a:spLocks noGrp="1" noChangeAspect="1"/>
          </p:cNvSpPr>
          <p:nvPr>
            <p:ph type="pic" sz="quarter" idx="20"/>
          </p:nvPr>
        </p:nvSpPr>
        <p:spPr>
          <a:xfrm>
            <a:off x="7679775" y="4831811"/>
            <a:ext cx="367371" cy="365760"/>
          </a:xfrm>
          <a:prstGeom prst="ellipse">
            <a:avLst/>
          </a:prstGeom>
        </p:spPr>
        <p:txBody>
          <a:bodyPr/>
          <a:lstStyle/>
          <a:p>
            <a:endParaRPr lang="en-US" dirty="0"/>
          </a:p>
        </p:txBody>
      </p:sp>
      <p:sp>
        <p:nvSpPr>
          <p:cNvPr id="4" name="Text Placeholder 3">
            <a:extLst>
              <a:ext uri="{FF2B5EF4-FFF2-40B4-BE49-F238E27FC236}">
                <a16:creationId xmlns:a16="http://schemas.microsoft.com/office/drawing/2014/main" id="{09FF209F-6325-4F89-AF15-E9902E6E1854}"/>
              </a:ext>
            </a:extLst>
          </p:cNvPr>
          <p:cNvSpPr>
            <a:spLocks noGrp="1"/>
          </p:cNvSpPr>
          <p:nvPr>
            <p:ph type="body" sz="quarter" idx="21" hasCustomPrompt="1"/>
          </p:nvPr>
        </p:nvSpPr>
        <p:spPr>
          <a:xfrm>
            <a:off x="7679328" y="2790825"/>
            <a:ext cx="1213847" cy="1165225"/>
          </a:xfrm>
          <a:prstGeom prst="rect">
            <a:avLst/>
          </a:prstGeom>
        </p:spPr>
        <p:txBody>
          <a:bodyPr lIns="0" tIns="0" rIns="0" bIns="0"/>
          <a:lstStyle>
            <a:lvl1pPr marL="0" indent="0" algn="r">
              <a:spcBef>
                <a:spcPts val="0"/>
              </a:spcBef>
              <a:buNone/>
              <a:defRPr sz="16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Song Title</a:t>
            </a:r>
          </a:p>
        </p:txBody>
      </p:sp>
      <p:sp>
        <p:nvSpPr>
          <p:cNvPr id="9" name="Text Placeholder 8">
            <a:extLst>
              <a:ext uri="{FF2B5EF4-FFF2-40B4-BE49-F238E27FC236}">
                <a16:creationId xmlns:a16="http://schemas.microsoft.com/office/drawing/2014/main" id="{3BEE7DFD-75AB-4A06-A88A-D17B96DFDA49}"/>
              </a:ext>
            </a:extLst>
          </p:cNvPr>
          <p:cNvSpPr>
            <a:spLocks noGrp="1"/>
          </p:cNvSpPr>
          <p:nvPr>
            <p:ph type="body" sz="quarter" idx="22" hasCustomPrompt="1"/>
          </p:nvPr>
        </p:nvSpPr>
        <p:spPr>
          <a:xfrm>
            <a:off x="7679327" y="4009512"/>
            <a:ext cx="1213847" cy="365125"/>
          </a:xfrm>
          <a:prstGeom prst="rect">
            <a:avLst/>
          </a:prstGeom>
        </p:spPr>
        <p:txBody>
          <a:bodyPr lIns="0" tIns="0" rIns="0" bIns="0"/>
          <a:lstStyle>
            <a:lvl1pPr marL="0" indent="0" algn="r">
              <a:buNone/>
              <a:defRPr sz="9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Translation</a:t>
            </a:r>
          </a:p>
        </p:txBody>
      </p:sp>
      <p:sp>
        <p:nvSpPr>
          <p:cNvPr id="34" name="highlight">
            <a:extLst>
              <a:ext uri="{FF2B5EF4-FFF2-40B4-BE49-F238E27FC236}">
                <a16:creationId xmlns:a16="http://schemas.microsoft.com/office/drawing/2014/main" id="{61CB7EFD-BD44-4B06-A1E0-C5B8F0FE6B00}"/>
              </a:ext>
            </a:extLst>
          </p:cNvPr>
          <p:cNvSpPr>
            <a:spLocks noGrp="1"/>
          </p:cNvSpPr>
          <p:nvPr>
            <p:ph sz="quarter" idx="42" hasCustomPrompt="1"/>
          </p:nvPr>
        </p:nvSpPr>
        <p:spPr>
          <a:xfrm flipH="1" flipV="1">
            <a:off x="1725613" y="2344738"/>
            <a:ext cx="365760" cy="365760"/>
          </a:xfrm>
          <a:prstGeom prst="roundRect">
            <a:avLst>
              <a:gd name="adj" fmla="val 50000"/>
            </a:avLst>
          </a:prstGeom>
          <a:solidFill>
            <a:srgbClr val="FFFFFF">
              <a:alpha val="50196"/>
            </a:srgbClr>
          </a:solidFill>
        </p:spPr>
        <p:txBody>
          <a:bodyPr/>
          <a:lstStyle>
            <a:lvl1pPr algn="ctr">
              <a:buNone/>
              <a:defRPr/>
            </a:lvl1pPr>
          </a:lstStyle>
          <a:p>
            <a:pPr lvl="0"/>
            <a:r>
              <a:rPr lang="en-US" dirty="0"/>
              <a:t>H</a:t>
            </a:r>
          </a:p>
        </p:txBody>
      </p:sp>
      <p:sp>
        <p:nvSpPr>
          <p:cNvPr id="35" name="verse bubble 1">
            <a:extLst>
              <a:ext uri="{FF2B5EF4-FFF2-40B4-BE49-F238E27FC236}">
                <a16:creationId xmlns:a16="http://schemas.microsoft.com/office/drawing/2014/main" id="{A6FD5BBB-6C0D-4198-B190-49BEC9170B88}"/>
              </a:ext>
            </a:extLst>
          </p:cNvPr>
          <p:cNvSpPr>
            <a:spLocks noGrp="1" noChangeAspect="1"/>
          </p:cNvSpPr>
          <p:nvPr>
            <p:ph type="body" sz="quarter" idx="24" hasCustomPrompt="1"/>
          </p:nvPr>
        </p:nvSpPr>
        <p:spPr>
          <a:xfrm>
            <a:off x="1730375"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36" name="verse bubble 2">
            <a:extLst>
              <a:ext uri="{FF2B5EF4-FFF2-40B4-BE49-F238E27FC236}">
                <a16:creationId xmlns:a16="http://schemas.microsoft.com/office/drawing/2014/main" id="{FEC94C96-EC65-4289-8B61-E15D0C2D1FE3}"/>
              </a:ext>
            </a:extLst>
          </p:cNvPr>
          <p:cNvSpPr>
            <a:spLocks noGrp="1" noChangeAspect="1"/>
          </p:cNvSpPr>
          <p:nvPr>
            <p:ph type="body" sz="quarter" idx="27" hasCustomPrompt="1"/>
          </p:nvPr>
        </p:nvSpPr>
        <p:spPr>
          <a:xfrm>
            <a:off x="2170158"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37" name="verse bubble 3">
            <a:extLst>
              <a:ext uri="{FF2B5EF4-FFF2-40B4-BE49-F238E27FC236}">
                <a16:creationId xmlns:a16="http://schemas.microsoft.com/office/drawing/2014/main" id="{FBFA4583-ECA1-45BF-87FE-1C5F48145EB4}"/>
              </a:ext>
            </a:extLst>
          </p:cNvPr>
          <p:cNvSpPr>
            <a:spLocks noGrp="1" noChangeAspect="1"/>
          </p:cNvSpPr>
          <p:nvPr>
            <p:ph type="body" sz="quarter" idx="28" hasCustomPrompt="1"/>
          </p:nvPr>
        </p:nvSpPr>
        <p:spPr>
          <a:xfrm>
            <a:off x="2609941"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38" name="verse bubble 4">
            <a:extLst>
              <a:ext uri="{FF2B5EF4-FFF2-40B4-BE49-F238E27FC236}">
                <a16:creationId xmlns:a16="http://schemas.microsoft.com/office/drawing/2014/main" id="{64F21FFD-0332-4460-8120-5DFDA2049C1B}"/>
              </a:ext>
            </a:extLst>
          </p:cNvPr>
          <p:cNvSpPr>
            <a:spLocks noGrp="1" noChangeAspect="1"/>
          </p:cNvSpPr>
          <p:nvPr>
            <p:ph type="body" sz="quarter" idx="29" hasCustomPrompt="1"/>
          </p:nvPr>
        </p:nvSpPr>
        <p:spPr>
          <a:xfrm>
            <a:off x="3049724"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39" name="verse bubble 5">
            <a:extLst>
              <a:ext uri="{FF2B5EF4-FFF2-40B4-BE49-F238E27FC236}">
                <a16:creationId xmlns:a16="http://schemas.microsoft.com/office/drawing/2014/main" id="{7713CC5A-C6E7-46A4-837E-035390E9A066}"/>
              </a:ext>
            </a:extLst>
          </p:cNvPr>
          <p:cNvSpPr>
            <a:spLocks noGrp="1" noChangeAspect="1"/>
          </p:cNvSpPr>
          <p:nvPr>
            <p:ph type="body" sz="quarter" idx="30" hasCustomPrompt="1"/>
          </p:nvPr>
        </p:nvSpPr>
        <p:spPr>
          <a:xfrm>
            <a:off x="3489507"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0" name="verse bubble 6">
            <a:extLst>
              <a:ext uri="{FF2B5EF4-FFF2-40B4-BE49-F238E27FC236}">
                <a16:creationId xmlns:a16="http://schemas.microsoft.com/office/drawing/2014/main" id="{762E0081-B402-4920-BF13-AC2BDF3686C8}"/>
              </a:ext>
            </a:extLst>
          </p:cNvPr>
          <p:cNvSpPr>
            <a:spLocks noGrp="1" noChangeAspect="1"/>
          </p:cNvSpPr>
          <p:nvPr>
            <p:ph type="body" sz="quarter" idx="31" hasCustomPrompt="1"/>
          </p:nvPr>
        </p:nvSpPr>
        <p:spPr>
          <a:xfrm>
            <a:off x="3929290"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1" name="verse bubble 7">
            <a:extLst>
              <a:ext uri="{FF2B5EF4-FFF2-40B4-BE49-F238E27FC236}">
                <a16:creationId xmlns:a16="http://schemas.microsoft.com/office/drawing/2014/main" id="{14596804-1D5C-4F38-8556-68E92AD69A0B}"/>
              </a:ext>
            </a:extLst>
          </p:cNvPr>
          <p:cNvSpPr>
            <a:spLocks noGrp="1" noChangeAspect="1"/>
          </p:cNvSpPr>
          <p:nvPr>
            <p:ph type="body" sz="quarter" idx="32" hasCustomPrompt="1"/>
          </p:nvPr>
        </p:nvSpPr>
        <p:spPr>
          <a:xfrm>
            <a:off x="4369073"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2" name="verse bubble 8">
            <a:extLst>
              <a:ext uri="{FF2B5EF4-FFF2-40B4-BE49-F238E27FC236}">
                <a16:creationId xmlns:a16="http://schemas.microsoft.com/office/drawing/2014/main" id="{4440295B-EF48-44E9-B8DC-D86435338896}"/>
              </a:ext>
            </a:extLst>
          </p:cNvPr>
          <p:cNvSpPr>
            <a:spLocks noGrp="1" noChangeAspect="1"/>
          </p:cNvSpPr>
          <p:nvPr>
            <p:ph type="body" sz="quarter" idx="33" hasCustomPrompt="1"/>
          </p:nvPr>
        </p:nvSpPr>
        <p:spPr>
          <a:xfrm>
            <a:off x="4808856"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3" name="verse bubble 9">
            <a:extLst>
              <a:ext uri="{FF2B5EF4-FFF2-40B4-BE49-F238E27FC236}">
                <a16:creationId xmlns:a16="http://schemas.microsoft.com/office/drawing/2014/main" id="{25E142A8-CC09-4113-93E3-B780EA7D9DB8}"/>
              </a:ext>
            </a:extLst>
          </p:cNvPr>
          <p:cNvSpPr>
            <a:spLocks noGrp="1" noChangeAspect="1"/>
          </p:cNvSpPr>
          <p:nvPr>
            <p:ph type="body" sz="quarter" idx="34" hasCustomPrompt="1"/>
          </p:nvPr>
        </p:nvSpPr>
        <p:spPr>
          <a:xfrm>
            <a:off x="5248639"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4" name="verse bubble 10">
            <a:extLst>
              <a:ext uri="{FF2B5EF4-FFF2-40B4-BE49-F238E27FC236}">
                <a16:creationId xmlns:a16="http://schemas.microsoft.com/office/drawing/2014/main" id="{0F0F089A-584F-4FF8-B1E2-4F2326728124}"/>
              </a:ext>
            </a:extLst>
          </p:cNvPr>
          <p:cNvSpPr>
            <a:spLocks noGrp="1" noChangeAspect="1"/>
          </p:cNvSpPr>
          <p:nvPr>
            <p:ph type="body" sz="quarter" idx="35" hasCustomPrompt="1"/>
          </p:nvPr>
        </p:nvSpPr>
        <p:spPr>
          <a:xfrm>
            <a:off x="5688422"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5" name="verse bubble 11">
            <a:extLst>
              <a:ext uri="{FF2B5EF4-FFF2-40B4-BE49-F238E27FC236}">
                <a16:creationId xmlns:a16="http://schemas.microsoft.com/office/drawing/2014/main" id="{03A39CC9-B6F7-48C3-A8CC-EA7C85076092}"/>
              </a:ext>
            </a:extLst>
          </p:cNvPr>
          <p:cNvSpPr>
            <a:spLocks noGrp="1" noChangeAspect="1"/>
          </p:cNvSpPr>
          <p:nvPr>
            <p:ph type="body" sz="quarter" idx="36" hasCustomPrompt="1"/>
          </p:nvPr>
        </p:nvSpPr>
        <p:spPr>
          <a:xfrm>
            <a:off x="6128205"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6" name="verse bubble 12">
            <a:extLst>
              <a:ext uri="{FF2B5EF4-FFF2-40B4-BE49-F238E27FC236}">
                <a16:creationId xmlns:a16="http://schemas.microsoft.com/office/drawing/2014/main" id="{E5FECA32-30E4-48BA-AC33-B4E8123E2CC2}"/>
              </a:ext>
            </a:extLst>
          </p:cNvPr>
          <p:cNvSpPr>
            <a:spLocks noGrp="1" noChangeAspect="1"/>
          </p:cNvSpPr>
          <p:nvPr>
            <p:ph type="body" sz="quarter" idx="37" hasCustomPrompt="1"/>
          </p:nvPr>
        </p:nvSpPr>
        <p:spPr>
          <a:xfrm>
            <a:off x="6567988"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7" name="arrow 1">
            <a:extLst>
              <a:ext uri="{FF2B5EF4-FFF2-40B4-BE49-F238E27FC236}">
                <a16:creationId xmlns:a16="http://schemas.microsoft.com/office/drawing/2014/main" id="{162298F0-271B-46D4-8C1E-7CBB2993BCC6}"/>
              </a:ext>
            </a:extLst>
          </p:cNvPr>
          <p:cNvSpPr>
            <a:spLocks noGrp="1"/>
          </p:cNvSpPr>
          <p:nvPr>
            <p:ph sz="quarter" idx="38" hasCustomPrompt="1"/>
          </p:nvPr>
        </p:nvSpPr>
        <p:spPr>
          <a:xfrm>
            <a:off x="1725485" y="1703353"/>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49" name="arrow 2">
            <a:extLst>
              <a:ext uri="{FF2B5EF4-FFF2-40B4-BE49-F238E27FC236}">
                <a16:creationId xmlns:a16="http://schemas.microsoft.com/office/drawing/2014/main" id="{7E3D4712-3E2F-4CA7-AF0F-2B278ADBA62C}"/>
              </a:ext>
            </a:extLst>
          </p:cNvPr>
          <p:cNvSpPr>
            <a:spLocks noGrp="1"/>
          </p:cNvSpPr>
          <p:nvPr>
            <p:ph sz="quarter" idx="39" hasCustomPrompt="1"/>
          </p:nvPr>
        </p:nvSpPr>
        <p:spPr>
          <a:xfrm>
            <a:off x="2170158" y="1706317"/>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50" name="arrow 3">
            <a:extLst>
              <a:ext uri="{FF2B5EF4-FFF2-40B4-BE49-F238E27FC236}">
                <a16:creationId xmlns:a16="http://schemas.microsoft.com/office/drawing/2014/main" id="{73B10C46-99DD-480F-962C-DDC24DD4F563}"/>
              </a:ext>
            </a:extLst>
          </p:cNvPr>
          <p:cNvSpPr>
            <a:spLocks noGrp="1"/>
          </p:cNvSpPr>
          <p:nvPr>
            <p:ph sz="quarter" idx="40" hasCustomPrompt="1"/>
          </p:nvPr>
        </p:nvSpPr>
        <p:spPr>
          <a:xfrm>
            <a:off x="2614831" y="1709281"/>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51" name="arrow 4">
            <a:extLst>
              <a:ext uri="{FF2B5EF4-FFF2-40B4-BE49-F238E27FC236}">
                <a16:creationId xmlns:a16="http://schemas.microsoft.com/office/drawing/2014/main" id="{2AB38A91-5394-4C24-93C3-CAD174155CB4}"/>
              </a:ext>
            </a:extLst>
          </p:cNvPr>
          <p:cNvSpPr>
            <a:spLocks noGrp="1"/>
          </p:cNvSpPr>
          <p:nvPr>
            <p:ph sz="quarter" idx="41" hasCustomPrompt="1"/>
          </p:nvPr>
        </p:nvSpPr>
        <p:spPr>
          <a:xfrm>
            <a:off x="3059504" y="1712245"/>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48" name="coda">
            <a:extLst>
              <a:ext uri="{FF2B5EF4-FFF2-40B4-BE49-F238E27FC236}">
                <a16:creationId xmlns:a16="http://schemas.microsoft.com/office/drawing/2014/main" id="{CF9DED1F-1FA5-4D28-BAD4-A03C7E01CEE9}"/>
              </a:ext>
            </a:extLst>
          </p:cNvPr>
          <p:cNvSpPr>
            <a:spLocks noGrp="1"/>
          </p:cNvSpPr>
          <p:nvPr>
            <p:ph type="pic" sz="quarter" idx="43"/>
          </p:nvPr>
        </p:nvSpPr>
        <p:spPr>
          <a:xfrm>
            <a:off x="1690688" y="2887663"/>
            <a:ext cx="365760" cy="365760"/>
          </a:xfrm>
          <a:prstGeom prst="ellipse">
            <a:avLst/>
          </a:prstGeom>
          <a:noFill/>
        </p:spPr>
        <p:txBody>
          <a:bodyPr/>
          <a:lstStyle>
            <a:lvl1pPr>
              <a:buNone/>
              <a:defRPr/>
            </a:lvl1pPr>
          </a:lstStyle>
          <a:p>
            <a:r>
              <a:rPr lang="en-US" dirty="0"/>
              <a:t>C</a:t>
            </a:r>
          </a:p>
        </p:txBody>
      </p:sp>
    </p:spTree>
    <p:extLst>
      <p:ext uri="{BB962C8B-B14F-4D97-AF65-F5344CB8AC3E}">
        <p14:creationId xmlns:p14="http://schemas.microsoft.com/office/powerpoint/2010/main" val="34049669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bg/>
                                          </p:spTgt>
                                        </p:tgtEl>
                                        <p:attrNameLst>
                                          <p:attrName>style.visibility</p:attrName>
                                        </p:attrNameLst>
                                      </p:cBhvr>
                                      <p:to>
                                        <p:strVal val="visible"/>
                                      </p:to>
                                    </p:set>
                                    <p:animEffect transition="in" filter="fade">
                                      <p:cBhvr>
                                        <p:cTn id="7" dur="500"/>
                                        <p:tgtEl>
                                          <p:spTgt spid="12">
                                            <p:bg/>
                                          </p:spTgt>
                                        </p:tgtEl>
                                      </p:cBhvr>
                                    </p:animEffect>
                                  </p:childTnLst>
                                </p:cTn>
                              </p:par>
                              <p:par>
                                <p:cTn id="8" presetID="10" presetClass="entr" presetSubtype="0" fill="hold" grpId="0" nodeType="withEffect" nodePh="1">
                                  <p:stCondLst>
                                    <p:cond delay="0"/>
                                  </p:stCondLst>
                                  <p:endCondLst>
                                    <p:cond delay="0"/>
                                  </p:endCondLst>
                                  <p:childTnLst>
                                    <p:set>
                                      <p:cBhvr>
                                        <p:cTn id="9" dur="1" fill="hold">
                                          <p:stCondLst>
                                            <p:cond delay="0"/>
                                          </p:stCondLst>
                                        </p:cTn>
                                        <p:tgtEl>
                                          <p:spTgt spid="12">
                                            <p:txEl>
                                              <p:pRg st="0" end="0"/>
                                            </p:txEl>
                                          </p:spTgt>
                                        </p:tgtEl>
                                        <p:attrNameLst>
                                          <p:attrName>style.visibility</p:attrName>
                                        </p:attrNameLst>
                                      </p:cBhvr>
                                      <p:to>
                                        <p:strVal val="visible"/>
                                      </p:to>
                                    </p:set>
                                    <p:animEffect transition="in" filter="fade">
                                      <p:cBhvr>
                                        <p:cTn id="10" dur="500"/>
                                        <p:tgtEl>
                                          <p:spTgt spid="12">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bg/>
                                          </p:spTgt>
                                        </p:tgtEl>
                                        <p:attrNameLst>
                                          <p:attrName>style.visibility</p:attrName>
                                        </p:attrNameLst>
                                      </p:cBhvr>
                                      <p:to>
                                        <p:strVal val="visible"/>
                                      </p:to>
                                    </p:set>
                                    <p:animEffect transition="in" filter="fade">
                                      <p:cBhvr>
                                        <p:cTn id="13" dur="500"/>
                                        <p:tgtEl>
                                          <p:spTgt spid="13">
                                            <p:bg/>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xEl>
                                              <p:pRg st="0" end="0"/>
                                            </p:txEl>
                                          </p:spTgt>
                                        </p:tgtEl>
                                        <p:attrNameLst>
                                          <p:attrName>style.visibility</p:attrName>
                                        </p:attrNameLst>
                                      </p:cBhvr>
                                      <p:to>
                                        <p:strVal val="visible"/>
                                      </p:to>
                                    </p:set>
                                    <p:animEffect transition="in" filter="fade">
                                      <p:cBhvr>
                                        <p:cTn id="16" dur="500"/>
                                        <p:tgtEl>
                                          <p:spTgt spid="13">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fade">
                                      <p:cBhvr>
                                        <p:cTn id="22" dur="500"/>
                                        <p:tgtEl>
                                          <p:spTgt spid="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animEffect transition="in" filter="fade">
                                      <p:cBhvr>
                                        <p:cTn id="25" dur="500"/>
                                        <p:tgtEl>
                                          <p:spTgt spid="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bg/>
                                          </p:spTgt>
                                        </p:tgtEl>
                                        <p:attrNameLst>
                                          <p:attrName>style.visibility</p:attrName>
                                        </p:attrNameLst>
                                      </p:cBhvr>
                                      <p:to>
                                        <p:strVal val="visible"/>
                                      </p:to>
                                    </p:set>
                                    <p:animEffect transition="in" filter="fade">
                                      <p:cBhvr>
                                        <p:cTn id="28" dur="500"/>
                                        <p:tgtEl>
                                          <p:spTgt spid="11">
                                            <p:bg/>
                                          </p:spTgt>
                                        </p:tgtEl>
                                      </p:cBhvr>
                                    </p:animEffect>
                                  </p:childTnLst>
                                </p:cTn>
                              </p:par>
                              <p:par>
                                <p:cTn id="29" presetID="10" presetClass="entr" presetSubtype="0" fill="hold" grpId="0" nodeType="withEffect" nodePh="1">
                                  <p:stCondLst>
                                    <p:cond delay="0"/>
                                  </p:stCondLst>
                                  <p:endCondLst>
                                    <p:cond evt="begin" delay="0">
                                      <p:tn val="29"/>
                                    </p:cond>
                                  </p:endCondLst>
                                  <p:childTnLst>
                                    <p:set>
                                      <p:cBhvr>
                                        <p:cTn id="30" dur="1" fill="hold">
                                          <p:stCondLst>
                                            <p:cond delay="0"/>
                                          </p:stCondLst>
                                        </p:cTn>
                                        <p:tgtEl>
                                          <p:spTgt spid="11">
                                            <p:txEl>
                                              <p:pRg st="0" end="0"/>
                                            </p:txEl>
                                          </p:spTgt>
                                        </p:tgtEl>
                                        <p:attrNameLst>
                                          <p:attrName>style.visibility</p:attrName>
                                        </p:attrNameLst>
                                      </p:cBhvr>
                                      <p:to>
                                        <p:strVal val="visible"/>
                                      </p:to>
                                    </p:set>
                                    <p:animEffect transition="in" filter="fade">
                                      <p:cBhvr>
                                        <p:cTn id="31" dur="500"/>
                                        <p:tgtEl>
                                          <p:spTgt spid="11">
                                            <p:txEl>
                                              <p:pRg st="0" end="0"/>
                                            </p:txEl>
                                          </p:spTgt>
                                        </p:tgtEl>
                                      </p:cBhvr>
                                    </p:animEffect>
                                  </p:childTnLst>
                                </p:cTn>
                              </p:par>
                              <p:par>
                                <p:cTn id="32" presetID="10" presetClass="entr" presetSubtype="0" fill="hold" grpId="0" nodeType="withEffect" nodePh="1">
                                  <p:stCondLst>
                                    <p:cond delay="0"/>
                                  </p:stCondLst>
                                  <p:endCondLst>
                                    <p:cond evt="begin" delay="0">
                                      <p:tn val="32"/>
                                    </p:cond>
                                  </p:end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par>
                                <p:cTn id="35" presetID="10" presetClass="entr" presetSubtype="0" fill="hold" grpId="0" nodeType="withEffect" nodePh="1">
                                  <p:stCondLst>
                                    <p:cond delay="0"/>
                                  </p:stCondLst>
                                  <p:endCondLst>
                                    <p:cond evt="begin" delay="0">
                                      <p:tn val="35"/>
                                    </p:cond>
                                  </p:end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
                                            <p:txEl>
                                              <p:pRg st="0" end="0"/>
                                            </p:txEl>
                                          </p:spTgt>
                                        </p:tgtEl>
                                        <p:attrNameLst>
                                          <p:attrName>style.visibility</p:attrName>
                                        </p:attrNameLst>
                                      </p:cBhvr>
                                      <p:to>
                                        <p:strVal val="visible"/>
                                      </p:to>
                                    </p:set>
                                    <p:animEffect transition="in" filter="fade">
                                      <p:cBhvr>
                                        <p:cTn id="40" dur="500"/>
                                        <p:tgtEl>
                                          <p:spTgt spid="4">
                                            <p:txEl>
                                              <p:pRg st="0" end="0"/>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9">
                                            <p:txEl>
                                              <p:pRg st="0" end="0"/>
                                            </p:txEl>
                                          </p:spTgt>
                                        </p:tgtEl>
                                        <p:attrNameLst>
                                          <p:attrName>style.visibility</p:attrName>
                                        </p:attrNameLst>
                                      </p:cBhvr>
                                      <p:to>
                                        <p:strVal val="visible"/>
                                      </p:to>
                                    </p:set>
                                    <p:animEffect transition="in" filter="fade">
                                      <p:cBhvr>
                                        <p:cTn id="43" dur="500"/>
                                        <p:tgtEl>
                                          <p:spTgt spid="9">
                                            <p:txEl>
                                              <p:pRg st="0" end="0"/>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4">
                                            <p:bg/>
                                          </p:spTgt>
                                        </p:tgtEl>
                                        <p:attrNameLst>
                                          <p:attrName>style.visibility</p:attrName>
                                        </p:attrNameLst>
                                      </p:cBhvr>
                                      <p:to>
                                        <p:strVal val="visible"/>
                                      </p:to>
                                    </p:set>
                                    <p:animEffect transition="in" filter="fade">
                                      <p:cBhvr>
                                        <p:cTn id="46" dur="500"/>
                                        <p:tgtEl>
                                          <p:spTgt spid="34">
                                            <p:bg/>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4">
                                            <p:txEl>
                                              <p:pRg st="0" end="0"/>
                                            </p:txEl>
                                          </p:spTgt>
                                        </p:tgtEl>
                                        <p:attrNameLst>
                                          <p:attrName>style.visibility</p:attrName>
                                        </p:attrNameLst>
                                      </p:cBhvr>
                                      <p:to>
                                        <p:strVal val="visible"/>
                                      </p:to>
                                    </p:set>
                                    <p:animEffect transition="in" filter="fade">
                                      <p:cBhvr>
                                        <p:cTn id="49" dur="500"/>
                                        <p:tgtEl>
                                          <p:spTgt spid="34">
                                            <p:txEl>
                                              <p:pRg st="0" end="0"/>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5">
                                            <p:bg/>
                                          </p:spTgt>
                                        </p:tgtEl>
                                        <p:attrNameLst>
                                          <p:attrName>style.visibility</p:attrName>
                                        </p:attrNameLst>
                                      </p:cBhvr>
                                      <p:to>
                                        <p:strVal val="visible"/>
                                      </p:to>
                                    </p:set>
                                    <p:animEffect transition="in" filter="fade">
                                      <p:cBhvr>
                                        <p:cTn id="52" dur="500"/>
                                        <p:tgtEl>
                                          <p:spTgt spid="35">
                                            <p:bg/>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5">
                                            <p:txEl>
                                              <p:pRg st="0" end="0"/>
                                            </p:txEl>
                                          </p:spTgt>
                                        </p:tgtEl>
                                        <p:attrNameLst>
                                          <p:attrName>style.visibility</p:attrName>
                                        </p:attrNameLst>
                                      </p:cBhvr>
                                      <p:to>
                                        <p:strVal val="visible"/>
                                      </p:to>
                                    </p:set>
                                    <p:animEffect transition="in" filter="fade">
                                      <p:cBhvr>
                                        <p:cTn id="55" dur="500"/>
                                        <p:tgtEl>
                                          <p:spTgt spid="35">
                                            <p:txEl>
                                              <p:pRg st="0" end="0"/>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6">
                                            <p:bg/>
                                          </p:spTgt>
                                        </p:tgtEl>
                                        <p:attrNameLst>
                                          <p:attrName>style.visibility</p:attrName>
                                        </p:attrNameLst>
                                      </p:cBhvr>
                                      <p:to>
                                        <p:strVal val="visible"/>
                                      </p:to>
                                    </p:set>
                                    <p:animEffect transition="in" filter="fade">
                                      <p:cBhvr>
                                        <p:cTn id="58" dur="500"/>
                                        <p:tgtEl>
                                          <p:spTgt spid="36">
                                            <p:bg/>
                                          </p:spTgt>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6">
                                            <p:txEl>
                                              <p:pRg st="0" end="0"/>
                                            </p:txEl>
                                          </p:spTgt>
                                        </p:tgtEl>
                                        <p:attrNameLst>
                                          <p:attrName>style.visibility</p:attrName>
                                        </p:attrNameLst>
                                      </p:cBhvr>
                                      <p:to>
                                        <p:strVal val="visible"/>
                                      </p:to>
                                    </p:set>
                                    <p:animEffect transition="in" filter="fade">
                                      <p:cBhvr>
                                        <p:cTn id="61" dur="500"/>
                                        <p:tgtEl>
                                          <p:spTgt spid="36">
                                            <p:txEl>
                                              <p:pRg st="0" end="0"/>
                                            </p:txEl>
                                          </p:spTgt>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7">
                                            <p:bg/>
                                          </p:spTgt>
                                        </p:tgtEl>
                                        <p:attrNameLst>
                                          <p:attrName>style.visibility</p:attrName>
                                        </p:attrNameLst>
                                      </p:cBhvr>
                                      <p:to>
                                        <p:strVal val="visible"/>
                                      </p:to>
                                    </p:set>
                                    <p:animEffect transition="in" filter="fade">
                                      <p:cBhvr>
                                        <p:cTn id="64" dur="500"/>
                                        <p:tgtEl>
                                          <p:spTgt spid="37">
                                            <p:bg/>
                                          </p:spTgt>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7">
                                            <p:txEl>
                                              <p:pRg st="0" end="0"/>
                                            </p:txEl>
                                          </p:spTgt>
                                        </p:tgtEl>
                                        <p:attrNameLst>
                                          <p:attrName>style.visibility</p:attrName>
                                        </p:attrNameLst>
                                      </p:cBhvr>
                                      <p:to>
                                        <p:strVal val="visible"/>
                                      </p:to>
                                    </p:set>
                                    <p:animEffect transition="in" filter="fade">
                                      <p:cBhvr>
                                        <p:cTn id="67" dur="500"/>
                                        <p:tgtEl>
                                          <p:spTgt spid="37">
                                            <p:txEl>
                                              <p:pRg st="0" end="0"/>
                                            </p:txEl>
                                          </p:spTgt>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8">
                                            <p:bg/>
                                          </p:spTgt>
                                        </p:tgtEl>
                                        <p:attrNameLst>
                                          <p:attrName>style.visibility</p:attrName>
                                        </p:attrNameLst>
                                      </p:cBhvr>
                                      <p:to>
                                        <p:strVal val="visible"/>
                                      </p:to>
                                    </p:set>
                                    <p:animEffect transition="in" filter="fade">
                                      <p:cBhvr>
                                        <p:cTn id="70" dur="500"/>
                                        <p:tgtEl>
                                          <p:spTgt spid="38">
                                            <p:bg/>
                                          </p:spTgt>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8">
                                            <p:txEl>
                                              <p:pRg st="0" end="0"/>
                                            </p:txEl>
                                          </p:spTgt>
                                        </p:tgtEl>
                                        <p:attrNameLst>
                                          <p:attrName>style.visibility</p:attrName>
                                        </p:attrNameLst>
                                      </p:cBhvr>
                                      <p:to>
                                        <p:strVal val="visible"/>
                                      </p:to>
                                    </p:set>
                                    <p:animEffect transition="in" filter="fade">
                                      <p:cBhvr>
                                        <p:cTn id="73" dur="500"/>
                                        <p:tgtEl>
                                          <p:spTgt spid="38">
                                            <p:txEl>
                                              <p:pRg st="0" end="0"/>
                                            </p:tx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9">
                                            <p:bg/>
                                          </p:spTgt>
                                        </p:tgtEl>
                                        <p:attrNameLst>
                                          <p:attrName>style.visibility</p:attrName>
                                        </p:attrNameLst>
                                      </p:cBhvr>
                                      <p:to>
                                        <p:strVal val="visible"/>
                                      </p:to>
                                    </p:set>
                                    <p:animEffect transition="in" filter="fade">
                                      <p:cBhvr>
                                        <p:cTn id="76" dur="500"/>
                                        <p:tgtEl>
                                          <p:spTgt spid="39">
                                            <p:bg/>
                                          </p:spTgt>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9">
                                            <p:txEl>
                                              <p:pRg st="0" end="0"/>
                                            </p:txEl>
                                          </p:spTgt>
                                        </p:tgtEl>
                                        <p:attrNameLst>
                                          <p:attrName>style.visibility</p:attrName>
                                        </p:attrNameLst>
                                      </p:cBhvr>
                                      <p:to>
                                        <p:strVal val="visible"/>
                                      </p:to>
                                    </p:set>
                                    <p:animEffect transition="in" filter="fade">
                                      <p:cBhvr>
                                        <p:cTn id="79" dur="500"/>
                                        <p:tgtEl>
                                          <p:spTgt spid="39">
                                            <p:txEl>
                                              <p:pRg st="0" end="0"/>
                                            </p:txEl>
                                          </p:spTgt>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0">
                                            <p:bg/>
                                          </p:spTgt>
                                        </p:tgtEl>
                                        <p:attrNameLst>
                                          <p:attrName>style.visibility</p:attrName>
                                        </p:attrNameLst>
                                      </p:cBhvr>
                                      <p:to>
                                        <p:strVal val="visible"/>
                                      </p:to>
                                    </p:set>
                                    <p:animEffect transition="in" filter="fade">
                                      <p:cBhvr>
                                        <p:cTn id="82" dur="500"/>
                                        <p:tgtEl>
                                          <p:spTgt spid="40">
                                            <p:bg/>
                                          </p:spTgt>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0">
                                            <p:txEl>
                                              <p:pRg st="0" end="0"/>
                                            </p:txEl>
                                          </p:spTgt>
                                        </p:tgtEl>
                                        <p:attrNameLst>
                                          <p:attrName>style.visibility</p:attrName>
                                        </p:attrNameLst>
                                      </p:cBhvr>
                                      <p:to>
                                        <p:strVal val="visible"/>
                                      </p:to>
                                    </p:set>
                                    <p:animEffect transition="in" filter="fade">
                                      <p:cBhvr>
                                        <p:cTn id="85" dur="500"/>
                                        <p:tgtEl>
                                          <p:spTgt spid="40">
                                            <p:txEl>
                                              <p:pRg st="0" end="0"/>
                                            </p:txEl>
                                          </p:spTgt>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1">
                                            <p:bg/>
                                          </p:spTgt>
                                        </p:tgtEl>
                                        <p:attrNameLst>
                                          <p:attrName>style.visibility</p:attrName>
                                        </p:attrNameLst>
                                      </p:cBhvr>
                                      <p:to>
                                        <p:strVal val="visible"/>
                                      </p:to>
                                    </p:set>
                                    <p:animEffect transition="in" filter="fade">
                                      <p:cBhvr>
                                        <p:cTn id="88" dur="500"/>
                                        <p:tgtEl>
                                          <p:spTgt spid="41">
                                            <p:bg/>
                                          </p:spTgt>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1">
                                            <p:txEl>
                                              <p:pRg st="0" end="0"/>
                                            </p:txEl>
                                          </p:spTgt>
                                        </p:tgtEl>
                                        <p:attrNameLst>
                                          <p:attrName>style.visibility</p:attrName>
                                        </p:attrNameLst>
                                      </p:cBhvr>
                                      <p:to>
                                        <p:strVal val="visible"/>
                                      </p:to>
                                    </p:set>
                                    <p:animEffect transition="in" filter="fade">
                                      <p:cBhvr>
                                        <p:cTn id="91" dur="500"/>
                                        <p:tgtEl>
                                          <p:spTgt spid="41">
                                            <p:txEl>
                                              <p:pRg st="0" end="0"/>
                                            </p:txEl>
                                          </p:spTgt>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2">
                                            <p:bg/>
                                          </p:spTgt>
                                        </p:tgtEl>
                                        <p:attrNameLst>
                                          <p:attrName>style.visibility</p:attrName>
                                        </p:attrNameLst>
                                      </p:cBhvr>
                                      <p:to>
                                        <p:strVal val="visible"/>
                                      </p:to>
                                    </p:set>
                                    <p:animEffect transition="in" filter="fade">
                                      <p:cBhvr>
                                        <p:cTn id="94" dur="500"/>
                                        <p:tgtEl>
                                          <p:spTgt spid="42">
                                            <p:bg/>
                                          </p:spTgt>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2">
                                            <p:txEl>
                                              <p:pRg st="0" end="0"/>
                                            </p:txEl>
                                          </p:spTgt>
                                        </p:tgtEl>
                                        <p:attrNameLst>
                                          <p:attrName>style.visibility</p:attrName>
                                        </p:attrNameLst>
                                      </p:cBhvr>
                                      <p:to>
                                        <p:strVal val="visible"/>
                                      </p:to>
                                    </p:set>
                                    <p:animEffect transition="in" filter="fade">
                                      <p:cBhvr>
                                        <p:cTn id="97" dur="500"/>
                                        <p:tgtEl>
                                          <p:spTgt spid="42">
                                            <p:txEl>
                                              <p:pRg st="0" end="0"/>
                                            </p:txEl>
                                          </p:spTgt>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3">
                                            <p:bg/>
                                          </p:spTgt>
                                        </p:tgtEl>
                                        <p:attrNameLst>
                                          <p:attrName>style.visibility</p:attrName>
                                        </p:attrNameLst>
                                      </p:cBhvr>
                                      <p:to>
                                        <p:strVal val="visible"/>
                                      </p:to>
                                    </p:set>
                                    <p:animEffect transition="in" filter="fade">
                                      <p:cBhvr>
                                        <p:cTn id="100" dur="500"/>
                                        <p:tgtEl>
                                          <p:spTgt spid="43">
                                            <p:bg/>
                                          </p:spTgt>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3">
                                            <p:txEl>
                                              <p:pRg st="0" end="0"/>
                                            </p:txEl>
                                          </p:spTgt>
                                        </p:tgtEl>
                                        <p:attrNameLst>
                                          <p:attrName>style.visibility</p:attrName>
                                        </p:attrNameLst>
                                      </p:cBhvr>
                                      <p:to>
                                        <p:strVal val="visible"/>
                                      </p:to>
                                    </p:set>
                                    <p:animEffect transition="in" filter="fade">
                                      <p:cBhvr>
                                        <p:cTn id="103" dur="500"/>
                                        <p:tgtEl>
                                          <p:spTgt spid="43">
                                            <p:txEl>
                                              <p:pRg st="0" end="0"/>
                                            </p:txEl>
                                          </p:spTgt>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4">
                                            <p:bg/>
                                          </p:spTgt>
                                        </p:tgtEl>
                                        <p:attrNameLst>
                                          <p:attrName>style.visibility</p:attrName>
                                        </p:attrNameLst>
                                      </p:cBhvr>
                                      <p:to>
                                        <p:strVal val="visible"/>
                                      </p:to>
                                    </p:set>
                                    <p:animEffect transition="in" filter="fade">
                                      <p:cBhvr>
                                        <p:cTn id="106" dur="500"/>
                                        <p:tgtEl>
                                          <p:spTgt spid="44">
                                            <p:bg/>
                                          </p:spTgt>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4">
                                            <p:txEl>
                                              <p:pRg st="0" end="0"/>
                                            </p:txEl>
                                          </p:spTgt>
                                        </p:tgtEl>
                                        <p:attrNameLst>
                                          <p:attrName>style.visibility</p:attrName>
                                        </p:attrNameLst>
                                      </p:cBhvr>
                                      <p:to>
                                        <p:strVal val="visible"/>
                                      </p:to>
                                    </p:set>
                                    <p:animEffect transition="in" filter="fade">
                                      <p:cBhvr>
                                        <p:cTn id="109" dur="500"/>
                                        <p:tgtEl>
                                          <p:spTgt spid="44">
                                            <p:txEl>
                                              <p:pRg st="0" end="0"/>
                                            </p:txEl>
                                          </p:spTgt>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5">
                                            <p:bg/>
                                          </p:spTgt>
                                        </p:tgtEl>
                                        <p:attrNameLst>
                                          <p:attrName>style.visibility</p:attrName>
                                        </p:attrNameLst>
                                      </p:cBhvr>
                                      <p:to>
                                        <p:strVal val="visible"/>
                                      </p:to>
                                    </p:set>
                                    <p:animEffect transition="in" filter="fade">
                                      <p:cBhvr>
                                        <p:cTn id="112" dur="500"/>
                                        <p:tgtEl>
                                          <p:spTgt spid="45">
                                            <p:bg/>
                                          </p:spTgt>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5">
                                            <p:txEl>
                                              <p:pRg st="0" end="0"/>
                                            </p:txEl>
                                          </p:spTgt>
                                        </p:tgtEl>
                                        <p:attrNameLst>
                                          <p:attrName>style.visibility</p:attrName>
                                        </p:attrNameLst>
                                      </p:cBhvr>
                                      <p:to>
                                        <p:strVal val="visible"/>
                                      </p:to>
                                    </p:set>
                                    <p:animEffect transition="in" filter="fade">
                                      <p:cBhvr>
                                        <p:cTn id="115" dur="500"/>
                                        <p:tgtEl>
                                          <p:spTgt spid="45">
                                            <p:txEl>
                                              <p:pRg st="0" end="0"/>
                                            </p:txEl>
                                          </p:spTgt>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6">
                                            <p:bg/>
                                          </p:spTgt>
                                        </p:tgtEl>
                                        <p:attrNameLst>
                                          <p:attrName>style.visibility</p:attrName>
                                        </p:attrNameLst>
                                      </p:cBhvr>
                                      <p:to>
                                        <p:strVal val="visible"/>
                                      </p:to>
                                    </p:set>
                                    <p:animEffect transition="in" filter="fade">
                                      <p:cBhvr>
                                        <p:cTn id="118" dur="500"/>
                                        <p:tgtEl>
                                          <p:spTgt spid="46">
                                            <p:bg/>
                                          </p:spTgt>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6">
                                            <p:txEl>
                                              <p:pRg st="0" end="0"/>
                                            </p:txEl>
                                          </p:spTgt>
                                        </p:tgtEl>
                                        <p:attrNameLst>
                                          <p:attrName>style.visibility</p:attrName>
                                        </p:attrNameLst>
                                      </p:cBhvr>
                                      <p:to>
                                        <p:strVal val="visible"/>
                                      </p:to>
                                    </p:set>
                                    <p:animEffect transition="in" filter="fade">
                                      <p:cBhvr>
                                        <p:cTn id="121" dur="500"/>
                                        <p:tgtEl>
                                          <p:spTgt spid="46">
                                            <p:txEl>
                                              <p:pRg st="0" end="0"/>
                                            </p:txEl>
                                          </p:spTgt>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7">
                                            <p:bg/>
                                          </p:spTgt>
                                        </p:tgtEl>
                                        <p:attrNameLst>
                                          <p:attrName>style.visibility</p:attrName>
                                        </p:attrNameLst>
                                      </p:cBhvr>
                                      <p:to>
                                        <p:strVal val="visible"/>
                                      </p:to>
                                    </p:set>
                                    <p:animEffect transition="in" filter="fade">
                                      <p:cBhvr>
                                        <p:cTn id="124" dur="500"/>
                                        <p:tgtEl>
                                          <p:spTgt spid="47">
                                            <p:bg/>
                                          </p:spTgt>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7">
                                            <p:txEl>
                                              <p:pRg st="0" end="0"/>
                                            </p:txEl>
                                          </p:spTgt>
                                        </p:tgtEl>
                                        <p:attrNameLst>
                                          <p:attrName>style.visibility</p:attrName>
                                        </p:attrNameLst>
                                      </p:cBhvr>
                                      <p:to>
                                        <p:strVal val="visible"/>
                                      </p:to>
                                    </p:set>
                                    <p:animEffect transition="in" filter="fade">
                                      <p:cBhvr>
                                        <p:cTn id="127" dur="500"/>
                                        <p:tgtEl>
                                          <p:spTgt spid="47">
                                            <p:txEl>
                                              <p:pRg st="0" end="0"/>
                                            </p:txEl>
                                          </p:spTgt>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8"/>
                                        </p:tgtEl>
                                        <p:attrNameLst>
                                          <p:attrName>style.visibility</p:attrName>
                                        </p:attrNameLst>
                                      </p:cBhvr>
                                      <p:to>
                                        <p:strVal val="visible"/>
                                      </p:to>
                                    </p:set>
                                    <p:animEffect transition="in" filter="fade">
                                      <p:cBhvr>
                                        <p:cTn id="130" dur="500"/>
                                        <p:tgtEl>
                                          <p:spTgt spid="48"/>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9">
                                            <p:bg/>
                                          </p:spTgt>
                                        </p:tgtEl>
                                        <p:attrNameLst>
                                          <p:attrName>style.visibility</p:attrName>
                                        </p:attrNameLst>
                                      </p:cBhvr>
                                      <p:to>
                                        <p:strVal val="visible"/>
                                      </p:to>
                                    </p:set>
                                    <p:animEffect transition="in" filter="fade">
                                      <p:cBhvr>
                                        <p:cTn id="133" dur="500"/>
                                        <p:tgtEl>
                                          <p:spTgt spid="49">
                                            <p:bg/>
                                          </p:spTgt>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9">
                                            <p:txEl>
                                              <p:pRg st="0" end="0"/>
                                            </p:txEl>
                                          </p:spTgt>
                                        </p:tgtEl>
                                        <p:attrNameLst>
                                          <p:attrName>style.visibility</p:attrName>
                                        </p:attrNameLst>
                                      </p:cBhvr>
                                      <p:to>
                                        <p:strVal val="visible"/>
                                      </p:to>
                                    </p:set>
                                    <p:animEffect transition="in" filter="fade">
                                      <p:cBhvr>
                                        <p:cTn id="136" dur="500"/>
                                        <p:tgtEl>
                                          <p:spTgt spid="49">
                                            <p:txEl>
                                              <p:pRg st="0" end="0"/>
                                            </p:txEl>
                                          </p:spTgt>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0">
                                            <p:bg/>
                                          </p:spTgt>
                                        </p:tgtEl>
                                        <p:attrNameLst>
                                          <p:attrName>style.visibility</p:attrName>
                                        </p:attrNameLst>
                                      </p:cBhvr>
                                      <p:to>
                                        <p:strVal val="visible"/>
                                      </p:to>
                                    </p:set>
                                    <p:animEffect transition="in" filter="fade">
                                      <p:cBhvr>
                                        <p:cTn id="139" dur="500"/>
                                        <p:tgtEl>
                                          <p:spTgt spid="50">
                                            <p:bg/>
                                          </p:spTgt>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0">
                                            <p:txEl>
                                              <p:pRg st="0" end="0"/>
                                            </p:txEl>
                                          </p:spTgt>
                                        </p:tgtEl>
                                        <p:attrNameLst>
                                          <p:attrName>style.visibility</p:attrName>
                                        </p:attrNameLst>
                                      </p:cBhvr>
                                      <p:to>
                                        <p:strVal val="visible"/>
                                      </p:to>
                                    </p:set>
                                    <p:animEffect transition="in" filter="fade">
                                      <p:cBhvr>
                                        <p:cTn id="142" dur="500"/>
                                        <p:tgtEl>
                                          <p:spTgt spid="50">
                                            <p:txEl>
                                              <p:pRg st="0" end="0"/>
                                            </p:txEl>
                                          </p:spTgt>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1">
                                            <p:bg/>
                                          </p:spTgt>
                                        </p:tgtEl>
                                        <p:attrNameLst>
                                          <p:attrName>style.visibility</p:attrName>
                                        </p:attrNameLst>
                                      </p:cBhvr>
                                      <p:to>
                                        <p:strVal val="visible"/>
                                      </p:to>
                                    </p:set>
                                    <p:animEffect transition="in" filter="fade">
                                      <p:cBhvr>
                                        <p:cTn id="145" dur="500"/>
                                        <p:tgtEl>
                                          <p:spTgt spid="51">
                                            <p:bg/>
                                          </p:spTgt>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1">
                                            <p:txEl>
                                              <p:pRg st="0" end="0"/>
                                            </p:txEl>
                                          </p:spTgt>
                                        </p:tgtEl>
                                        <p:attrNameLst>
                                          <p:attrName>style.visibility</p:attrName>
                                        </p:attrNameLst>
                                      </p:cBhvr>
                                      <p:to>
                                        <p:strVal val="visible"/>
                                      </p:to>
                                    </p:set>
                                    <p:animEffect transition="in" filter="fade">
                                      <p:cBhvr>
                                        <p:cTn id="148" dur="500"/>
                                        <p:tgtEl>
                                          <p:spTgt spid="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nimBg="1">
        <p:tmplLst>
          <p:tmpl>
            <p:tnLst>
              <p:par>
                <p:cTn presetID="10"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Lst>
      </p:bldP>
      <p:bldP spid="13" grpId="0" build="p" animBg="1">
        <p:tmplLst>
          <p:tmpl>
            <p:tnLst>
              <p:par>
                <p:cTn presetID="10" presetClass="entr" presetSubtype="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14" grpId="0"/>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11" grpId="0" build="p" animBg="1">
        <p:tmplLst>
          <p:tmpl>
            <p:tnLst>
              <p:par>
                <p:cTn presetID="10" presetClass="entr" presetSubtype="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P spid="10" grpId="0"/>
      <p:bldP spid="15" grpId="0"/>
      <p:bldP spid="4" grpId="0" build="p">
        <p:tmplLst>
          <p:tmpl lvl="1">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34" grpId="0" build="p" animBg="1">
        <p:tmplLst>
          <p:tmpl>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35" grpId="0" build="p" animBg="1">
        <p:tmplLst>
          <p:tmpl>
            <p:tnLst>
              <p:par>
                <p:cTn presetID="10"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fade">
                      <p:cBhvr>
                        <p:cTn dur="500"/>
                        <p:tgtEl>
                          <p:spTgt spid="35"/>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fade">
                      <p:cBhvr>
                        <p:cTn dur="500"/>
                        <p:tgtEl>
                          <p:spTgt spid="35"/>
                        </p:tgtEl>
                      </p:cBhvr>
                    </p:animEffect>
                  </p:childTnLst>
                </p:cTn>
              </p:par>
            </p:tnLst>
          </p:tmpl>
        </p:tmplLst>
      </p:bldP>
      <p:bldP spid="36" grpId="0" build="p" animBg="1">
        <p:tmplLst>
          <p:tmpl>
            <p:tnLst>
              <p:par>
                <p:cTn presetID="10"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fade">
                      <p:cBhvr>
                        <p:cTn dur="500"/>
                        <p:tgtEl>
                          <p:spTgt spid="36"/>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fade">
                      <p:cBhvr>
                        <p:cTn dur="500"/>
                        <p:tgtEl>
                          <p:spTgt spid="36"/>
                        </p:tgtEl>
                      </p:cBhvr>
                    </p:animEffect>
                  </p:childTnLst>
                </p:cTn>
              </p:par>
            </p:tnLst>
          </p:tmpl>
        </p:tmplLst>
      </p:bldP>
      <p:bldP spid="37" grpId="0" build="p" animBg="1">
        <p:tmplLst>
          <p:tmpl>
            <p:tnLst>
              <p:par>
                <p:cTn presetID="10" presetClass="entr" presetSubtype="0" fill="hold" nodeType="with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fade">
                      <p:cBhvr>
                        <p:cTn dur="500"/>
                        <p:tgtEl>
                          <p:spTgt spid="37"/>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fade">
                      <p:cBhvr>
                        <p:cTn dur="500"/>
                        <p:tgtEl>
                          <p:spTgt spid="37"/>
                        </p:tgtEl>
                      </p:cBhvr>
                    </p:animEffect>
                  </p:childTnLst>
                </p:cTn>
              </p:par>
            </p:tnLst>
          </p:tmpl>
        </p:tmplLst>
      </p:bldP>
      <p:bldP spid="38" grpId="0" build="p" animBg="1">
        <p:tmplLst>
          <p:tmpl>
            <p:tnLst>
              <p:par>
                <p:cTn presetID="10"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fade">
                      <p:cBhvr>
                        <p:cTn dur="500"/>
                        <p:tgtEl>
                          <p:spTgt spid="38"/>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fade">
                      <p:cBhvr>
                        <p:cTn dur="500"/>
                        <p:tgtEl>
                          <p:spTgt spid="38"/>
                        </p:tgtEl>
                      </p:cBhvr>
                    </p:animEffect>
                  </p:childTnLst>
                </p:cTn>
              </p:par>
            </p:tnLst>
          </p:tmpl>
        </p:tmplLst>
      </p:bldP>
      <p:bldP spid="39" grpId="0" build="p" animBg="1">
        <p:tmplLst>
          <p:tmpl>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500"/>
                        <p:tgtEl>
                          <p:spTgt spid="39"/>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500"/>
                        <p:tgtEl>
                          <p:spTgt spid="39"/>
                        </p:tgtEl>
                      </p:cBhvr>
                    </p:animEffect>
                  </p:childTnLst>
                </p:cTn>
              </p:par>
            </p:tnLst>
          </p:tmpl>
        </p:tmplLst>
      </p:bldP>
      <p:bldP spid="40" grpId="0" build="p" animBg="1">
        <p:tmplLst>
          <p:tmpl>
            <p:tnLst>
              <p:par>
                <p:cTn presetID="10" presetClass="entr" presetSubtype="0" fill="hold" nodeType="with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fade">
                      <p:cBhvr>
                        <p:cTn dur="500"/>
                        <p:tgtEl>
                          <p:spTgt spid="40"/>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fade">
                      <p:cBhvr>
                        <p:cTn dur="500"/>
                        <p:tgtEl>
                          <p:spTgt spid="40"/>
                        </p:tgtEl>
                      </p:cBhvr>
                    </p:animEffect>
                  </p:childTnLst>
                </p:cTn>
              </p:par>
            </p:tnLst>
          </p:tmpl>
        </p:tmplLst>
      </p:bldP>
      <p:bldP spid="41" grpId="0" build="p" animBg="1">
        <p:tmplLst>
          <p:tmpl>
            <p:tnLst>
              <p:par>
                <p:cTn presetID="10" presetClass="entr" presetSubtype="0" fill="hold" nodeType="with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fade">
                      <p:cBhvr>
                        <p:cTn dur="500"/>
                        <p:tgtEl>
                          <p:spTgt spid="41"/>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fade">
                      <p:cBhvr>
                        <p:cTn dur="500"/>
                        <p:tgtEl>
                          <p:spTgt spid="41"/>
                        </p:tgtEl>
                      </p:cBhvr>
                    </p:animEffect>
                  </p:childTnLst>
                </p:cTn>
              </p:par>
            </p:tnLst>
          </p:tmpl>
        </p:tmplLst>
      </p:bldP>
      <p:bldP spid="42" grpId="0" build="p" animBg="1">
        <p:tmplLst>
          <p:tmpl>
            <p:tnLst>
              <p:par>
                <p:cTn presetID="10" presetClass="entr" presetSubtype="0" fill="hold" nodeType="with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fade">
                      <p:cBhvr>
                        <p:cTn dur="500"/>
                        <p:tgtEl>
                          <p:spTgt spid="42"/>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fade">
                      <p:cBhvr>
                        <p:cTn dur="500"/>
                        <p:tgtEl>
                          <p:spTgt spid="42"/>
                        </p:tgtEl>
                      </p:cBhvr>
                    </p:animEffect>
                  </p:childTnLst>
                </p:cTn>
              </p:par>
            </p:tnLst>
          </p:tmpl>
        </p:tmplLst>
      </p:bldP>
      <p:bldP spid="43" grpId="0" build="p" animBg="1">
        <p:tmplLst>
          <p:tmpl>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animBg="1">
        <p:tmplLst>
          <p:tmpl>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P spid="45" grpId="0" build="p" animBg="1">
        <p:tmplLst>
          <p:tmpl>
            <p:tnLst>
              <p:par>
                <p:cTn presetID="10" presetClass="entr" presetSubtype="0" fill="hold" nodeType="withEffect">
                  <p:stCondLst>
                    <p:cond delay="0"/>
                  </p:stCondLst>
                  <p:childTnLst>
                    <p:set>
                      <p:cBhvr>
                        <p:cTn dur="1" fill="hold">
                          <p:stCondLst>
                            <p:cond delay="0"/>
                          </p:stCondLst>
                        </p:cTn>
                        <p:tgtEl>
                          <p:spTgt spid="45"/>
                        </p:tgtEl>
                        <p:attrNameLst>
                          <p:attrName>style.visibility</p:attrName>
                        </p:attrNameLst>
                      </p:cBhvr>
                      <p:to>
                        <p:strVal val="visible"/>
                      </p:to>
                    </p:set>
                    <p:animEffect transition="in" filter="fade">
                      <p:cBhvr>
                        <p:cTn dur="500"/>
                        <p:tgtEl>
                          <p:spTgt spid="45"/>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5"/>
                        </p:tgtEl>
                        <p:attrNameLst>
                          <p:attrName>style.visibility</p:attrName>
                        </p:attrNameLst>
                      </p:cBhvr>
                      <p:to>
                        <p:strVal val="visible"/>
                      </p:to>
                    </p:set>
                    <p:animEffect transition="in" filter="fade">
                      <p:cBhvr>
                        <p:cTn dur="500"/>
                        <p:tgtEl>
                          <p:spTgt spid="45"/>
                        </p:tgtEl>
                      </p:cBhvr>
                    </p:animEffect>
                  </p:childTnLst>
                </p:cTn>
              </p:par>
            </p:tnLst>
          </p:tmpl>
        </p:tmplLst>
      </p:bldP>
      <p:bldP spid="46" grpId="0" build="p" animBg="1">
        <p:tmplLst>
          <p:tmpl>
            <p:tnLst>
              <p:par>
                <p:cTn presetID="10" presetClass="entr" presetSubtype="0" fill="hold" nodeType="withEffect">
                  <p:stCondLst>
                    <p:cond delay="0"/>
                  </p:stCondLst>
                  <p:childTnLst>
                    <p:set>
                      <p:cBhvr>
                        <p:cTn dur="1" fill="hold">
                          <p:stCondLst>
                            <p:cond delay="0"/>
                          </p:stCondLst>
                        </p:cTn>
                        <p:tgtEl>
                          <p:spTgt spid="46"/>
                        </p:tgtEl>
                        <p:attrNameLst>
                          <p:attrName>style.visibility</p:attrName>
                        </p:attrNameLst>
                      </p:cBhvr>
                      <p:to>
                        <p:strVal val="visible"/>
                      </p:to>
                    </p:set>
                    <p:animEffect transition="in" filter="fade">
                      <p:cBhvr>
                        <p:cTn dur="500"/>
                        <p:tgtEl>
                          <p:spTgt spid="46"/>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6"/>
                        </p:tgtEl>
                        <p:attrNameLst>
                          <p:attrName>style.visibility</p:attrName>
                        </p:attrNameLst>
                      </p:cBhvr>
                      <p:to>
                        <p:strVal val="visible"/>
                      </p:to>
                    </p:set>
                    <p:animEffect transition="in" filter="fade">
                      <p:cBhvr>
                        <p:cTn dur="500"/>
                        <p:tgtEl>
                          <p:spTgt spid="46"/>
                        </p:tgtEl>
                      </p:cBhvr>
                    </p:animEffect>
                  </p:childTnLst>
                </p:cTn>
              </p:par>
            </p:tnLst>
          </p:tmpl>
        </p:tmplLst>
      </p:bldP>
      <p:bldP spid="47" grpId="0" build="p" animBg="1">
        <p:tmplLst>
          <p:tmpl>
            <p:tnLst>
              <p:par>
                <p:cTn presetID="10"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animEffect transition="in" filter="fade">
                      <p:cBhvr>
                        <p:cTn dur="500"/>
                        <p:tgtEl>
                          <p:spTgt spid="47"/>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animEffect transition="in" filter="fade">
                      <p:cBhvr>
                        <p:cTn dur="500"/>
                        <p:tgtEl>
                          <p:spTgt spid="47"/>
                        </p:tgtEl>
                      </p:cBhvr>
                    </p:animEffect>
                  </p:childTnLst>
                </p:cTn>
              </p:par>
            </p:tnLst>
          </p:tmpl>
        </p:tmplLst>
      </p:bldP>
      <p:bldP spid="49" grpId="0" build="p" animBg="1">
        <p:tmplLst>
          <p:tmpl>
            <p:tnLst>
              <p:par>
                <p:cTn presetID="10" presetClass="entr" presetSubtype="0" fill="hold" nodeType="withEffect">
                  <p:stCondLst>
                    <p:cond delay="0"/>
                  </p:stCondLst>
                  <p:childTnLst>
                    <p:set>
                      <p:cBhvr>
                        <p:cTn dur="1" fill="hold">
                          <p:stCondLst>
                            <p:cond delay="0"/>
                          </p:stCondLst>
                        </p:cTn>
                        <p:tgtEl>
                          <p:spTgt spid="49"/>
                        </p:tgtEl>
                        <p:attrNameLst>
                          <p:attrName>style.visibility</p:attrName>
                        </p:attrNameLst>
                      </p:cBhvr>
                      <p:to>
                        <p:strVal val="visible"/>
                      </p:to>
                    </p:set>
                    <p:animEffect transition="in" filter="fade">
                      <p:cBhvr>
                        <p:cTn dur="500"/>
                        <p:tgtEl>
                          <p:spTgt spid="49"/>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9"/>
                        </p:tgtEl>
                        <p:attrNameLst>
                          <p:attrName>style.visibility</p:attrName>
                        </p:attrNameLst>
                      </p:cBhvr>
                      <p:to>
                        <p:strVal val="visible"/>
                      </p:to>
                    </p:set>
                    <p:animEffect transition="in" filter="fade">
                      <p:cBhvr>
                        <p:cTn dur="500"/>
                        <p:tgtEl>
                          <p:spTgt spid="49"/>
                        </p:tgtEl>
                      </p:cBhvr>
                    </p:animEffect>
                  </p:childTnLst>
                </p:cTn>
              </p:par>
            </p:tnLst>
          </p:tmpl>
        </p:tmplLst>
      </p:bldP>
      <p:bldP spid="50" grpId="0" build="p" animBg="1">
        <p:tmplLst>
          <p:tmpl>
            <p:tnLst>
              <p:par>
                <p:cTn presetID="10"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animEffect transition="in" filter="fade">
                      <p:cBhvr>
                        <p:cTn dur="500"/>
                        <p:tgtEl>
                          <p:spTgt spid="50"/>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animEffect transition="in" filter="fade">
                      <p:cBhvr>
                        <p:cTn dur="500"/>
                        <p:tgtEl>
                          <p:spTgt spid="50"/>
                        </p:tgtEl>
                      </p:cBhvr>
                    </p:animEffect>
                  </p:childTnLst>
                </p:cTn>
              </p:par>
            </p:tnLst>
          </p:tmpl>
        </p:tmplLst>
      </p:bldP>
      <p:bldP spid="51" grpId="0" build="p" animBg="1">
        <p:tmplLst>
          <p:tmpl>
            <p:tnLst>
              <p:par>
                <p:cTn presetID="10"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animEffect transition="in" filter="fade">
                      <p:cBhvr>
                        <p:cTn dur="500"/>
                        <p:tgtEl>
                          <p:spTgt spid="51"/>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animEffect transition="in" filter="fade">
                      <p:cBhvr>
                        <p:cTn dur="500"/>
                        <p:tgtEl>
                          <p:spTgt spid="51"/>
                        </p:tgtEl>
                      </p:cBhvr>
                    </p:animEffect>
                  </p:childTnLst>
                </p:cTn>
              </p:par>
            </p:tnLst>
          </p:tmpl>
        </p:tmplLst>
      </p:bldP>
      <p:bldP spid="48"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AEB9645B-E98A-42E2-8A89-EC689429C2D8}"/>
              </a:ext>
            </a:extLst>
          </p:cNvPr>
          <p:cNvSpPr>
            <a:spLocks noGrp="1"/>
          </p:cNvSpPr>
          <p:nvPr>
            <p:ph type="pic" sz="quarter" idx="10" hasCustomPrompt="1"/>
          </p:nvPr>
        </p:nvSpPr>
        <p:spPr>
          <a:xfrm>
            <a:off x="0" y="0"/>
            <a:ext cx="9144000" cy="5715000"/>
          </a:xfrm>
          <a:prstGeom prst="rect">
            <a:avLst/>
          </a:prstGeom>
          <a:solidFill>
            <a:schemeClr val="bg1">
              <a:lumMod val="85000"/>
            </a:schemeClr>
          </a:solidFill>
        </p:spPr>
        <p:txBody>
          <a:bodyPr/>
          <a:lstStyle>
            <a:lvl1pPr>
              <a:buNone/>
              <a:defRPr/>
            </a:lvl1pPr>
          </a:lstStyle>
          <a:p>
            <a:r>
              <a:rPr lang="en-US" dirty="0"/>
              <a:t>background</a:t>
            </a:r>
          </a:p>
        </p:txBody>
      </p:sp>
      <p:sp>
        <p:nvSpPr>
          <p:cNvPr id="12" name="navbar-background">
            <a:extLst>
              <a:ext uri="{FF2B5EF4-FFF2-40B4-BE49-F238E27FC236}">
                <a16:creationId xmlns:a16="http://schemas.microsoft.com/office/drawing/2014/main" id="{0B550FED-FDFE-400F-A66B-5E2A68B6C6F6}"/>
              </a:ext>
            </a:extLst>
          </p:cNvPr>
          <p:cNvSpPr>
            <a:spLocks noGrp="1"/>
          </p:cNvSpPr>
          <p:nvPr>
            <p:ph sz="quarter" idx="17" hasCustomPrompt="1"/>
          </p:nvPr>
        </p:nvSpPr>
        <p:spPr>
          <a:xfrm>
            <a:off x="0" y="0"/>
            <a:ext cx="1554480" cy="571500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buNone/>
              <a:defRPr lang="en-US" sz="1404" dirty="0">
                <a:solidFill>
                  <a:schemeClr val="lt1"/>
                </a:solidFill>
              </a:defRPr>
            </a:lvl1pPr>
          </a:lstStyle>
          <a:p>
            <a:pPr marL="0" lvl="0" algn="ctr" defTabSz="713232"/>
            <a:r>
              <a:rPr lang="en-US" dirty="0"/>
              <a:t>Navbar-background</a:t>
            </a:r>
          </a:p>
        </p:txBody>
      </p:sp>
      <p:sp>
        <p:nvSpPr>
          <p:cNvPr id="15" name="circle-background">
            <a:extLst>
              <a:ext uri="{FF2B5EF4-FFF2-40B4-BE49-F238E27FC236}">
                <a16:creationId xmlns:a16="http://schemas.microsoft.com/office/drawing/2014/main" id="{4307AE6C-D3E8-4BD1-9215-CCBC161642CA}"/>
              </a:ext>
            </a:extLst>
          </p:cNvPr>
          <p:cNvSpPr>
            <a:spLocks noGrp="1" noChangeAspect="1"/>
          </p:cNvSpPr>
          <p:nvPr>
            <p:ph sz="quarter" idx="18" hasCustomPrompt="1"/>
          </p:nvPr>
        </p:nvSpPr>
        <p:spPr>
          <a:xfrm>
            <a:off x="3063240" y="411480"/>
            <a:ext cx="4572000" cy="4572000"/>
          </a:xfrm>
          <a:prstGeom prst="ellipse">
            <a:avLst/>
          </a:prstGeom>
          <a:solidFill>
            <a:srgbClr val="FFFFFF">
              <a:alpha val="85000"/>
            </a:srgbClr>
          </a:solidFill>
        </p:spPr>
        <p:txBody>
          <a:bodyPr/>
          <a:lstStyle>
            <a:lvl1pPr>
              <a:buNone/>
              <a:defRPr/>
            </a:lvl1pPr>
          </a:lstStyle>
          <a:p>
            <a:pPr lvl="0"/>
            <a:r>
              <a:rPr lang="en-US" dirty="0"/>
              <a:t>Circle-background</a:t>
            </a:r>
          </a:p>
        </p:txBody>
      </p:sp>
      <p:sp>
        <p:nvSpPr>
          <p:cNvPr id="8" name="title">
            <a:extLst>
              <a:ext uri="{FF2B5EF4-FFF2-40B4-BE49-F238E27FC236}">
                <a16:creationId xmlns:a16="http://schemas.microsoft.com/office/drawing/2014/main" id="{115AD74F-6597-4D11-84E3-F03F2DD9F1D0}"/>
              </a:ext>
            </a:extLst>
          </p:cNvPr>
          <p:cNvSpPr>
            <a:spLocks noGrp="1"/>
          </p:cNvSpPr>
          <p:nvPr>
            <p:ph type="body" sz="quarter" idx="12" hasCustomPrompt="1"/>
          </p:nvPr>
        </p:nvSpPr>
        <p:spPr>
          <a:xfrm>
            <a:off x="3836709" y="2329636"/>
            <a:ext cx="3007152" cy="590445"/>
          </a:xfrm>
          <a:prstGeom prst="rect">
            <a:avLst/>
          </a:prstGeom>
        </p:spPr>
        <p:txBody>
          <a:bodyPr lIns="0" tIns="0" rIns="0" bIns="0" anchor="ctr"/>
          <a:lstStyle>
            <a:lvl1pPr marL="0" indent="0" algn="ctr">
              <a:lnSpc>
                <a:spcPct val="100000"/>
              </a:lnSpc>
              <a:spcBef>
                <a:spcPts val="0"/>
              </a:spcBef>
              <a:buNone/>
              <a:defRPr sz="5400" b="1" cap="none" baseline="0">
                <a:solidFill>
                  <a:srgbClr val="014A81"/>
                </a:solidFill>
                <a:latin typeface="Avenir Next LT Pro" panose="020B0504020202020204" pitchFamily="34" charset="0"/>
              </a:defRPr>
            </a:lvl1pPr>
          </a:lstStyle>
          <a:p>
            <a:pPr lvl="0"/>
            <a:r>
              <a:rPr lang="en-US" dirty="0"/>
              <a:t>Title</a:t>
            </a:r>
          </a:p>
        </p:txBody>
      </p:sp>
      <p:sp>
        <p:nvSpPr>
          <p:cNvPr id="10" name="detail">
            <a:extLst>
              <a:ext uri="{FF2B5EF4-FFF2-40B4-BE49-F238E27FC236}">
                <a16:creationId xmlns:a16="http://schemas.microsoft.com/office/drawing/2014/main" id="{2177151D-518D-4586-8940-820C57BEEF5C}"/>
              </a:ext>
            </a:extLst>
          </p:cNvPr>
          <p:cNvSpPr>
            <a:spLocks noGrp="1"/>
          </p:cNvSpPr>
          <p:nvPr>
            <p:ph type="body" sz="quarter" idx="13" hasCustomPrompt="1"/>
          </p:nvPr>
        </p:nvSpPr>
        <p:spPr>
          <a:xfrm>
            <a:off x="3926264" y="848689"/>
            <a:ext cx="2917597" cy="904875"/>
          </a:xfrm>
          <a:prstGeom prst="rect">
            <a:avLst/>
          </a:prstGeom>
        </p:spPr>
        <p:txBody>
          <a:bodyPr lIns="0" tIns="0" rIns="0" bIns="0" anchor="ctr"/>
          <a:lstStyle>
            <a:lvl1pPr marL="0" indent="0" algn="ctr">
              <a:lnSpc>
                <a:spcPct val="100000"/>
              </a:lnSpc>
              <a:spcBef>
                <a:spcPts val="0"/>
              </a:spcBef>
              <a:buNone/>
              <a:defRPr sz="6000" b="0" cap="none" baseline="0">
                <a:solidFill>
                  <a:srgbClr val="113245"/>
                </a:solidFill>
                <a:latin typeface="Avenir Next LT Pro" panose="020B0504020202020204" pitchFamily="34" charset="0"/>
              </a:defRPr>
            </a:lvl1pPr>
          </a:lstStyle>
          <a:p>
            <a:pPr lvl="0"/>
            <a:r>
              <a:rPr lang="en-US" dirty="0"/>
              <a:t>Detail</a:t>
            </a:r>
          </a:p>
        </p:txBody>
      </p:sp>
      <p:sp>
        <p:nvSpPr>
          <p:cNvPr id="7" name="quote">
            <a:extLst>
              <a:ext uri="{FF2B5EF4-FFF2-40B4-BE49-F238E27FC236}">
                <a16:creationId xmlns:a16="http://schemas.microsoft.com/office/drawing/2014/main" id="{D28D1B06-F61E-46C8-8BE2-2C9EE74B3011}"/>
              </a:ext>
            </a:extLst>
          </p:cNvPr>
          <p:cNvSpPr>
            <a:spLocks noGrp="1"/>
          </p:cNvSpPr>
          <p:nvPr>
            <p:ph type="body" sz="quarter" idx="15" hasCustomPrompt="1"/>
          </p:nvPr>
        </p:nvSpPr>
        <p:spPr>
          <a:xfrm>
            <a:off x="3984942" y="3990326"/>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quote</a:t>
            </a:r>
          </a:p>
        </p:txBody>
      </p:sp>
      <p:sp>
        <p:nvSpPr>
          <p:cNvPr id="11" name="credits">
            <a:extLst>
              <a:ext uri="{FF2B5EF4-FFF2-40B4-BE49-F238E27FC236}">
                <a16:creationId xmlns:a16="http://schemas.microsoft.com/office/drawing/2014/main" id="{1B4EDC40-1BDE-452F-9CDF-5FFDDA12B832}"/>
              </a:ext>
            </a:extLst>
          </p:cNvPr>
          <p:cNvSpPr>
            <a:spLocks noGrp="1"/>
          </p:cNvSpPr>
          <p:nvPr>
            <p:ph type="body" sz="quarter" idx="16" hasCustomPrompt="1"/>
          </p:nvPr>
        </p:nvSpPr>
        <p:spPr>
          <a:xfrm>
            <a:off x="6548967" y="4538133"/>
            <a:ext cx="2400856" cy="940894"/>
          </a:xfrm>
          <a:prstGeom prst="rect">
            <a:avLst/>
          </a:prstGeom>
        </p:spPr>
        <p:txBody>
          <a:bodyPr anchor="b"/>
          <a:lstStyle>
            <a:lvl1pPr algn="r">
              <a:spcBef>
                <a:spcPts val="0"/>
              </a:spcBef>
              <a:buNone/>
              <a:defRPr sz="20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credits</a:t>
            </a:r>
          </a:p>
        </p:txBody>
      </p:sp>
      <p:sp>
        <p:nvSpPr>
          <p:cNvPr id="13" name="reference">
            <a:extLst>
              <a:ext uri="{FF2B5EF4-FFF2-40B4-BE49-F238E27FC236}">
                <a16:creationId xmlns:a16="http://schemas.microsoft.com/office/drawing/2014/main" id="{CE2545CB-1CAD-41DE-B9A3-343E29275833}"/>
              </a:ext>
            </a:extLst>
          </p:cNvPr>
          <p:cNvSpPr>
            <a:spLocks noGrp="1"/>
          </p:cNvSpPr>
          <p:nvPr>
            <p:ph type="body" sz="quarter" idx="20" hasCustomPrompt="1"/>
          </p:nvPr>
        </p:nvSpPr>
        <p:spPr>
          <a:xfrm>
            <a:off x="3984942" y="4470640"/>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reference</a:t>
            </a:r>
          </a:p>
        </p:txBody>
      </p:sp>
      <p:sp>
        <p:nvSpPr>
          <p:cNvPr id="3" name="logo">
            <a:extLst>
              <a:ext uri="{FF2B5EF4-FFF2-40B4-BE49-F238E27FC236}">
                <a16:creationId xmlns:a16="http://schemas.microsoft.com/office/drawing/2014/main" id="{D5C254D8-33A5-4125-A911-B875ACEA7E53}"/>
              </a:ext>
            </a:extLst>
          </p:cNvPr>
          <p:cNvSpPr>
            <a:spLocks noGrp="1"/>
          </p:cNvSpPr>
          <p:nvPr>
            <p:ph type="pic" sz="quarter" idx="19" hasCustomPrompt="1"/>
          </p:nvPr>
        </p:nvSpPr>
        <p:spPr>
          <a:xfrm>
            <a:off x="1668537" y="5029200"/>
            <a:ext cx="1828800" cy="457200"/>
          </a:xfrm>
          <a:prstGeom prst="rect">
            <a:avLst/>
          </a:prstGeom>
        </p:spPr>
        <p:txBody>
          <a:bodyPr/>
          <a:lstStyle>
            <a:lvl1pPr>
              <a:buNone/>
              <a:defRPr/>
            </a:lvl1pPr>
          </a:lstStyle>
          <a:p>
            <a:r>
              <a:rPr lang="en-US" dirty="0"/>
              <a:t>logo</a:t>
            </a:r>
          </a:p>
        </p:txBody>
      </p:sp>
      <p:sp>
        <p:nvSpPr>
          <p:cNvPr id="14" name="highlight">
            <a:extLst>
              <a:ext uri="{FF2B5EF4-FFF2-40B4-BE49-F238E27FC236}">
                <a16:creationId xmlns:a16="http://schemas.microsoft.com/office/drawing/2014/main" id="{C61CF084-E13F-49CD-A369-86E5602DA44D}"/>
              </a:ext>
            </a:extLst>
          </p:cNvPr>
          <p:cNvSpPr>
            <a:spLocks noGrp="1"/>
          </p:cNvSpPr>
          <p:nvPr>
            <p:ph sz="quarter" idx="22" hasCustomPrompt="1"/>
          </p:nvPr>
        </p:nvSpPr>
        <p:spPr>
          <a:xfrm>
            <a:off x="58311" y="542302"/>
            <a:ext cx="1450450" cy="306387"/>
          </a:xfrm>
          <a:prstGeom prst="roundRect">
            <a:avLst>
              <a:gd name="adj" fmla="val 22360"/>
            </a:avLst>
          </a:prstGeom>
          <a:solidFill>
            <a:srgbClr val="057A84"/>
          </a:solidFill>
          <a:ln>
            <a:noFill/>
          </a:ln>
        </p:spPr>
        <p:txBody>
          <a:bodyPr anchor="ctr"/>
          <a:lstStyle>
            <a:lvl1pPr algn="ctr">
              <a:buNone/>
              <a:defRPr sz="900"/>
            </a:lvl1pPr>
          </a:lstStyle>
          <a:p>
            <a:pPr lvl="0"/>
            <a:r>
              <a:rPr lang="en-US" dirty="0"/>
              <a:t>highlight</a:t>
            </a:r>
          </a:p>
        </p:txBody>
      </p:sp>
      <p:sp>
        <p:nvSpPr>
          <p:cNvPr id="6" name="navbar">
            <a:extLst>
              <a:ext uri="{FF2B5EF4-FFF2-40B4-BE49-F238E27FC236}">
                <a16:creationId xmlns:a16="http://schemas.microsoft.com/office/drawing/2014/main" id="{E9B9669B-7121-41D3-84BD-6DD37099A76E}"/>
              </a:ext>
            </a:extLst>
          </p:cNvPr>
          <p:cNvSpPr>
            <a:spLocks noGrp="1"/>
          </p:cNvSpPr>
          <p:nvPr>
            <p:ph type="body" sz="quarter" idx="21"/>
          </p:nvPr>
        </p:nvSpPr>
        <p:spPr>
          <a:xfrm>
            <a:off x="-79512" y="0"/>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
        <p:nvSpPr>
          <p:cNvPr id="5" name="callout">
            <a:extLst>
              <a:ext uri="{FF2B5EF4-FFF2-40B4-BE49-F238E27FC236}">
                <a16:creationId xmlns:a16="http://schemas.microsoft.com/office/drawing/2014/main" id="{24980923-FB96-4E12-B290-EAFB8C34AF3B}"/>
              </a:ext>
            </a:extLst>
          </p:cNvPr>
          <p:cNvSpPr>
            <a:spLocks noGrp="1"/>
          </p:cNvSpPr>
          <p:nvPr>
            <p:ph type="body" sz="quarter" idx="23" hasCustomPrompt="1"/>
          </p:nvPr>
        </p:nvSpPr>
        <p:spPr>
          <a:xfrm>
            <a:off x="3836988" y="3257550"/>
            <a:ext cx="3006725" cy="444500"/>
          </a:xfrm>
          <a:prstGeom prst="roundRect">
            <a:avLst>
              <a:gd name="adj" fmla="val 26137"/>
            </a:avLst>
          </a:prstGeom>
          <a:solidFill>
            <a:srgbClr val="014A81"/>
          </a:solidFill>
        </p:spPr>
        <p:txBody>
          <a:bodyPr anchor="ctr"/>
          <a:lstStyle>
            <a:lvl1pPr algn="ctr">
              <a:buNone/>
              <a:defRPr>
                <a:solidFill>
                  <a:schemeClr val="bg1"/>
                </a:solidFill>
                <a:latin typeface="Avenir Next LT Pro" panose="020B0504020202020204" pitchFamily="34" charset="0"/>
              </a:defRPr>
            </a:lvl1pPr>
          </a:lstStyle>
          <a:p>
            <a:pPr lvl="0"/>
            <a:r>
              <a:rPr lang="en-US" dirty="0"/>
              <a:t>callout</a:t>
            </a:r>
          </a:p>
        </p:txBody>
      </p:sp>
      <p:sp>
        <p:nvSpPr>
          <p:cNvPr id="9" name="copyright">
            <a:extLst>
              <a:ext uri="{FF2B5EF4-FFF2-40B4-BE49-F238E27FC236}">
                <a16:creationId xmlns:a16="http://schemas.microsoft.com/office/drawing/2014/main" id="{000CC8A8-8C0E-4E6E-91F4-36696E1A12E1}"/>
              </a:ext>
            </a:extLst>
          </p:cNvPr>
          <p:cNvSpPr>
            <a:spLocks noGrp="1"/>
          </p:cNvSpPr>
          <p:nvPr>
            <p:ph type="body" sz="quarter" idx="24" hasCustomPrompt="1"/>
          </p:nvPr>
        </p:nvSpPr>
        <p:spPr>
          <a:xfrm>
            <a:off x="1554164" y="5505027"/>
            <a:ext cx="7603461" cy="209973"/>
          </a:xfrm>
          <a:prstGeom prst="rect">
            <a:avLst/>
          </a:prstGeom>
        </p:spPr>
        <p:txBody>
          <a:bodyPr lIns="0" tIns="0" rIns="0" bIns="0" anchor="ctr"/>
          <a:lstStyle>
            <a:lvl1pPr algn="ctr">
              <a:spcBef>
                <a:spcPts val="0"/>
              </a:spcBef>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copyright</a:t>
            </a:r>
          </a:p>
        </p:txBody>
      </p:sp>
      <p:sp>
        <p:nvSpPr>
          <p:cNvPr id="16" name="leader">
            <a:extLst>
              <a:ext uri="{FF2B5EF4-FFF2-40B4-BE49-F238E27FC236}">
                <a16:creationId xmlns:a16="http://schemas.microsoft.com/office/drawing/2014/main" id="{C02578DB-0DB7-4085-90A0-F5FFA0FA8DCA}"/>
              </a:ext>
            </a:extLst>
          </p:cNvPr>
          <p:cNvSpPr>
            <a:spLocks noGrp="1"/>
          </p:cNvSpPr>
          <p:nvPr>
            <p:ph type="body" sz="quarter" idx="25" hasCustomPrompt="1"/>
          </p:nvPr>
        </p:nvSpPr>
        <p:spPr>
          <a:xfrm>
            <a:off x="6108192" y="5093208"/>
            <a:ext cx="2837543" cy="415925"/>
          </a:xfrm>
          <a:prstGeom prst="rect">
            <a:avLst/>
          </a:prstGeom>
        </p:spPr>
        <p:txBody>
          <a:bodyPr anchor="ctr"/>
          <a:lstStyle>
            <a:lvl1pPr marL="0" indent="0" algn="r">
              <a:buNone/>
              <a:defRPr cap="small" baseline="0">
                <a:solidFill>
                  <a:schemeClr val="bg1"/>
                </a:solidFill>
                <a:latin typeface="Avenir Next LT Pro" panose="020B0504020202020204" pitchFamily="34" charset="0"/>
              </a:defRPr>
            </a:lvl1pPr>
          </a:lstStyle>
          <a:p>
            <a:pPr lvl="0"/>
            <a:r>
              <a:rPr lang="en-US" dirty="0"/>
              <a:t>Leader</a:t>
            </a:r>
          </a:p>
        </p:txBody>
      </p:sp>
    </p:spTree>
    <p:extLst>
      <p:ext uri="{BB962C8B-B14F-4D97-AF65-F5344CB8AC3E}">
        <p14:creationId xmlns:p14="http://schemas.microsoft.com/office/powerpoint/2010/main" val="20788469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AEB9645B-E98A-42E2-8A89-EC689429C2D8}"/>
              </a:ext>
            </a:extLst>
          </p:cNvPr>
          <p:cNvSpPr>
            <a:spLocks noGrp="1"/>
          </p:cNvSpPr>
          <p:nvPr>
            <p:ph type="pic" sz="quarter" idx="10" hasCustomPrompt="1"/>
          </p:nvPr>
        </p:nvSpPr>
        <p:spPr>
          <a:xfrm>
            <a:off x="0" y="0"/>
            <a:ext cx="9144000" cy="5715000"/>
          </a:xfrm>
          <a:prstGeom prst="rect">
            <a:avLst/>
          </a:prstGeom>
          <a:solidFill>
            <a:schemeClr val="bg1">
              <a:lumMod val="85000"/>
            </a:schemeClr>
          </a:solidFill>
        </p:spPr>
        <p:txBody>
          <a:bodyPr/>
          <a:lstStyle>
            <a:lvl1pPr>
              <a:buNone/>
              <a:defRPr/>
            </a:lvl1pPr>
          </a:lstStyle>
          <a:p>
            <a:r>
              <a:rPr lang="en-US" dirty="0"/>
              <a:t>background</a:t>
            </a:r>
          </a:p>
        </p:txBody>
      </p:sp>
      <p:sp>
        <p:nvSpPr>
          <p:cNvPr id="12" name="navbar-background">
            <a:extLst>
              <a:ext uri="{FF2B5EF4-FFF2-40B4-BE49-F238E27FC236}">
                <a16:creationId xmlns:a16="http://schemas.microsoft.com/office/drawing/2014/main" id="{0B550FED-FDFE-400F-A66B-5E2A68B6C6F6}"/>
              </a:ext>
            </a:extLst>
          </p:cNvPr>
          <p:cNvSpPr>
            <a:spLocks noGrp="1"/>
          </p:cNvSpPr>
          <p:nvPr>
            <p:ph sz="quarter" idx="17" hasCustomPrompt="1"/>
          </p:nvPr>
        </p:nvSpPr>
        <p:spPr>
          <a:xfrm>
            <a:off x="0" y="0"/>
            <a:ext cx="1554480" cy="571500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buNone/>
              <a:defRPr lang="en-US" sz="1404" dirty="0">
                <a:solidFill>
                  <a:schemeClr val="lt1"/>
                </a:solidFill>
              </a:defRPr>
            </a:lvl1pPr>
          </a:lstStyle>
          <a:p>
            <a:pPr marL="0" lvl="0" algn="ctr" defTabSz="713232"/>
            <a:r>
              <a:rPr lang="en-US" dirty="0"/>
              <a:t>Navbar-background</a:t>
            </a:r>
          </a:p>
        </p:txBody>
      </p:sp>
      <p:sp>
        <p:nvSpPr>
          <p:cNvPr id="15" name="circle-background">
            <a:extLst>
              <a:ext uri="{FF2B5EF4-FFF2-40B4-BE49-F238E27FC236}">
                <a16:creationId xmlns:a16="http://schemas.microsoft.com/office/drawing/2014/main" id="{4307AE6C-D3E8-4BD1-9215-CCBC161642CA}"/>
              </a:ext>
            </a:extLst>
          </p:cNvPr>
          <p:cNvSpPr>
            <a:spLocks noGrp="1" noChangeAspect="1"/>
          </p:cNvSpPr>
          <p:nvPr>
            <p:ph sz="quarter" idx="18" hasCustomPrompt="1"/>
          </p:nvPr>
        </p:nvSpPr>
        <p:spPr>
          <a:xfrm>
            <a:off x="3063240" y="411480"/>
            <a:ext cx="4572000" cy="4572000"/>
          </a:xfrm>
          <a:prstGeom prst="ellipse">
            <a:avLst/>
          </a:prstGeom>
          <a:solidFill>
            <a:srgbClr val="FFFFFF">
              <a:alpha val="85000"/>
            </a:srgbClr>
          </a:solidFill>
        </p:spPr>
        <p:txBody>
          <a:bodyPr/>
          <a:lstStyle>
            <a:lvl1pPr>
              <a:buNone/>
              <a:defRPr/>
            </a:lvl1pPr>
          </a:lstStyle>
          <a:p>
            <a:pPr lvl="0"/>
            <a:r>
              <a:rPr lang="en-US" dirty="0"/>
              <a:t>Circle-background</a:t>
            </a:r>
          </a:p>
        </p:txBody>
      </p:sp>
      <p:sp>
        <p:nvSpPr>
          <p:cNvPr id="8" name="title">
            <a:extLst>
              <a:ext uri="{FF2B5EF4-FFF2-40B4-BE49-F238E27FC236}">
                <a16:creationId xmlns:a16="http://schemas.microsoft.com/office/drawing/2014/main" id="{115AD74F-6597-4D11-84E3-F03F2DD9F1D0}"/>
              </a:ext>
            </a:extLst>
          </p:cNvPr>
          <p:cNvSpPr>
            <a:spLocks noGrp="1"/>
          </p:cNvSpPr>
          <p:nvPr>
            <p:ph type="body" sz="quarter" idx="12" hasCustomPrompt="1"/>
          </p:nvPr>
        </p:nvSpPr>
        <p:spPr>
          <a:xfrm>
            <a:off x="3836709" y="2329636"/>
            <a:ext cx="3007152" cy="590445"/>
          </a:xfrm>
          <a:prstGeom prst="rect">
            <a:avLst/>
          </a:prstGeom>
        </p:spPr>
        <p:txBody>
          <a:bodyPr lIns="0" tIns="0" rIns="0" bIns="0" anchor="ctr"/>
          <a:lstStyle>
            <a:lvl1pPr marL="0" indent="0" algn="ctr">
              <a:lnSpc>
                <a:spcPct val="100000"/>
              </a:lnSpc>
              <a:spcBef>
                <a:spcPts val="0"/>
              </a:spcBef>
              <a:buNone/>
              <a:defRPr sz="5400" b="1" cap="none" baseline="0">
                <a:solidFill>
                  <a:srgbClr val="014A81"/>
                </a:solidFill>
                <a:latin typeface="Avenir Next LT Pro" panose="020B0504020202020204" pitchFamily="34" charset="0"/>
              </a:defRPr>
            </a:lvl1pPr>
          </a:lstStyle>
          <a:p>
            <a:pPr lvl="0"/>
            <a:r>
              <a:rPr lang="en-US" dirty="0"/>
              <a:t>Title</a:t>
            </a:r>
          </a:p>
        </p:txBody>
      </p:sp>
      <p:sp>
        <p:nvSpPr>
          <p:cNvPr id="10" name="detail">
            <a:extLst>
              <a:ext uri="{FF2B5EF4-FFF2-40B4-BE49-F238E27FC236}">
                <a16:creationId xmlns:a16="http://schemas.microsoft.com/office/drawing/2014/main" id="{2177151D-518D-4586-8940-820C57BEEF5C}"/>
              </a:ext>
            </a:extLst>
          </p:cNvPr>
          <p:cNvSpPr>
            <a:spLocks noGrp="1"/>
          </p:cNvSpPr>
          <p:nvPr>
            <p:ph type="body" sz="quarter" idx="13" hasCustomPrompt="1"/>
          </p:nvPr>
        </p:nvSpPr>
        <p:spPr>
          <a:xfrm>
            <a:off x="3926264" y="848689"/>
            <a:ext cx="2917597" cy="904875"/>
          </a:xfrm>
          <a:prstGeom prst="rect">
            <a:avLst/>
          </a:prstGeom>
        </p:spPr>
        <p:txBody>
          <a:bodyPr lIns="0" tIns="0" rIns="0" bIns="0" anchor="ctr"/>
          <a:lstStyle>
            <a:lvl1pPr marL="0" indent="0" algn="ctr">
              <a:lnSpc>
                <a:spcPct val="100000"/>
              </a:lnSpc>
              <a:spcBef>
                <a:spcPts val="0"/>
              </a:spcBef>
              <a:buNone/>
              <a:defRPr sz="6000" b="1" cap="none" baseline="0">
                <a:solidFill>
                  <a:srgbClr val="113245"/>
                </a:solidFill>
                <a:latin typeface="Avenir Next LT Pro" panose="020B0504020202020204" pitchFamily="34" charset="0"/>
              </a:defRPr>
            </a:lvl1pPr>
          </a:lstStyle>
          <a:p>
            <a:pPr lvl="0"/>
            <a:r>
              <a:rPr lang="en-US" dirty="0"/>
              <a:t>Detail</a:t>
            </a:r>
          </a:p>
        </p:txBody>
      </p:sp>
      <p:sp>
        <p:nvSpPr>
          <p:cNvPr id="7" name="quote">
            <a:extLst>
              <a:ext uri="{FF2B5EF4-FFF2-40B4-BE49-F238E27FC236}">
                <a16:creationId xmlns:a16="http://schemas.microsoft.com/office/drawing/2014/main" id="{D28D1B06-F61E-46C8-8BE2-2C9EE74B3011}"/>
              </a:ext>
            </a:extLst>
          </p:cNvPr>
          <p:cNvSpPr>
            <a:spLocks noGrp="1"/>
          </p:cNvSpPr>
          <p:nvPr>
            <p:ph type="body" sz="quarter" idx="15" hasCustomPrompt="1"/>
          </p:nvPr>
        </p:nvSpPr>
        <p:spPr>
          <a:xfrm>
            <a:off x="3984942" y="3990326"/>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quote</a:t>
            </a:r>
          </a:p>
        </p:txBody>
      </p:sp>
      <p:sp>
        <p:nvSpPr>
          <p:cNvPr id="11" name="credits">
            <a:extLst>
              <a:ext uri="{FF2B5EF4-FFF2-40B4-BE49-F238E27FC236}">
                <a16:creationId xmlns:a16="http://schemas.microsoft.com/office/drawing/2014/main" id="{1B4EDC40-1BDE-452F-9CDF-5FFDDA12B832}"/>
              </a:ext>
            </a:extLst>
          </p:cNvPr>
          <p:cNvSpPr>
            <a:spLocks noGrp="1"/>
          </p:cNvSpPr>
          <p:nvPr>
            <p:ph type="body" sz="quarter" idx="16" hasCustomPrompt="1"/>
          </p:nvPr>
        </p:nvSpPr>
        <p:spPr>
          <a:xfrm>
            <a:off x="6548967" y="4538133"/>
            <a:ext cx="2400856" cy="940894"/>
          </a:xfrm>
          <a:prstGeom prst="rect">
            <a:avLst/>
          </a:prstGeom>
        </p:spPr>
        <p:txBody>
          <a:bodyPr anchor="b"/>
          <a:lstStyle>
            <a:lvl1pPr algn="r">
              <a:spcBef>
                <a:spcPts val="0"/>
              </a:spcBef>
              <a:buNone/>
              <a:defRPr sz="20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credits</a:t>
            </a:r>
          </a:p>
        </p:txBody>
      </p:sp>
      <p:sp>
        <p:nvSpPr>
          <p:cNvPr id="13" name="reference">
            <a:extLst>
              <a:ext uri="{FF2B5EF4-FFF2-40B4-BE49-F238E27FC236}">
                <a16:creationId xmlns:a16="http://schemas.microsoft.com/office/drawing/2014/main" id="{CE2545CB-1CAD-41DE-B9A3-343E29275833}"/>
              </a:ext>
            </a:extLst>
          </p:cNvPr>
          <p:cNvSpPr>
            <a:spLocks noGrp="1"/>
          </p:cNvSpPr>
          <p:nvPr>
            <p:ph type="body" sz="quarter" idx="20" hasCustomPrompt="1"/>
          </p:nvPr>
        </p:nvSpPr>
        <p:spPr>
          <a:xfrm>
            <a:off x="3984942" y="4470640"/>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reference</a:t>
            </a:r>
          </a:p>
        </p:txBody>
      </p:sp>
      <p:sp>
        <p:nvSpPr>
          <p:cNvPr id="3" name="logo">
            <a:extLst>
              <a:ext uri="{FF2B5EF4-FFF2-40B4-BE49-F238E27FC236}">
                <a16:creationId xmlns:a16="http://schemas.microsoft.com/office/drawing/2014/main" id="{D5C254D8-33A5-4125-A911-B875ACEA7E53}"/>
              </a:ext>
            </a:extLst>
          </p:cNvPr>
          <p:cNvSpPr>
            <a:spLocks noGrp="1"/>
          </p:cNvSpPr>
          <p:nvPr>
            <p:ph type="pic" sz="quarter" idx="19" hasCustomPrompt="1"/>
          </p:nvPr>
        </p:nvSpPr>
        <p:spPr>
          <a:xfrm>
            <a:off x="1668537" y="5029200"/>
            <a:ext cx="1828800" cy="457200"/>
          </a:xfrm>
          <a:prstGeom prst="rect">
            <a:avLst/>
          </a:prstGeom>
        </p:spPr>
        <p:txBody>
          <a:bodyPr/>
          <a:lstStyle>
            <a:lvl1pPr>
              <a:buNone/>
              <a:defRPr/>
            </a:lvl1pPr>
          </a:lstStyle>
          <a:p>
            <a:r>
              <a:rPr lang="en-US" dirty="0"/>
              <a:t>logo</a:t>
            </a:r>
          </a:p>
        </p:txBody>
      </p:sp>
      <p:sp>
        <p:nvSpPr>
          <p:cNvPr id="28" name="highlight">
            <a:extLst>
              <a:ext uri="{FF2B5EF4-FFF2-40B4-BE49-F238E27FC236}">
                <a16:creationId xmlns:a16="http://schemas.microsoft.com/office/drawing/2014/main" id="{A33580DC-3D3A-465D-96F6-1519354675F4}"/>
              </a:ext>
            </a:extLst>
          </p:cNvPr>
          <p:cNvSpPr>
            <a:spLocks noGrp="1"/>
          </p:cNvSpPr>
          <p:nvPr>
            <p:ph type="body" sz="quarter" idx="36" hasCustomPrompt="1"/>
          </p:nvPr>
        </p:nvSpPr>
        <p:spPr>
          <a:xfrm>
            <a:off x="53078" y="482274"/>
            <a:ext cx="1449387" cy="338455"/>
          </a:xfrm>
          <a:prstGeom prst="roundRect">
            <a:avLst>
              <a:gd name="adj" fmla="val 18293"/>
            </a:avLst>
          </a:prstGeom>
          <a:solidFill>
            <a:srgbClr val="057A84"/>
          </a:solidFill>
        </p:spPr>
        <p:txBody>
          <a:bodyPr/>
          <a:lstStyle>
            <a:lvl1pPr marL="0" indent="0">
              <a:buFont typeface="Arial" panose="020B0604020202020204" pitchFamily="34" charset="0"/>
              <a:buNone/>
              <a:defRPr sz="1600"/>
            </a:lvl1pPr>
          </a:lstStyle>
          <a:p>
            <a:pPr lvl="0"/>
            <a:r>
              <a:rPr lang="en-US" dirty="0"/>
              <a:t>highlight</a:t>
            </a:r>
          </a:p>
        </p:txBody>
      </p:sp>
      <p:sp>
        <p:nvSpPr>
          <p:cNvPr id="6" name="navbar">
            <a:extLst>
              <a:ext uri="{FF2B5EF4-FFF2-40B4-BE49-F238E27FC236}">
                <a16:creationId xmlns:a16="http://schemas.microsoft.com/office/drawing/2014/main" id="{E9B9669B-7121-41D3-84BD-6DD37099A76E}"/>
              </a:ext>
            </a:extLst>
          </p:cNvPr>
          <p:cNvSpPr>
            <a:spLocks noGrp="1"/>
          </p:cNvSpPr>
          <p:nvPr>
            <p:ph type="body" sz="quarter" idx="21"/>
          </p:nvPr>
        </p:nvSpPr>
        <p:spPr>
          <a:xfrm>
            <a:off x="-79512" y="0"/>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
        <p:nvSpPr>
          <p:cNvPr id="31" name="callout">
            <a:extLst>
              <a:ext uri="{FF2B5EF4-FFF2-40B4-BE49-F238E27FC236}">
                <a16:creationId xmlns:a16="http://schemas.microsoft.com/office/drawing/2014/main" id="{5555FF73-0CDC-424B-AD6C-6AA9A6095B25}"/>
              </a:ext>
            </a:extLst>
          </p:cNvPr>
          <p:cNvSpPr>
            <a:spLocks noGrp="1"/>
          </p:cNvSpPr>
          <p:nvPr>
            <p:ph type="body" sz="quarter" idx="38" hasCustomPrompt="1"/>
          </p:nvPr>
        </p:nvSpPr>
        <p:spPr>
          <a:xfrm>
            <a:off x="3410940" y="3270391"/>
            <a:ext cx="1662113" cy="444500"/>
          </a:xfrm>
          <a:prstGeom prst="roundRect">
            <a:avLst>
              <a:gd name="adj" fmla="val 26702"/>
            </a:avLst>
          </a:prstGeom>
          <a:solidFill>
            <a:srgbClr val="014A81"/>
          </a:solidFill>
        </p:spPr>
        <p:txBody>
          <a:bodyPr anchor="ctr"/>
          <a:lstStyle>
            <a:lvl1pPr marL="0" indent="0" algn="ctr">
              <a:buNone/>
              <a:defRPr>
                <a:solidFill>
                  <a:schemeClr val="bg1"/>
                </a:solidFill>
                <a:latin typeface="Avenir Next LT Pro" panose="020B0504020202020204" pitchFamily="34" charset="0"/>
              </a:defRPr>
            </a:lvl1pPr>
          </a:lstStyle>
          <a:p>
            <a:pPr lvl="0"/>
            <a:r>
              <a:rPr lang="en-US" dirty="0"/>
              <a:t>callout</a:t>
            </a:r>
          </a:p>
        </p:txBody>
      </p:sp>
      <p:sp>
        <p:nvSpPr>
          <p:cNvPr id="9" name="copyright">
            <a:extLst>
              <a:ext uri="{FF2B5EF4-FFF2-40B4-BE49-F238E27FC236}">
                <a16:creationId xmlns:a16="http://schemas.microsoft.com/office/drawing/2014/main" id="{000CC8A8-8C0E-4E6E-91F4-36696E1A12E1}"/>
              </a:ext>
            </a:extLst>
          </p:cNvPr>
          <p:cNvSpPr>
            <a:spLocks noGrp="1"/>
          </p:cNvSpPr>
          <p:nvPr>
            <p:ph type="body" sz="quarter" idx="24" hasCustomPrompt="1"/>
          </p:nvPr>
        </p:nvSpPr>
        <p:spPr>
          <a:xfrm>
            <a:off x="1554164" y="5550751"/>
            <a:ext cx="7603461" cy="118525"/>
          </a:xfrm>
          <a:prstGeom prst="rect">
            <a:avLst/>
          </a:prstGeom>
        </p:spPr>
        <p:txBody>
          <a:bodyPr lIns="0" tIns="0" rIns="0" bIns="0" anchor="ctr"/>
          <a:lstStyle>
            <a:lvl1pPr algn="ctr">
              <a:spcBef>
                <a:spcPts val="0"/>
              </a:spcBef>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copyright</a:t>
            </a:r>
          </a:p>
        </p:txBody>
      </p:sp>
      <p:sp>
        <p:nvSpPr>
          <p:cNvPr id="16" name="leader">
            <a:extLst>
              <a:ext uri="{FF2B5EF4-FFF2-40B4-BE49-F238E27FC236}">
                <a16:creationId xmlns:a16="http://schemas.microsoft.com/office/drawing/2014/main" id="{C02578DB-0DB7-4085-90A0-F5FFA0FA8DCA}"/>
              </a:ext>
            </a:extLst>
          </p:cNvPr>
          <p:cNvSpPr>
            <a:spLocks noGrp="1"/>
          </p:cNvSpPr>
          <p:nvPr>
            <p:ph type="body" sz="quarter" idx="25" hasCustomPrompt="1"/>
          </p:nvPr>
        </p:nvSpPr>
        <p:spPr>
          <a:xfrm>
            <a:off x="6108192" y="5093208"/>
            <a:ext cx="2837543" cy="420624"/>
          </a:xfrm>
          <a:prstGeom prst="rect">
            <a:avLst/>
          </a:prstGeom>
        </p:spPr>
        <p:txBody>
          <a:bodyPr anchor="ctr"/>
          <a:lstStyle>
            <a:lvl1pPr marL="0" indent="0" algn="r">
              <a:buNone/>
              <a:defRPr cap="small" baseline="0">
                <a:solidFill>
                  <a:schemeClr val="bg1"/>
                </a:solidFill>
                <a:latin typeface="Avenir Next LT Pro" panose="020B0504020202020204" pitchFamily="34" charset="0"/>
              </a:defRPr>
            </a:lvl1pPr>
          </a:lstStyle>
          <a:p>
            <a:pPr lvl="0"/>
            <a:r>
              <a:rPr lang="en-US" dirty="0"/>
              <a:t>Leader</a:t>
            </a:r>
          </a:p>
        </p:txBody>
      </p:sp>
      <p:sp>
        <p:nvSpPr>
          <p:cNvPr id="17" name="esp-title">
            <a:extLst>
              <a:ext uri="{FF2B5EF4-FFF2-40B4-BE49-F238E27FC236}">
                <a16:creationId xmlns:a16="http://schemas.microsoft.com/office/drawing/2014/main" id="{DAF42457-8B43-4BE6-8458-681251A8F816}"/>
              </a:ext>
            </a:extLst>
          </p:cNvPr>
          <p:cNvSpPr>
            <a:spLocks noGrp="1"/>
          </p:cNvSpPr>
          <p:nvPr>
            <p:ph type="body" sz="quarter" idx="26" hasCustomPrompt="1"/>
          </p:nvPr>
        </p:nvSpPr>
        <p:spPr>
          <a:xfrm>
            <a:off x="3989109" y="2482036"/>
            <a:ext cx="3007152" cy="590445"/>
          </a:xfrm>
          <a:prstGeom prst="rect">
            <a:avLst/>
          </a:prstGeom>
        </p:spPr>
        <p:txBody>
          <a:bodyPr lIns="0" tIns="0" rIns="0" bIns="0" anchor="ctr"/>
          <a:lstStyle>
            <a:lvl1pPr marL="0" indent="0" algn="ctr">
              <a:lnSpc>
                <a:spcPct val="100000"/>
              </a:lnSpc>
              <a:spcBef>
                <a:spcPts val="0"/>
              </a:spcBef>
              <a:buNone/>
              <a:defRPr sz="5400" b="1" cap="none" baseline="0">
                <a:solidFill>
                  <a:srgbClr val="014A81"/>
                </a:solidFill>
                <a:latin typeface="Avenir Next LT Pro" panose="020B0504020202020204" pitchFamily="34" charset="0"/>
              </a:defRPr>
            </a:lvl1pPr>
          </a:lstStyle>
          <a:p>
            <a:pPr lvl="0"/>
            <a:r>
              <a:rPr lang="en-US" dirty="0"/>
              <a:t>Title</a:t>
            </a:r>
          </a:p>
        </p:txBody>
      </p:sp>
      <p:sp>
        <p:nvSpPr>
          <p:cNvPr id="18" name="esp-detail">
            <a:extLst>
              <a:ext uri="{FF2B5EF4-FFF2-40B4-BE49-F238E27FC236}">
                <a16:creationId xmlns:a16="http://schemas.microsoft.com/office/drawing/2014/main" id="{33D4B0F1-EF15-48BB-8E2F-BFC5E757FD1D}"/>
              </a:ext>
            </a:extLst>
          </p:cNvPr>
          <p:cNvSpPr>
            <a:spLocks noGrp="1"/>
          </p:cNvSpPr>
          <p:nvPr>
            <p:ph type="body" sz="quarter" idx="27" hasCustomPrompt="1"/>
          </p:nvPr>
        </p:nvSpPr>
        <p:spPr>
          <a:xfrm>
            <a:off x="4078664" y="1001089"/>
            <a:ext cx="2917597" cy="904875"/>
          </a:xfrm>
          <a:prstGeom prst="rect">
            <a:avLst/>
          </a:prstGeom>
        </p:spPr>
        <p:txBody>
          <a:bodyPr lIns="0" tIns="0" rIns="0" bIns="0" anchor="ctr"/>
          <a:lstStyle>
            <a:lvl1pPr marL="0" indent="0" algn="ctr">
              <a:lnSpc>
                <a:spcPct val="100000"/>
              </a:lnSpc>
              <a:spcBef>
                <a:spcPts val="0"/>
              </a:spcBef>
              <a:buNone/>
              <a:defRPr sz="6000" b="1" cap="none" baseline="0">
                <a:solidFill>
                  <a:srgbClr val="113245"/>
                </a:solidFill>
                <a:latin typeface="Avenir Next LT Pro" panose="020B0504020202020204" pitchFamily="34" charset="0"/>
              </a:defRPr>
            </a:lvl1pPr>
          </a:lstStyle>
          <a:p>
            <a:pPr lvl="0"/>
            <a:r>
              <a:rPr lang="en-US" dirty="0"/>
              <a:t>Detail</a:t>
            </a:r>
          </a:p>
        </p:txBody>
      </p:sp>
      <p:sp>
        <p:nvSpPr>
          <p:cNvPr id="19" name="esp-quote">
            <a:extLst>
              <a:ext uri="{FF2B5EF4-FFF2-40B4-BE49-F238E27FC236}">
                <a16:creationId xmlns:a16="http://schemas.microsoft.com/office/drawing/2014/main" id="{7FB4866D-503C-46C5-9CC9-32FA979E397E}"/>
              </a:ext>
            </a:extLst>
          </p:cNvPr>
          <p:cNvSpPr>
            <a:spLocks noGrp="1"/>
          </p:cNvSpPr>
          <p:nvPr>
            <p:ph type="body" sz="quarter" idx="28" hasCustomPrompt="1"/>
          </p:nvPr>
        </p:nvSpPr>
        <p:spPr>
          <a:xfrm>
            <a:off x="4137342" y="4142726"/>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quote</a:t>
            </a:r>
          </a:p>
        </p:txBody>
      </p:sp>
      <p:sp>
        <p:nvSpPr>
          <p:cNvPr id="20" name="esp-credits">
            <a:extLst>
              <a:ext uri="{FF2B5EF4-FFF2-40B4-BE49-F238E27FC236}">
                <a16:creationId xmlns:a16="http://schemas.microsoft.com/office/drawing/2014/main" id="{F70D7E14-764E-445B-A94F-62EDA7CA65D3}"/>
              </a:ext>
            </a:extLst>
          </p:cNvPr>
          <p:cNvSpPr>
            <a:spLocks noGrp="1"/>
          </p:cNvSpPr>
          <p:nvPr>
            <p:ph type="body" sz="quarter" idx="29" hasCustomPrompt="1"/>
          </p:nvPr>
        </p:nvSpPr>
        <p:spPr>
          <a:xfrm>
            <a:off x="6559844" y="4549012"/>
            <a:ext cx="2400856" cy="940894"/>
          </a:xfrm>
          <a:prstGeom prst="rect">
            <a:avLst/>
          </a:prstGeom>
        </p:spPr>
        <p:txBody>
          <a:bodyPr anchor="b"/>
          <a:lstStyle>
            <a:lvl1pPr algn="r">
              <a:spcBef>
                <a:spcPts val="0"/>
              </a:spcBef>
              <a:buNone/>
              <a:defRPr sz="20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credits</a:t>
            </a:r>
          </a:p>
        </p:txBody>
      </p:sp>
      <p:sp>
        <p:nvSpPr>
          <p:cNvPr id="21" name="esp-reference">
            <a:extLst>
              <a:ext uri="{FF2B5EF4-FFF2-40B4-BE49-F238E27FC236}">
                <a16:creationId xmlns:a16="http://schemas.microsoft.com/office/drawing/2014/main" id="{CBD09730-1303-4D7B-920D-D59F64FC4E5F}"/>
              </a:ext>
            </a:extLst>
          </p:cNvPr>
          <p:cNvSpPr>
            <a:spLocks noGrp="1"/>
          </p:cNvSpPr>
          <p:nvPr>
            <p:ph type="body" sz="quarter" idx="30" hasCustomPrompt="1"/>
          </p:nvPr>
        </p:nvSpPr>
        <p:spPr>
          <a:xfrm>
            <a:off x="4137342" y="4623040"/>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reference</a:t>
            </a:r>
          </a:p>
        </p:txBody>
      </p:sp>
      <p:sp>
        <p:nvSpPr>
          <p:cNvPr id="22" name="esp-logo">
            <a:extLst>
              <a:ext uri="{FF2B5EF4-FFF2-40B4-BE49-F238E27FC236}">
                <a16:creationId xmlns:a16="http://schemas.microsoft.com/office/drawing/2014/main" id="{A449D713-59D3-43EE-BB66-B5747C9C60A2}"/>
              </a:ext>
            </a:extLst>
          </p:cNvPr>
          <p:cNvSpPr>
            <a:spLocks noGrp="1"/>
          </p:cNvSpPr>
          <p:nvPr>
            <p:ph type="pic" sz="quarter" idx="31" hasCustomPrompt="1"/>
          </p:nvPr>
        </p:nvSpPr>
        <p:spPr>
          <a:xfrm>
            <a:off x="1668537" y="5028697"/>
            <a:ext cx="1828800" cy="457200"/>
          </a:xfrm>
          <a:prstGeom prst="rect">
            <a:avLst/>
          </a:prstGeom>
        </p:spPr>
        <p:txBody>
          <a:bodyPr/>
          <a:lstStyle>
            <a:lvl1pPr>
              <a:buNone/>
              <a:defRPr/>
            </a:lvl1pPr>
          </a:lstStyle>
          <a:p>
            <a:r>
              <a:rPr lang="en-US" dirty="0"/>
              <a:t>logo</a:t>
            </a:r>
          </a:p>
        </p:txBody>
      </p:sp>
      <p:sp>
        <p:nvSpPr>
          <p:cNvPr id="29" name="esp-highlight">
            <a:extLst>
              <a:ext uri="{FF2B5EF4-FFF2-40B4-BE49-F238E27FC236}">
                <a16:creationId xmlns:a16="http://schemas.microsoft.com/office/drawing/2014/main" id="{115545AB-E91A-42DC-8068-AFF72A9D5DA1}"/>
              </a:ext>
            </a:extLst>
          </p:cNvPr>
          <p:cNvSpPr>
            <a:spLocks noGrp="1"/>
          </p:cNvSpPr>
          <p:nvPr>
            <p:ph type="body" sz="quarter" idx="37" hasCustomPrompt="1"/>
          </p:nvPr>
        </p:nvSpPr>
        <p:spPr>
          <a:xfrm>
            <a:off x="53078" y="948681"/>
            <a:ext cx="1449387" cy="338455"/>
          </a:xfrm>
          <a:prstGeom prst="roundRect">
            <a:avLst>
              <a:gd name="adj" fmla="val 18293"/>
            </a:avLst>
          </a:prstGeom>
          <a:solidFill>
            <a:srgbClr val="057A84"/>
          </a:solidFill>
        </p:spPr>
        <p:txBody>
          <a:bodyPr/>
          <a:lstStyle>
            <a:lvl1pPr marL="0" indent="0">
              <a:buFont typeface="Arial" panose="020B0604020202020204" pitchFamily="34" charset="0"/>
              <a:buNone/>
              <a:defRPr sz="1600"/>
            </a:lvl1pPr>
          </a:lstStyle>
          <a:p>
            <a:pPr lvl="0"/>
            <a:r>
              <a:rPr lang="en-US" dirty="0" err="1"/>
              <a:t>esp</a:t>
            </a:r>
            <a:r>
              <a:rPr lang="en-US" dirty="0"/>
              <a:t>-highlight</a:t>
            </a:r>
          </a:p>
        </p:txBody>
      </p:sp>
      <p:sp>
        <p:nvSpPr>
          <p:cNvPr id="24" name="esp-navbar">
            <a:extLst>
              <a:ext uri="{FF2B5EF4-FFF2-40B4-BE49-F238E27FC236}">
                <a16:creationId xmlns:a16="http://schemas.microsoft.com/office/drawing/2014/main" id="{22476951-8E99-4FE9-B8E7-773D03E74096}"/>
              </a:ext>
            </a:extLst>
          </p:cNvPr>
          <p:cNvSpPr>
            <a:spLocks noGrp="1"/>
          </p:cNvSpPr>
          <p:nvPr>
            <p:ph type="body" sz="quarter" idx="33"/>
          </p:nvPr>
        </p:nvSpPr>
        <p:spPr>
          <a:xfrm>
            <a:off x="-79522" y="-8"/>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
        <p:nvSpPr>
          <p:cNvPr id="32" name="esp-callout">
            <a:extLst>
              <a:ext uri="{FF2B5EF4-FFF2-40B4-BE49-F238E27FC236}">
                <a16:creationId xmlns:a16="http://schemas.microsoft.com/office/drawing/2014/main" id="{C89FEC88-BCA8-4440-92B1-D090C9215495}"/>
              </a:ext>
            </a:extLst>
          </p:cNvPr>
          <p:cNvSpPr>
            <a:spLocks noGrp="1"/>
          </p:cNvSpPr>
          <p:nvPr>
            <p:ph type="body" sz="quarter" idx="39" hasCustomPrompt="1"/>
          </p:nvPr>
        </p:nvSpPr>
        <p:spPr>
          <a:xfrm>
            <a:off x="5174349" y="3268712"/>
            <a:ext cx="2252453" cy="444500"/>
          </a:xfrm>
          <a:prstGeom prst="roundRect">
            <a:avLst>
              <a:gd name="adj" fmla="val 26702"/>
            </a:avLst>
          </a:prstGeom>
          <a:solidFill>
            <a:srgbClr val="014A81"/>
          </a:solidFill>
        </p:spPr>
        <p:txBody>
          <a:bodyPr anchor="ctr"/>
          <a:lstStyle>
            <a:lvl1pPr marL="0" indent="0" algn="ctr">
              <a:buNone/>
              <a:defRPr>
                <a:solidFill>
                  <a:schemeClr val="bg1"/>
                </a:solidFill>
                <a:latin typeface="Avenir Next LT Pro" panose="020B0504020202020204" pitchFamily="34" charset="0"/>
              </a:defRPr>
            </a:lvl1pPr>
          </a:lstStyle>
          <a:p>
            <a:pPr lvl="0"/>
            <a:r>
              <a:rPr lang="en-US" dirty="0" err="1"/>
              <a:t>esp</a:t>
            </a:r>
            <a:r>
              <a:rPr lang="en-US" dirty="0"/>
              <a:t>-callout</a:t>
            </a:r>
          </a:p>
        </p:txBody>
      </p:sp>
      <p:sp>
        <p:nvSpPr>
          <p:cNvPr id="26" name="esp-copyright">
            <a:extLst>
              <a:ext uri="{FF2B5EF4-FFF2-40B4-BE49-F238E27FC236}">
                <a16:creationId xmlns:a16="http://schemas.microsoft.com/office/drawing/2014/main" id="{9F0726DE-C67E-4CA6-A0DC-42EB439EF029}"/>
              </a:ext>
            </a:extLst>
          </p:cNvPr>
          <p:cNvSpPr>
            <a:spLocks noGrp="1"/>
          </p:cNvSpPr>
          <p:nvPr>
            <p:ph type="body" sz="quarter" idx="35" hasCustomPrompt="1"/>
          </p:nvPr>
        </p:nvSpPr>
        <p:spPr>
          <a:xfrm>
            <a:off x="1706564" y="5703151"/>
            <a:ext cx="7603461" cy="118525"/>
          </a:xfrm>
          <a:prstGeom prst="rect">
            <a:avLst/>
          </a:prstGeom>
        </p:spPr>
        <p:txBody>
          <a:bodyPr lIns="0" tIns="0" rIns="0" bIns="0" anchor="ctr"/>
          <a:lstStyle>
            <a:lvl1pPr algn="ctr">
              <a:spcBef>
                <a:spcPts val="0"/>
              </a:spcBef>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copyright</a:t>
            </a:r>
          </a:p>
        </p:txBody>
      </p:sp>
      <p:pic>
        <p:nvPicPr>
          <p:cNvPr id="2" name="silence-10s">
            <a:hlinkClick r:id="" action="ppaction://media"/>
            <a:extLst>
              <a:ext uri="{FF2B5EF4-FFF2-40B4-BE49-F238E27FC236}">
                <a16:creationId xmlns:a16="http://schemas.microsoft.com/office/drawing/2014/main" id="{51584255-B263-4500-A903-6DE4F9716DC7}"/>
              </a:ext>
            </a:extLst>
          </p:cNvPr>
          <p:cNvPicPr>
            <a:picLocks noChangeAspect="1"/>
          </p:cNvPicPr>
          <p:nvPr userDrawn="1">
            <a:audioFile r:link="rId2"/>
            <p:extLst>
              <p:ext uri="{DAA4B4D4-6D71-4841-9C94-3DE7FCFB9230}">
                <p14:media xmlns:p14="http://schemas.microsoft.com/office/powerpoint/2010/main" r:embed="rId1">
                  <p14:bmkLst>
                    <p14:bmk name="Bookmark 1" time="0"/>
                  </p14:bmkLst>
                </p14:media>
              </p:ext>
            </p:extLst>
          </p:nvPr>
        </p:nvPicPr>
        <p:blipFill>
          <a:blip r:embed="rId4"/>
          <a:stretch>
            <a:fillRect/>
          </a:stretch>
        </p:blipFill>
        <p:spPr>
          <a:xfrm>
            <a:off x="8556942" y="3926760"/>
            <a:ext cx="271463" cy="271462"/>
          </a:xfrm>
          <a:prstGeom prst="rect">
            <a:avLst/>
          </a:prstGeom>
        </p:spPr>
      </p:pic>
    </p:spTree>
    <p:extLst>
      <p:ext uri="{BB962C8B-B14F-4D97-AF65-F5344CB8AC3E}">
        <p14:creationId xmlns:p14="http://schemas.microsoft.com/office/powerpoint/2010/main" val="22687134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3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2"/>
                    </p:tgtEl>
                  </p:cMediaNode>
                </p:audio>
                <p:seq concurrent="1" nextAc="seek">
                  <p:cTn id="8" restart="whenNotActive" fill="hold" evtFilter="cancelBubble" nodeType="interactiveSeq">
                    <p:stCondLst>
                      <p:cond evt="onMediaBookmark" delay="0">
                        <p:tgtEl>
                          <p14:bmkTgt spid="2" bmkName="Bookmark 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withEffect">
                                      <p:stCondLst>
                                        <p:cond delay="4500"/>
                                      </p:stCondLst>
                                      <p:childTnLst>
                                        <p:animEffect transition="out" filter="fade">
                                          <p:cBhvr>
                                            <p:cTn id="12" dur="500"/>
                                            <p:tgtEl>
                                              <p:spTgt spid="8">
                                                <p:txEl>
                                                  <p:pRg st="0" end="0"/>
                                                </p:txEl>
                                              </p:spTgt>
                                            </p:tgtEl>
                                          </p:cBhvr>
                                        </p:animEffect>
                                        <p:set>
                                          <p:cBhvr>
                                            <p:cTn id="13" dur="1" fill="hold">
                                              <p:stCondLst>
                                                <p:cond delay="499"/>
                                              </p:stCondLst>
                                            </p:cTn>
                                            <p:tgtEl>
                                              <p:spTgt spid="8">
                                                <p:txEl>
                                                  <p:pRg st="0" end="0"/>
                                                </p:txEl>
                                              </p:spTgt>
                                            </p:tgtEl>
                                            <p:attrNameLst>
                                              <p:attrName>style.visibility</p:attrName>
                                            </p:attrNameLst>
                                          </p:cBhvr>
                                          <p:to>
                                            <p:strVal val="hidden"/>
                                          </p:to>
                                        </p:set>
                                      </p:childTnLst>
                                    </p:cTn>
                                  </p:par>
                                  <p:par>
                                    <p:cTn id="14" presetID="10" presetClass="exit" presetSubtype="0" fill="hold" grpId="0" nodeType="withEffect">
                                      <p:stCondLst>
                                        <p:cond delay="4500"/>
                                      </p:stCondLst>
                                      <p:childTnLst>
                                        <p:animEffect transition="out" filter="fade">
                                          <p:cBhvr>
                                            <p:cTn id="15" dur="500"/>
                                            <p:tgtEl>
                                              <p:spTgt spid="9">
                                                <p:txEl>
                                                  <p:pRg st="0" end="0"/>
                                                </p:txEl>
                                              </p:spTgt>
                                            </p:tgtEl>
                                          </p:cBhvr>
                                        </p:animEffect>
                                        <p:set>
                                          <p:cBhvr>
                                            <p:cTn id="16" dur="1" fill="hold">
                                              <p:stCondLst>
                                                <p:cond delay="499"/>
                                              </p:stCondLst>
                                            </p:cTn>
                                            <p:tgtEl>
                                              <p:spTgt spid="9">
                                                <p:txEl>
                                                  <p:pRg st="0" end="0"/>
                                                </p:txEl>
                                              </p:spTgt>
                                            </p:tgtEl>
                                            <p:attrNameLst>
                                              <p:attrName>style.visibility</p:attrName>
                                            </p:attrNameLst>
                                          </p:cBhvr>
                                          <p:to>
                                            <p:strVal val="hidden"/>
                                          </p:to>
                                        </p:set>
                                      </p:childTnLst>
                                    </p:cTn>
                                  </p:par>
                                  <p:par>
                                    <p:cTn id="17" presetID="10" presetClass="exit" presetSubtype="0" fill="hold" grpId="0" nodeType="withEffect" nodePh="1">
                                      <p:stCondLst>
                                        <p:cond delay="4500"/>
                                      </p:stCondLst>
                                      <p:endCondLst>
                                        <p:cond evt="begin" delay="0">
                                          <p:tn val="17"/>
                                        </p:cond>
                                      </p:endCondLst>
                                      <p:childTnLst>
                                        <p:animEffect transition="out" filter="fade">
                                          <p:cBhvr>
                                            <p:cTn id="18" dur="500"/>
                                            <p:tgtEl>
                                              <p:spTgt spid="6">
                                                <p:txEl>
                                                  <p:pRg st="0" end="0"/>
                                                </p:txEl>
                                              </p:spTgt>
                                            </p:tgtEl>
                                          </p:cBhvr>
                                        </p:animEffect>
                                        <p:set>
                                          <p:cBhvr>
                                            <p:cTn id="19" dur="1" fill="hold">
                                              <p:stCondLst>
                                                <p:cond delay="499"/>
                                              </p:stCondLst>
                                            </p:cTn>
                                            <p:tgtEl>
                                              <p:spTgt spid="6">
                                                <p:txEl>
                                                  <p:pRg st="0" end="0"/>
                                                </p:txEl>
                                              </p:spTgt>
                                            </p:tgtEl>
                                            <p:attrNameLst>
                                              <p:attrName>style.visibility</p:attrName>
                                            </p:attrNameLst>
                                          </p:cBhvr>
                                          <p:to>
                                            <p:strVal val="hidden"/>
                                          </p:to>
                                        </p:set>
                                      </p:childTnLst>
                                    </p:cTn>
                                  </p:par>
                                  <p:par>
                                    <p:cTn id="20" presetID="10" presetClass="exit" presetSubtype="0" fill="hold" grpId="0" nodeType="withEffect">
                                      <p:stCondLst>
                                        <p:cond delay="4500"/>
                                      </p:stCondLst>
                                      <p:childTnLst>
                                        <p:animEffect transition="out" filter="fade">
                                          <p:cBhvr>
                                            <p:cTn id="21" dur="500"/>
                                            <p:tgtEl>
                                              <p:spTgt spid="3"/>
                                            </p:tgtEl>
                                          </p:cBhvr>
                                        </p:animEffect>
                                        <p:set>
                                          <p:cBhvr>
                                            <p:cTn id="22" dur="1" fill="hold">
                                              <p:stCondLst>
                                                <p:cond delay="499"/>
                                              </p:stCondLst>
                                            </p:cTn>
                                            <p:tgtEl>
                                              <p:spTgt spid="3"/>
                                            </p:tgtEl>
                                            <p:attrNameLst>
                                              <p:attrName>style.visibility</p:attrName>
                                            </p:attrNameLst>
                                          </p:cBhvr>
                                          <p:to>
                                            <p:strVal val="hidden"/>
                                          </p:to>
                                        </p:set>
                                      </p:childTnLst>
                                    </p:cTn>
                                  </p:par>
                                  <p:par>
                                    <p:cTn id="23" presetID="10" presetClass="exit" presetSubtype="0" fill="hold" grpId="0" nodeType="withEffect">
                                      <p:stCondLst>
                                        <p:cond delay="4500"/>
                                      </p:stCondLst>
                                      <p:childTnLst>
                                        <p:animEffect transition="out" filter="fade">
                                          <p:cBhvr>
                                            <p:cTn id="24" dur="500"/>
                                            <p:tgtEl>
                                              <p:spTgt spid="13">
                                                <p:txEl>
                                                  <p:pRg st="0" end="0"/>
                                                </p:txEl>
                                              </p:spTgt>
                                            </p:tgtEl>
                                          </p:cBhvr>
                                        </p:animEffect>
                                        <p:set>
                                          <p:cBhvr>
                                            <p:cTn id="25" dur="1" fill="hold">
                                              <p:stCondLst>
                                                <p:cond delay="499"/>
                                              </p:stCondLst>
                                            </p:cTn>
                                            <p:tgtEl>
                                              <p:spTgt spid="13">
                                                <p:txEl>
                                                  <p:pRg st="0" end="0"/>
                                                </p:txEl>
                                              </p:spTgt>
                                            </p:tgtEl>
                                            <p:attrNameLst>
                                              <p:attrName>style.visibility</p:attrName>
                                            </p:attrNameLst>
                                          </p:cBhvr>
                                          <p:to>
                                            <p:strVal val="hidden"/>
                                          </p:to>
                                        </p:set>
                                      </p:childTnLst>
                                    </p:cTn>
                                  </p:par>
                                  <p:par>
                                    <p:cTn id="26" presetID="10" presetClass="exit" presetSubtype="0" fill="hold" grpId="0" nodeType="withEffect">
                                      <p:stCondLst>
                                        <p:cond delay="4500"/>
                                      </p:stCondLst>
                                      <p:childTnLst>
                                        <p:animEffect transition="out" filter="fade">
                                          <p:cBhvr>
                                            <p:cTn id="27" dur="500"/>
                                            <p:tgtEl>
                                              <p:spTgt spid="11">
                                                <p:txEl>
                                                  <p:pRg st="0" end="0"/>
                                                </p:txEl>
                                              </p:spTgt>
                                            </p:tgtEl>
                                          </p:cBhvr>
                                        </p:animEffect>
                                        <p:set>
                                          <p:cBhvr>
                                            <p:cTn id="28" dur="1" fill="hold">
                                              <p:stCondLst>
                                                <p:cond delay="499"/>
                                              </p:stCondLst>
                                            </p:cTn>
                                            <p:tgtEl>
                                              <p:spTgt spid="11">
                                                <p:txEl>
                                                  <p:pRg st="0" end="0"/>
                                                </p:txEl>
                                              </p:spTgt>
                                            </p:tgtEl>
                                            <p:attrNameLst>
                                              <p:attrName>style.visibility</p:attrName>
                                            </p:attrNameLst>
                                          </p:cBhvr>
                                          <p:to>
                                            <p:strVal val="hidden"/>
                                          </p:to>
                                        </p:set>
                                      </p:childTnLst>
                                    </p:cTn>
                                  </p:par>
                                  <p:par>
                                    <p:cTn id="29" presetID="10" presetClass="exit" presetSubtype="0" fill="hold" grpId="0" nodeType="withEffect">
                                      <p:stCondLst>
                                        <p:cond delay="4500"/>
                                      </p:stCondLst>
                                      <p:childTnLst>
                                        <p:animEffect transition="out" filter="fade">
                                          <p:cBhvr>
                                            <p:cTn id="30" dur="500"/>
                                            <p:tgtEl>
                                              <p:spTgt spid="7">
                                                <p:txEl>
                                                  <p:pRg st="0" end="0"/>
                                                </p:txEl>
                                              </p:spTgt>
                                            </p:tgtEl>
                                          </p:cBhvr>
                                        </p:animEffect>
                                        <p:set>
                                          <p:cBhvr>
                                            <p:cTn id="31" dur="1" fill="hold">
                                              <p:stCondLst>
                                                <p:cond delay="499"/>
                                              </p:stCondLst>
                                            </p:cTn>
                                            <p:tgtEl>
                                              <p:spTgt spid="7">
                                                <p:txEl>
                                                  <p:pRg st="0" end="0"/>
                                                </p:txEl>
                                              </p:spTgt>
                                            </p:tgtEl>
                                            <p:attrNameLst>
                                              <p:attrName>style.visibility</p:attrName>
                                            </p:attrNameLst>
                                          </p:cBhvr>
                                          <p:to>
                                            <p:strVal val="hidden"/>
                                          </p:to>
                                        </p:set>
                                      </p:childTnLst>
                                    </p:cTn>
                                  </p:par>
                                  <p:par>
                                    <p:cTn id="32" presetID="10" presetClass="exit" presetSubtype="0" fill="hold" grpId="0" nodeType="withEffect">
                                      <p:stCondLst>
                                        <p:cond delay="4500"/>
                                      </p:stCondLst>
                                      <p:childTnLst>
                                        <p:animEffect transition="out" filter="fade">
                                          <p:cBhvr>
                                            <p:cTn id="33" dur="500"/>
                                            <p:tgtEl>
                                              <p:spTgt spid="28"/>
                                            </p:tgtEl>
                                          </p:cBhvr>
                                        </p:animEffect>
                                        <p:set>
                                          <p:cBhvr>
                                            <p:cTn id="34" dur="1" fill="hold">
                                              <p:stCondLst>
                                                <p:cond delay="499"/>
                                              </p:stCondLst>
                                            </p:cTn>
                                            <p:tgtEl>
                                              <p:spTgt spid="28"/>
                                            </p:tgtEl>
                                            <p:attrNameLst>
                                              <p:attrName>style.visibility</p:attrName>
                                            </p:attrNameLst>
                                          </p:cBhvr>
                                          <p:to>
                                            <p:strVal val="hidden"/>
                                          </p:to>
                                        </p:set>
                                      </p:childTnLst>
                                    </p:cTn>
                                  </p:par>
                                  <p:par>
                                    <p:cTn id="35" presetID="10" presetClass="exit" presetSubtype="0" fill="hold" grpId="0" nodeType="withEffect">
                                      <p:stCondLst>
                                        <p:cond delay="4500"/>
                                      </p:stCondLst>
                                      <p:childTnLst>
                                        <p:animEffect transition="out" filter="fade">
                                          <p:cBhvr>
                                            <p:cTn id="36" dur="500"/>
                                            <p:tgtEl>
                                              <p:spTgt spid="31"/>
                                            </p:tgtEl>
                                          </p:cBhvr>
                                        </p:animEffect>
                                        <p:set>
                                          <p:cBhvr>
                                            <p:cTn id="37" dur="1" fill="hold">
                                              <p:stCondLst>
                                                <p:cond delay="499"/>
                                              </p:stCondLst>
                                            </p:cTn>
                                            <p:tgtEl>
                                              <p:spTgt spid="31"/>
                                            </p:tgtEl>
                                            <p:attrNameLst>
                                              <p:attrName>style.visibility</p:attrName>
                                            </p:attrNameLst>
                                          </p:cBhvr>
                                          <p:to>
                                            <p:strVal val="hidden"/>
                                          </p:to>
                                        </p:set>
                                      </p:childTnLst>
                                    </p:cTn>
                                  </p:par>
                                  <p:par>
                                    <p:cTn id="38" presetID="10" presetClass="exit" presetSubtype="0" fill="hold" grpId="0" nodeType="withEffect">
                                      <p:stCondLst>
                                        <p:cond delay="4500"/>
                                      </p:stCondLst>
                                      <p:childTnLst>
                                        <p:animEffect transition="out" filter="fade">
                                          <p:cBhvr>
                                            <p:cTn id="39" dur="500"/>
                                            <p:tgtEl>
                                              <p:spTgt spid="10">
                                                <p:txEl>
                                                  <p:pRg st="0" end="0"/>
                                                </p:txEl>
                                              </p:spTgt>
                                            </p:tgtEl>
                                          </p:cBhvr>
                                        </p:animEffect>
                                        <p:set>
                                          <p:cBhvr>
                                            <p:cTn id="40" dur="1" fill="hold">
                                              <p:stCondLst>
                                                <p:cond delay="499"/>
                                              </p:stCondLst>
                                            </p:cTn>
                                            <p:tgtEl>
                                              <p:spTgt spid="10">
                                                <p:txEl>
                                                  <p:pRg st="0" end="0"/>
                                                </p:txEl>
                                              </p:spTgt>
                                            </p:tgtEl>
                                            <p:attrNameLst>
                                              <p:attrName>style.visibility</p:attrName>
                                            </p:attrNameLst>
                                          </p:cBhvr>
                                          <p:to>
                                            <p:strVal val="hidden"/>
                                          </p:to>
                                        </p:set>
                                      </p:childTnLst>
                                    </p:cTn>
                                  </p:par>
                                  <p:par>
                                    <p:cTn id="41" presetID="10" presetClass="entr" presetSubtype="0" fill="hold" grpId="0" nodeType="withEffect">
                                      <p:stCondLst>
                                        <p:cond delay="4500"/>
                                      </p:stCondLst>
                                      <p:childTnLst>
                                        <p:set>
                                          <p:cBhvr>
                                            <p:cTn id="42" dur="1" fill="hold">
                                              <p:stCondLst>
                                                <p:cond delay="0"/>
                                              </p:stCondLst>
                                            </p:cTn>
                                            <p:tgtEl>
                                              <p:spTgt spid="17">
                                                <p:txEl>
                                                  <p:pRg st="0" end="0"/>
                                                </p:txEl>
                                              </p:spTgt>
                                            </p:tgtEl>
                                            <p:attrNameLst>
                                              <p:attrName>style.visibility</p:attrName>
                                            </p:attrNameLst>
                                          </p:cBhvr>
                                          <p:to>
                                            <p:strVal val="visible"/>
                                          </p:to>
                                        </p:set>
                                        <p:animEffect transition="in" filter="fade">
                                          <p:cBhvr>
                                            <p:cTn id="43" dur="500"/>
                                            <p:tgtEl>
                                              <p:spTgt spid="17">
                                                <p:txEl>
                                                  <p:pRg st="0" end="0"/>
                                                </p:txEl>
                                              </p:spTgt>
                                            </p:tgtEl>
                                          </p:cBhvr>
                                        </p:animEffect>
                                      </p:childTnLst>
                                    </p:cTn>
                                  </p:par>
                                  <p:par>
                                    <p:cTn id="44" presetID="10" presetClass="entr" presetSubtype="0" fill="hold" grpId="0" nodeType="withEffect">
                                      <p:stCondLst>
                                        <p:cond delay="4500"/>
                                      </p:stCondLst>
                                      <p:childTnLst>
                                        <p:set>
                                          <p:cBhvr>
                                            <p:cTn id="45" dur="1" fill="hold">
                                              <p:stCondLst>
                                                <p:cond delay="0"/>
                                              </p:stCondLst>
                                            </p:cTn>
                                            <p:tgtEl>
                                              <p:spTgt spid="26">
                                                <p:txEl>
                                                  <p:pRg st="0" end="0"/>
                                                </p:txEl>
                                              </p:spTgt>
                                            </p:tgtEl>
                                            <p:attrNameLst>
                                              <p:attrName>style.visibility</p:attrName>
                                            </p:attrNameLst>
                                          </p:cBhvr>
                                          <p:to>
                                            <p:strVal val="visible"/>
                                          </p:to>
                                        </p:set>
                                        <p:animEffect transition="in" filter="fade">
                                          <p:cBhvr>
                                            <p:cTn id="46" dur="500"/>
                                            <p:tgtEl>
                                              <p:spTgt spid="26">
                                                <p:txEl>
                                                  <p:pRg st="0" end="0"/>
                                                </p:txEl>
                                              </p:spTgt>
                                            </p:tgtEl>
                                          </p:cBhvr>
                                        </p:animEffect>
                                      </p:childTnLst>
                                    </p:cTn>
                                  </p:par>
                                  <p:par>
                                    <p:cTn id="47" presetID="10" presetClass="entr" presetSubtype="0" fill="hold" grpId="0" nodeType="withEffect" nodePh="1">
                                      <p:stCondLst>
                                        <p:cond delay="4500"/>
                                      </p:stCondLst>
                                      <p:endCondLst>
                                        <p:cond evt="begin" delay="0">
                                          <p:tn val="47"/>
                                        </p:cond>
                                      </p:endCondLst>
                                      <p:childTnLst>
                                        <p:set>
                                          <p:cBhvr>
                                            <p:cTn id="48" dur="1" fill="hold">
                                              <p:stCondLst>
                                                <p:cond delay="0"/>
                                              </p:stCondLst>
                                            </p:cTn>
                                            <p:tgtEl>
                                              <p:spTgt spid="24">
                                                <p:txEl>
                                                  <p:pRg st="0" end="0"/>
                                                </p:txEl>
                                              </p:spTgt>
                                            </p:tgtEl>
                                            <p:attrNameLst>
                                              <p:attrName>style.visibility</p:attrName>
                                            </p:attrNameLst>
                                          </p:cBhvr>
                                          <p:to>
                                            <p:strVal val="visible"/>
                                          </p:to>
                                        </p:set>
                                        <p:animEffect transition="in" filter="fade">
                                          <p:cBhvr>
                                            <p:cTn id="49" dur="500"/>
                                            <p:tgtEl>
                                              <p:spTgt spid="24">
                                                <p:txEl>
                                                  <p:pRg st="0" end="0"/>
                                                </p:txEl>
                                              </p:spTgt>
                                            </p:tgtEl>
                                          </p:cBhvr>
                                        </p:animEffect>
                                      </p:childTnLst>
                                    </p:cTn>
                                  </p:par>
                                  <p:par>
                                    <p:cTn id="50" presetID="10" presetClass="entr" presetSubtype="0" fill="hold" grpId="0" nodeType="withEffect">
                                      <p:stCondLst>
                                        <p:cond delay="450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par>
                                    <p:cTn id="53" presetID="10" presetClass="entr" presetSubtype="0" fill="hold" grpId="0" nodeType="withEffect">
                                      <p:stCondLst>
                                        <p:cond delay="4500"/>
                                      </p:stCondLst>
                                      <p:childTnLst>
                                        <p:set>
                                          <p:cBhvr>
                                            <p:cTn id="54" dur="1" fill="hold">
                                              <p:stCondLst>
                                                <p:cond delay="0"/>
                                              </p:stCondLst>
                                            </p:cTn>
                                            <p:tgtEl>
                                              <p:spTgt spid="21">
                                                <p:txEl>
                                                  <p:pRg st="0" end="0"/>
                                                </p:txEl>
                                              </p:spTgt>
                                            </p:tgtEl>
                                            <p:attrNameLst>
                                              <p:attrName>style.visibility</p:attrName>
                                            </p:attrNameLst>
                                          </p:cBhvr>
                                          <p:to>
                                            <p:strVal val="visible"/>
                                          </p:to>
                                        </p:set>
                                        <p:animEffect transition="in" filter="fade">
                                          <p:cBhvr>
                                            <p:cTn id="55" dur="500"/>
                                            <p:tgtEl>
                                              <p:spTgt spid="21">
                                                <p:txEl>
                                                  <p:pRg st="0" end="0"/>
                                                </p:txEl>
                                              </p:spTgt>
                                            </p:tgtEl>
                                          </p:cBhvr>
                                        </p:animEffect>
                                      </p:childTnLst>
                                    </p:cTn>
                                  </p:par>
                                  <p:par>
                                    <p:cTn id="56" presetID="10" presetClass="entr" presetSubtype="0" fill="hold" grpId="0" nodeType="withEffect">
                                      <p:stCondLst>
                                        <p:cond delay="4500"/>
                                      </p:stCondLst>
                                      <p:childTnLst>
                                        <p:set>
                                          <p:cBhvr>
                                            <p:cTn id="57" dur="1" fill="hold">
                                              <p:stCondLst>
                                                <p:cond delay="0"/>
                                              </p:stCondLst>
                                            </p:cTn>
                                            <p:tgtEl>
                                              <p:spTgt spid="20">
                                                <p:txEl>
                                                  <p:pRg st="0" end="0"/>
                                                </p:txEl>
                                              </p:spTgt>
                                            </p:tgtEl>
                                            <p:attrNameLst>
                                              <p:attrName>style.visibility</p:attrName>
                                            </p:attrNameLst>
                                          </p:cBhvr>
                                          <p:to>
                                            <p:strVal val="visible"/>
                                          </p:to>
                                        </p:set>
                                        <p:animEffect transition="in" filter="fade">
                                          <p:cBhvr>
                                            <p:cTn id="58" dur="500"/>
                                            <p:tgtEl>
                                              <p:spTgt spid="20">
                                                <p:txEl>
                                                  <p:pRg st="0" end="0"/>
                                                </p:txEl>
                                              </p:spTgt>
                                            </p:tgtEl>
                                          </p:cBhvr>
                                        </p:animEffect>
                                      </p:childTnLst>
                                    </p:cTn>
                                  </p:par>
                                  <p:par>
                                    <p:cTn id="59" presetID="10" presetClass="entr" presetSubtype="0" fill="hold" grpId="0" nodeType="withEffect">
                                      <p:stCondLst>
                                        <p:cond delay="4500"/>
                                      </p:stCondLst>
                                      <p:childTnLst>
                                        <p:set>
                                          <p:cBhvr>
                                            <p:cTn id="60" dur="1" fill="hold">
                                              <p:stCondLst>
                                                <p:cond delay="0"/>
                                              </p:stCondLst>
                                            </p:cTn>
                                            <p:tgtEl>
                                              <p:spTgt spid="19">
                                                <p:txEl>
                                                  <p:pRg st="0" end="0"/>
                                                </p:txEl>
                                              </p:spTgt>
                                            </p:tgtEl>
                                            <p:attrNameLst>
                                              <p:attrName>style.visibility</p:attrName>
                                            </p:attrNameLst>
                                          </p:cBhvr>
                                          <p:to>
                                            <p:strVal val="visible"/>
                                          </p:to>
                                        </p:set>
                                        <p:animEffect transition="in" filter="fade">
                                          <p:cBhvr>
                                            <p:cTn id="61" dur="500"/>
                                            <p:tgtEl>
                                              <p:spTgt spid="19">
                                                <p:txEl>
                                                  <p:pRg st="0" end="0"/>
                                                </p:txEl>
                                              </p:spTgt>
                                            </p:tgtEl>
                                          </p:cBhvr>
                                        </p:animEffect>
                                      </p:childTnLst>
                                    </p:cTn>
                                  </p:par>
                                  <p:par>
                                    <p:cTn id="62" presetID="10" presetClass="entr" presetSubtype="0" fill="hold" grpId="0" nodeType="withEffect">
                                      <p:stCondLst>
                                        <p:cond delay="450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500"/>
                                            <p:tgtEl>
                                              <p:spTgt spid="29"/>
                                            </p:tgtEl>
                                          </p:cBhvr>
                                        </p:animEffect>
                                      </p:childTnLst>
                                    </p:cTn>
                                  </p:par>
                                  <p:par>
                                    <p:cTn id="65" presetID="10" presetClass="entr" presetSubtype="0" fill="hold" grpId="0" nodeType="withEffect">
                                      <p:stCondLst>
                                        <p:cond delay="4500"/>
                                      </p:stCondLst>
                                      <p:childTnLst>
                                        <p:set>
                                          <p:cBhvr>
                                            <p:cTn id="66" dur="1" fill="hold">
                                              <p:stCondLst>
                                                <p:cond delay="0"/>
                                              </p:stCondLst>
                                            </p:cTn>
                                            <p:tgtEl>
                                              <p:spTgt spid="32"/>
                                            </p:tgtEl>
                                            <p:attrNameLst>
                                              <p:attrName>style.visibility</p:attrName>
                                            </p:attrNameLst>
                                          </p:cBhvr>
                                          <p:to>
                                            <p:strVal val="visible"/>
                                          </p:to>
                                        </p:set>
                                        <p:animEffect transition="in" filter="fade">
                                          <p:cBhvr>
                                            <p:cTn id="67" dur="500"/>
                                            <p:tgtEl>
                                              <p:spTgt spid="32"/>
                                            </p:tgtEl>
                                          </p:cBhvr>
                                        </p:animEffect>
                                      </p:childTnLst>
                                    </p:cTn>
                                  </p:par>
                                  <p:par>
                                    <p:cTn id="68" presetID="10" presetClass="entr" presetSubtype="0" fill="hold" grpId="0" nodeType="withEffect">
                                      <p:stCondLst>
                                        <p:cond delay="4500"/>
                                      </p:stCondLst>
                                      <p:childTnLst>
                                        <p:set>
                                          <p:cBhvr>
                                            <p:cTn id="69" dur="1" fill="hold">
                                              <p:stCondLst>
                                                <p:cond delay="0"/>
                                              </p:stCondLst>
                                            </p:cTn>
                                            <p:tgtEl>
                                              <p:spTgt spid="18">
                                                <p:txEl>
                                                  <p:pRg st="0" end="0"/>
                                                </p:txEl>
                                              </p:spTgt>
                                            </p:tgtEl>
                                            <p:attrNameLst>
                                              <p:attrName>style.visibility</p:attrName>
                                            </p:attrNameLst>
                                          </p:cBhvr>
                                          <p:to>
                                            <p:strVal val="visible"/>
                                          </p:to>
                                        </p:set>
                                        <p:animEffect transition="in" filter="fade">
                                          <p:cBhvr>
                                            <p:cTn id="70" dur="500"/>
                                            <p:tgtEl>
                                              <p:spTgt spid="18">
                                                <p:txEl>
                                                  <p:pRg st="0" end="0"/>
                                                </p:txEl>
                                              </p:spTgt>
                                            </p:tgtEl>
                                          </p:cBhvr>
                                        </p:animEffect>
                                      </p:childTnLst>
                                    </p:cTn>
                                  </p:par>
                                  <p:par>
                                    <p:cTn id="71" presetID="10" presetClass="exit" presetSubtype="0" fill="hold" grpId="1" nodeType="withEffect">
                                      <p:stCondLst>
                                        <p:cond delay="9500"/>
                                      </p:stCondLst>
                                      <p:childTnLst>
                                        <p:animEffect transition="out" filter="fade">
                                          <p:cBhvr>
                                            <p:cTn id="72" dur="500"/>
                                            <p:tgtEl>
                                              <p:spTgt spid="17">
                                                <p:txEl>
                                                  <p:pRg st="0" end="0"/>
                                                </p:txEl>
                                              </p:spTgt>
                                            </p:tgtEl>
                                          </p:cBhvr>
                                        </p:animEffect>
                                        <p:set>
                                          <p:cBhvr>
                                            <p:cTn id="73" dur="1" fill="hold">
                                              <p:stCondLst>
                                                <p:cond delay="499"/>
                                              </p:stCondLst>
                                            </p:cTn>
                                            <p:tgtEl>
                                              <p:spTgt spid="17">
                                                <p:txEl>
                                                  <p:pRg st="0" end="0"/>
                                                </p:txEl>
                                              </p:spTgt>
                                            </p:tgtEl>
                                            <p:attrNameLst>
                                              <p:attrName>style.visibility</p:attrName>
                                            </p:attrNameLst>
                                          </p:cBhvr>
                                          <p:to>
                                            <p:strVal val="hidden"/>
                                          </p:to>
                                        </p:set>
                                      </p:childTnLst>
                                    </p:cTn>
                                  </p:par>
                                  <p:par>
                                    <p:cTn id="74" presetID="10" presetClass="exit" presetSubtype="0" fill="hold" grpId="1" nodeType="withEffect">
                                      <p:stCondLst>
                                        <p:cond delay="9500"/>
                                      </p:stCondLst>
                                      <p:childTnLst>
                                        <p:animEffect transition="out" filter="fade">
                                          <p:cBhvr>
                                            <p:cTn id="75" dur="500"/>
                                            <p:tgtEl>
                                              <p:spTgt spid="18">
                                                <p:txEl>
                                                  <p:pRg st="0" end="0"/>
                                                </p:txEl>
                                              </p:spTgt>
                                            </p:tgtEl>
                                          </p:cBhvr>
                                        </p:animEffect>
                                        <p:set>
                                          <p:cBhvr>
                                            <p:cTn id="76" dur="1" fill="hold">
                                              <p:stCondLst>
                                                <p:cond delay="499"/>
                                              </p:stCondLst>
                                            </p:cTn>
                                            <p:tgtEl>
                                              <p:spTgt spid="18">
                                                <p:txEl>
                                                  <p:pRg st="0" end="0"/>
                                                </p:txEl>
                                              </p:spTgt>
                                            </p:tgtEl>
                                            <p:attrNameLst>
                                              <p:attrName>style.visibility</p:attrName>
                                            </p:attrNameLst>
                                          </p:cBhvr>
                                          <p:to>
                                            <p:strVal val="hidden"/>
                                          </p:to>
                                        </p:set>
                                      </p:childTnLst>
                                    </p:cTn>
                                  </p:par>
                                  <p:par>
                                    <p:cTn id="77" presetID="10" presetClass="exit" presetSubtype="0" fill="hold" grpId="1" nodeType="withEffect">
                                      <p:stCondLst>
                                        <p:cond delay="9500"/>
                                      </p:stCondLst>
                                      <p:childTnLst>
                                        <p:animEffect transition="out" filter="fade">
                                          <p:cBhvr>
                                            <p:cTn id="78" dur="500"/>
                                            <p:tgtEl>
                                              <p:spTgt spid="26">
                                                <p:txEl>
                                                  <p:pRg st="0" end="0"/>
                                                </p:txEl>
                                              </p:spTgt>
                                            </p:tgtEl>
                                          </p:cBhvr>
                                        </p:animEffect>
                                        <p:set>
                                          <p:cBhvr>
                                            <p:cTn id="79" dur="1" fill="hold">
                                              <p:stCondLst>
                                                <p:cond delay="499"/>
                                              </p:stCondLst>
                                            </p:cTn>
                                            <p:tgtEl>
                                              <p:spTgt spid="26">
                                                <p:txEl>
                                                  <p:pRg st="0" end="0"/>
                                                </p:txEl>
                                              </p:spTgt>
                                            </p:tgtEl>
                                            <p:attrNameLst>
                                              <p:attrName>style.visibility</p:attrName>
                                            </p:attrNameLst>
                                          </p:cBhvr>
                                          <p:to>
                                            <p:strVal val="hidden"/>
                                          </p:to>
                                        </p:set>
                                      </p:childTnLst>
                                    </p:cTn>
                                  </p:par>
                                  <p:par>
                                    <p:cTn id="80" presetID="10" presetClass="exit" presetSubtype="0" fill="hold" grpId="1" nodeType="withEffect" nodePh="1">
                                      <p:stCondLst>
                                        <p:cond delay="9500"/>
                                      </p:stCondLst>
                                      <p:endCondLst>
                                        <p:cond evt="begin" delay="0">
                                          <p:tn val="80"/>
                                        </p:cond>
                                      </p:endCondLst>
                                      <p:childTnLst>
                                        <p:animEffect transition="out" filter="fade">
                                          <p:cBhvr>
                                            <p:cTn id="81" dur="500"/>
                                            <p:tgtEl>
                                              <p:spTgt spid="24">
                                                <p:txEl>
                                                  <p:pRg st="0" end="0"/>
                                                </p:txEl>
                                              </p:spTgt>
                                            </p:tgtEl>
                                          </p:cBhvr>
                                        </p:animEffect>
                                        <p:set>
                                          <p:cBhvr>
                                            <p:cTn id="82" dur="1" fill="hold">
                                              <p:stCondLst>
                                                <p:cond delay="499"/>
                                              </p:stCondLst>
                                            </p:cTn>
                                            <p:tgtEl>
                                              <p:spTgt spid="24">
                                                <p:txEl>
                                                  <p:pRg st="0" end="0"/>
                                                </p:txEl>
                                              </p:spTgt>
                                            </p:tgtEl>
                                            <p:attrNameLst>
                                              <p:attrName>style.visibility</p:attrName>
                                            </p:attrNameLst>
                                          </p:cBhvr>
                                          <p:to>
                                            <p:strVal val="hidden"/>
                                          </p:to>
                                        </p:set>
                                      </p:childTnLst>
                                    </p:cTn>
                                  </p:par>
                                  <p:par>
                                    <p:cTn id="83" presetID="10" presetClass="exit" presetSubtype="0" fill="hold" grpId="1" nodeType="withEffect">
                                      <p:stCondLst>
                                        <p:cond delay="9500"/>
                                      </p:stCondLst>
                                      <p:childTnLst>
                                        <p:animEffect transition="out" filter="fade">
                                          <p:cBhvr>
                                            <p:cTn id="84" dur="500"/>
                                            <p:tgtEl>
                                              <p:spTgt spid="22"/>
                                            </p:tgtEl>
                                          </p:cBhvr>
                                        </p:animEffect>
                                        <p:set>
                                          <p:cBhvr>
                                            <p:cTn id="85" dur="1" fill="hold">
                                              <p:stCondLst>
                                                <p:cond delay="499"/>
                                              </p:stCondLst>
                                            </p:cTn>
                                            <p:tgtEl>
                                              <p:spTgt spid="22"/>
                                            </p:tgtEl>
                                            <p:attrNameLst>
                                              <p:attrName>style.visibility</p:attrName>
                                            </p:attrNameLst>
                                          </p:cBhvr>
                                          <p:to>
                                            <p:strVal val="hidden"/>
                                          </p:to>
                                        </p:set>
                                      </p:childTnLst>
                                    </p:cTn>
                                  </p:par>
                                  <p:par>
                                    <p:cTn id="86" presetID="10" presetClass="exit" presetSubtype="0" fill="hold" grpId="1" nodeType="withEffect">
                                      <p:stCondLst>
                                        <p:cond delay="9500"/>
                                      </p:stCondLst>
                                      <p:childTnLst>
                                        <p:animEffect transition="out" filter="fade">
                                          <p:cBhvr>
                                            <p:cTn id="87" dur="500"/>
                                            <p:tgtEl>
                                              <p:spTgt spid="21">
                                                <p:txEl>
                                                  <p:pRg st="0" end="0"/>
                                                </p:txEl>
                                              </p:spTgt>
                                            </p:tgtEl>
                                          </p:cBhvr>
                                        </p:animEffect>
                                        <p:set>
                                          <p:cBhvr>
                                            <p:cTn id="88" dur="1" fill="hold">
                                              <p:stCondLst>
                                                <p:cond delay="499"/>
                                              </p:stCondLst>
                                            </p:cTn>
                                            <p:tgtEl>
                                              <p:spTgt spid="21">
                                                <p:txEl>
                                                  <p:pRg st="0" end="0"/>
                                                </p:txEl>
                                              </p:spTgt>
                                            </p:tgtEl>
                                            <p:attrNameLst>
                                              <p:attrName>style.visibility</p:attrName>
                                            </p:attrNameLst>
                                          </p:cBhvr>
                                          <p:to>
                                            <p:strVal val="hidden"/>
                                          </p:to>
                                        </p:set>
                                      </p:childTnLst>
                                    </p:cTn>
                                  </p:par>
                                  <p:par>
                                    <p:cTn id="89" presetID="10" presetClass="exit" presetSubtype="0" fill="hold" grpId="1" nodeType="withEffect">
                                      <p:stCondLst>
                                        <p:cond delay="9500"/>
                                      </p:stCondLst>
                                      <p:childTnLst>
                                        <p:animEffect transition="out" filter="fade">
                                          <p:cBhvr>
                                            <p:cTn id="90" dur="500"/>
                                            <p:tgtEl>
                                              <p:spTgt spid="20">
                                                <p:txEl>
                                                  <p:pRg st="0" end="0"/>
                                                </p:txEl>
                                              </p:spTgt>
                                            </p:tgtEl>
                                          </p:cBhvr>
                                        </p:animEffect>
                                        <p:set>
                                          <p:cBhvr>
                                            <p:cTn id="91" dur="1" fill="hold">
                                              <p:stCondLst>
                                                <p:cond delay="499"/>
                                              </p:stCondLst>
                                            </p:cTn>
                                            <p:tgtEl>
                                              <p:spTgt spid="20">
                                                <p:txEl>
                                                  <p:pRg st="0" end="0"/>
                                                </p:txEl>
                                              </p:spTgt>
                                            </p:tgtEl>
                                            <p:attrNameLst>
                                              <p:attrName>style.visibility</p:attrName>
                                            </p:attrNameLst>
                                          </p:cBhvr>
                                          <p:to>
                                            <p:strVal val="hidden"/>
                                          </p:to>
                                        </p:set>
                                      </p:childTnLst>
                                    </p:cTn>
                                  </p:par>
                                  <p:par>
                                    <p:cTn id="92" presetID="10" presetClass="exit" presetSubtype="0" fill="hold" grpId="1" nodeType="withEffect">
                                      <p:stCondLst>
                                        <p:cond delay="9500"/>
                                      </p:stCondLst>
                                      <p:childTnLst>
                                        <p:animEffect transition="out" filter="fade">
                                          <p:cBhvr>
                                            <p:cTn id="93" dur="500"/>
                                            <p:tgtEl>
                                              <p:spTgt spid="29"/>
                                            </p:tgtEl>
                                          </p:cBhvr>
                                        </p:animEffect>
                                        <p:set>
                                          <p:cBhvr>
                                            <p:cTn id="94" dur="1" fill="hold">
                                              <p:stCondLst>
                                                <p:cond delay="499"/>
                                              </p:stCondLst>
                                            </p:cTn>
                                            <p:tgtEl>
                                              <p:spTgt spid="29"/>
                                            </p:tgtEl>
                                            <p:attrNameLst>
                                              <p:attrName>style.visibility</p:attrName>
                                            </p:attrNameLst>
                                          </p:cBhvr>
                                          <p:to>
                                            <p:strVal val="hidden"/>
                                          </p:to>
                                        </p:set>
                                      </p:childTnLst>
                                    </p:cTn>
                                  </p:par>
                                  <p:par>
                                    <p:cTn id="95" presetID="10" presetClass="exit" presetSubtype="0" fill="hold" grpId="1" nodeType="withEffect">
                                      <p:stCondLst>
                                        <p:cond delay="9500"/>
                                      </p:stCondLst>
                                      <p:childTnLst>
                                        <p:animEffect transition="out" filter="fade">
                                          <p:cBhvr>
                                            <p:cTn id="96" dur="500"/>
                                            <p:tgtEl>
                                              <p:spTgt spid="32"/>
                                            </p:tgtEl>
                                          </p:cBhvr>
                                        </p:animEffect>
                                        <p:set>
                                          <p:cBhvr>
                                            <p:cTn id="97" dur="1" fill="hold">
                                              <p:stCondLst>
                                                <p:cond delay="499"/>
                                              </p:stCondLst>
                                            </p:cTn>
                                            <p:tgtEl>
                                              <p:spTgt spid="32"/>
                                            </p:tgtEl>
                                            <p:attrNameLst>
                                              <p:attrName>style.visibility</p:attrName>
                                            </p:attrNameLst>
                                          </p:cBhvr>
                                          <p:to>
                                            <p:strVal val="hidden"/>
                                          </p:to>
                                        </p:set>
                                      </p:childTnLst>
                                    </p:cTn>
                                  </p:par>
                                  <p:par>
                                    <p:cTn id="98" presetID="10" presetClass="exit" presetSubtype="0" fill="hold" grpId="1" nodeType="withEffect">
                                      <p:stCondLst>
                                        <p:cond delay="9500"/>
                                      </p:stCondLst>
                                      <p:childTnLst>
                                        <p:animEffect transition="out" filter="fade">
                                          <p:cBhvr>
                                            <p:cTn id="99" dur="500"/>
                                            <p:tgtEl>
                                              <p:spTgt spid="19">
                                                <p:txEl>
                                                  <p:pRg st="0" end="0"/>
                                                </p:txEl>
                                              </p:spTgt>
                                            </p:tgtEl>
                                          </p:cBhvr>
                                        </p:animEffect>
                                        <p:set>
                                          <p:cBhvr>
                                            <p:cTn id="100" dur="1" fill="hold">
                                              <p:stCondLst>
                                                <p:cond delay="499"/>
                                              </p:stCondLst>
                                            </p:cTn>
                                            <p:tgtEl>
                                              <p:spTgt spid="19">
                                                <p:txEl>
                                                  <p:pRg st="0" end="0"/>
                                                </p:txEl>
                                              </p:spTgt>
                                            </p:tgtEl>
                                            <p:attrNameLst>
                                              <p:attrName>style.visibility</p:attrName>
                                            </p:attrNameLst>
                                          </p:cBhvr>
                                          <p:to>
                                            <p:strVal val="hidden"/>
                                          </p:to>
                                        </p:set>
                                      </p:childTnLst>
                                    </p:cTn>
                                  </p:par>
                                  <p:par>
                                    <p:cTn id="101" presetID="10" presetClass="entr" presetSubtype="0" fill="hold" grpId="1" nodeType="withEffect">
                                      <p:stCondLst>
                                        <p:cond delay="9500"/>
                                      </p:stCondLst>
                                      <p:childTnLst>
                                        <p:set>
                                          <p:cBhvr>
                                            <p:cTn id="102" dur="1" fill="hold">
                                              <p:stCondLst>
                                                <p:cond delay="0"/>
                                              </p:stCondLst>
                                            </p:cTn>
                                            <p:tgtEl>
                                              <p:spTgt spid="8">
                                                <p:txEl>
                                                  <p:pRg st="0" end="0"/>
                                                </p:txEl>
                                              </p:spTgt>
                                            </p:tgtEl>
                                            <p:attrNameLst>
                                              <p:attrName>style.visibility</p:attrName>
                                            </p:attrNameLst>
                                          </p:cBhvr>
                                          <p:to>
                                            <p:strVal val="visible"/>
                                          </p:to>
                                        </p:set>
                                        <p:animEffect transition="in" filter="fade">
                                          <p:cBhvr>
                                            <p:cTn id="103" dur="500"/>
                                            <p:tgtEl>
                                              <p:spTgt spid="8">
                                                <p:txEl>
                                                  <p:pRg st="0" end="0"/>
                                                </p:txEl>
                                              </p:spTgt>
                                            </p:tgtEl>
                                          </p:cBhvr>
                                        </p:animEffect>
                                      </p:childTnLst>
                                    </p:cTn>
                                  </p:par>
                                  <p:par>
                                    <p:cTn id="104" presetID="10" presetClass="entr" presetSubtype="0" fill="hold" grpId="1" nodeType="withEffect">
                                      <p:stCondLst>
                                        <p:cond delay="9500"/>
                                      </p:stCondLst>
                                      <p:childTnLst>
                                        <p:set>
                                          <p:cBhvr>
                                            <p:cTn id="105" dur="1" fill="hold">
                                              <p:stCondLst>
                                                <p:cond delay="0"/>
                                              </p:stCondLst>
                                            </p:cTn>
                                            <p:tgtEl>
                                              <p:spTgt spid="10">
                                                <p:txEl>
                                                  <p:pRg st="0" end="0"/>
                                                </p:txEl>
                                              </p:spTgt>
                                            </p:tgtEl>
                                            <p:attrNameLst>
                                              <p:attrName>style.visibility</p:attrName>
                                            </p:attrNameLst>
                                          </p:cBhvr>
                                          <p:to>
                                            <p:strVal val="visible"/>
                                          </p:to>
                                        </p:set>
                                        <p:animEffect transition="in" filter="fade">
                                          <p:cBhvr>
                                            <p:cTn id="106" dur="500"/>
                                            <p:tgtEl>
                                              <p:spTgt spid="10">
                                                <p:txEl>
                                                  <p:pRg st="0" end="0"/>
                                                </p:txEl>
                                              </p:spTgt>
                                            </p:tgtEl>
                                          </p:cBhvr>
                                        </p:animEffect>
                                      </p:childTnLst>
                                    </p:cTn>
                                  </p:par>
                                  <p:par>
                                    <p:cTn id="107" presetID="10" presetClass="entr" presetSubtype="0" fill="hold" grpId="1" nodeType="withEffect">
                                      <p:stCondLst>
                                        <p:cond delay="9500"/>
                                      </p:stCondLst>
                                      <p:childTnLst>
                                        <p:set>
                                          <p:cBhvr>
                                            <p:cTn id="108" dur="1" fill="hold">
                                              <p:stCondLst>
                                                <p:cond delay="0"/>
                                              </p:stCondLst>
                                            </p:cTn>
                                            <p:tgtEl>
                                              <p:spTgt spid="9">
                                                <p:txEl>
                                                  <p:pRg st="0" end="0"/>
                                                </p:txEl>
                                              </p:spTgt>
                                            </p:tgtEl>
                                            <p:attrNameLst>
                                              <p:attrName>style.visibility</p:attrName>
                                            </p:attrNameLst>
                                          </p:cBhvr>
                                          <p:to>
                                            <p:strVal val="visible"/>
                                          </p:to>
                                        </p:set>
                                        <p:animEffect transition="in" filter="fade">
                                          <p:cBhvr>
                                            <p:cTn id="109" dur="500"/>
                                            <p:tgtEl>
                                              <p:spTgt spid="9">
                                                <p:txEl>
                                                  <p:pRg st="0" end="0"/>
                                                </p:txEl>
                                              </p:spTgt>
                                            </p:tgtEl>
                                          </p:cBhvr>
                                        </p:animEffect>
                                      </p:childTnLst>
                                    </p:cTn>
                                  </p:par>
                                  <p:par>
                                    <p:cTn id="110" presetID="10" presetClass="entr" presetSubtype="0" fill="hold" grpId="1" nodeType="withEffect" nodePh="1">
                                      <p:stCondLst>
                                        <p:cond delay="9500"/>
                                      </p:stCondLst>
                                      <p:endCondLst>
                                        <p:cond evt="begin" delay="0">
                                          <p:tn val="110"/>
                                        </p:cond>
                                      </p:endCondLst>
                                      <p:childTnLst>
                                        <p:set>
                                          <p:cBhvr>
                                            <p:cTn id="111" dur="1" fill="hold">
                                              <p:stCondLst>
                                                <p:cond delay="0"/>
                                              </p:stCondLst>
                                            </p:cTn>
                                            <p:tgtEl>
                                              <p:spTgt spid="6">
                                                <p:txEl>
                                                  <p:pRg st="0" end="0"/>
                                                </p:txEl>
                                              </p:spTgt>
                                            </p:tgtEl>
                                            <p:attrNameLst>
                                              <p:attrName>style.visibility</p:attrName>
                                            </p:attrNameLst>
                                          </p:cBhvr>
                                          <p:to>
                                            <p:strVal val="visible"/>
                                          </p:to>
                                        </p:set>
                                        <p:animEffect transition="in" filter="fade">
                                          <p:cBhvr>
                                            <p:cTn id="112" dur="500"/>
                                            <p:tgtEl>
                                              <p:spTgt spid="6">
                                                <p:txEl>
                                                  <p:pRg st="0" end="0"/>
                                                </p:txEl>
                                              </p:spTgt>
                                            </p:tgtEl>
                                          </p:cBhvr>
                                        </p:animEffect>
                                      </p:childTnLst>
                                    </p:cTn>
                                  </p:par>
                                  <p:par>
                                    <p:cTn id="113" presetID="10" presetClass="entr" presetSubtype="0" fill="hold" grpId="1" nodeType="withEffect">
                                      <p:stCondLst>
                                        <p:cond delay="9500"/>
                                      </p:stCondLst>
                                      <p:childTnLst>
                                        <p:set>
                                          <p:cBhvr>
                                            <p:cTn id="114" dur="1" fill="hold">
                                              <p:stCondLst>
                                                <p:cond delay="0"/>
                                              </p:stCondLst>
                                            </p:cTn>
                                            <p:tgtEl>
                                              <p:spTgt spid="3"/>
                                            </p:tgtEl>
                                            <p:attrNameLst>
                                              <p:attrName>style.visibility</p:attrName>
                                            </p:attrNameLst>
                                          </p:cBhvr>
                                          <p:to>
                                            <p:strVal val="visible"/>
                                          </p:to>
                                        </p:set>
                                        <p:animEffect transition="in" filter="fade">
                                          <p:cBhvr>
                                            <p:cTn id="115" dur="500"/>
                                            <p:tgtEl>
                                              <p:spTgt spid="3"/>
                                            </p:tgtEl>
                                          </p:cBhvr>
                                        </p:animEffect>
                                      </p:childTnLst>
                                    </p:cTn>
                                  </p:par>
                                  <p:par>
                                    <p:cTn id="116" presetID="10" presetClass="entr" presetSubtype="0" fill="hold" grpId="1" nodeType="withEffect">
                                      <p:stCondLst>
                                        <p:cond delay="9500"/>
                                      </p:stCondLst>
                                      <p:childTnLst>
                                        <p:set>
                                          <p:cBhvr>
                                            <p:cTn id="117" dur="1" fill="hold">
                                              <p:stCondLst>
                                                <p:cond delay="0"/>
                                              </p:stCondLst>
                                            </p:cTn>
                                            <p:tgtEl>
                                              <p:spTgt spid="13">
                                                <p:txEl>
                                                  <p:pRg st="0" end="0"/>
                                                </p:txEl>
                                              </p:spTgt>
                                            </p:tgtEl>
                                            <p:attrNameLst>
                                              <p:attrName>style.visibility</p:attrName>
                                            </p:attrNameLst>
                                          </p:cBhvr>
                                          <p:to>
                                            <p:strVal val="visible"/>
                                          </p:to>
                                        </p:set>
                                        <p:animEffect transition="in" filter="fade">
                                          <p:cBhvr>
                                            <p:cTn id="118" dur="500"/>
                                            <p:tgtEl>
                                              <p:spTgt spid="13">
                                                <p:txEl>
                                                  <p:pRg st="0" end="0"/>
                                                </p:txEl>
                                              </p:spTgt>
                                            </p:tgtEl>
                                          </p:cBhvr>
                                        </p:animEffect>
                                      </p:childTnLst>
                                    </p:cTn>
                                  </p:par>
                                  <p:par>
                                    <p:cTn id="119" presetID="10" presetClass="entr" presetSubtype="0" fill="hold" grpId="1" nodeType="withEffect">
                                      <p:stCondLst>
                                        <p:cond delay="9500"/>
                                      </p:stCondLst>
                                      <p:childTnLst>
                                        <p:set>
                                          <p:cBhvr>
                                            <p:cTn id="120" dur="1" fill="hold">
                                              <p:stCondLst>
                                                <p:cond delay="0"/>
                                              </p:stCondLst>
                                            </p:cTn>
                                            <p:tgtEl>
                                              <p:spTgt spid="11">
                                                <p:txEl>
                                                  <p:pRg st="0" end="0"/>
                                                </p:txEl>
                                              </p:spTgt>
                                            </p:tgtEl>
                                            <p:attrNameLst>
                                              <p:attrName>style.visibility</p:attrName>
                                            </p:attrNameLst>
                                          </p:cBhvr>
                                          <p:to>
                                            <p:strVal val="visible"/>
                                          </p:to>
                                        </p:set>
                                        <p:animEffect transition="in" filter="fade">
                                          <p:cBhvr>
                                            <p:cTn id="121" dur="500"/>
                                            <p:tgtEl>
                                              <p:spTgt spid="11">
                                                <p:txEl>
                                                  <p:pRg st="0" end="0"/>
                                                </p:txEl>
                                              </p:spTgt>
                                            </p:tgtEl>
                                          </p:cBhvr>
                                        </p:animEffect>
                                      </p:childTnLst>
                                    </p:cTn>
                                  </p:par>
                                  <p:par>
                                    <p:cTn id="122" presetID="10" presetClass="entr" presetSubtype="0" fill="hold" grpId="1" nodeType="withEffect">
                                      <p:stCondLst>
                                        <p:cond delay="950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00"/>
                                            <p:tgtEl>
                                              <p:spTgt spid="28"/>
                                            </p:tgtEl>
                                          </p:cBhvr>
                                        </p:animEffect>
                                      </p:childTnLst>
                                    </p:cTn>
                                  </p:par>
                                  <p:par>
                                    <p:cTn id="125" presetID="10" presetClass="entr" presetSubtype="0" fill="hold" grpId="1" nodeType="withEffect">
                                      <p:stCondLst>
                                        <p:cond delay="9500"/>
                                      </p:stCondLst>
                                      <p:childTnLst>
                                        <p:set>
                                          <p:cBhvr>
                                            <p:cTn id="126" dur="1" fill="hold">
                                              <p:stCondLst>
                                                <p:cond delay="0"/>
                                              </p:stCondLst>
                                            </p:cTn>
                                            <p:tgtEl>
                                              <p:spTgt spid="31"/>
                                            </p:tgtEl>
                                            <p:attrNameLst>
                                              <p:attrName>style.visibility</p:attrName>
                                            </p:attrNameLst>
                                          </p:cBhvr>
                                          <p:to>
                                            <p:strVal val="visible"/>
                                          </p:to>
                                        </p:set>
                                        <p:animEffect transition="in" filter="fade">
                                          <p:cBhvr>
                                            <p:cTn id="127" dur="500"/>
                                            <p:tgtEl>
                                              <p:spTgt spid="31"/>
                                            </p:tgtEl>
                                          </p:cBhvr>
                                        </p:animEffect>
                                      </p:childTnLst>
                                    </p:cTn>
                                  </p:par>
                                  <p:par>
                                    <p:cTn id="128" presetID="10" presetClass="entr" presetSubtype="0" fill="hold" grpId="1" nodeType="withEffect">
                                      <p:stCondLst>
                                        <p:cond delay="9500"/>
                                      </p:stCondLst>
                                      <p:childTnLst>
                                        <p:set>
                                          <p:cBhvr>
                                            <p:cTn id="129" dur="1" fill="hold">
                                              <p:stCondLst>
                                                <p:cond delay="0"/>
                                              </p:stCondLst>
                                            </p:cTn>
                                            <p:tgtEl>
                                              <p:spTgt spid="7">
                                                <p:txEl>
                                                  <p:pRg st="0" end="0"/>
                                                </p:txEl>
                                              </p:spTgt>
                                            </p:tgtEl>
                                            <p:attrNameLst>
                                              <p:attrName>style.visibility</p:attrName>
                                            </p:attrNameLst>
                                          </p:cBhvr>
                                          <p:to>
                                            <p:strVal val="visible"/>
                                          </p:to>
                                        </p:set>
                                        <p:animEffect transition="in" filter="fade">
                                          <p:cBhvr>
                                            <p:cTn id="130" dur="500"/>
                                            <p:tgtEl>
                                              <p:spTgt spid="7">
                                                <p:txEl>
                                                  <p:pRg st="0" end="0"/>
                                                </p:txEl>
                                              </p:spTgt>
                                            </p:tgtEl>
                                          </p:cBhvr>
                                        </p:animEffect>
                                      </p:childTnLst>
                                    </p:cTn>
                                  </p:par>
                                </p:childTnLst>
                              </p:cTn>
                            </p:par>
                          </p:childTnLst>
                        </p:cTn>
                      </p:par>
                    </p:childTnLst>
                  </p:cTn>
                  <p:nextCondLst>
                    <p:cond evt="onMediaBookmark" delay="0">
                      <p:tgtEl>
                        <p14:bmkTgt spid="2" bmkName="Bookmark 1"/>
                      </p:tgtEl>
                    </p:cond>
                  </p:nextCondLst>
                </p:seq>
              </p:childTnLst>
            </p:cTn>
          </p:par>
        </p:tnLst>
        <p:bldLst>
          <p:bldP spid="8" grpId="0" build="p">
            <p:tmplLst>
              <p:tmpl lvl="1">
                <p:tnLst>
                  <p:par>
                    <p:cTn presetID="10" presetClass="exit" presetSubtype="0" fill="hold" nodeType="withEffect">
                      <p:stCondLst>
                        <p:cond delay="4500"/>
                      </p:stCondLst>
                      <p:childTnLst>
                        <p:animEffect transition="out" filter="fade">
                          <p:cBhvr>
                            <p:cTn dur="500"/>
                            <p:tgtEl>
                              <p:spTgt spid="8"/>
                            </p:tgtEl>
                          </p:cBhvr>
                        </p:animEffect>
                        <p:set>
                          <p:cBhvr>
                            <p:cTn dur="1" fill="hold">
                              <p:stCondLst>
                                <p:cond delay="499"/>
                              </p:stCondLst>
                            </p:cTn>
                            <p:tgtEl>
                              <p:spTgt spid="8"/>
                            </p:tgtEl>
                            <p:attrNameLst>
                              <p:attrName>style.visibility</p:attrName>
                            </p:attrNameLst>
                          </p:cBhvr>
                          <p:to>
                            <p:strVal val="hidden"/>
                          </p:to>
                        </p:set>
                      </p:childTnLst>
                    </p:cTn>
                  </p:par>
                </p:tnLst>
              </p:tmpl>
            </p:tmplLst>
          </p:bldP>
          <p:bldP spid="8" grpId="1" build="p">
            <p:tmplLst>
              <p:tmpl lvl="1">
                <p:tnLst>
                  <p:par>
                    <p:cTn presetID="10" presetClass="entr" presetSubtype="0" fill="hold" nodeType="withEffect">
                      <p:stCondLst>
                        <p:cond delay="950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10" grpId="0" build="p">
            <p:tmplLst>
              <p:tmpl lvl="1">
                <p:tnLst>
                  <p:par>
                    <p:cTn presetID="10" presetClass="exit" presetSubtype="0" fill="hold" nodeType="withEffect">
                      <p:stCondLst>
                        <p:cond delay="4500"/>
                      </p:stCondLst>
                      <p:childTnLst>
                        <p:animEffect transition="out" filter="fade">
                          <p:cBhvr>
                            <p:cTn dur="500"/>
                            <p:tgtEl>
                              <p:spTgt spid="10"/>
                            </p:tgtEl>
                          </p:cBhvr>
                        </p:animEffect>
                        <p:set>
                          <p:cBhvr>
                            <p:cTn dur="1" fill="hold">
                              <p:stCondLst>
                                <p:cond delay="499"/>
                              </p:stCondLst>
                            </p:cTn>
                            <p:tgtEl>
                              <p:spTgt spid="10"/>
                            </p:tgtEl>
                            <p:attrNameLst>
                              <p:attrName>style.visibility</p:attrName>
                            </p:attrNameLst>
                          </p:cBhvr>
                          <p:to>
                            <p:strVal val="hidden"/>
                          </p:to>
                        </p:set>
                      </p:childTnLst>
                    </p:cTn>
                  </p:par>
                </p:tnLst>
              </p:tmpl>
            </p:tmplLst>
          </p:bldP>
          <p:bldP spid="10" grpId="1" build="p">
            <p:tmplLst>
              <p:tmpl lvl="1">
                <p:tnLst>
                  <p:par>
                    <p:cTn presetID="10" presetClass="entr" presetSubtype="0" fill="hold" nodeType="withEffect">
                      <p:stCondLst>
                        <p:cond delay="95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7" grpId="0" build="p">
            <p:tmplLst>
              <p:tmpl lvl="1">
                <p:tnLst>
                  <p:par>
                    <p:cTn presetID="10" presetClass="exit" presetSubtype="0" fill="hold" nodeType="withEffect">
                      <p:stCondLst>
                        <p:cond delay="4500"/>
                      </p:stCondLst>
                      <p:childTnLst>
                        <p:animEffect transition="out" filter="fade">
                          <p:cBhvr>
                            <p:cTn dur="500"/>
                            <p:tgtEl>
                              <p:spTgt spid="7"/>
                            </p:tgtEl>
                          </p:cBhvr>
                        </p:animEffect>
                        <p:set>
                          <p:cBhvr>
                            <p:cTn dur="1" fill="hold">
                              <p:stCondLst>
                                <p:cond delay="499"/>
                              </p:stCondLst>
                            </p:cTn>
                            <p:tgtEl>
                              <p:spTgt spid="7"/>
                            </p:tgtEl>
                            <p:attrNameLst>
                              <p:attrName>style.visibility</p:attrName>
                            </p:attrNameLst>
                          </p:cBhvr>
                          <p:to>
                            <p:strVal val="hidden"/>
                          </p:to>
                        </p:set>
                      </p:childTnLst>
                    </p:cTn>
                  </p:par>
                </p:tnLst>
              </p:tmpl>
            </p:tmplLst>
          </p:bldP>
          <p:bldP spid="7" grpId="1" build="p">
            <p:tmplLst>
              <p:tmpl lvl="1">
                <p:tnLst>
                  <p:par>
                    <p:cTn presetID="10" presetClass="entr" presetSubtype="0" fill="hold" nodeType="withEffect">
                      <p:stCondLst>
                        <p:cond delay="950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P spid="11" grpId="0" build="p">
            <p:tmplLst>
              <p:tmpl lvl="1">
                <p:tnLst>
                  <p:par>
                    <p:cTn presetID="10" presetClass="exit" presetSubtype="0" fill="hold" nodeType="withEffect">
                      <p:stCondLst>
                        <p:cond delay="4500"/>
                      </p:stCondLst>
                      <p:childTnLst>
                        <p:animEffect transition="out" filter="fade">
                          <p:cBhvr>
                            <p:cTn dur="500"/>
                            <p:tgtEl>
                              <p:spTgt spid="11"/>
                            </p:tgtEl>
                          </p:cBhvr>
                        </p:animEffect>
                        <p:set>
                          <p:cBhvr>
                            <p:cTn dur="1" fill="hold">
                              <p:stCondLst>
                                <p:cond delay="499"/>
                              </p:stCondLst>
                            </p:cTn>
                            <p:tgtEl>
                              <p:spTgt spid="11"/>
                            </p:tgtEl>
                            <p:attrNameLst>
                              <p:attrName>style.visibility</p:attrName>
                            </p:attrNameLst>
                          </p:cBhvr>
                          <p:to>
                            <p:strVal val="hidden"/>
                          </p:to>
                        </p:set>
                      </p:childTnLst>
                    </p:cTn>
                  </p:par>
                </p:tnLst>
              </p:tmpl>
            </p:tmplLst>
          </p:bldP>
          <p:bldP spid="11" grpId="1" build="p">
            <p:tmplLst>
              <p:tmpl lvl="1">
                <p:tnLst>
                  <p:par>
                    <p:cTn presetID="10" presetClass="entr" presetSubtype="0" fill="hold" nodeType="withEffect">
                      <p:stCondLst>
                        <p:cond delay="950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P spid="13" grpId="0" build="p">
            <p:tmplLst>
              <p:tmpl lvl="1">
                <p:tnLst>
                  <p:par>
                    <p:cTn presetID="10" presetClass="exit" presetSubtype="0" fill="hold" nodeType="withEffect">
                      <p:stCondLst>
                        <p:cond delay="4500"/>
                      </p:stCondLst>
                      <p:childTnLst>
                        <p:animEffect transition="out" filter="fade">
                          <p:cBhvr>
                            <p:cTn dur="500"/>
                            <p:tgtEl>
                              <p:spTgt spid="13"/>
                            </p:tgtEl>
                          </p:cBhvr>
                        </p:animEffect>
                        <p:set>
                          <p:cBhvr>
                            <p:cTn dur="1" fill="hold">
                              <p:stCondLst>
                                <p:cond delay="499"/>
                              </p:stCondLst>
                            </p:cTn>
                            <p:tgtEl>
                              <p:spTgt spid="13"/>
                            </p:tgtEl>
                            <p:attrNameLst>
                              <p:attrName>style.visibility</p:attrName>
                            </p:attrNameLst>
                          </p:cBhvr>
                          <p:to>
                            <p:strVal val="hidden"/>
                          </p:to>
                        </p:set>
                      </p:childTnLst>
                    </p:cTn>
                  </p:par>
                </p:tnLst>
              </p:tmpl>
            </p:tmplLst>
          </p:bldP>
          <p:bldP spid="13" grpId="1" build="p">
            <p:tmplLst>
              <p:tmpl lvl="1">
                <p:tnLst>
                  <p:par>
                    <p:cTn presetID="10" presetClass="entr" presetSubtype="0" fill="hold" nodeType="withEffect">
                      <p:stCondLst>
                        <p:cond delay="950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3" grpId="0"/>
          <p:bldP spid="3" grpId="1"/>
          <p:bldP spid="28" grpId="0" animBg="1">
            <p:tmplLst>
              <p:tmpl>
                <p:tnLst>
                  <p:par>
                    <p:cTn presetID="10" presetClass="exit" presetSubtype="0" fill="hold" nodeType="withEffect">
                      <p:stCondLst>
                        <p:cond delay="4500"/>
                      </p:stCondLst>
                      <p:childTnLst>
                        <p:animEffect transition="out" filter="fade">
                          <p:cBhvr>
                            <p:cTn dur="500"/>
                            <p:tgtEl>
                              <p:spTgt spid="28"/>
                            </p:tgtEl>
                          </p:cBhvr>
                        </p:animEffect>
                        <p:set>
                          <p:cBhvr>
                            <p:cTn dur="1" fill="hold">
                              <p:stCondLst>
                                <p:cond delay="499"/>
                              </p:stCondLst>
                            </p:cTn>
                            <p:tgtEl>
                              <p:spTgt spid="28"/>
                            </p:tgtEl>
                            <p:attrNameLst>
                              <p:attrName>style.visibility</p:attrName>
                            </p:attrNameLst>
                          </p:cBhvr>
                          <p:to>
                            <p:strVal val="hidden"/>
                          </p:to>
                        </p:set>
                      </p:childTnLst>
                    </p:cTn>
                  </p:par>
                </p:tnLst>
              </p:tmpl>
            </p:tmplLst>
          </p:bldP>
          <p:bldP spid="28" grpId="1" animBg="1">
            <p:tmplLst>
              <p:tmpl>
                <p:tnLst>
                  <p:par>
                    <p:cTn presetID="10" presetClass="entr" presetSubtype="0" fill="hold" nodeType="withEffect">
                      <p:stCondLst>
                        <p:cond delay="950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6" grpId="0" build="p">
            <p:tmplLst>
              <p:tmpl lvl="1">
                <p:tnLst>
                  <p:par>
                    <p:cTn presetID="10" presetClass="exit" presetSubtype="0" fill="hold" nodeType="withEffect" nodePh="1">
                      <p:stCondLst>
                        <p:cond delay="4500"/>
                      </p:stCondLst>
                      <p:endCondLst>
                        <p:cond delay="0"/>
                      </p:endCondLst>
                      <p:childTnLst>
                        <p:animEffect transition="out" filter="fade">
                          <p:cBhvr>
                            <p:cTn dur="500"/>
                            <p:tgtEl>
                              <p:spTgt spid="6"/>
                            </p:tgtEl>
                          </p:cBhvr>
                        </p:animEffect>
                        <p:set>
                          <p:cBhvr>
                            <p:cTn dur="1" fill="hold">
                              <p:stCondLst>
                                <p:cond delay="499"/>
                              </p:stCondLst>
                            </p:cTn>
                            <p:tgtEl>
                              <p:spTgt spid="6"/>
                            </p:tgtEl>
                            <p:attrNameLst>
                              <p:attrName>style.visibility</p:attrName>
                            </p:attrNameLst>
                          </p:cBhvr>
                          <p:to>
                            <p:strVal val="hidden"/>
                          </p:to>
                        </p:set>
                      </p:childTnLst>
                    </p:cTn>
                  </p:par>
                </p:tnLst>
              </p:tmpl>
            </p:tmplLst>
          </p:bldP>
          <p:bldP spid="6" grpId="1" build="p">
            <p:tmplLst>
              <p:tmpl lvl="1">
                <p:tnLst>
                  <p:par>
                    <p:cTn presetID="10" presetClass="entr" presetSubtype="0" fill="hold" nodeType="withEffect" nodePh="1">
                      <p:stCondLst>
                        <p:cond delay="9500"/>
                      </p:stCondLst>
                      <p:endCondLst>
                        <p:cond delay="0"/>
                      </p:end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31" grpId="0" animBg="1">
            <p:tmplLst>
              <p:tmpl>
                <p:tnLst>
                  <p:par>
                    <p:cTn presetID="10" presetClass="exit" presetSubtype="0" fill="hold" nodeType="withEffect">
                      <p:stCondLst>
                        <p:cond delay="4500"/>
                      </p:stCondLst>
                      <p:childTnLst>
                        <p:animEffect transition="out" filter="fade">
                          <p:cBhvr>
                            <p:cTn dur="500"/>
                            <p:tgtEl>
                              <p:spTgt spid="31"/>
                            </p:tgtEl>
                          </p:cBhvr>
                        </p:animEffect>
                        <p:set>
                          <p:cBhvr>
                            <p:cTn dur="1" fill="hold">
                              <p:stCondLst>
                                <p:cond delay="499"/>
                              </p:stCondLst>
                            </p:cTn>
                            <p:tgtEl>
                              <p:spTgt spid="31"/>
                            </p:tgtEl>
                            <p:attrNameLst>
                              <p:attrName>style.visibility</p:attrName>
                            </p:attrNameLst>
                          </p:cBhvr>
                          <p:to>
                            <p:strVal val="hidden"/>
                          </p:to>
                        </p:set>
                      </p:childTnLst>
                    </p:cTn>
                  </p:par>
                </p:tnLst>
              </p:tmpl>
            </p:tmplLst>
          </p:bldP>
          <p:bldP spid="31" grpId="1" animBg="1">
            <p:tmplLst>
              <p:tmpl>
                <p:tnLst>
                  <p:par>
                    <p:cTn presetID="10" presetClass="entr" presetSubtype="0" fill="hold" nodeType="withEffect">
                      <p:stCondLst>
                        <p:cond delay="9500"/>
                      </p:st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Lst>
          </p:bldP>
          <p:bldP spid="9" grpId="0" build="p">
            <p:tmplLst>
              <p:tmpl lvl="1">
                <p:tnLst>
                  <p:par>
                    <p:cTn presetID="10" presetClass="exit" presetSubtype="0" fill="hold" nodeType="withEffect">
                      <p:stCondLst>
                        <p:cond delay="4500"/>
                      </p:stCondLst>
                      <p:childTnLst>
                        <p:animEffect transition="out" filter="fade">
                          <p:cBhvr>
                            <p:cTn dur="500"/>
                            <p:tgtEl>
                              <p:spTgt spid="9"/>
                            </p:tgtEl>
                          </p:cBhvr>
                        </p:animEffect>
                        <p:set>
                          <p:cBhvr>
                            <p:cTn dur="1" fill="hold">
                              <p:stCondLst>
                                <p:cond delay="499"/>
                              </p:stCondLst>
                            </p:cTn>
                            <p:tgtEl>
                              <p:spTgt spid="9"/>
                            </p:tgtEl>
                            <p:attrNameLst>
                              <p:attrName>style.visibility</p:attrName>
                            </p:attrNameLst>
                          </p:cBhvr>
                          <p:to>
                            <p:strVal val="hidden"/>
                          </p:to>
                        </p:set>
                      </p:childTnLst>
                    </p:cTn>
                  </p:par>
                </p:tnLst>
              </p:tmpl>
            </p:tmplLst>
          </p:bldP>
          <p:bldP spid="9" grpId="1" build="p">
            <p:tmplLst>
              <p:tmpl lvl="1">
                <p:tnLst>
                  <p:par>
                    <p:cTn presetID="10" presetClass="entr" presetSubtype="0" fill="hold" nodeType="withEffect">
                      <p:stCondLst>
                        <p:cond delay="950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7" grpId="0" build="p">
            <p:tmplLst>
              <p:tmpl lvl="1">
                <p:tnLst>
                  <p:par>
                    <p:cTn presetID="10" presetClass="entr" presetSubtype="0" fill="hold" nodeType="withEffect">
                      <p:stCondLst>
                        <p:cond delay="450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Lst>
          </p:bldP>
          <p:bldP spid="17" grpId="1" build="p">
            <p:tmplLst>
              <p:tmpl lvl="1">
                <p:tnLst>
                  <p:par>
                    <p:cTn presetID="10" presetClass="exit" presetSubtype="0" fill="hold" nodeType="withEffect">
                      <p:stCondLst>
                        <p:cond delay="9500"/>
                      </p:stCondLst>
                      <p:childTnLst>
                        <p:animEffect transition="out" filter="fade">
                          <p:cBhvr>
                            <p:cTn dur="500"/>
                            <p:tgtEl>
                              <p:spTgt spid="17"/>
                            </p:tgtEl>
                          </p:cBhvr>
                        </p:animEffect>
                        <p:set>
                          <p:cBhvr>
                            <p:cTn dur="1" fill="hold">
                              <p:stCondLst>
                                <p:cond delay="499"/>
                              </p:stCondLst>
                            </p:cTn>
                            <p:tgtEl>
                              <p:spTgt spid="17"/>
                            </p:tgtEl>
                            <p:attrNameLst>
                              <p:attrName>style.visibility</p:attrName>
                            </p:attrNameLst>
                          </p:cBhvr>
                          <p:to>
                            <p:strVal val="hidden"/>
                          </p:to>
                        </p:set>
                      </p:childTnLst>
                    </p:cTn>
                  </p:par>
                </p:tnLst>
              </p:tmpl>
            </p:tmplLst>
          </p:bldP>
          <p:bldP spid="18" grpId="0" build="p">
            <p:tmplLst>
              <p:tmpl lvl="1">
                <p:tnLst>
                  <p:par>
                    <p:cTn presetID="10" presetClass="entr" presetSubtype="0" fill="hold" nodeType="withEffect">
                      <p:stCondLst>
                        <p:cond delay="4500"/>
                      </p:stCondLst>
                      <p:childTnLst>
                        <p:set>
                          <p:cBhvr>
                            <p:cTn dur="1" fill="hold">
                              <p:stCondLst>
                                <p:cond delay="0"/>
                              </p:stCondLst>
                            </p:cTn>
                            <p:tgtEl>
                              <p:spTgt spid="18"/>
                            </p:tgtEl>
                            <p:attrNameLst>
                              <p:attrName>style.visibility</p:attrName>
                            </p:attrNameLst>
                          </p:cBhvr>
                          <p:to>
                            <p:strVal val="visible"/>
                          </p:to>
                        </p:set>
                        <p:animEffect transition="in" filter="fade">
                          <p:cBhvr>
                            <p:cTn dur="500"/>
                            <p:tgtEl>
                              <p:spTgt spid="18"/>
                            </p:tgtEl>
                          </p:cBhvr>
                        </p:animEffect>
                      </p:childTnLst>
                    </p:cTn>
                  </p:par>
                </p:tnLst>
              </p:tmpl>
            </p:tmplLst>
          </p:bldP>
          <p:bldP spid="18" grpId="1" build="p">
            <p:tmplLst>
              <p:tmpl lvl="1">
                <p:tnLst>
                  <p:par>
                    <p:cTn presetID="10" presetClass="exit" presetSubtype="0" fill="hold" nodeType="withEffect">
                      <p:stCondLst>
                        <p:cond delay="9500"/>
                      </p:stCondLst>
                      <p:childTnLst>
                        <p:animEffect transition="out" filter="fade">
                          <p:cBhvr>
                            <p:cTn dur="500"/>
                            <p:tgtEl>
                              <p:spTgt spid="18"/>
                            </p:tgtEl>
                          </p:cBhvr>
                        </p:animEffect>
                        <p:set>
                          <p:cBhvr>
                            <p:cTn dur="1" fill="hold">
                              <p:stCondLst>
                                <p:cond delay="499"/>
                              </p:stCondLst>
                            </p:cTn>
                            <p:tgtEl>
                              <p:spTgt spid="18"/>
                            </p:tgtEl>
                            <p:attrNameLst>
                              <p:attrName>style.visibility</p:attrName>
                            </p:attrNameLst>
                          </p:cBhvr>
                          <p:to>
                            <p:strVal val="hidden"/>
                          </p:to>
                        </p:set>
                      </p:childTnLst>
                    </p:cTn>
                  </p:par>
                </p:tnLst>
              </p:tmpl>
            </p:tmplLst>
          </p:bldP>
          <p:bldP spid="19" grpId="0" build="p">
            <p:tmplLst>
              <p:tmpl lvl="1">
                <p:tnLst>
                  <p:par>
                    <p:cTn presetID="10" presetClass="entr" presetSubtype="0" fill="hold" nodeType="withEffect">
                      <p:stCondLst>
                        <p:cond delay="450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19" grpId="1" build="p">
            <p:tmplLst>
              <p:tmpl lvl="1">
                <p:tnLst>
                  <p:par>
                    <p:cTn presetID="10" presetClass="exit" presetSubtype="0" fill="hold" nodeType="withEffect">
                      <p:stCondLst>
                        <p:cond delay="9500"/>
                      </p:stCondLst>
                      <p:childTnLst>
                        <p:animEffect transition="out" filter="fade">
                          <p:cBhvr>
                            <p:cTn dur="500"/>
                            <p:tgtEl>
                              <p:spTgt spid="19"/>
                            </p:tgtEl>
                          </p:cBhvr>
                        </p:animEffect>
                        <p:set>
                          <p:cBhvr>
                            <p:cTn dur="1" fill="hold">
                              <p:stCondLst>
                                <p:cond delay="499"/>
                              </p:stCondLst>
                            </p:cTn>
                            <p:tgtEl>
                              <p:spTgt spid="19"/>
                            </p:tgtEl>
                            <p:attrNameLst>
                              <p:attrName>style.visibility</p:attrName>
                            </p:attrNameLst>
                          </p:cBhvr>
                          <p:to>
                            <p:strVal val="hidden"/>
                          </p:to>
                        </p:set>
                      </p:childTnLst>
                    </p:cTn>
                  </p:par>
                </p:tnLst>
              </p:tmpl>
            </p:tmplLst>
          </p:bldP>
          <p:bldP spid="20" grpId="0" build="p">
            <p:tmplLst>
              <p:tmpl lvl="1">
                <p:tnLst>
                  <p:par>
                    <p:cTn presetID="10" presetClass="entr" presetSubtype="0" fill="hold" nodeType="withEffect">
                      <p:stCondLst>
                        <p:cond delay="450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20" grpId="1" build="p">
            <p:tmplLst>
              <p:tmpl lvl="1">
                <p:tnLst>
                  <p:par>
                    <p:cTn presetID="10" presetClass="exit" presetSubtype="0" fill="hold" nodeType="withEffect">
                      <p:stCondLst>
                        <p:cond delay="9500"/>
                      </p:stCondLst>
                      <p:childTnLst>
                        <p:animEffect transition="out" filter="fade">
                          <p:cBhvr>
                            <p:cTn dur="500"/>
                            <p:tgtEl>
                              <p:spTgt spid="20"/>
                            </p:tgtEl>
                          </p:cBhvr>
                        </p:animEffect>
                        <p:set>
                          <p:cBhvr>
                            <p:cTn dur="1" fill="hold">
                              <p:stCondLst>
                                <p:cond delay="499"/>
                              </p:stCondLst>
                            </p:cTn>
                            <p:tgtEl>
                              <p:spTgt spid="20"/>
                            </p:tgtEl>
                            <p:attrNameLst>
                              <p:attrName>style.visibility</p:attrName>
                            </p:attrNameLst>
                          </p:cBhvr>
                          <p:to>
                            <p:strVal val="hidden"/>
                          </p:to>
                        </p:set>
                      </p:childTnLst>
                    </p:cTn>
                  </p:par>
                </p:tnLst>
              </p:tmpl>
            </p:tmplLst>
          </p:bldP>
          <p:bldP spid="21" grpId="0" build="p">
            <p:tmplLst>
              <p:tmpl lvl="1">
                <p:tnLst>
                  <p:par>
                    <p:cTn presetID="10" presetClass="entr" presetSubtype="0" fill="hold" nodeType="withEffect">
                      <p:stCondLst>
                        <p:cond delay="450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P spid="21" grpId="1" build="p">
            <p:tmplLst>
              <p:tmpl lvl="1">
                <p:tnLst>
                  <p:par>
                    <p:cTn presetID="10" presetClass="exit" presetSubtype="0" fill="hold" nodeType="withEffect">
                      <p:stCondLst>
                        <p:cond delay="9500"/>
                      </p:stCondLst>
                      <p:childTnLst>
                        <p:animEffect transition="out" filter="fade">
                          <p:cBhvr>
                            <p:cTn dur="500"/>
                            <p:tgtEl>
                              <p:spTgt spid="21"/>
                            </p:tgtEl>
                          </p:cBhvr>
                        </p:animEffect>
                        <p:set>
                          <p:cBhvr>
                            <p:cTn dur="1" fill="hold">
                              <p:stCondLst>
                                <p:cond delay="499"/>
                              </p:stCondLst>
                            </p:cTn>
                            <p:tgtEl>
                              <p:spTgt spid="21"/>
                            </p:tgtEl>
                            <p:attrNameLst>
                              <p:attrName>style.visibility</p:attrName>
                            </p:attrNameLst>
                          </p:cBhvr>
                          <p:to>
                            <p:strVal val="hidden"/>
                          </p:to>
                        </p:set>
                      </p:childTnLst>
                    </p:cTn>
                  </p:par>
                </p:tnLst>
              </p:tmpl>
            </p:tmplLst>
          </p:bldP>
          <p:bldP spid="22" grpId="0"/>
          <p:bldP spid="22" grpId="1"/>
          <p:bldP spid="29" grpId="0" animBg="1">
            <p:tmplLst>
              <p:tmpl>
                <p:tnLst>
                  <p:par>
                    <p:cTn presetID="10" presetClass="entr" presetSubtype="0" fill="hold" nodeType="withEffect">
                      <p:stCondLst>
                        <p:cond delay="4500"/>
                      </p:stCondLst>
                      <p:childTnLst>
                        <p:set>
                          <p:cBhvr>
                            <p:cTn dur="1" fill="hold">
                              <p:stCondLst>
                                <p:cond delay="0"/>
                              </p:stCondLst>
                            </p:cTn>
                            <p:tgtEl>
                              <p:spTgt spid="29"/>
                            </p:tgtEl>
                            <p:attrNameLst>
                              <p:attrName>style.visibility</p:attrName>
                            </p:attrNameLst>
                          </p:cBhvr>
                          <p:to>
                            <p:strVal val="visible"/>
                          </p:to>
                        </p:set>
                        <p:animEffect transition="in" filter="fade">
                          <p:cBhvr>
                            <p:cTn dur="500"/>
                            <p:tgtEl>
                              <p:spTgt spid="29"/>
                            </p:tgtEl>
                          </p:cBhvr>
                        </p:animEffect>
                      </p:childTnLst>
                    </p:cTn>
                  </p:par>
                </p:tnLst>
              </p:tmpl>
            </p:tmplLst>
          </p:bldP>
          <p:bldP spid="29" grpId="1" animBg="1">
            <p:tmplLst>
              <p:tmpl>
                <p:tnLst>
                  <p:par>
                    <p:cTn presetID="10" presetClass="exit" presetSubtype="0" fill="hold" nodeType="withEffect">
                      <p:stCondLst>
                        <p:cond delay="9500"/>
                      </p:stCondLst>
                      <p:childTnLst>
                        <p:animEffect transition="out" filter="fade">
                          <p:cBhvr>
                            <p:cTn dur="500"/>
                            <p:tgtEl>
                              <p:spTgt spid="29"/>
                            </p:tgtEl>
                          </p:cBhvr>
                        </p:animEffect>
                        <p:set>
                          <p:cBhvr>
                            <p:cTn dur="1" fill="hold">
                              <p:stCondLst>
                                <p:cond delay="499"/>
                              </p:stCondLst>
                            </p:cTn>
                            <p:tgtEl>
                              <p:spTgt spid="29"/>
                            </p:tgtEl>
                            <p:attrNameLst>
                              <p:attrName>style.visibility</p:attrName>
                            </p:attrNameLst>
                          </p:cBhvr>
                          <p:to>
                            <p:strVal val="hidden"/>
                          </p:to>
                        </p:set>
                      </p:childTnLst>
                    </p:cTn>
                  </p:par>
                </p:tnLst>
              </p:tmpl>
            </p:tmplLst>
          </p:bldP>
          <p:bldP spid="24" grpId="0" build="p">
            <p:tmplLst>
              <p:tmpl lvl="1">
                <p:tnLst>
                  <p:par>
                    <p:cTn presetID="10" presetClass="entr" presetSubtype="0" fill="hold" nodeType="withEffect" nodePh="1">
                      <p:stCondLst>
                        <p:cond delay="4500"/>
                      </p:stCondLst>
                      <p:endCondLst>
                        <p:cond delay="0"/>
                      </p:end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Lst>
          </p:bldP>
          <p:bldP spid="24" grpId="1" build="p">
            <p:tmplLst>
              <p:tmpl lvl="1">
                <p:tnLst>
                  <p:par>
                    <p:cTn presetID="10" presetClass="exit" presetSubtype="0" fill="hold" nodeType="withEffect" nodePh="1">
                      <p:stCondLst>
                        <p:cond delay="9500"/>
                      </p:stCondLst>
                      <p:endCondLst>
                        <p:cond delay="0"/>
                      </p:endCondLst>
                      <p:childTnLst>
                        <p:animEffect transition="out" filter="fade">
                          <p:cBhvr>
                            <p:cTn dur="500"/>
                            <p:tgtEl>
                              <p:spTgt spid="24"/>
                            </p:tgtEl>
                          </p:cBhvr>
                        </p:animEffect>
                        <p:set>
                          <p:cBhvr>
                            <p:cTn dur="1" fill="hold">
                              <p:stCondLst>
                                <p:cond delay="499"/>
                              </p:stCondLst>
                            </p:cTn>
                            <p:tgtEl>
                              <p:spTgt spid="24"/>
                            </p:tgtEl>
                            <p:attrNameLst>
                              <p:attrName>style.visibility</p:attrName>
                            </p:attrNameLst>
                          </p:cBhvr>
                          <p:to>
                            <p:strVal val="hidden"/>
                          </p:to>
                        </p:set>
                      </p:childTnLst>
                    </p:cTn>
                  </p:par>
                </p:tnLst>
              </p:tmpl>
            </p:tmplLst>
          </p:bldP>
          <p:bldP spid="32" grpId="0" animBg="1">
            <p:tmplLst>
              <p:tmpl>
                <p:tnLst>
                  <p:par>
                    <p:cTn presetID="10" presetClass="entr" presetSubtype="0" fill="hold" nodeType="withEffect">
                      <p:stCondLst>
                        <p:cond delay="450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2" grpId="1" animBg="1">
            <p:tmplLst>
              <p:tmpl>
                <p:tnLst>
                  <p:par>
                    <p:cTn presetID="10" presetClass="exit" presetSubtype="0" fill="hold" nodeType="withEffect">
                      <p:stCondLst>
                        <p:cond delay="9500"/>
                      </p:stCondLst>
                      <p:childTnLst>
                        <p:animEffect transition="out" filter="fade">
                          <p:cBhvr>
                            <p:cTn dur="500"/>
                            <p:tgtEl>
                              <p:spTgt spid="32"/>
                            </p:tgtEl>
                          </p:cBhvr>
                        </p:animEffect>
                        <p:set>
                          <p:cBhvr>
                            <p:cTn dur="1" fill="hold">
                              <p:stCondLst>
                                <p:cond delay="499"/>
                              </p:stCondLst>
                            </p:cTn>
                            <p:tgtEl>
                              <p:spTgt spid="32"/>
                            </p:tgtEl>
                            <p:attrNameLst>
                              <p:attrName>style.visibility</p:attrName>
                            </p:attrNameLst>
                          </p:cBhvr>
                          <p:to>
                            <p:strVal val="hidden"/>
                          </p:to>
                        </p:set>
                      </p:childTnLst>
                    </p:cTn>
                  </p:par>
                </p:tnLst>
              </p:tmpl>
            </p:tmplLst>
          </p:bldP>
          <p:bldP spid="26" grpId="0" build="p">
            <p:tmplLst>
              <p:tmpl lvl="1">
                <p:tnLst>
                  <p:par>
                    <p:cTn presetID="10" presetClass="entr" presetSubtype="0" fill="hold" nodeType="withEffect">
                      <p:stCondLst>
                        <p:cond delay="450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Lst>
          </p:bldP>
          <p:bldP spid="26" grpId="1" build="p">
            <p:tmplLst>
              <p:tmpl lvl="1">
                <p:tnLst>
                  <p:par>
                    <p:cTn presetID="10" presetClass="exit" presetSubtype="0" fill="hold" nodeType="withEffect">
                      <p:stCondLst>
                        <p:cond delay="9500"/>
                      </p:stCondLst>
                      <p:childTnLst>
                        <p:animEffect transition="out" filter="fade">
                          <p:cBhvr>
                            <p:cTn dur="500"/>
                            <p:tgtEl>
                              <p:spTgt spid="26"/>
                            </p:tgtEl>
                          </p:cBhvr>
                        </p:animEffect>
                        <p:set>
                          <p:cBhvr>
                            <p:cTn dur="1" fill="hold">
                              <p:stCondLst>
                                <p:cond delay="499"/>
                              </p:stCondLst>
                            </p:cTn>
                            <p:tgtEl>
                              <p:spTgt spid="26"/>
                            </p:tgtEl>
                            <p:attrNameLst>
                              <p:attrName>style.visibility</p:attrName>
                            </p:attrNameLst>
                          </p:cBhvr>
                          <p:to>
                            <p:strVal val="hidden"/>
                          </p:to>
                        </p:set>
                      </p:childTnLst>
                    </p:cTn>
                  </p:par>
                </p:tnLst>
              </p:tmpl>
            </p:tmplLst>
          </p:bldP>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3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2"/>
                    </p:tgtEl>
                  </p:cMediaNode>
                </p:audio>
              </p:childTnLst>
            </p:cTn>
          </p:par>
        </p:tnLst>
      </p:timing>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AEB9645B-E98A-42E2-8A89-EC689429C2D8}"/>
              </a:ext>
            </a:extLst>
          </p:cNvPr>
          <p:cNvSpPr>
            <a:spLocks noGrp="1"/>
          </p:cNvSpPr>
          <p:nvPr>
            <p:ph type="pic" sz="quarter" idx="10" hasCustomPrompt="1"/>
          </p:nvPr>
        </p:nvSpPr>
        <p:spPr>
          <a:xfrm>
            <a:off x="0" y="0"/>
            <a:ext cx="9144000" cy="5715000"/>
          </a:xfrm>
          <a:prstGeom prst="rect">
            <a:avLst/>
          </a:prstGeom>
          <a:solidFill>
            <a:schemeClr val="bg1">
              <a:lumMod val="85000"/>
            </a:schemeClr>
          </a:solidFill>
        </p:spPr>
        <p:txBody>
          <a:bodyPr/>
          <a:lstStyle>
            <a:lvl1pPr>
              <a:buNone/>
              <a:defRPr/>
            </a:lvl1pPr>
          </a:lstStyle>
          <a:p>
            <a:r>
              <a:rPr lang="en-US" dirty="0"/>
              <a:t>background</a:t>
            </a:r>
          </a:p>
        </p:txBody>
      </p:sp>
      <p:sp>
        <p:nvSpPr>
          <p:cNvPr id="12" name="navbar-background">
            <a:extLst>
              <a:ext uri="{FF2B5EF4-FFF2-40B4-BE49-F238E27FC236}">
                <a16:creationId xmlns:a16="http://schemas.microsoft.com/office/drawing/2014/main" id="{0B550FED-FDFE-400F-A66B-5E2A68B6C6F6}"/>
              </a:ext>
            </a:extLst>
          </p:cNvPr>
          <p:cNvSpPr>
            <a:spLocks noGrp="1"/>
          </p:cNvSpPr>
          <p:nvPr>
            <p:ph sz="quarter" idx="17" hasCustomPrompt="1"/>
          </p:nvPr>
        </p:nvSpPr>
        <p:spPr>
          <a:xfrm>
            <a:off x="0" y="0"/>
            <a:ext cx="1554480" cy="571500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buNone/>
              <a:defRPr lang="en-US" sz="1404" dirty="0">
                <a:solidFill>
                  <a:schemeClr val="lt1"/>
                </a:solidFill>
              </a:defRPr>
            </a:lvl1pPr>
          </a:lstStyle>
          <a:p>
            <a:pPr marL="0" lvl="0" algn="ctr" defTabSz="713232"/>
            <a:r>
              <a:rPr lang="en-US" dirty="0"/>
              <a:t>Navbar-background</a:t>
            </a:r>
          </a:p>
        </p:txBody>
      </p:sp>
      <p:sp>
        <p:nvSpPr>
          <p:cNvPr id="15" name="circle-background">
            <a:extLst>
              <a:ext uri="{FF2B5EF4-FFF2-40B4-BE49-F238E27FC236}">
                <a16:creationId xmlns:a16="http://schemas.microsoft.com/office/drawing/2014/main" id="{4307AE6C-D3E8-4BD1-9215-CCBC161642CA}"/>
              </a:ext>
            </a:extLst>
          </p:cNvPr>
          <p:cNvSpPr>
            <a:spLocks noGrp="1" noChangeAspect="1"/>
          </p:cNvSpPr>
          <p:nvPr>
            <p:ph sz="quarter" idx="18" hasCustomPrompt="1"/>
          </p:nvPr>
        </p:nvSpPr>
        <p:spPr>
          <a:xfrm>
            <a:off x="3063240" y="411480"/>
            <a:ext cx="4572000" cy="4572000"/>
          </a:xfrm>
          <a:prstGeom prst="ellipse">
            <a:avLst/>
          </a:prstGeom>
          <a:solidFill>
            <a:srgbClr val="FFFFFF">
              <a:alpha val="85000"/>
            </a:srgbClr>
          </a:solidFill>
        </p:spPr>
        <p:txBody>
          <a:bodyPr/>
          <a:lstStyle>
            <a:lvl1pPr>
              <a:buNone/>
              <a:defRPr/>
            </a:lvl1pPr>
          </a:lstStyle>
          <a:p>
            <a:pPr lvl="0"/>
            <a:r>
              <a:rPr lang="en-US" dirty="0"/>
              <a:t>Circle-background</a:t>
            </a:r>
          </a:p>
        </p:txBody>
      </p:sp>
      <p:sp>
        <p:nvSpPr>
          <p:cNvPr id="8" name="title">
            <a:extLst>
              <a:ext uri="{FF2B5EF4-FFF2-40B4-BE49-F238E27FC236}">
                <a16:creationId xmlns:a16="http://schemas.microsoft.com/office/drawing/2014/main" id="{115AD74F-6597-4D11-84E3-F03F2DD9F1D0}"/>
              </a:ext>
            </a:extLst>
          </p:cNvPr>
          <p:cNvSpPr>
            <a:spLocks noGrp="1"/>
          </p:cNvSpPr>
          <p:nvPr>
            <p:ph type="body" sz="quarter" idx="12" hasCustomPrompt="1"/>
          </p:nvPr>
        </p:nvSpPr>
        <p:spPr>
          <a:xfrm>
            <a:off x="3836709" y="2329636"/>
            <a:ext cx="3007152" cy="590445"/>
          </a:xfrm>
          <a:prstGeom prst="rect">
            <a:avLst/>
          </a:prstGeom>
        </p:spPr>
        <p:txBody>
          <a:bodyPr lIns="0" tIns="0" rIns="0" bIns="0" anchor="ctr"/>
          <a:lstStyle>
            <a:lvl1pPr marL="0" indent="0" algn="ctr">
              <a:lnSpc>
                <a:spcPct val="100000"/>
              </a:lnSpc>
              <a:spcBef>
                <a:spcPts val="0"/>
              </a:spcBef>
              <a:buNone/>
              <a:defRPr sz="5400" b="1" cap="none" baseline="0">
                <a:solidFill>
                  <a:srgbClr val="014A81"/>
                </a:solidFill>
                <a:latin typeface="Avenir Next LT Pro" panose="020B0504020202020204" pitchFamily="34" charset="0"/>
              </a:defRPr>
            </a:lvl1pPr>
          </a:lstStyle>
          <a:p>
            <a:pPr lvl="0"/>
            <a:r>
              <a:rPr lang="en-US" dirty="0"/>
              <a:t>Title</a:t>
            </a:r>
          </a:p>
        </p:txBody>
      </p:sp>
      <p:sp>
        <p:nvSpPr>
          <p:cNvPr id="10" name="detail">
            <a:extLst>
              <a:ext uri="{FF2B5EF4-FFF2-40B4-BE49-F238E27FC236}">
                <a16:creationId xmlns:a16="http://schemas.microsoft.com/office/drawing/2014/main" id="{2177151D-518D-4586-8940-820C57BEEF5C}"/>
              </a:ext>
            </a:extLst>
          </p:cNvPr>
          <p:cNvSpPr>
            <a:spLocks noGrp="1"/>
          </p:cNvSpPr>
          <p:nvPr>
            <p:ph type="body" sz="quarter" idx="13" hasCustomPrompt="1"/>
          </p:nvPr>
        </p:nvSpPr>
        <p:spPr>
          <a:xfrm>
            <a:off x="3926264" y="848689"/>
            <a:ext cx="2917597" cy="904875"/>
          </a:xfrm>
          <a:prstGeom prst="rect">
            <a:avLst/>
          </a:prstGeom>
        </p:spPr>
        <p:txBody>
          <a:bodyPr lIns="0" tIns="0" rIns="0" bIns="0" anchor="ctr"/>
          <a:lstStyle>
            <a:lvl1pPr marL="0" indent="0" algn="ctr">
              <a:lnSpc>
                <a:spcPct val="100000"/>
              </a:lnSpc>
              <a:spcBef>
                <a:spcPts val="0"/>
              </a:spcBef>
              <a:buNone/>
              <a:defRPr sz="6000" b="1" cap="none" baseline="0">
                <a:solidFill>
                  <a:srgbClr val="113245"/>
                </a:solidFill>
                <a:latin typeface="Avenir Next LT Pro" panose="020B0504020202020204" pitchFamily="34" charset="0"/>
              </a:defRPr>
            </a:lvl1pPr>
          </a:lstStyle>
          <a:p>
            <a:pPr lvl="0"/>
            <a:r>
              <a:rPr lang="en-US" dirty="0"/>
              <a:t>Detail</a:t>
            </a:r>
          </a:p>
        </p:txBody>
      </p:sp>
      <p:sp>
        <p:nvSpPr>
          <p:cNvPr id="7" name="quote">
            <a:extLst>
              <a:ext uri="{FF2B5EF4-FFF2-40B4-BE49-F238E27FC236}">
                <a16:creationId xmlns:a16="http://schemas.microsoft.com/office/drawing/2014/main" id="{D28D1B06-F61E-46C8-8BE2-2C9EE74B3011}"/>
              </a:ext>
            </a:extLst>
          </p:cNvPr>
          <p:cNvSpPr>
            <a:spLocks noGrp="1"/>
          </p:cNvSpPr>
          <p:nvPr>
            <p:ph type="body" sz="quarter" idx="15" hasCustomPrompt="1"/>
          </p:nvPr>
        </p:nvSpPr>
        <p:spPr>
          <a:xfrm>
            <a:off x="3984942" y="3990326"/>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quote</a:t>
            </a:r>
          </a:p>
        </p:txBody>
      </p:sp>
      <p:sp>
        <p:nvSpPr>
          <p:cNvPr id="11" name="credits">
            <a:extLst>
              <a:ext uri="{FF2B5EF4-FFF2-40B4-BE49-F238E27FC236}">
                <a16:creationId xmlns:a16="http://schemas.microsoft.com/office/drawing/2014/main" id="{1B4EDC40-1BDE-452F-9CDF-5FFDDA12B832}"/>
              </a:ext>
            </a:extLst>
          </p:cNvPr>
          <p:cNvSpPr>
            <a:spLocks noGrp="1"/>
          </p:cNvSpPr>
          <p:nvPr>
            <p:ph type="body" sz="quarter" idx="16" hasCustomPrompt="1"/>
          </p:nvPr>
        </p:nvSpPr>
        <p:spPr>
          <a:xfrm>
            <a:off x="6548967" y="4538133"/>
            <a:ext cx="2400856" cy="940894"/>
          </a:xfrm>
          <a:prstGeom prst="rect">
            <a:avLst/>
          </a:prstGeom>
        </p:spPr>
        <p:txBody>
          <a:bodyPr anchor="b"/>
          <a:lstStyle>
            <a:lvl1pPr algn="r">
              <a:spcBef>
                <a:spcPts val="0"/>
              </a:spcBef>
              <a:buNone/>
              <a:defRPr sz="20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credits</a:t>
            </a:r>
          </a:p>
        </p:txBody>
      </p:sp>
      <p:sp>
        <p:nvSpPr>
          <p:cNvPr id="13" name="reference">
            <a:extLst>
              <a:ext uri="{FF2B5EF4-FFF2-40B4-BE49-F238E27FC236}">
                <a16:creationId xmlns:a16="http://schemas.microsoft.com/office/drawing/2014/main" id="{CE2545CB-1CAD-41DE-B9A3-343E29275833}"/>
              </a:ext>
            </a:extLst>
          </p:cNvPr>
          <p:cNvSpPr>
            <a:spLocks noGrp="1"/>
          </p:cNvSpPr>
          <p:nvPr>
            <p:ph type="body" sz="quarter" idx="20" hasCustomPrompt="1"/>
          </p:nvPr>
        </p:nvSpPr>
        <p:spPr>
          <a:xfrm>
            <a:off x="3984942" y="4470640"/>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reference</a:t>
            </a:r>
          </a:p>
        </p:txBody>
      </p:sp>
      <p:sp>
        <p:nvSpPr>
          <p:cNvPr id="3" name="logo">
            <a:extLst>
              <a:ext uri="{FF2B5EF4-FFF2-40B4-BE49-F238E27FC236}">
                <a16:creationId xmlns:a16="http://schemas.microsoft.com/office/drawing/2014/main" id="{D5C254D8-33A5-4125-A911-B875ACEA7E53}"/>
              </a:ext>
            </a:extLst>
          </p:cNvPr>
          <p:cNvSpPr>
            <a:spLocks noGrp="1"/>
          </p:cNvSpPr>
          <p:nvPr>
            <p:ph type="pic" sz="quarter" idx="19" hasCustomPrompt="1"/>
          </p:nvPr>
        </p:nvSpPr>
        <p:spPr>
          <a:xfrm>
            <a:off x="1668537" y="5029200"/>
            <a:ext cx="1828800" cy="457200"/>
          </a:xfrm>
          <a:prstGeom prst="rect">
            <a:avLst/>
          </a:prstGeom>
        </p:spPr>
        <p:txBody>
          <a:bodyPr/>
          <a:lstStyle>
            <a:lvl1pPr>
              <a:buNone/>
              <a:defRPr/>
            </a:lvl1pPr>
          </a:lstStyle>
          <a:p>
            <a:r>
              <a:rPr lang="en-US" dirty="0"/>
              <a:t>logo</a:t>
            </a:r>
          </a:p>
        </p:txBody>
      </p:sp>
      <p:sp>
        <p:nvSpPr>
          <p:cNvPr id="28" name="highlight">
            <a:extLst>
              <a:ext uri="{FF2B5EF4-FFF2-40B4-BE49-F238E27FC236}">
                <a16:creationId xmlns:a16="http://schemas.microsoft.com/office/drawing/2014/main" id="{A33580DC-3D3A-465D-96F6-1519354675F4}"/>
              </a:ext>
            </a:extLst>
          </p:cNvPr>
          <p:cNvSpPr>
            <a:spLocks noGrp="1"/>
          </p:cNvSpPr>
          <p:nvPr>
            <p:ph type="body" sz="quarter" idx="36" hasCustomPrompt="1"/>
          </p:nvPr>
        </p:nvSpPr>
        <p:spPr>
          <a:xfrm>
            <a:off x="53078" y="482274"/>
            <a:ext cx="1449387" cy="338455"/>
          </a:xfrm>
          <a:prstGeom prst="roundRect">
            <a:avLst>
              <a:gd name="adj" fmla="val 18293"/>
            </a:avLst>
          </a:prstGeom>
          <a:solidFill>
            <a:srgbClr val="057A84"/>
          </a:solidFill>
        </p:spPr>
        <p:txBody>
          <a:bodyPr/>
          <a:lstStyle>
            <a:lvl1pPr marL="0" indent="0">
              <a:buFont typeface="Arial" panose="020B0604020202020204" pitchFamily="34" charset="0"/>
              <a:buNone/>
              <a:defRPr sz="1600"/>
            </a:lvl1pPr>
          </a:lstStyle>
          <a:p>
            <a:pPr lvl="0"/>
            <a:r>
              <a:rPr lang="en-US" dirty="0"/>
              <a:t>highlight</a:t>
            </a:r>
          </a:p>
        </p:txBody>
      </p:sp>
      <p:sp>
        <p:nvSpPr>
          <p:cNvPr id="6" name="navbar">
            <a:extLst>
              <a:ext uri="{FF2B5EF4-FFF2-40B4-BE49-F238E27FC236}">
                <a16:creationId xmlns:a16="http://schemas.microsoft.com/office/drawing/2014/main" id="{E9B9669B-7121-41D3-84BD-6DD37099A76E}"/>
              </a:ext>
            </a:extLst>
          </p:cNvPr>
          <p:cNvSpPr>
            <a:spLocks noGrp="1"/>
          </p:cNvSpPr>
          <p:nvPr>
            <p:ph type="body" sz="quarter" idx="21"/>
          </p:nvPr>
        </p:nvSpPr>
        <p:spPr>
          <a:xfrm>
            <a:off x="-79512" y="0"/>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
        <p:nvSpPr>
          <p:cNvPr id="31" name="callout">
            <a:extLst>
              <a:ext uri="{FF2B5EF4-FFF2-40B4-BE49-F238E27FC236}">
                <a16:creationId xmlns:a16="http://schemas.microsoft.com/office/drawing/2014/main" id="{5555FF73-0CDC-424B-AD6C-6AA9A6095B25}"/>
              </a:ext>
            </a:extLst>
          </p:cNvPr>
          <p:cNvSpPr>
            <a:spLocks noGrp="1"/>
          </p:cNvSpPr>
          <p:nvPr>
            <p:ph type="body" sz="quarter" idx="38" hasCustomPrompt="1"/>
          </p:nvPr>
        </p:nvSpPr>
        <p:spPr>
          <a:xfrm>
            <a:off x="3410940" y="3270391"/>
            <a:ext cx="1662113" cy="444500"/>
          </a:xfrm>
          <a:prstGeom prst="roundRect">
            <a:avLst>
              <a:gd name="adj" fmla="val 26702"/>
            </a:avLst>
          </a:prstGeom>
          <a:solidFill>
            <a:srgbClr val="014A81"/>
          </a:solidFill>
        </p:spPr>
        <p:txBody>
          <a:bodyPr anchor="ctr"/>
          <a:lstStyle>
            <a:lvl1pPr marL="0" indent="0" algn="ctr">
              <a:buNone/>
              <a:defRPr>
                <a:solidFill>
                  <a:schemeClr val="bg1"/>
                </a:solidFill>
                <a:latin typeface="Avenir Next LT Pro" panose="020B0504020202020204" pitchFamily="34" charset="0"/>
              </a:defRPr>
            </a:lvl1pPr>
          </a:lstStyle>
          <a:p>
            <a:pPr lvl="0"/>
            <a:r>
              <a:rPr lang="en-US" dirty="0"/>
              <a:t>callout</a:t>
            </a:r>
          </a:p>
        </p:txBody>
      </p:sp>
      <p:sp>
        <p:nvSpPr>
          <p:cNvPr id="9" name="copyright">
            <a:extLst>
              <a:ext uri="{FF2B5EF4-FFF2-40B4-BE49-F238E27FC236}">
                <a16:creationId xmlns:a16="http://schemas.microsoft.com/office/drawing/2014/main" id="{000CC8A8-8C0E-4E6E-91F4-36696E1A12E1}"/>
              </a:ext>
            </a:extLst>
          </p:cNvPr>
          <p:cNvSpPr>
            <a:spLocks noGrp="1"/>
          </p:cNvSpPr>
          <p:nvPr>
            <p:ph type="body" sz="quarter" idx="24" hasCustomPrompt="1"/>
          </p:nvPr>
        </p:nvSpPr>
        <p:spPr>
          <a:xfrm>
            <a:off x="1554164" y="5550751"/>
            <a:ext cx="7603461" cy="118525"/>
          </a:xfrm>
          <a:prstGeom prst="rect">
            <a:avLst/>
          </a:prstGeom>
        </p:spPr>
        <p:txBody>
          <a:bodyPr lIns="0" tIns="0" rIns="0" bIns="0" anchor="ctr"/>
          <a:lstStyle>
            <a:lvl1pPr algn="ctr">
              <a:spcBef>
                <a:spcPts val="0"/>
              </a:spcBef>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copyright</a:t>
            </a:r>
          </a:p>
        </p:txBody>
      </p:sp>
      <p:sp>
        <p:nvSpPr>
          <p:cNvPr id="16" name="leader">
            <a:extLst>
              <a:ext uri="{FF2B5EF4-FFF2-40B4-BE49-F238E27FC236}">
                <a16:creationId xmlns:a16="http://schemas.microsoft.com/office/drawing/2014/main" id="{C02578DB-0DB7-4085-90A0-F5FFA0FA8DCA}"/>
              </a:ext>
            </a:extLst>
          </p:cNvPr>
          <p:cNvSpPr>
            <a:spLocks noGrp="1"/>
          </p:cNvSpPr>
          <p:nvPr>
            <p:ph type="body" sz="quarter" idx="25" hasCustomPrompt="1"/>
          </p:nvPr>
        </p:nvSpPr>
        <p:spPr>
          <a:xfrm>
            <a:off x="6108192" y="5093208"/>
            <a:ext cx="2837543" cy="420624"/>
          </a:xfrm>
          <a:prstGeom prst="rect">
            <a:avLst/>
          </a:prstGeom>
        </p:spPr>
        <p:txBody>
          <a:bodyPr anchor="ctr"/>
          <a:lstStyle>
            <a:lvl1pPr marL="0" indent="0" algn="r">
              <a:buNone/>
              <a:defRPr cap="small" baseline="0">
                <a:solidFill>
                  <a:schemeClr val="bg1"/>
                </a:solidFill>
                <a:latin typeface="Avenir Next LT Pro" panose="020B0504020202020204" pitchFamily="34" charset="0"/>
              </a:defRPr>
            </a:lvl1pPr>
          </a:lstStyle>
          <a:p>
            <a:pPr lvl="0"/>
            <a:r>
              <a:rPr lang="en-US" dirty="0"/>
              <a:t>Leader</a:t>
            </a:r>
          </a:p>
        </p:txBody>
      </p:sp>
      <p:sp>
        <p:nvSpPr>
          <p:cNvPr id="17" name="esp-title">
            <a:extLst>
              <a:ext uri="{FF2B5EF4-FFF2-40B4-BE49-F238E27FC236}">
                <a16:creationId xmlns:a16="http://schemas.microsoft.com/office/drawing/2014/main" id="{DAF42457-8B43-4BE6-8458-681251A8F816}"/>
              </a:ext>
            </a:extLst>
          </p:cNvPr>
          <p:cNvSpPr>
            <a:spLocks noGrp="1"/>
          </p:cNvSpPr>
          <p:nvPr>
            <p:ph type="body" sz="quarter" idx="26" hasCustomPrompt="1"/>
          </p:nvPr>
        </p:nvSpPr>
        <p:spPr>
          <a:xfrm>
            <a:off x="3989109" y="2482036"/>
            <a:ext cx="3007152" cy="590445"/>
          </a:xfrm>
          <a:prstGeom prst="rect">
            <a:avLst/>
          </a:prstGeom>
        </p:spPr>
        <p:txBody>
          <a:bodyPr lIns="0" tIns="0" rIns="0" bIns="0" anchor="ctr"/>
          <a:lstStyle>
            <a:lvl1pPr marL="0" indent="0" algn="ctr">
              <a:lnSpc>
                <a:spcPct val="100000"/>
              </a:lnSpc>
              <a:spcBef>
                <a:spcPts val="0"/>
              </a:spcBef>
              <a:buNone/>
              <a:defRPr sz="5400" b="1" cap="none" baseline="0">
                <a:solidFill>
                  <a:srgbClr val="014A81"/>
                </a:solidFill>
                <a:latin typeface="Avenir Next LT Pro" panose="020B0504020202020204" pitchFamily="34" charset="0"/>
              </a:defRPr>
            </a:lvl1pPr>
          </a:lstStyle>
          <a:p>
            <a:pPr lvl="0"/>
            <a:r>
              <a:rPr lang="en-US" dirty="0"/>
              <a:t>Title</a:t>
            </a:r>
          </a:p>
        </p:txBody>
      </p:sp>
      <p:sp>
        <p:nvSpPr>
          <p:cNvPr id="18" name="esp-detail">
            <a:extLst>
              <a:ext uri="{FF2B5EF4-FFF2-40B4-BE49-F238E27FC236}">
                <a16:creationId xmlns:a16="http://schemas.microsoft.com/office/drawing/2014/main" id="{33D4B0F1-EF15-48BB-8E2F-BFC5E757FD1D}"/>
              </a:ext>
            </a:extLst>
          </p:cNvPr>
          <p:cNvSpPr>
            <a:spLocks noGrp="1"/>
          </p:cNvSpPr>
          <p:nvPr>
            <p:ph type="body" sz="quarter" idx="27" hasCustomPrompt="1"/>
          </p:nvPr>
        </p:nvSpPr>
        <p:spPr>
          <a:xfrm>
            <a:off x="4078664" y="1001089"/>
            <a:ext cx="2917597" cy="904875"/>
          </a:xfrm>
          <a:prstGeom prst="rect">
            <a:avLst/>
          </a:prstGeom>
        </p:spPr>
        <p:txBody>
          <a:bodyPr lIns="0" tIns="0" rIns="0" bIns="0" anchor="ctr"/>
          <a:lstStyle>
            <a:lvl1pPr marL="0" indent="0" algn="ctr">
              <a:lnSpc>
                <a:spcPct val="100000"/>
              </a:lnSpc>
              <a:spcBef>
                <a:spcPts val="0"/>
              </a:spcBef>
              <a:buNone/>
              <a:defRPr sz="6000" b="1" cap="none" baseline="0">
                <a:solidFill>
                  <a:srgbClr val="113245"/>
                </a:solidFill>
                <a:latin typeface="Avenir Next LT Pro" panose="020B0504020202020204" pitchFamily="34" charset="0"/>
              </a:defRPr>
            </a:lvl1pPr>
          </a:lstStyle>
          <a:p>
            <a:pPr lvl="0"/>
            <a:r>
              <a:rPr lang="en-US" dirty="0"/>
              <a:t>Detail</a:t>
            </a:r>
          </a:p>
        </p:txBody>
      </p:sp>
      <p:sp>
        <p:nvSpPr>
          <p:cNvPr id="19" name="esp-quote">
            <a:extLst>
              <a:ext uri="{FF2B5EF4-FFF2-40B4-BE49-F238E27FC236}">
                <a16:creationId xmlns:a16="http://schemas.microsoft.com/office/drawing/2014/main" id="{7FB4866D-503C-46C5-9CC9-32FA979E397E}"/>
              </a:ext>
            </a:extLst>
          </p:cNvPr>
          <p:cNvSpPr>
            <a:spLocks noGrp="1"/>
          </p:cNvSpPr>
          <p:nvPr>
            <p:ph type="body" sz="quarter" idx="28" hasCustomPrompt="1"/>
          </p:nvPr>
        </p:nvSpPr>
        <p:spPr>
          <a:xfrm>
            <a:off x="4137342" y="4142726"/>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quote</a:t>
            </a:r>
          </a:p>
        </p:txBody>
      </p:sp>
      <p:sp>
        <p:nvSpPr>
          <p:cNvPr id="20" name="esp-credits">
            <a:extLst>
              <a:ext uri="{FF2B5EF4-FFF2-40B4-BE49-F238E27FC236}">
                <a16:creationId xmlns:a16="http://schemas.microsoft.com/office/drawing/2014/main" id="{F70D7E14-764E-445B-A94F-62EDA7CA65D3}"/>
              </a:ext>
            </a:extLst>
          </p:cNvPr>
          <p:cNvSpPr>
            <a:spLocks noGrp="1"/>
          </p:cNvSpPr>
          <p:nvPr>
            <p:ph type="body" sz="quarter" idx="29" hasCustomPrompt="1"/>
          </p:nvPr>
        </p:nvSpPr>
        <p:spPr>
          <a:xfrm>
            <a:off x="6559844" y="4549012"/>
            <a:ext cx="2400856" cy="940894"/>
          </a:xfrm>
          <a:prstGeom prst="rect">
            <a:avLst/>
          </a:prstGeom>
        </p:spPr>
        <p:txBody>
          <a:bodyPr anchor="b"/>
          <a:lstStyle>
            <a:lvl1pPr algn="r">
              <a:spcBef>
                <a:spcPts val="0"/>
              </a:spcBef>
              <a:buNone/>
              <a:defRPr sz="20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credits</a:t>
            </a:r>
          </a:p>
        </p:txBody>
      </p:sp>
      <p:sp>
        <p:nvSpPr>
          <p:cNvPr id="21" name="esp-reference">
            <a:extLst>
              <a:ext uri="{FF2B5EF4-FFF2-40B4-BE49-F238E27FC236}">
                <a16:creationId xmlns:a16="http://schemas.microsoft.com/office/drawing/2014/main" id="{CBD09730-1303-4D7B-920D-D59F64FC4E5F}"/>
              </a:ext>
            </a:extLst>
          </p:cNvPr>
          <p:cNvSpPr>
            <a:spLocks noGrp="1"/>
          </p:cNvSpPr>
          <p:nvPr>
            <p:ph type="body" sz="quarter" idx="30" hasCustomPrompt="1"/>
          </p:nvPr>
        </p:nvSpPr>
        <p:spPr>
          <a:xfrm>
            <a:off x="4137342" y="4623040"/>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reference</a:t>
            </a:r>
          </a:p>
        </p:txBody>
      </p:sp>
      <p:sp>
        <p:nvSpPr>
          <p:cNvPr id="22" name="esp-logo">
            <a:extLst>
              <a:ext uri="{FF2B5EF4-FFF2-40B4-BE49-F238E27FC236}">
                <a16:creationId xmlns:a16="http://schemas.microsoft.com/office/drawing/2014/main" id="{A449D713-59D3-43EE-BB66-B5747C9C60A2}"/>
              </a:ext>
            </a:extLst>
          </p:cNvPr>
          <p:cNvSpPr>
            <a:spLocks noGrp="1"/>
          </p:cNvSpPr>
          <p:nvPr>
            <p:ph type="pic" sz="quarter" idx="31" hasCustomPrompt="1"/>
          </p:nvPr>
        </p:nvSpPr>
        <p:spPr>
          <a:xfrm>
            <a:off x="1668537" y="5028697"/>
            <a:ext cx="1828800" cy="457200"/>
          </a:xfrm>
          <a:prstGeom prst="rect">
            <a:avLst/>
          </a:prstGeom>
        </p:spPr>
        <p:txBody>
          <a:bodyPr/>
          <a:lstStyle>
            <a:lvl1pPr>
              <a:buNone/>
              <a:defRPr/>
            </a:lvl1pPr>
          </a:lstStyle>
          <a:p>
            <a:r>
              <a:rPr lang="en-US" dirty="0"/>
              <a:t>logo</a:t>
            </a:r>
          </a:p>
        </p:txBody>
      </p:sp>
      <p:sp>
        <p:nvSpPr>
          <p:cNvPr id="29" name="esp-highlight">
            <a:extLst>
              <a:ext uri="{FF2B5EF4-FFF2-40B4-BE49-F238E27FC236}">
                <a16:creationId xmlns:a16="http://schemas.microsoft.com/office/drawing/2014/main" id="{115545AB-E91A-42DC-8068-AFF72A9D5DA1}"/>
              </a:ext>
            </a:extLst>
          </p:cNvPr>
          <p:cNvSpPr>
            <a:spLocks noGrp="1"/>
          </p:cNvSpPr>
          <p:nvPr>
            <p:ph type="body" sz="quarter" idx="37" hasCustomPrompt="1"/>
          </p:nvPr>
        </p:nvSpPr>
        <p:spPr>
          <a:xfrm>
            <a:off x="53078" y="948681"/>
            <a:ext cx="1449387" cy="338455"/>
          </a:xfrm>
          <a:prstGeom prst="roundRect">
            <a:avLst>
              <a:gd name="adj" fmla="val 18293"/>
            </a:avLst>
          </a:prstGeom>
          <a:solidFill>
            <a:srgbClr val="057A84"/>
          </a:solidFill>
        </p:spPr>
        <p:txBody>
          <a:bodyPr/>
          <a:lstStyle>
            <a:lvl1pPr marL="0" indent="0">
              <a:buFont typeface="Arial" panose="020B0604020202020204" pitchFamily="34" charset="0"/>
              <a:buNone/>
              <a:defRPr sz="1600"/>
            </a:lvl1pPr>
          </a:lstStyle>
          <a:p>
            <a:pPr lvl="0"/>
            <a:r>
              <a:rPr lang="en-US" dirty="0" err="1"/>
              <a:t>esp</a:t>
            </a:r>
            <a:r>
              <a:rPr lang="en-US" dirty="0"/>
              <a:t>-highlight</a:t>
            </a:r>
          </a:p>
        </p:txBody>
      </p:sp>
      <p:sp>
        <p:nvSpPr>
          <p:cNvPr id="24" name="esp-navbar">
            <a:extLst>
              <a:ext uri="{FF2B5EF4-FFF2-40B4-BE49-F238E27FC236}">
                <a16:creationId xmlns:a16="http://schemas.microsoft.com/office/drawing/2014/main" id="{22476951-8E99-4FE9-B8E7-773D03E74096}"/>
              </a:ext>
            </a:extLst>
          </p:cNvPr>
          <p:cNvSpPr>
            <a:spLocks noGrp="1"/>
          </p:cNvSpPr>
          <p:nvPr>
            <p:ph type="body" sz="quarter" idx="33"/>
          </p:nvPr>
        </p:nvSpPr>
        <p:spPr>
          <a:xfrm>
            <a:off x="-79522" y="-8"/>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
        <p:nvSpPr>
          <p:cNvPr id="32" name="esp-callout">
            <a:extLst>
              <a:ext uri="{FF2B5EF4-FFF2-40B4-BE49-F238E27FC236}">
                <a16:creationId xmlns:a16="http://schemas.microsoft.com/office/drawing/2014/main" id="{C89FEC88-BCA8-4440-92B1-D090C9215495}"/>
              </a:ext>
            </a:extLst>
          </p:cNvPr>
          <p:cNvSpPr>
            <a:spLocks noGrp="1"/>
          </p:cNvSpPr>
          <p:nvPr>
            <p:ph type="body" sz="quarter" idx="39" hasCustomPrompt="1"/>
          </p:nvPr>
        </p:nvSpPr>
        <p:spPr>
          <a:xfrm>
            <a:off x="5174349" y="3268712"/>
            <a:ext cx="2252453" cy="444500"/>
          </a:xfrm>
          <a:prstGeom prst="roundRect">
            <a:avLst>
              <a:gd name="adj" fmla="val 26702"/>
            </a:avLst>
          </a:prstGeom>
          <a:solidFill>
            <a:srgbClr val="014A81"/>
          </a:solidFill>
        </p:spPr>
        <p:txBody>
          <a:bodyPr anchor="ctr"/>
          <a:lstStyle>
            <a:lvl1pPr marL="0" indent="0" algn="ctr">
              <a:buNone/>
              <a:defRPr>
                <a:solidFill>
                  <a:schemeClr val="bg1"/>
                </a:solidFill>
                <a:latin typeface="Avenir Next LT Pro" panose="020B0504020202020204" pitchFamily="34" charset="0"/>
              </a:defRPr>
            </a:lvl1pPr>
          </a:lstStyle>
          <a:p>
            <a:pPr lvl="0"/>
            <a:r>
              <a:rPr lang="en-US" dirty="0" err="1"/>
              <a:t>esp</a:t>
            </a:r>
            <a:r>
              <a:rPr lang="en-US" dirty="0"/>
              <a:t>-callout</a:t>
            </a:r>
          </a:p>
        </p:txBody>
      </p:sp>
      <p:sp>
        <p:nvSpPr>
          <p:cNvPr id="26" name="esp-copyright">
            <a:extLst>
              <a:ext uri="{FF2B5EF4-FFF2-40B4-BE49-F238E27FC236}">
                <a16:creationId xmlns:a16="http://schemas.microsoft.com/office/drawing/2014/main" id="{9F0726DE-C67E-4CA6-A0DC-42EB439EF029}"/>
              </a:ext>
            </a:extLst>
          </p:cNvPr>
          <p:cNvSpPr>
            <a:spLocks noGrp="1"/>
          </p:cNvSpPr>
          <p:nvPr>
            <p:ph type="body" sz="quarter" idx="35" hasCustomPrompt="1"/>
          </p:nvPr>
        </p:nvSpPr>
        <p:spPr>
          <a:xfrm>
            <a:off x="1706564" y="5703151"/>
            <a:ext cx="7603461" cy="118525"/>
          </a:xfrm>
          <a:prstGeom prst="rect">
            <a:avLst/>
          </a:prstGeom>
        </p:spPr>
        <p:txBody>
          <a:bodyPr lIns="0" tIns="0" rIns="0" bIns="0" anchor="ctr"/>
          <a:lstStyle>
            <a:lvl1pPr algn="ctr">
              <a:spcBef>
                <a:spcPts val="0"/>
              </a:spcBef>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copyright</a:t>
            </a:r>
          </a:p>
        </p:txBody>
      </p:sp>
      <p:pic>
        <p:nvPicPr>
          <p:cNvPr id="5" name="silence-40s">
            <a:hlinkClick r:id="" action="ppaction://media"/>
            <a:extLst>
              <a:ext uri="{FF2B5EF4-FFF2-40B4-BE49-F238E27FC236}">
                <a16:creationId xmlns:a16="http://schemas.microsoft.com/office/drawing/2014/main" id="{F8501AD9-913E-4623-94C0-4CCABB8914DA}"/>
              </a:ext>
            </a:extLst>
          </p:cNvPr>
          <p:cNvPicPr>
            <a:picLocks noChangeAspect="1"/>
          </p:cNvPicPr>
          <p:nvPr userDrawn="1">
            <a:audioFile r:link="rId2"/>
            <p:extLst>
              <p:ext uri="{DAA4B4D4-6D71-4841-9C94-3DE7FCFB9230}">
                <p14:media xmlns:p14="http://schemas.microsoft.com/office/powerpoint/2010/main" r:embed="rId1">
                  <p14:bmkLst>
                    <p14:bmk name="Bookmark 1" time="0"/>
                  </p14:bmkLst>
                </p14:media>
              </p:ext>
            </p:extLst>
          </p:nvPr>
        </p:nvPicPr>
        <p:blipFill>
          <a:blip r:embed="rId4"/>
          <a:stretch>
            <a:fillRect/>
          </a:stretch>
        </p:blipFill>
        <p:spPr>
          <a:xfrm>
            <a:off x="8435350" y="3638273"/>
            <a:ext cx="271463" cy="271462"/>
          </a:xfrm>
          <a:prstGeom prst="rect">
            <a:avLst/>
          </a:prstGeom>
        </p:spPr>
      </p:pic>
    </p:spTree>
    <p:extLst>
      <p:ext uri="{BB962C8B-B14F-4D97-AF65-F5344CB8AC3E}">
        <p14:creationId xmlns:p14="http://schemas.microsoft.com/office/powerpoint/2010/main" val="38996997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0000"/>
                                </p:stCondLst>
                                <p:childTnLst>
                                  <p:par>
                                    <p:cTn id="5" presetID="1" presetClass="mediacall" presetSubtype="0" fill="hold" nodeType="afterEffect">
                                      <p:stCondLst>
                                        <p:cond delay="0"/>
                                      </p:stCondLst>
                                      <p:childTnLst>
                                        <p:cmd type="call" cmd="playFrom(0.0)">
                                          <p:cBhvr>
                                            <p:cTn id="6" dur="40045"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repeatCount="indefinite" fill="hold" display="0">
                      <p:stCondLst>
                        <p:cond delay="indefinite"/>
                      </p:stCondLst>
                      <p:endCondLst>
                        <p:cond evt="onStopAudio" delay="0">
                          <p:tgtEl>
                            <p:sldTgt/>
                          </p:tgtEl>
                        </p:cond>
                      </p:endCondLst>
                    </p:cTn>
                    <p:tgtEl>
                      <p:spTgt spid="5"/>
                    </p:tgtEl>
                  </p:cMediaNode>
                </p:audio>
                <p:seq concurrent="1" nextAc="seek">
                  <p:cTn id="8" restart="whenNotActive" fill="hold" evtFilter="cancelBubble" nodeType="interactiveSeq">
                    <p:stCondLst>
                      <p:cond evt="onMediaBookmark" delay="0">
                        <p:tgtEl>
                          <p14:bmkTgt spid="5" bmkName="Bookmark 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withEffect">
                                      <p:stCondLst>
                                        <p:cond delay="19500"/>
                                      </p:stCondLst>
                                      <p:childTnLst>
                                        <p:animEffect transition="out" filter="fade">
                                          <p:cBhvr>
                                            <p:cTn id="12" dur="500"/>
                                            <p:tgtEl>
                                              <p:spTgt spid="8">
                                                <p:txEl>
                                                  <p:pRg st="0" end="0"/>
                                                </p:txEl>
                                              </p:spTgt>
                                            </p:tgtEl>
                                          </p:cBhvr>
                                        </p:animEffect>
                                        <p:set>
                                          <p:cBhvr>
                                            <p:cTn id="13" dur="1" fill="hold">
                                              <p:stCondLst>
                                                <p:cond delay="499"/>
                                              </p:stCondLst>
                                            </p:cTn>
                                            <p:tgtEl>
                                              <p:spTgt spid="8">
                                                <p:txEl>
                                                  <p:pRg st="0" end="0"/>
                                                </p:txEl>
                                              </p:spTgt>
                                            </p:tgtEl>
                                            <p:attrNameLst>
                                              <p:attrName>style.visibility</p:attrName>
                                            </p:attrNameLst>
                                          </p:cBhvr>
                                          <p:to>
                                            <p:strVal val="hidden"/>
                                          </p:to>
                                        </p:set>
                                      </p:childTnLst>
                                    </p:cTn>
                                  </p:par>
                                  <p:par>
                                    <p:cTn id="14" presetID="10" presetClass="exit" presetSubtype="0" fill="hold" grpId="0" nodeType="withEffect">
                                      <p:stCondLst>
                                        <p:cond delay="19500"/>
                                      </p:stCondLst>
                                      <p:childTnLst>
                                        <p:animEffect transition="out" filter="fade">
                                          <p:cBhvr>
                                            <p:cTn id="15" dur="500"/>
                                            <p:tgtEl>
                                              <p:spTgt spid="9">
                                                <p:txEl>
                                                  <p:pRg st="0" end="0"/>
                                                </p:txEl>
                                              </p:spTgt>
                                            </p:tgtEl>
                                          </p:cBhvr>
                                        </p:animEffect>
                                        <p:set>
                                          <p:cBhvr>
                                            <p:cTn id="16" dur="1" fill="hold">
                                              <p:stCondLst>
                                                <p:cond delay="499"/>
                                              </p:stCondLst>
                                            </p:cTn>
                                            <p:tgtEl>
                                              <p:spTgt spid="9">
                                                <p:txEl>
                                                  <p:pRg st="0" end="0"/>
                                                </p:txEl>
                                              </p:spTgt>
                                            </p:tgtEl>
                                            <p:attrNameLst>
                                              <p:attrName>style.visibility</p:attrName>
                                            </p:attrNameLst>
                                          </p:cBhvr>
                                          <p:to>
                                            <p:strVal val="hidden"/>
                                          </p:to>
                                        </p:set>
                                      </p:childTnLst>
                                    </p:cTn>
                                  </p:par>
                                  <p:par>
                                    <p:cTn id="17" presetID="10" presetClass="exit" presetSubtype="0" fill="hold" grpId="0" nodeType="withEffect" nodePh="1">
                                      <p:stCondLst>
                                        <p:cond delay="19500"/>
                                      </p:stCondLst>
                                      <p:endCondLst>
                                        <p:cond evt="begin" delay="0">
                                          <p:tn val="17"/>
                                        </p:cond>
                                      </p:endCondLst>
                                      <p:childTnLst>
                                        <p:animEffect transition="out" filter="fade">
                                          <p:cBhvr>
                                            <p:cTn id="18" dur="500"/>
                                            <p:tgtEl>
                                              <p:spTgt spid="6">
                                                <p:txEl>
                                                  <p:pRg st="0" end="0"/>
                                                </p:txEl>
                                              </p:spTgt>
                                            </p:tgtEl>
                                          </p:cBhvr>
                                        </p:animEffect>
                                        <p:set>
                                          <p:cBhvr>
                                            <p:cTn id="19" dur="1" fill="hold">
                                              <p:stCondLst>
                                                <p:cond delay="499"/>
                                              </p:stCondLst>
                                            </p:cTn>
                                            <p:tgtEl>
                                              <p:spTgt spid="6">
                                                <p:txEl>
                                                  <p:pRg st="0" end="0"/>
                                                </p:txEl>
                                              </p:spTgt>
                                            </p:tgtEl>
                                            <p:attrNameLst>
                                              <p:attrName>style.visibility</p:attrName>
                                            </p:attrNameLst>
                                          </p:cBhvr>
                                          <p:to>
                                            <p:strVal val="hidden"/>
                                          </p:to>
                                        </p:set>
                                      </p:childTnLst>
                                    </p:cTn>
                                  </p:par>
                                  <p:par>
                                    <p:cTn id="20" presetID="10" presetClass="exit" presetSubtype="0" fill="hold" grpId="0" nodeType="withEffect">
                                      <p:stCondLst>
                                        <p:cond delay="19500"/>
                                      </p:stCondLst>
                                      <p:childTnLst>
                                        <p:animEffect transition="out" filter="fade">
                                          <p:cBhvr>
                                            <p:cTn id="21" dur="500"/>
                                            <p:tgtEl>
                                              <p:spTgt spid="3"/>
                                            </p:tgtEl>
                                          </p:cBhvr>
                                        </p:animEffect>
                                        <p:set>
                                          <p:cBhvr>
                                            <p:cTn id="22" dur="1" fill="hold">
                                              <p:stCondLst>
                                                <p:cond delay="499"/>
                                              </p:stCondLst>
                                            </p:cTn>
                                            <p:tgtEl>
                                              <p:spTgt spid="3"/>
                                            </p:tgtEl>
                                            <p:attrNameLst>
                                              <p:attrName>style.visibility</p:attrName>
                                            </p:attrNameLst>
                                          </p:cBhvr>
                                          <p:to>
                                            <p:strVal val="hidden"/>
                                          </p:to>
                                        </p:set>
                                      </p:childTnLst>
                                    </p:cTn>
                                  </p:par>
                                  <p:par>
                                    <p:cTn id="23" presetID="10" presetClass="exit" presetSubtype="0" fill="hold" grpId="0" nodeType="withEffect">
                                      <p:stCondLst>
                                        <p:cond delay="19500"/>
                                      </p:stCondLst>
                                      <p:childTnLst>
                                        <p:animEffect transition="out" filter="fade">
                                          <p:cBhvr>
                                            <p:cTn id="24" dur="500"/>
                                            <p:tgtEl>
                                              <p:spTgt spid="13">
                                                <p:txEl>
                                                  <p:pRg st="0" end="0"/>
                                                </p:txEl>
                                              </p:spTgt>
                                            </p:tgtEl>
                                          </p:cBhvr>
                                        </p:animEffect>
                                        <p:set>
                                          <p:cBhvr>
                                            <p:cTn id="25" dur="1" fill="hold">
                                              <p:stCondLst>
                                                <p:cond delay="499"/>
                                              </p:stCondLst>
                                            </p:cTn>
                                            <p:tgtEl>
                                              <p:spTgt spid="13">
                                                <p:txEl>
                                                  <p:pRg st="0" end="0"/>
                                                </p:txEl>
                                              </p:spTgt>
                                            </p:tgtEl>
                                            <p:attrNameLst>
                                              <p:attrName>style.visibility</p:attrName>
                                            </p:attrNameLst>
                                          </p:cBhvr>
                                          <p:to>
                                            <p:strVal val="hidden"/>
                                          </p:to>
                                        </p:set>
                                      </p:childTnLst>
                                    </p:cTn>
                                  </p:par>
                                  <p:par>
                                    <p:cTn id="26" presetID="10" presetClass="exit" presetSubtype="0" fill="hold" grpId="0" nodeType="withEffect">
                                      <p:stCondLst>
                                        <p:cond delay="19500"/>
                                      </p:stCondLst>
                                      <p:childTnLst>
                                        <p:animEffect transition="out" filter="fade">
                                          <p:cBhvr>
                                            <p:cTn id="27" dur="500"/>
                                            <p:tgtEl>
                                              <p:spTgt spid="11">
                                                <p:txEl>
                                                  <p:pRg st="0" end="0"/>
                                                </p:txEl>
                                              </p:spTgt>
                                            </p:tgtEl>
                                          </p:cBhvr>
                                        </p:animEffect>
                                        <p:set>
                                          <p:cBhvr>
                                            <p:cTn id="28" dur="1" fill="hold">
                                              <p:stCondLst>
                                                <p:cond delay="499"/>
                                              </p:stCondLst>
                                            </p:cTn>
                                            <p:tgtEl>
                                              <p:spTgt spid="11">
                                                <p:txEl>
                                                  <p:pRg st="0" end="0"/>
                                                </p:txEl>
                                              </p:spTgt>
                                            </p:tgtEl>
                                            <p:attrNameLst>
                                              <p:attrName>style.visibility</p:attrName>
                                            </p:attrNameLst>
                                          </p:cBhvr>
                                          <p:to>
                                            <p:strVal val="hidden"/>
                                          </p:to>
                                        </p:set>
                                      </p:childTnLst>
                                    </p:cTn>
                                  </p:par>
                                  <p:par>
                                    <p:cTn id="29" presetID="10" presetClass="exit" presetSubtype="0" fill="hold" grpId="0" nodeType="withEffect">
                                      <p:stCondLst>
                                        <p:cond delay="19500"/>
                                      </p:stCondLst>
                                      <p:childTnLst>
                                        <p:animEffect transition="out" filter="fade">
                                          <p:cBhvr>
                                            <p:cTn id="30" dur="500"/>
                                            <p:tgtEl>
                                              <p:spTgt spid="7">
                                                <p:txEl>
                                                  <p:pRg st="0" end="0"/>
                                                </p:txEl>
                                              </p:spTgt>
                                            </p:tgtEl>
                                          </p:cBhvr>
                                        </p:animEffect>
                                        <p:set>
                                          <p:cBhvr>
                                            <p:cTn id="31" dur="1" fill="hold">
                                              <p:stCondLst>
                                                <p:cond delay="499"/>
                                              </p:stCondLst>
                                            </p:cTn>
                                            <p:tgtEl>
                                              <p:spTgt spid="7">
                                                <p:txEl>
                                                  <p:pRg st="0" end="0"/>
                                                </p:txEl>
                                              </p:spTgt>
                                            </p:tgtEl>
                                            <p:attrNameLst>
                                              <p:attrName>style.visibility</p:attrName>
                                            </p:attrNameLst>
                                          </p:cBhvr>
                                          <p:to>
                                            <p:strVal val="hidden"/>
                                          </p:to>
                                        </p:set>
                                      </p:childTnLst>
                                    </p:cTn>
                                  </p:par>
                                  <p:par>
                                    <p:cTn id="32" presetID="10" presetClass="exit" presetSubtype="0" fill="hold" grpId="0" nodeType="withEffect">
                                      <p:stCondLst>
                                        <p:cond delay="19500"/>
                                      </p:stCondLst>
                                      <p:childTnLst>
                                        <p:animEffect transition="out" filter="fade">
                                          <p:cBhvr>
                                            <p:cTn id="33" dur="500"/>
                                            <p:tgtEl>
                                              <p:spTgt spid="28"/>
                                            </p:tgtEl>
                                          </p:cBhvr>
                                        </p:animEffect>
                                        <p:set>
                                          <p:cBhvr>
                                            <p:cTn id="34" dur="1" fill="hold">
                                              <p:stCondLst>
                                                <p:cond delay="499"/>
                                              </p:stCondLst>
                                            </p:cTn>
                                            <p:tgtEl>
                                              <p:spTgt spid="28"/>
                                            </p:tgtEl>
                                            <p:attrNameLst>
                                              <p:attrName>style.visibility</p:attrName>
                                            </p:attrNameLst>
                                          </p:cBhvr>
                                          <p:to>
                                            <p:strVal val="hidden"/>
                                          </p:to>
                                        </p:set>
                                      </p:childTnLst>
                                    </p:cTn>
                                  </p:par>
                                  <p:par>
                                    <p:cTn id="35" presetID="10" presetClass="exit" presetSubtype="0" fill="hold" grpId="0" nodeType="withEffect">
                                      <p:stCondLst>
                                        <p:cond delay="19500"/>
                                      </p:stCondLst>
                                      <p:childTnLst>
                                        <p:animEffect transition="out" filter="fade">
                                          <p:cBhvr>
                                            <p:cTn id="36" dur="500"/>
                                            <p:tgtEl>
                                              <p:spTgt spid="31"/>
                                            </p:tgtEl>
                                          </p:cBhvr>
                                        </p:animEffect>
                                        <p:set>
                                          <p:cBhvr>
                                            <p:cTn id="37" dur="1" fill="hold">
                                              <p:stCondLst>
                                                <p:cond delay="499"/>
                                              </p:stCondLst>
                                            </p:cTn>
                                            <p:tgtEl>
                                              <p:spTgt spid="31"/>
                                            </p:tgtEl>
                                            <p:attrNameLst>
                                              <p:attrName>style.visibility</p:attrName>
                                            </p:attrNameLst>
                                          </p:cBhvr>
                                          <p:to>
                                            <p:strVal val="hidden"/>
                                          </p:to>
                                        </p:set>
                                      </p:childTnLst>
                                    </p:cTn>
                                  </p:par>
                                  <p:par>
                                    <p:cTn id="38" presetID="10" presetClass="exit" presetSubtype="0" fill="hold" grpId="0" nodeType="withEffect">
                                      <p:stCondLst>
                                        <p:cond delay="19500"/>
                                      </p:stCondLst>
                                      <p:childTnLst>
                                        <p:animEffect transition="out" filter="fade">
                                          <p:cBhvr>
                                            <p:cTn id="39" dur="500"/>
                                            <p:tgtEl>
                                              <p:spTgt spid="10">
                                                <p:txEl>
                                                  <p:pRg st="0" end="0"/>
                                                </p:txEl>
                                              </p:spTgt>
                                            </p:tgtEl>
                                          </p:cBhvr>
                                        </p:animEffect>
                                        <p:set>
                                          <p:cBhvr>
                                            <p:cTn id="40" dur="1" fill="hold">
                                              <p:stCondLst>
                                                <p:cond delay="499"/>
                                              </p:stCondLst>
                                            </p:cTn>
                                            <p:tgtEl>
                                              <p:spTgt spid="10">
                                                <p:txEl>
                                                  <p:pRg st="0" end="0"/>
                                                </p:txEl>
                                              </p:spTgt>
                                            </p:tgtEl>
                                            <p:attrNameLst>
                                              <p:attrName>style.visibility</p:attrName>
                                            </p:attrNameLst>
                                          </p:cBhvr>
                                          <p:to>
                                            <p:strVal val="hidden"/>
                                          </p:to>
                                        </p:set>
                                      </p:childTnLst>
                                    </p:cTn>
                                  </p:par>
                                  <p:par>
                                    <p:cTn id="41" presetID="10" presetClass="entr" presetSubtype="0" fill="hold" grpId="0" nodeType="withEffect">
                                      <p:stCondLst>
                                        <p:cond delay="19500"/>
                                      </p:stCondLst>
                                      <p:childTnLst>
                                        <p:set>
                                          <p:cBhvr>
                                            <p:cTn id="42" dur="1" fill="hold">
                                              <p:stCondLst>
                                                <p:cond delay="0"/>
                                              </p:stCondLst>
                                            </p:cTn>
                                            <p:tgtEl>
                                              <p:spTgt spid="17">
                                                <p:txEl>
                                                  <p:pRg st="0" end="0"/>
                                                </p:txEl>
                                              </p:spTgt>
                                            </p:tgtEl>
                                            <p:attrNameLst>
                                              <p:attrName>style.visibility</p:attrName>
                                            </p:attrNameLst>
                                          </p:cBhvr>
                                          <p:to>
                                            <p:strVal val="visible"/>
                                          </p:to>
                                        </p:set>
                                        <p:animEffect transition="in" filter="fade">
                                          <p:cBhvr>
                                            <p:cTn id="43" dur="500"/>
                                            <p:tgtEl>
                                              <p:spTgt spid="17">
                                                <p:txEl>
                                                  <p:pRg st="0" end="0"/>
                                                </p:txEl>
                                              </p:spTgt>
                                            </p:tgtEl>
                                          </p:cBhvr>
                                        </p:animEffect>
                                      </p:childTnLst>
                                    </p:cTn>
                                  </p:par>
                                  <p:par>
                                    <p:cTn id="44" presetID="10" presetClass="entr" presetSubtype="0" fill="hold" grpId="0" nodeType="withEffect">
                                      <p:stCondLst>
                                        <p:cond delay="19500"/>
                                      </p:stCondLst>
                                      <p:childTnLst>
                                        <p:set>
                                          <p:cBhvr>
                                            <p:cTn id="45" dur="1" fill="hold">
                                              <p:stCondLst>
                                                <p:cond delay="0"/>
                                              </p:stCondLst>
                                            </p:cTn>
                                            <p:tgtEl>
                                              <p:spTgt spid="26">
                                                <p:txEl>
                                                  <p:pRg st="0" end="0"/>
                                                </p:txEl>
                                              </p:spTgt>
                                            </p:tgtEl>
                                            <p:attrNameLst>
                                              <p:attrName>style.visibility</p:attrName>
                                            </p:attrNameLst>
                                          </p:cBhvr>
                                          <p:to>
                                            <p:strVal val="visible"/>
                                          </p:to>
                                        </p:set>
                                        <p:animEffect transition="in" filter="fade">
                                          <p:cBhvr>
                                            <p:cTn id="46" dur="500"/>
                                            <p:tgtEl>
                                              <p:spTgt spid="26">
                                                <p:txEl>
                                                  <p:pRg st="0" end="0"/>
                                                </p:txEl>
                                              </p:spTgt>
                                            </p:tgtEl>
                                          </p:cBhvr>
                                        </p:animEffect>
                                      </p:childTnLst>
                                    </p:cTn>
                                  </p:par>
                                  <p:par>
                                    <p:cTn id="47" presetID="10" presetClass="entr" presetSubtype="0" fill="hold" grpId="0" nodeType="withEffect" nodePh="1">
                                      <p:stCondLst>
                                        <p:cond delay="19500"/>
                                      </p:stCondLst>
                                      <p:endCondLst>
                                        <p:cond evt="begin" delay="0">
                                          <p:tn val="47"/>
                                        </p:cond>
                                      </p:endCondLst>
                                      <p:childTnLst>
                                        <p:set>
                                          <p:cBhvr>
                                            <p:cTn id="48" dur="1" fill="hold">
                                              <p:stCondLst>
                                                <p:cond delay="0"/>
                                              </p:stCondLst>
                                            </p:cTn>
                                            <p:tgtEl>
                                              <p:spTgt spid="24">
                                                <p:txEl>
                                                  <p:pRg st="0" end="0"/>
                                                </p:txEl>
                                              </p:spTgt>
                                            </p:tgtEl>
                                            <p:attrNameLst>
                                              <p:attrName>style.visibility</p:attrName>
                                            </p:attrNameLst>
                                          </p:cBhvr>
                                          <p:to>
                                            <p:strVal val="visible"/>
                                          </p:to>
                                        </p:set>
                                        <p:animEffect transition="in" filter="fade">
                                          <p:cBhvr>
                                            <p:cTn id="49" dur="500"/>
                                            <p:tgtEl>
                                              <p:spTgt spid="24">
                                                <p:txEl>
                                                  <p:pRg st="0" end="0"/>
                                                </p:txEl>
                                              </p:spTgt>
                                            </p:tgtEl>
                                          </p:cBhvr>
                                        </p:animEffect>
                                      </p:childTnLst>
                                    </p:cTn>
                                  </p:par>
                                  <p:par>
                                    <p:cTn id="50" presetID="10" presetClass="entr" presetSubtype="0" fill="hold" grpId="0" nodeType="withEffect">
                                      <p:stCondLst>
                                        <p:cond delay="1950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par>
                                    <p:cTn id="53" presetID="10" presetClass="entr" presetSubtype="0" fill="hold" grpId="0" nodeType="withEffect">
                                      <p:stCondLst>
                                        <p:cond delay="19500"/>
                                      </p:stCondLst>
                                      <p:childTnLst>
                                        <p:set>
                                          <p:cBhvr>
                                            <p:cTn id="54" dur="1" fill="hold">
                                              <p:stCondLst>
                                                <p:cond delay="0"/>
                                              </p:stCondLst>
                                            </p:cTn>
                                            <p:tgtEl>
                                              <p:spTgt spid="21">
                                                <p:txEl>
                                                  <p:pRg st="0" end="0"/>
                                                </p:txEl>
                                              </p:spTgt>
                                            </p:tgtEl>
                                            <p:attrNameLst>
                                              <p:attrName>style.visibility</p:attrName>
                                            </p:attrNameLst>
                                          </p:cBhvr>
                                          <p:to>
                                            <p:strVal val="visible"/>
                                          </p:to>
                                        </p:set>
                                        <p:animEffect transition="in" filter="fade">
                                          <p:cBhvr>
                                            <p:cTn id="55" dur="500"/>
                                            <p:tgtEl>
                                              <p:spTgt spid="21">
                                                <p:txEl>
                                                  <p:pRg st="0" end="0"/>
                                                </p:txEl>
                                              </p:spTgt>
                                            </p:tgtEl>
                                          </p:cBhvr>
                                        </p:animEffect>
                                      </p:childTnLst>
                                    </p:cTn>
                                  </p:par>
                                  <p:par>
                                    <p:cTn id="56" presetID="10" presetClass="entr" presetSubtype="0" fill="hold" grpId="0" nodeType="withEffect">
                                      <p:stCondLst>
                                        <p:cond delay="19500"/>
                                      </p:stCondLst>
                                      <p:childTnLst>
                                        <p:set>
                                          <p:cBhvr>
                                            <p:cTn id="57" dur="1" fill="hold">
                                              <p:stCondLst>
                                                <p:cond delay="0"/>
                                              </p:stCondLst>
                                            </p:cTn>
                                            <p:tgtEl>
                                              <p:spTgt spid="20">
                                                <p:txEl>
                                                  <p:pRg st="0" end="0"/>
                                                </p:txEl>
                                              </p:spTgt>
                                            </p:tgtEl>
                                            <p:attrNameLst>
                                              <p:attrName>style.visibility</p:attrName>
                                            </p:attrNameLst>
                                          </p:cBhvr>
                                          <p:to>
                                            <p:strVal val="visible"/>
                                          </p:to>
                                        </p:set>
                                        <p:animEffect transition="in" filter="fade">
                                          <p:cBhvr>
                                            <p:cTn id="58" dur="500"/>
                                            <p:tgtEl>
                                              <p:spTgt spid="20">
                                                <p:txEl>
                                                  <p:pRg st="0" end="0"/>
                                                </p:txEl>
                                              </p:spTgt>
                                            </p:tgtEl>
                                          </p:cBhvr>
                                        </p:animEffect>
                                      </p:childTnLst>
                                    </p:cTn>
                                  </p:par>
                                  <p:par>
                                    <p:cTn id="59" presetID="10" presetClass="entr" presetSubtype="0" fill="hold" grpId="0" nodeType="withEffect">
                                      <p:stCondLst>
                                        <p:cond delay="19500"/>
                                      </p:stCondLst>
                                      <p:childTnLst>
                                        <p:set>
                                          <p:cBhvr>
                                            <p:cTn id="60" dur="1" fill="hold">
                                              <p:stCondLst>
                                                <p:cond delay="0"/>
                                              </p:stCondLst>
                                            </p:cTn>
                                            <p:tgtEl>
                                              <p:spTgt spid="19">
                                                <p:txEl>
                                                  <p:pRg st="0" end="0"/>
                                                </p:txEl>
                                              </p:spTgt>
                                            </p:tgtEl>
                                            <p:attrNameLst>
                                              <p:attrName>style.visibility</p:attrName>
                                            </p:attrNameLst>
                                          </p:cBhvr>
                                          <p:to>
                                            <p:strVal val="visible"/>
                                          </p:to>
                                        </p:set>
                                        <p:animEffect transition="in" filter="fade">
                                          <p:cBhvr>
                                            <p:cTn id="61" dur="500"/>
                                            <p:tgtEl>
                                              <p:spTgt spid="19">
                                                <p:txEl>
                                                  <p:pRg st="0" end="0"/>
                                                </p:txEl>
                                              </p:spTgt>
                                            </p:tgtEl>
                                          </p:cBhvr>
                                        </p:animEffect>
                                      </p:childTnLst>
                                    </p:cTn>
                                  </p:par>
                                  <p:par>
                                    <p:cTn id="62" presetID="10" presetClass="entr" presetSubtype="0" fill="hold" grpId="0" nodeType="withEffect">
                                      <p:stCondLst>
                                        <p:cond delay="1950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500"/>
                                            <p:tgtEl>
                                              <p:spTgt spid="29"/>
                                            </p:tgtEl>
                                          </p:cBhvr>
                                        </p:animEffect>
                                      </p:childTnLst>
                                    </p:cTn>
                                  </p:par>
                                  <p:par>
                                    <p:cTn id="65" presetID="10" presetClass="entr" presetSubtype="0" fill="hold" grpId="0" nodeType="withEffect">
                                      <p:stCondLst>
                                        <p:cond delay="19500"/>
                                      </p:stCondLst>
                                      <p:childTnLst>
                                        <p:set>
                                          <p:cBhvr>
                                            <p:cTn id="66" dur="1" fill="hold">
                                              <p:stCondLst>
                                                <p:cond delay="0"/>
                                              </p:stCondLst>
                                            </p:cTn>
                                            <p:tgtEl>
                                              <p:spTgt spid="32"/>
                                            </p:tgtEl>
                                            <p:attrNameLst>
                                              <p:attrName>style.visibility</p:attrName>
                                            </p:attrNameLst>
                                          </p:cBhvr>
                                          <p:to>
                                            <p:strVal val="visible"/>
                                          </p:to>
                                        </p:set>
                                        <p:animEffect transition="in" filter="fade">
                                          <p:cBhvr>
                                            <p:cTn id="67" dur="500"/>
                                            <p:tgtEl>
                                              <p:spTgt spid="32"/>
                                            </p:tgtEl>
                                          </p:cBhvr>
                                        </p:animEffect>
                                      </p:childTnLst>
                                    </p:cTn>
                                  </p:par>
                                  <p:par>
                                    <p:cTn id="68" presetID="10" presetClass="entr" presetSubtype="0" fill="hold" grpId="0" nodeType="withEffect">
                                      <p:stCondLst>
                                        <p:cond delay="19500"/>
                                      </p:stCondLst>
                                      <p:childTnLst>
                                        <p:set>
                                          <p:cBhvr>
                                            <p:cTn id="69" dur="1" fill="hold">
                                              <p:stCondLst>
                                                <p:cond delay="0"/>
                                              </p:stCondLst>
                                            </p:cTn>
                                            <p:tgtEl>
                                              <p:spTgt spid="18">
                                                <p:txEl>
                                                  <p:pRg st="0" end="0"/>
                                                </p:txEl>
                                              </p:spTgt>
                                            </p:tgtEl>
                                            <p:attrNameLst>
                                              <p:attrName>style.visibility</p:attrName>
                                            </p:attrNameLst>
                                          </p:cBhvr>
                                          <p:to>
                                            <p:strVal val="visible"/>
                                          </p:to>
                                        </p:set>
                                        <p:animEffect transition="in" filter="fade">
                                          <p:cBhvr>
                                            <p:cTn id="70" dur="500"/>
                                            <p:tgtEl>
                                              <p:spTgt spid="18">
                                                <p:txEl>
                                                  <p:pRg st="0" end="0"/>
                                                </p:txEl>
                                              </p:spTgt>
                                            </p:tgtEl>
                                          </p:cBhvr>
                                        </p:animEffect>
                                      </p:childTnLst>
                                    </p:cTn>
                                  </p:par>
                                  <p:par>
                                    <p:cTn id="71" presetID="10" presetClass="exit" presetSubtype="0" fill="hold" grpId="1" nodeType="withEffect">
                                      <p:stCondLst>
                                        <p:cond delay="39500"/>
                                      </p:stCondLst>
                                      <p:childTnLst>
                                        <p:animEffect transition="out" filter="fade">
                                          <p:cBhvr>
                                            <p:cTn id="72" dur="500"/>
                                            <p:tgtEl>
                                              <p:spTgt spid="17">
                                                <p:txEl>
                                                  <p:pRg st="0" end="0"/>
                                                </p:txEl>
                                              </p:spTgt>
                                            </p:tgtEl>
                                          </p:cBhvr>
                                        </p:animEffect>
                                        <p:set>
                                          <p:cBhvr>
                                            <p:cTn id="73" dur="1" fill="hold">
                                              <p:stCondLst>
                                                <p:cond delay="499"/>
                                              </p:stCondLst>
                                            </p:cTn>
                                            <p:tgtEl>
                                              <p:spTgt spid="17">
                                                <p:txEl>
                                                  <p:pRg st="0" end="0"/>
                                                </p:txEl>
                                              </p:spTgt>
                                            </p:tgtEl>
                                            <p:attrNameLst>
                                              <p:attrName>style.visibility</p:attrName>
                                            </p:attrNameLst>
                                          </p:cBhvr>
                                          <p:to>
                                            <p:strVal val="hidden"/>
                                          </p:to>
                                        </p:set>
                                      </p:childTnLst>
                                    </p:cTn>
                                  </p:par>
                                  <p:par>
                                    <p:cTn id="74" presetID="10" presetClass="exit" presetSubtype="0" fill="hold" grpId="1" nodeType="withEffect">
                                      <p:stCondLst>
                                        <p:cond delay="39500"/>
                                      </p:stCondLst>
                                      <p:childTnLst>
                                        <p:animEffect transition="out" filter="fade">
                                          <p:cBhvr>
                                            <p:cTn id="75" dur="500"/>
                                            <p:tgtEl>
                                              <p:spTgt spid="18">
                                                <p:txEl>
                                                  <p:pRg st="0" end="0"/>
                                                </p:txEl>
                                              </p:spTgt>
                                            </p:tgtEl>
                                          </p:cBhvr>
                                        </p:animEffect>
                                        <p:set>
                                          <p:cBhvr>
                                            <p:cTn id="76" dur="1" fill="hold">
                                              <p:stCondLst>
                                                <p:cond delay="499"/>
                                              </p:stCondLst>
                                            </p:cTn>
                                            <p:tgtEl>
                                              <p:spTgt spid="18">
                                                <p:txEl>
                                                  <p:pRg st="0" end="0"/>
                                                </p:txEl>
                                              </p:spTgt>
                                            </p:tgtEl>
                                            <p:attrNameLst>
                                              <p:attrName>style.visibility</p:attrName>
                                            </p:attrNameLst>
                                          </p:cBhvr>
                                          <p:to>
                                            <p:strVal val="hidden"/>
                                          </p:to>
                                        </p:set>
                                      </p:childTnLst>
                                    </p:cTn>
                                  </p:par>
                                  <p:par>
                                    <p:cTn id="77" presetID="10" presetClass="exit" presetSubtype="0" fill="hold" grpId="1" nodeType="withEffect">
                                      <p:stCondLst>
                                        <p:cond delay="39500"/>
                                      </p:stCondLst>
                                      <p:childTnLst>
                                        <p:animEffect transition="out" filter="fade">
                                          <p:cBhvr>
                                            <p:cTn id="78" dur="500"/>
                                            <p:tgtEl>
                                              <p:spTgt spid="26">
                                                <p:txEl>
                                                  <p:pRg st="0" end="0"/>
                                                </p:txEl>
                                              </p:spTgt>
                                            </p:tgtEl>
                                          </p:cBhvr>
                                        </p:animEffect>
                                        <p:set>
                                          <p:cBhvr>
                                            <p:cTn id="79" dur="1" fill="hold">
                                              <p:stCondLst>
                                                <p:cond delay="499"/>
                                              </p:stCondLst>
                                            </p:cTn>
                                            <p:tgtEl>
                                              <p:spTgt spid="26">
                                                <p:txEl>
                                                  <p:pRg st="0" end="0"/>
                                                </p:txEl>
                                              </p:spTgt>
                                            </p:tgtEl>
                                            <p:attrNameLst>
                                              <p:attrName>style.visibility</p:attrName>
                                            </p:attrNameLst>
                                          </p:cBhvr>
                                          <p:to>
                                            <p:strVal val="hidden"/>
                                          </p:to>
                                        </p:set>
                                      </p:childTnLst>
                                    </p:cTn>
                                  </p:par>
                                  <p:par>
                                    <p:cTn id="80" presetID="10" presetClass="exit" presetSubtype="0" fill="hold" grpId="1" nodeType="withEffect" nodePh="1">
                                      <p:stCondLst>
                                        <p:cond delay="39500"/>
                                      </p:stCondLst>
                                      <p:endCondLst>
                                        <p:cond evt="begin" delay="0">
                                          <p:tn val="80"/>
                                        </p:cond>
                                      </p:endCondLst>
                                      <p:childTnLst>
                                        <p:animEffect transition="out" filter="fade">
                                          <p:cBhvr>
                                            <p:cTn id="81" dur="500"/>
                                            <p:tgtEl>
                                              <p:spTgt spid="24">
                                                <p:txEl>
                                                  <p:pRg st="0" end="0"/>
                                                </p:txEl>
                                              </p:spTgt>
                                            </p:tgtEl>
                                          </p:cBhvr>
                                        </p:animEffect>
                                        <p:set>
                                          <p:cBhvr>
                                            <p:cTn id="82" dur="1" fill="hold">
                                              <p:stCondLst>
                                                <p:cond delay="499"/>
                                              </p:stCondLst>
                                            </p:cTn>
                                            <p:tgtEl>
                                              <p:spTgt spid="24">
                                                <p:txEl>
                                                  <p:pRg st="0" end="0"/>
                                                </p:txEl>
                                              </p:spTgt>
                                            </p:tgtEl>
                                            <p:attrNameLst>
                                              <p:attrName>style.visibility</p:attrName>
                                            </p:attrNameLst>
                                          </p:cBhvr>
                                          <p:to>
                                            <p:strVal val="hidden"/>
                                          </p:to>
                                        </p:set>
                                      </p:childTnLst>
                                    </p:cTn>
                                  </p:par>
                                  <p:par>
                                    <p:cTn id="83" presetID="10" presetClass="exit" presetSubtype="0" fill="hold" grpId="1" nodeType="withEffect">
                                      <p:stCondLst>
                                        <p:cond delay="39500"/>
                                      </p:stCondLst>
                                      <p:childTnLst>
                                        <p:animEffect transition="out" filter="fade">
                                          <p:cBhvr>
                                            <p:cTn id="84" dur="500"/>
                                            <p:tgtEl>
                                              <p:spTgt spid="22"/>
                                            </p:tgtEl>
                                          </p:cBhvr>
                                        </p:animEffect>
                                        <p:set>
                                          <p:cBhvr>
                                            <p:cTn id="85" dur="1" fill="hold">
                                              <p:stCondLst>
                                                <p:cond delay="499"/>
                                              </p:stCondLst>
                                            </p:cTn>
                                            <p:tgtEl>
                                              <p:spTgt spid="22"/>
                                            </p:tgtEl>
                                            <p:attrNameLst>
                                              <p:attrName>style.visibility</p:attrName>
                                            </p:attrNameLst>
                                          </p:cBhvr>
                                          <p:to>
                                            <p:strVal val="hidden"/>
                                          </p:to>
                                        </p:set>
                                      </p:childTnLst>
                                    </p:cTn>
                                  </p:par>
                                  <p:par>
                                    <p:cTn id="86" presetID="10" presetClass="exit" presetSubtype="0" fill="hold" grpId="1" nodeType="withEffect">
                                      <p:stCondLst>
                                        <p:cond delay="39500"/>
                                      </p:stCondLst>
                                      <p:childTnLst>
                                        <p:animEffect transition="out" filter="fade">
                                          <p:cBhvr>
                                            <p:cTn id="87" dur="500"/>
                                            <p:tgtEl>
                                              <p:spTgt spid="21">
                                                <p:txEl>
                                                  <p:pRg st="0" end="0"/>
                                                </p:txEl>
                                              </p:spTgt>
                                            </p:tgtEl>
                                          </p:cBhvr>
                                        </p:animEffect>
                                        <p:set>
                                          <p:cBhvr>
                                            <p:cTn id="88" dur="1" fill="hold">
                                              <p:stCondLst>
                                                <p:cond delay="499"/>
                                              </p:stCondLst>
                                            </p:cTn>
                                            <p:tgtEl>
                                              <p:spTgt spid="21">
                                                <p:txEl>
                                                  <p:pRg st="0" end="0"/>
                                                </p:txEl>
                                              </p:spTgt>
                                            </p:tgtEl>
                                            <p:attrNameLst>
                                              <p:attrName>style.visibility</p:attrName>
                                            </p:attrNameLst>
                                          </p:cBhvr>
                                          <p:to>
                                            <p:strVal val="hidden"/>
                                          </p:to>
                                        </p:set>
                                      </p:childTnLst>
                                    </p:cTn>
                                  </p:par>
                                  <p:par>
                                    <p:cTn id="89" presetID="10" presetClass="exit" presetSubtype="0" fill="hold" grpId="1" nodeType="withEffect">
                                      <p:stCondLst>
                                        <p:cond delay="39500"/>
                                      </p:stCondLst>
                                      <p:childTnLst>
                                        <p:animEffect transition="out" filter="fade">
                                          <p:cBhvr>
                                            <p:cTn id="90" dur="500"/>
                                            <p:tgtEl>
                                              <p:spTgt spid="20">
                                                <p:txEl>
                                                  <p:pRg st="0" end="0"/>
                                                </p:txEl>
                                              </p:spTgt>
                                            </p:tgtEl>
                                          </p:cBhvr>
                                        </p:animEffect>
                                        <p:set>
                                          <p:cBhvr>
                                            <p:cTn id="91" dur="1" fill="hold">
                                              <p:stCondLst>
                                                <p:cond delay="499"/>
                                              </p:stCondLst>
                                            </p:cTn>
                                            <p:tgtEl>
                                              <p:spTgt spid="20">
                                                <p:txEl>
                                                  <p:pRg st="0" end="0"/>
                                                </p:txEl>
                                              </p:spTgt>
                                            </p:tgtEl>
                                            <p:attrNameLst>
                                              <p:attrName>style.visibility</p:attrName>
                                            </p:attrNameLst>
                                          </p:cBhvr>
                                          <p:to>
                                            <p:strVal val="hidden"/>
                                          </p:to>
                                        </p:set>
                                      </p:childTnLst>
                                    </p:cTn>
                                  </p:par>
                                  <p:par>
                                    <p:cTn id="92" presetID="10" presetClass="exit" presetSubtype="0" fill="hold" grpId="1" nodeType="withEffect">
                                      <p:stCondLst>
                                        <p:cond delay="39500"/>
                                      </p:stCondLst>
                                      <p:childTnLst>
                                        <p:animEffect transition="out" filter="fade">
                                          <p:cBhvr>
                                            <p:cTn id="93" dur="500"/>
                                            <p:tgtEl>
                                              <p:spTgt spid="29"/>
                                            </p:tgtEl>
                                          </p:cBhvr>
                                        </p:animEffect>
                                        <p:set>
                                          <p:cBhvr>
                                            <p:cTn id="94" dur="1" fill="hold">
                                              <p:stCondLst>
                                                <p:cond delay="499"/>
                                              </p:stCondLst>
                                            </p:cTn>
                                            <p:tgtEl>
                                              <p:spTgt spid="29"/>
                                            </p:tgtEl>
                                            <p:attrNameLst>
                                              <p:attrName>style.visibility</p:attrName>
                                            </p:attrNameLst>
                                          </p:cBhvr>
                                          <p:to>
                                            <p:strVal val="hidden"/>
                                          </p:to>
                                        </p:set>
                                      </p:childTnLst>
                                    </p:cTn>
                                  </p:par>
                                  <p:par>
                                    <p:cTn id="95" presetID="10" presetClass="exit" presetSubtype="0" fill="hold" grpId="1" nodeType="withEffect">
                                      <p:stCondLst>
                                        <p:cond delay="39500"/>
                                      </p:stCondLst>
                                      <p:childTnLst>
                                        <p:animEffect transition="out" filter="fade">
                                          <p:cBhvr>
                                            <p:cTn id="96" dur="500"/>
                                            <p:tgtEl>
                                              <p:spTgt spid="32"/>
                                            </p:tgtEl>
                                          </p:cBhvr>
                                        </p:animEffect>
                                        <p:set>
                                          <p:cBhvr>
                                            <p:cTn id="97" dur="1" fill="hold">
                                              <p:stCondLst>
                                                <p:cond delay="499"/>
                                              </p:stCondLst>
                                            </p:cTn>
                                            <p:tgtEl>
                                              <p:spTgt spid="32"/>
                                            </p:tgtEl>
                                            <p:attrNameLst>
                                              <p:attrName>style.visibility</p:attrName>
                                            </p:attrNameLst>
                                          </p:cBhvr>
                                          <p:to>
                                            <p:strVal val="hidden"/>
                                          </p:to>
                                        </p:set>
                                      </p:childTnLst>
                                    </p:cTn>
                                  </p:par>
                                  <p:par>
                                    <p:cTn id="98" presetID="10" presetClass="exit" presetSubtype="0" fill="hold" grpId="1" nodeType="withEffect">
                                      <p:stCondLst>
                                        <p:cond delay="39500"/>
                                      </p:stCondLst>
                                      <p:childTnLst>
                                        <p:animEffect transition="out" filter="fade">
                                          <p:cBhvr>
                                            <p:cTn id="99" dur="500"/>
                                            <p:tgtEl>
                                              <p:spTgt spid="19">
                                                <p:txEl>
                                                  <p:pRg st="0" end="0"/>
                                                </p:txEl>
                                              </p:spTgt>
                                            </p:tgtEl>
                                          </p:cBhvr>
                                        </p:animEffect>
                                        <p:set>
                                          <p:cBhvr>
                                            <p:cTn id="100" dur="1" fill="hold">
                                              <p:stCondLst>
                                                <p:cond delay="499"/>
                                              </p:stCondLst>
                                            </p:cTn>
                                            <p:tgtEl>
                                              <p:spTgt spid="19">
                                                <p:txEl>
                                                  <p:pRg st="0" end="0"/>
                                                </p:txEl>
                                              </p:spTgt>
                                            </p:tgtEl>
                                            <p:attrNameLst>
                                              <p:attrName>style.visibility</p:attrName>
                                            </p:attrNameLst>
                                          </p:cBhvr>
                                          <p:to>
                                            <p:strVal val="hidden"/>
                                          </p:to>
                                        </p:set>
                                      </p:childTnLst>
                                    </p:cTn>
                                  </p:par>
                                  <p:par>
                                    <p:cTn id="101" presetID="10" presetClass="entr" presetSubtype="0" fill="hold" grpId="1" nodeType="withEffect">
                                      <p:stCondLst>
                                        <p:cond delay="39500"/>
                                      </p:stCondLst>
                                      <p:childTnLst>
                                        <p:set>
                                          <p:cBhvr>
                                            <p:cTn id="102" dur="1" fill="hold">
                                              <p:stCondLst>
                                                <p:cond delay="0"/>
                                              </p:stCondLst>
                                            </p:cTn>
                                            <p:tgtEl>
                                              <p:spTgt spid="8">
                                                <p:txEl>
                                                  <p:pRg st="0" end="0"/>
                                                </p:txEl>
                                              </p:spTgt>
                                            </p:tgtEl>
                                            <p:attrNameLst>
                                              <p:attrName>style.visibility</p:attrName>
                                            </p:attrNameLst>
                                          </p:cBhvr>
                                          <p:to>
                                            <p:strVal val="visible"/>
                                          </p:to>
                                        </p:set>
                                        <p:animEffect transition="in" filter="fade">
                                          <p:cBhvr>
                                            <p:cTn id="103" dur="500"/>
                                            <p:tgtEl>
                                              <p:spTgt spid="8">
                                                <p:txEl>
                                                  <p:pRg st="0" end="0"/>
                                                </p:txEl>
                                              </p:spTgt>
                                            </p:tgtEl>
                                          </p:cBhvr>
                                        </p:animEffect>
                                      </p:childTnLst>
                                    </p:cTn>
                                  </p:par>
                                  <p:par>
                                    <p:cTn id="104" presetID="10" presetClass="entr" presetSubtype="0" fill="hold" grpId="1" nodeType="withEffect">
                                      <p:stCondLst>
                                        <p:cond delay="39500"/>
                                      </p:stCondLst>
                                      <p:childTnLst>
                                        <p:set>
                                          <p:cBhvr>
                                            <p:cTn id="105" dur="1" fill="hold">
                                              <p:stCondLst>
                                                <p:cond delay="0"/>
                                              </p:stCondLst>
                                            </p:cTn>
                                            <p:tgtEl>
                                              <p:spTgt spid="10">
                                                <p:txEl>
                                                  <p:pRg st="0" end="0"/>
                                                </p:txEl>
                                              </p:spTgt>
                                            </p:tgtEl>
                                            <p:attrNameLst>
                                              <p:attrName>style.visibility</p:attrName>
                                            </p:attrNameLst>
                                          </p:cBhvr>
                                          <p:to>
                                            <p:strVal val="visible"/>
                                          </p:to>
                                        </p:set>
                                        <p:animEffect transition="in" filter="fade">
                                          <p:cBhvr>
                                            <p:cTn id="106" dur="500"/>
                                            <p:tgtEl>
                                              <p:spTgt spid="10">
                                                <p:txEl>
                                                  <p:pRg st="0" end="0"/>
                                                </p:txEl>
                                              </p:spTgt>
                                            </p:tgtEl>
                                          </p:cBhvr>
                                        </p:animEffect>
                                      </p:childTnLst>
                                    </p:cTn>
                                  </p:par>
                                  <p:par>
                                    <p:cTn id="107" presetID="10" presetClass="entr" presetSubtype="0" fill="hold" grpId="1" nodeType="withEffect">
                                      <p:stCondLst>
                                        <p:cond delay="39500"/>
                                      </p:stCondLst>
                                      <p:childTnLst>
                                        <p:set>
                                          <p:cBhvr>
                                            <p:cTn id="108" dur="1" fill="hold">
                                              <p:stCondLst>
                                                <p:cond delay="0"/>
                                              </p:stCondLst>
                                            </p:cTn>
                                            <p:tgtEl>
                                              <p:spTgt spid="9">
                                                <p:txEl>
                                                  <p:pRg st="0" end="0"/>
                                                </p:txEl>
                                              </p:spTgt>
                                            </p:tgtEl>
                                            <p:attrNameLst>
                                              <p:attrName>style.visibility</p:attrName>
                                            </p:attrNameLst>
                                          </p:cBhvr>
                                          <p:to>
                                            <p:strVal val="visible"/>
                                          </p:to>
                                        </p:set>
                                        <p:animEffect transition="in" filter="fade">
                                          <p:cBhvr>
                                            <p:cTn id="109" dur="500"/>
                                            <p:tgtEl>
                                              <p:spTgt spid="9">
                                                <p:txEl>
                                                  <p:pRg st="0" end="0"/>
                                                </p:txEl>
                                              </p:spTgt>
                                            </p:tgtEl>
                                          </p:cBhvr>
                                        </p:animEffect>
                                      </p:childTnLst>
                                    </p:cTn>
                                  </p:par>
                                  <p:par>
                                    <p:cTn id="110" presetID="10" presetClass="entr" presetSubtype="0" fill="hold" grpId="1" nodeType="withEffect" nodePh="1">
                                      <p:stCondLst>
                                        <p:cond delay="39500"/>
                                      </p:stCondLst>
                                      <p:endCondLst>
                                        <p:cond evt="begin" delay="0">
                                          <p:tn val="110"/>
                                        </p:cond>
                                      </p:endCondLst>
                                      <p:childTnLst>
                                        <p:set>
                                          <p:cBhvr>
                                            <p:cTn id="111" dur="1" fill="hold">
                                              <p:stCondLst>
                                                <p:cond delay="0"/>
                                              </p:stCondLst>
                                            </p:cTn>
                                            <p:tgtEl>
                                              <p:spTgt spid="6">
                                                <p:txEl>
                                                  <p:pRg st="0" end="0"/>
                                                </p:txEl>
                                              </p:spTgt>
                                            </p:tgtEl>
                                            <p:attrNameLst>
                                              <p:attrName>style.visibility</p:attrName>
                                            </p:attrNameLst>
                                          </p:cBhvr>
                                          <p:to>
                                            <p:strVal val="visible"/>
                                          </p:to>
                                        </p:set>
                                        <p:animEffect transition="in" filter="fade">
                                          <p:cBhvr>
                                            <p:cTn id="112" dur="500"/>
                                            <p:tgtEl>
                                              <p:spTgt spid="6">
                                                <p:txEl>
                                                  <p:pRg st="0" end="0"/>
                                                </p:txEl>
                                              </p:spTgt>
                                            </p:tgtEl>
                                          </p:cBhvr>
                                        </p:animEffect>
                                      </p:childTnLst>
                                    </p:cTn>
                                  </p:par>
                                  <p:par>
                                    <p:cTn id="113" presetID="10" presetClass="entr" presetSubtype="0" fill="hold" grpId="1" nodeType="withEffect">
                                      <p:stCondLst>
                                        <p:cond delay="39500"/>
                                      </p:stCondLst>
                                      <p:childTnLst>
                                        <p:set>
                                          <p:cBhvr>
                                            <p:cTn id="114" dur="1" fill="hold">
                                              <p:stCondLst>
                                                <p:cond delay="0"/>
                                              </p:stCondLst>
                                            </p:cTn>
                                            <p:tgtEl>
                                              <p:spTgt spid="3"/>
                                            </p:tgtEl>
                                            <p:attrNameLst>
                                              <p:attrName>style.visibility</p:attrName>
                                            </p:attrNameLst>
                                          </p:cBhvr>
                                          <p:to>
                                            <p:strVal val="visible"/>
                                          </p:to>
                                        </p:set>
                                        <p:animEffect transition="in" filter="fade">
                                          <p:cBhvr>
                                            <p:cTn id="115" dur="500"/>
                                            <p:tgtEl>
                                              <p:spTgt spid="3"/>
                                            </p:tgtEl>
                                          </p:cBhvr>
                                        </p:animEffect>
                                      </p:childTnLst>
                                    </p:cTn>
                                  </p:par>
                                  <p:par>
                                    <p:cTn id="116" presetID="10" presetClass="entr" presetSubtype="0" fill="hold" grpId="1" nodeType="withEffect">
                                      <p:stCondLst>
                                        <p:cond delay="39500"/>
                                      </p:stCondLst>
                                      <p:childTnLst>
                                        <p:set>
                                          <p:cBhvr>
                                            <p:cTn id="117" dur="1" fill="hold">
                                              <p:stCondLst>
                                                <p:cond delay="0"/>
                                              </p:stCondLst>
                                            </p:cTn>
                                            <p:tgtEl>
                                              <p:spTgt spid="13">
                                                <p:txEl>
                                                  <p:pRg st="0" end="0"/>
                                                </p:txEl>
                                              </p:spTgt>
                                            </p:tgtEl>
                                            <p:attrNameLst>
                                              <p:attrName>style.visibility</p:attrName>
                                            </p:attrNameLst>
                                          </p:cBhvr>
                                          <p:to>
                                            <p:strVal val="visible"/>
                                          </p:to>
                                        </p:set>
                                        <p:animEffect transition="in" filter="fade">
                                          <p:cBhvr>
                                            <p:cTn id="118" dur="500"/>
                                            <p:tgtEl>
                                              <p:spTgt spid="13">
                                                <p:txEl>
                                                  <p:pRg st="0" end="0"/>
                                                </p:txEl>
                                              </p:spTgt>
                                            </p:tgtEl>
                                          </p:cBhvr>
                                        </p:animEffect>
                                      </p:childTnLst>
                                    </p:cTn>
                                  </p:par>
                                  <p:par>
                                    <p:cTn id="119" presetID="10" presetClass="entr" presetSubtype="0" fill="hold" grpId="1" nodeType="withEffect">
                                      <p:stCondLst>
                                        <p:cond delay="39500"/>
                                      </p:stCondLst>
                                      <p:childTnLst>
                                        <p:set>
                                          <p:cBhvr>
                                            <p:cTn id="120" dur="1" fill="hold">
                                              <p:stCondLst>
                                                <p:cond delay="0"/>
                                              </p:stCondLst>
                                            </p:cTn>
                                            <p:tgtEl>
                                              <p:spTgt spid="11">
                                                <p:txEl>
                                                  <p:pRg st="0" end="0"/>
                                                </p:txEl>
                                              </p:spTgt>
                                            </p:tgtEl>
                                            <p:attrNameLst>
                                              <p:attrName>style.visibility</p:attrName>
                                            </p:attrNameLst>
                                          </p:cBhvr>
                                          <p:to>
                                            <p:strVal val="visible"/>
                                          </p:to>
                                        </p:set>
                                        <p:animEffect transition="in" filter="fade">
                                          <p:cBhvr>
                                            <p:cTn id="121" dur="500"/>
                                            <p:tgtEl>
                                              <p:spTgt spid="11">
                                                <p:txEl>
                                                  <p:pRg st="0" end="0"/>
                                                </p:txEl>
                                              </p:spTgt>
                                            </p:tgtEl>
                                          </p:cBhvr>
                                        </p:animEffect>
                                      </p:childTnLst>
                                    </p:cTn>
                                  </p:par>
                                  <p:par>
                                    <p:cTn id="122" presetID="10" presetClass="entr" presetSubtype="0" fill="hold" grpId="1" nodeType="withEffect">
                                      <p:stCondLst>
                                        <p:cond delay="3950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00"/>
                                            <p:tgtEl>
                                              <p:spTgt spid="28"/>
                                            </p:tgtEl>
                                          </p:cBhvr>
                                        </p:animEffect>
                                      </p:childTnLst>
                                    </p:cTn>
                                  </p:par>
                                  <p:par>
                                    <p:cTn id="125" presetID="10" presetClass="entr" presetSubtype="0" fill="hold" grpId="1" nodeType="withEffect">
                                      <p:stCondLst>
                                        <p:cond delay="39500"/>
                                      </p:stCondLst>
                                      <p:childTnLst>
                                        <p:set>
                                          <p:cBhvr>
                                            <p:cTn id="126" dur="1" fill="hold">
                                              <p:stCondLst>
                                                <p:cond delay="0"/>
                                              </p:stCondLst>
                                            </p:cTn>
                                            <p:tgtEl>
                                              <p:spTgt spid="31"/>
                                            </p:tgtEl>
                                            <p:attrNameLst>
                                              <p:attrName>style.visibility</p:attrName>
                                            </p:attrNameLst>
                                          </p:cBhvr>
                                          <p:to>
                                            <p:strVal val="visible"/>
                                          </p:to>
                                        </p:set>
                                        <p:animEffect transition="in" filter="fade">
                                          <p:cBhvr>
                                            <p:cTn id="127" dur="500"/>
                                            <p:tgtEl>
                                              <p:spTgt spid="31"/>
                                            </p:tgtEl>
                                          </p:cBhvr>
                                        </p:animEffect>
                                      </p:childTnLst>
                                    </p:cTn>
                                  </p:par>
                                  <p:par>
                                    <p:cTn id="128" presetID="10" presetClass="entr" presetSubtype="0" fill="hold" grpId="1" nodeType="withEffect">
                                      <p:stCondLst>
                                        <p:cond delay="39500"/>
                                      </p:stCondLst>
                                      <p:childTnLst>
                                        <p:set>
                                          <p:cBhvr>
                                            <p:cTn id="129" dur="1" fill="hold">
                                              <p:stCondLst>
                                                <p:cond delay="0"/>
                                              </p:stCondLst>
                                            </p:cTn>
                                            <p:tgtEl>
                                              <p:spTgt spid="7">
                                                <p:txEl>
                                                  <p:pRg st="0" end="0"/>
                                                </p:txEl>
                                              </p:spTgt>
                                            </p:tgtEl>
                                            <p:attrNameLst>
                                              <p:attrName>style.visibility</p:attrName>
                                            </p:attrNameLst>
                                          </p:cBhvr>
                                          <p:to>
                                            <p:strVal val="visible"/>
                                          </p:to>
                                        </p:set>
                                        <p:animEffect transition="in" filter="fade">
                                          <p:cBhvr>
                                            <p:cTn id="130" dur="500"/>
                                            <p:tgtEl>
                                              <p:spTgt spid="7">
                                                <p:txEl>
                                                  <p:pRg st="0" end="0"/>
                                                </p:txEl>
                                              </p:spTgt>
                                            </p:tgtEl>
                                          </p:cBhvr>
                                        </p:animEffect>
                                      </p:childTnLst>
                                    </p:cTn>
                                  </p:par>
                                </p:childTnLst>
                              </p:cTn>
                            </p:par>
                          </p:childTnLst>
                        </p:cTn>
                      </p:par>
                    </p:childTnLst>
                  </p:cTn>
                  <p:nextCondLst>
                    <p:cond evt="onMediaBookmark" delay="0">
                      <p:tgtEl>
                        <p14:bmkTgt spid="5" bmkName="Bookmark 1"/>
                      </p:tgtEl>
                    </p:cond>
                  </p:nextCondLst>
                </p:seq>
              </p:childTnLst>
            </p:cTn>
          </p:par>
        </p:tnLst>
        <p:bldLst>
          <p:bldP spid="8" grpId="0" build="p">
            <p:tmplLst>
              <p:tmpl lvl="1">
                <p:tnLst>
                  <p:par>
                    <p:cTn presetID="10" presetClass="exit" presetSubtype="0" fill="hold" nodeType="withEffect">
                      <p:stCondLst>
                        <p:cond delay="19500"/>
                      </p:stCondLst>
                      <p:childTnLst>
                        <p:animEffect transition="out" filter="fade">
                          <p:cBhvr>
                            <p:cTn dur="500"/>
                            <p:tgtEl>
                              <p:spTgt spid="8"/>
                            </p:tgtEl>
                          </p:cBhvr>
                        </p:animEffect>
                        <p:set>
                          <p:cBhvr>
                            <p:cTn dur="1" fill="hold">
                              <p:stCondLst>
                                <p:cond delay="499"/>
                              </p:stCondLst>
                            </p:cTn>
                            <p:tgtEl>
                              <p:spTgt spid="8"/>
                            </p:tgtEl>
                            <p:attrNameLst>
                              <p:attrName>style.visibility</p:attrName>
                            </p:attrNameLst>
                          </p:cBhvr>
                          <p:to>
                            <p:strVal val="hidden"/>
                          </p:to>
                        </p:set>
                      </p:childTnLst>
                    </p:cTn>
                  </p:par>
                </p:tnLst>
              </p:tmpl>
            </p:tmplLst>
          </p:bldP>
          <p:bldP spid="8" grpId="1" build="p">
            <p:tmplLst>
              <p:tmpl lvl="1">
                <p:tnLst>
                  <p:par>
                    <p:cTn presetID="10" presetClass="entr" presetSubtype="0" fill="hold" nodeType="withEffect">
                      <p:stCondLst>
                        <p:cond delay="3950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10" grpId="0" build="p">
            <p:tmplLst>
              <p:tmpl lvl="1">
                <p:tnLst>
                  <p:par>
                    <p:cTn presetID="10" presetClass="exit" presetSubtype="0" fill="hold" nodeType="withEffect">
                      <p:stCondLst>
                        <p:cond delay="19500"/>
                      </p:stCondLst>
                      <p:childTnLst>
                        <p:animEffect transition="out" filter="fade">
                          <p:cBhvr>
                            <p:cTn dur="500"/>
                            <p:tgtEl>
                              <p:spTgt spid="10"/>
                            </p:tgtEl>
                          </p:cBhvr>
                        </p:animEffect>
                        <p:set>
                          <p:cBhvr>
                            <p:cTn dur="1" fill="hold">
                              <p:stCondLst>
                                <p:cond delay="499"/>
                              </p:stCondLst>
                            </p:cTn>
                            <p:tgtEl>
                              <p:spTgt spid="10"/>
                            </p:tgtEl>
                            <p:attrNameLst>
                              <p:attrName>style.visibility</p:attrName>
                            </p:attrNameLst>
                          </p:cBhvr>
                          <p:to>
                            <p:strVal val="hidden"/>
                          </p:to>
                        </p:set>
                      </p:childTnLst>
                    </p:cTn>
                  </p:par>
                </p:tnLst>
              </p:tmpl>
            </p:tmplLst>
          </p:bldP>
          <p:bldP spid="10" grpId="1" build="p">
            <p:tmplLst>
              <p:tmpl lvl="1">
                <p:tnLst>
                  <p:par>
                    <p:cTn presetID="10" presetClass="entr" presetSubtype="0" fill="hold" nodeType="withEffect">
                      <p:stCondLst>
                        <p:cond delay="395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7" grpId="0" build="p">
            <p:tmplLst>
              <p:tmpl lvl="1">
                <p:tnLst>
                  <p:par>
                    <p:cTn presetID="10" presetClass="exit" presetSubtype="0" fill="hold" nodeType="withEffect">
                      <p:stCondLst>
                        <p:cond delay="19500"/>
                      </p:stCondLst>
                      <p:childTnLst>
                        <p:animEffect transition="out" filter="fade">
                          <p:cBhvr>
                            <p:cTn dur="500"/>
                            <p:tgtEl>
                              <p:spTgt spid="7"/>
                            </p:tgtEl>
                          </p:cBhvr>
                        </p:animEffect>
                        <p:set>
                          <p:cBhvr>
                            <p:cTn dur="1" fill="hold">
                              <p:stCondLst>
                                <p:cond delay="499"/>
                              </p:stCondLst>
                            </p:cTn>
                            <p:tgtEl>
                              <p:spTgt spid="7"/>
                            </p:tgtEl>
                            <p:attrNameLst>
                              <p:attrName>style.visibility</p:attrName>
                            </p:attrNameLst>
                          </p:cBhvr>
                          <p:to>
                            <p:strVal val="hidden"/>
                          </p:to>
                        </p:set>
                      </p:childTnLst>
                    </p:cTn>
                  </p:par>
                </p:tnLst>
              </p:tmpl>
            </p:tmplLst>
          </p:bldP>
          <p:bldP spid="7" grpId="1" build="p">
            <p:tmplLst>
              <p:tmpl lvl="1">
                <p:tnLst>
                  <p:par>
                    <p:cTn presetID="10" presetClass="entr" presetSubtype="0" fill="hold" nodeType="withEffect">
                      <p:stCondLst>
                        <p:cond delay="3950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P spid="11" grpId="0" build="p">
            <p:tmplLst>
              <p:tmpl lvl="1">
                <p:tnLst>
                  <p:par>
                    <p:cTn presetID="10" presetClass="exit" presetSubtype="0" fill="hold" nodeType="withEffect">
                      <p:stCondLst>
                        <p:cond delay="19500"/>
                      </p:stCondLst>
                      <p:childTnLst>
                        <p:animEffect transition="out" filter="fade">
                          <p:cBhvr>
                            <p:cTn dur="500"/>
                            <p:tgtEl>
                              <p:spTgt spid="11"/>
                            </p:tgtEl>
                          </p:cBhvr>
                        </p:animEffect>
                        <p:set>
                          <p:cBhvr>
                            <p:cTn dur="1" fill="hold">
                              <p:stCondLst>
                                <p:cond delay="499"/>
                              </p:stCondLst>
                            </p:cTn>
                            <p:tgtEl>
                              <p:spTgt spid="11"/>
                            </p:tgtEl>
                            <p:attrNameLst>
                              <p:attrName>style.visibility</p:attrName>
                            </p:attrNameLst>
                          </p:cBhvr>
                          <p:to>
                            <p:strVal val="hidden"/>
                          </p:to>
                        </p:set>
                      </p:childTnLst>
                    </p:cTn>
                  </p:par>
                </p:tnLst>
              </p:tmpl>
            </p:tmplLst>
          </p:bldP>
          <p:bldP spid="11" grpId="1" build="p">
            <p:tmplLst>
              <p:tmpl lvl="1">
                <p:tnLst>
                  <p:par>
                    <p:cTn presetID="10" presetClass="entr" presetSubtype="0" fill="hold" nodeType="withEffect">
                      <p:stCondLst>
                        <p:cond delay="3950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P spid="13" grpId="0" build="p">
            <p:tmplLst>
              <p:tmpl lvl="1">
                <p:tnLst>
                  <p:par>
                    <p:cTn presetID="10" presetClass="exit" presetSubtype="0" fill="hold" nodeType="withEffect">
                      <p:stCondLst>
                        <p:cond delay="19500"/>
                      </p:stCondLst>
                      <p:childTnLst>
                        <p:animEffect transition="out" filter="fade">
                          <p:cBhvr>
                            <p:cTn dur="500"/>
                            <p:tgtEl>
                              <p:spTgt spid="13"/>
                            </p:tgtEl>
                          </p:cBhvr>
                        </p:animEffect>
                        <p:set>
                          <p:cBhvr>
                            <p:cTn dur="1" fill="hold">
                              <p:stCondLst>
                                <p:cond delay="499"/>
                              </p:stCondLst>
                            </p:cTn>
                            <p:tgtEl>
                              <p:spTgt spid="13"/>
                            </p:tgtEl>
                            <p:attrNameLst>
                              <p:attrName>style.visibility</p:attrName>
                            </p:attrNameLst>
                          </p:cBhvr>
                          <p:to>
                            <p:strVal val="hidden"/>
                          </p:to>
                        </p:set>
                      </p:childTnLst>
                    </p:cTn>
                  </p:par>
                </p:tnLst>
              </p:tmpl>
            </p:tmplLst>
          </p:bldP>
          <p:bldP spid="13" grpId="1" build="p">
            <p:tmplLst>
              <p:tmpl lvl="1">
                <p:tnLst>
                  <p:par>
                    <p:cTn presetID="10" presetClass="entr" presetSubtype="0" fill="hold" nodeType="withEffect">
                      <p:stCondLst>
                        <p:cond delay="3950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3" grpId="0"/>
          <p:bldP spid="3" grpId="1"/>
          <p:bldP spid="28" grpId="0" animBg="1">
            <p:tmplLst>
              <p:tmpl>
                <p:tnLst>
                  <p:par>
                    <p:cTn presetID="10" presetClass="exit" presetSubtype="0" fill="hold" nodeType="withEffect">
                      <p:stCondLst>
                        <p:cond delay="19500"/>
                      </p:stCondLst>
                      <p:childTnLst>
                        <p:animEffect transition="out" filter="fade">
                          <p:cBhvr>
                            <p:cTn dur="500"/>
                            <p:tgtEl>
                              <p:spTgt spid="28"/>
                            </p:tgtEl>
                          </p:cBhvr>
                        </p:animEffect>
                        <p:set>
                          <p:cBhvr>
                            <p:cTn dur="1" fill="hold">
                              <p:stCondLst>
                                <p:cond delay="499"/>
                              </p:stCondLst>
                            </p:cTn>
                            <p:tgtEl>
                              <p:spTgt spid="28"/>
                            </p:tgtEl>
                            <p:attrNameLst>
                              <p:attrName>style.visibility</p:attrName>
                            </p:attrNameLst>
                          </p:cBhvr>
                          <p:to>
                            <p:strVal val="hidden"/>
                          </p:to>
                        </p:set>
                      </p:childTnLst>
                    </p:cTn>
                  </p:par>
                </p:tnLst>
              </p:tmpl>
            </p:tmplLst>
          </p:bldP>
          <p:bldP spid="28" grpId="1" animBg="1">
            <p:tmplLst>
              <p:tmpl>
                <p:tnLst>
                  <p:par>
                    <p:cTn presetID="10" presetClass="entr" presetSubtype="0" fill="hold" nodeType="withEffect">
                      <p:stCondLst>
                        <p:cond delay="3950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6" grpId="0" build="p">
            <p:tmplLst>
              <p:tmpl lvl="1">
                <p:tnLst>
                  <p:par>
                    <p:cTn presetID="10" presetClass="exit" presetSubtype="0" fill="hold" nodeType="withEffect" nodePh="1">
                      <p:stCondLst>
                        <p:cond delay="19500"/>
                      </p:stCondLst>
                      <p:endCondLst>
                        <p:cond delay="0"/>
                      </p:endCondLst>
                      <p:childTnLst>
                        <p:animEffect transition="out" filter="fade">
                          <p:cBhvr>
                            <p:cTn dur="500"/>
                            <p:tgtEl>
                              <p:spTgt spid="6"/>
                            </p:tgtEl>
                          </p:cBhvr>
                        </p:animEffect>
                        <p:set>
                          <p:cBhvr>
                            <p:cTn dur="1" fill="hold">
                              <p:stCondLst>
                                <p:cond delay="499"/>
                              </p:stCondLst>
                            </p:cTn>
                            <p:tgtEl>
                              <p:spTgt spid="6"/>
                            </p:tgtEl>
                            <p:attrNameLst>
                              <p:attrName>style.visibility</p:attrName>
                            </p:attrNameLst>
                          </p:cBhvr>
                          <p:to>
                            <p:strVal val="hidden"/>
                          </p:to>
                        </p:set>
                      </p:childTnLst>
                    </p:cTn>
                  </p:par>
                </p:tnLst>
              </p:tmpl>
            </p:tmplLst>
          </p:bldP>
          <p:bldP spid="6" grpId="1" build="p">
            <p:tmplLst>
              <p:tmpl lvl="1">
                <p:tnLst>
                  <p:par>
                    <p:cTn presetID="10" presetClass="entr" presetSubtype="0" fill="hold" nodeType="withEffect" nodePh="1">
                      <p:stCondLst>
                        <p:cond delay="39500"/>
                      </p:stCondLst>
                      <p:endCondLst>
                        <p:cond delay="0"/>
                      </p:end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31" grpId="0" animBg="1">
            <p:tmplLst>
              <p:tmpl>
                <p:tnLst>
                  <p:par>
                    <p:cTn presetID="10" presetClass="exit" presetSubtype="0" fill="hold" nodeType="withEffect">
                      <p:stCondLst>
                        <p:cond delay="19500"/>
                      </p:stCondLst>
                      <p:childTnLst>
                        <p:animEffect transition="out" filter="fade">
                          <p:cBhvr>
                            <p:cTn dur="500"/>
                            <p:tgtEl>
                              <p:spTgt spid="31"/>
                            </p:tgtEl>
                          </p:cBhvr>
                        </p:animEffect>
                        <p:set>
                          <p:cBhvr>
                            <p:cTn dur="1" fill="hold">
                              <p:stCondLst>
                                <p:cond delay="499"/>
                              </p:stCondLst>
                            </p:cTn>
                            <p:tgtEl>
                              <p:spTgt spid="31"/>
                            </p:tgtEl>
                            <p:attrNameLst>
                              <p:attrName>style.visibility</p:attrName>
                            </p:attrNameLst>
                          </p:cBhvr>
                          <p:to>
                            <p:strVal val="hidden"/>
                          </p:to>
                        </p:set>
                      </p:childTnLst>
                    </p:cTn>
                  </p:par>
                </p:tnLst>
              </p:tmpl>
            </p:tmplLst>
          </p:bldP>
          <p:bldP spid="31" grpId="1" animBg="1">
            <p:tmplLst>
              <p:tmpl>
                <p:tnLst>
                  <p:par>
                    <p:cTn presetID="10" presetClass="entr" presetSubtype="0" fill="hold" nodeType="withEffect">
                      <p:stCondLst>
                        <p:cond delay="39500"/>
                      </p:st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Lst>
          </p:bldP>
          <p:bldP spid="9" grpId="0" build="p">
            <p:tmplLst>
              <p:tmpl lvl="1">
                <p:tnLst>
                  <p:par>
                    <p:cTn presetID="10" presetClass="exit" presetSubtype="0" fill="hold" nodeType="withEffect">
                      <p:stCondLst>
                        <p:cond delay="19500"/>
                      </p:stCondLst>
                      <p:childTnLst>
                        <p:animEffect transition="out" filter="fade">
                          <p:cBhvr>
                            <p:cTn dur="500"/>
                            <p:tgtEl>
                              <p:spTgt spid="9"/>
                            </p:tgtEl>
                          </p:cBhvr>
                        </p:animEffect>
                        <p:set>
                          <p:cBhvr>
                            <p:cTn dur="1" fill="hold">
                              <p:stCondLst>
                                <p:cond delay="499"/>
                              </p:stCondLst>
                            </p:cTn>
                            <p:tgtEl>
                              <p:spTgt spid="9"/>
                            </p:tgtEl>
                            <p:attrNameLst>
                              <p:attrName>style.visibility</p:attrName>
                            </p:attrNameLst>
                          </p:cBhvr>
                          <p:to>
                            <p:strVal val="hidden"/>
                          </p:to>
                        </p:set>
                      </p:childTnLst>
                    </p:cTn>
                  </p:par>
                </p:tnLst>
              </p:tmpl>
            </p:tmplLst>
          </p:bldP>
          <p:bldP spid="9" grpId="1" build="p">
            <p:tmplLst>
              <p:tmpl lvl="1">
                <p:tnLst>
                  <p:par>
                    <p:cTn presetID="10" presetClass="entr" presetSubtype="0" fill="hold" nodeType="withEffect">
                      <p:stCondLst>
                        <p:cond delay="3950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7" grpId="0" build="p">
            <p:tmplLst>
              <p:tmpl lvl="1">
                <p:tnLst>
                  <p:par>
                    <p:cTn presetID="10" presetClass="entr" presetSubtype="0" fill="hold" nodeType="withEffect">
                      <p:stCondLst>
                        <p:cond delay="1950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Lst>
          </p:bldP>
          <p:bldP spid="17" grpId="1" build="p">
            <p:tmplLst>
              <p:tmpl lvl="1">
                <p:tnLst>
                  <p:par>
                    <p:cTn presetID="10" presetClass="exit" presetSubtype="0" fill="hold" nodeType="withEffect">
                      <p:stCondLst>
                        <p:cond delay="39500"/>
                      </p:stCondLst>
                      <p:childTnLst>
                        <p:animEffect transition="out" filter="fade">
                          <p:cBhvr>
                            <p:cTn dur="500"/>
                            <p:tgtEl>
                              <p:spTgt spid="17"/>
                            </p:tgtEl>
                          </p:cBhvr>
                        </p:animEffect>
                        <p:set>
                          <p:cBhvr>
                            <p:cTn dur="1" fill="hold">
                              <p:stCondLst>
                                <p:cond delay="499"/>
                              </p:stCondLst>
                            </p:cTn>
                            <p:tgtEl>
                              <p:spTgt spid="17"/>
                            </p:tgtEl>
                            <p:attrNameLst>
                              <p:attrName>style.visibility</p:attrName>
                            </p:attrNameLst>
                          </p:cBhvr>
                          <p:to>
                            <p:strVal val="hidden"/>
                          </p:to>
                        </p:set>
                      </p:childTnLst>
                    </p:cTn>
                  </p:par>
                </p:tnLst>
              </p:tmpl>
            </p:tmplLst>
          </p:bldP>
          <p:bldP spid="18" grpId="0" build="p">
            <p:tmplLst>
              <p:tmpl lvl="1">
                <p:tnLst>
                  <p:par>
                    <p:cTn presetID="10" presetClass="entr" presetSubtype="0" fill="hold" nodeType="withEffect">
                      <p:stCondLst>
                        <p:cond delay="19500"/>
                      </p:stCondLst>
                      <p:childTnLst>
                        <p:set>
                          <p:cBhvr>
                            <p:cTn dur="1" fill="hold">
                              <p:stCondLst>
                                <p:cond delay="0"/>
                              </p:stCondLst>
                            </p:cTn>
                            <p:tgtEl>
                              <p:spTgt spid="18"/>
                            </p:tgtEl>
                            <p:attrNameLst>
                              <p:attrName>style.visibility</p:attrName>
                            </p:attrNameLst>
                          </p:cBhvr>
                          <p:to>
                            <p:strVal val="visible"/>
                          </p:to>
                        </p:set>
                        <p:animEffect transition="in" filter="fade">
                          <p:cBhvr>
                            <p:cTn dur="500"/>
                            <p:tgtEl>
                              <p:spTgt spid="18"/>
                            </p:tgtEl>
                          </p:cBhvr>
                        </p:animEffect>
                      </p:childTnLst>
                    </p:cTn>
                  </p:par>
                </p:tnLst>
              </p:tmpl>
            </p:tmplLst>
          </p:bldP>
          <p:bldP spid="18" grpId="1" build="p">
            <p:tmplLst>
              <p:tmpl lvl="1">
                <p:tnLst>
                  <p:par>
                    <p:cTn presetID="10" presetClass="exit" presetSubtype="0" fill="hold" nodeType="withEffect">
                      <p:stCondLst>
                        <p:cond delay="39500"/>
                      </p:stCondLst>
                      <p:childTnLst>
                        <p:animEffect transition="out" filter="fade">
                          <p:cBhvr>
                            <p:cTn dur="500"/>
                            <p:tgtEl>
                              <p:spTgt spid="18"/>
                            </p:tgtEl>
                          </p:cBhvr>
                        </p:animEffect>
                        <p:set>
                          <p:cBhvr>
                            <p:cTn dur="1" fill="hold">
                              <p:stCondLst>
                                <p:cond delay="499"/>
                              </p:stCondLst>
                            </p:cTn>
                            <p:tgtEl>
                              <p:spTgt spid="18"/>
                            </p:tgtEl>
                            <p:attrNameLst>
                              <p:attrName>style.visibility</p:attrName>
                            </p:attrNameLst>
                          </p:cBhvr>
                          <p:to>
                            <p:strVal val="hidden"/>
                          </p:to>
                        </p:set>
                      </p:childTnLst>
                    </p:cTn>
                  </p:par>
                </p:tnLst>
              </p:tmpl>
            </p:tmplLst>
          </p:bldP>
          <p:bldP spid="19" grpId="0" build="p">
            <p:tmplLst>
              <p:tmpl lvl="1">
                <p:tnLst>
                  <p:par>
                    <p:cTn presetID="10" presetClass="entr" presetSubtype="0" fill="hold" nodeType="withEffect">
                      <p:stCondLst>
                        <p:cond delay="1950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19" grpId="1" build="p">
            <p:tmplLst>
              <p:tmpl lvl="1">
                <p:tnLst>
                  <p:par>
                    <p:cTn presetID="10" presetClass="exit" presetSubtype="0" fill="hold" nodeType="withEffect">
                      <p:stCondLst>
                        <p:cond delay="39500"/>
                      </p:stCondLst>
                      <p:childTnLst>
                        <p:animEffect transition="out" filter="fade">
                          <p:cBhvr>
                            <p:cTn dur="500"/>
                            <p:tgtEl>
                              <p:spTgt spid="19"/>
                            </p:tgtEl>
                          </p:cBhvr>
                        </p:animEffect>
                        <p:set>
                          <p:cBhvr>
                            <p:cTn dur="1" fill="hold">
                              <p:stCondLst>
                                <p:cond delay="499"/>
                              </p:stCondLst>
                            </p:cTn>
                            <p:tgtEl>
                              <p:spTgt spid="19"/>
                            </p:tgtEl>
                            <p:attrNameLst>
                              <p:attrName>style.visibility</p:attrName>
                            </p:attrNameLst>
                          </p:cBhvr>
                          <p:to>
                            <p:strVal val="hidden"/>
                          </p:to>
                        </p:set>
                      </p:childTnLst>
                    </p:cTn>
                  </p:par>
                </p:tnLst>
              </p:tmpl>
            </p:tmplLst>
          </p:bldP>
          <p:bldP spid="20" grpId="0" build="p">
            <p:tmplLst>
              <p:tmpl lvl="1">
                <p:tnLst>
                  <p:par>
                    <p:cTn presetID="10" presetClass="entr" presetSubtype="0" fill="hold" nodeType="withEffect">
                      <p:stCondLst>
                        <p:cond delay="1950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20" grpId="1" build="p">
            <p:tmplLst>
              <p:tmpl lvl="1">
                <p:tnLst>
                  <p:par>
                    <p:cTn presetID="10" presetClass="exit" presetSubtype="0" fill="hold" nodeType="withEffect">
                      <p:stCondLst>
                        <p:cond delay="39500"/>
                      </p:stCondLst>
                      <p:childTnLst>
                        <p:animEffect transition="out" filter="fade">
                          <p:cBhvr>
                            <p:cTn dur="500"/>
                            <p:tgtEl>
                              <p:spTgt spid="20"/>
                            </p:tgtEl>
                          </p:cBhvr>
                        </p:animEffect>
                        <p:set>
                          <p:cBhvr>
                            <p:cTn dur="1" fill="hold">
                              <p:stCondLst>
                                <p:cond delay="499"/>
                              </p:stCondLst>
                            </p:cTn>
                            <p:tgtEl>
                              <p:spTgt spid="20"/>
                            </p:tgtEl>
                            <p:attrNameLst>
                              <p:attrName>style.visibility</p:attrName>
                            </p:attrNameLst>
                          </p:cBhvr>
                          <p:to>
                            <p:strVal val="hidden"/>
                          </p:to>
                        </p:set>
                      </p:childTnLst>
                    </p:cTn>
                  </p:par>
                </p:tnLst>
              </p:tmpl>
            </p:tmplLst>
          </p:bldP>
          <p:bldP spid="21" grpId="0" build="p">
            <p:tmplLst>
              <p:tmpl lvl="1">
                <p:tnLst>
                  <p:par>
                    <p:cTn presetID="10" presetClass="entr" presetSubtype="0" fill="hold" nodeType="withEffect">
                      <p:stCondLst>
                        <p:cond delay="1950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P spid="21" grpId="1" build="p">
            <p:tmplLst>
              <p:tmpl lvl="1">
                <p:tnLst>
                  <p:par>
                    <p:cTn presetID="10" presetClass="exit" presetSubtype="0" fill="hold" nodeType="withEffect">
                      <p:stCondLst>
                        <p:cond delay="39500"/>
                      </p:stCondLst>
                      <p:childTnLst>
                        <p:animEffect transition="out" filter="fade">
                          <p:cBhvr>
                            <p:cTn dur="500"/>
                            <p:tgtEl>
                              <p:spTgt spid="21"/>
                            </p:tgtEl>
                          </p:cBhvr>
                        </p:animEffect>
                        <p:set>
                          <p:cBhvr>
                            <p:cTn dur="1" fill="hold">
                              <p:stCondLst>
                                <p:cond delay="499"/>
                              </p:stCondLst>
                            </p:cTn>
                            <p:tgtEl>
                              <p:spTgt spid="21"/>
                            </p:tgtEl>
                            <p:attrNameLst>
                              <p:attrName>style.visibility</p:attrName>
                            </p:attrNameLst>
                          </p:cBhvr>
                          <p:to>
                            <p:strVal val="hidden"/>
                          </p:to>
                        </p:set>
                      </p:childTnLst>
                    </p:cTn>
                  </p:par>
                </p:tnLst>
              </p:tmpl>
            </p:tmplLst>
          </p:bldP>
          <p:bldP spid="22" grpId="0"/>
          <p:bldP spid="22" grpId="1"/>
          <p:bldP spid="29" grpId="0" animBg="1">
            <p:tmplLst>
              <p:tmpl>
                <p:tnLst>
                  <p:par>
                    <p:cTn presetID="10" presetClass="entr" presetSubtype="0" fill="hold" nodeType="withEffect">
                      <p:stCondLst>
                        <p:cond delay="19500"/>
                      </p:stCondLst>
                      <p:childTnLst>
                        <p:set>
                          <p:cBhvr>
                            <p:cTn dur="1" fill="hold">
                              <p:stCondLst>
                                <p:cond delay="0"/>
                              </p:stCondLst>
                            </p:cTn>
                            <p:tgtEl>
                              <p:spTgt spid="29"/>
                            </p:tgtEl>
                            <p:attrNameLst>
                              <p:attrName>style.visibility</p:attrName>
                            </p:attrNameLst>
                          </p:cBhvr>
                          <p:to>
                            <p:strVal val="visible"/>
                          </p:to>
                        </p:set>
                        <p:animEffect transition="in" filter="fade">
                          <p:cBhvr>
                            <p:cTn dur="500"/>
                            <p:tgtEl>
                              <p:spTgt spid="29"/>
                            </p:tgtEl>
                          </p:cBhvr>
                        </p:animEffect>
                      </p:childTnLst>
                    </p:cTn>
                  </p:par>
                </p:tnLst>
              </p:tmpl>
            </p:tmplLst>
          </p:bldP>
          <p:bldP spid="29" grpId="1" animBg="1">
            <p:tmplLst>
              <p:tmpl>
                <p:tnLst>
                  <p:par>
                    <p:cTn presetID="10" presetClass="exit" presetSubtype="0" fill="hold" nodeType="withEffect">
                      <p:stCondLst>
                        <p:cond delay="39500"/>
                      </p:stCondLst>
                      <p:childTnLst>
                        <p:animEffect transition="out" filter="fade">
                          <p:cBhvr>
                            <p:cTn dur="500"/>
                            <p:tgtEl>
                              <p:spTgt spid="29"/>
                            </p:tgtEl>
                          </p:cBhvr>
                        </p:animEffect>
                        <p:set>
                          <p:cBhvr>
                            <p:cTn dur="1" fill="hold">
                              <p:stCondLst>
                                <p:cond delay="499"/>
                              </p:stCondLst>
                            </p:cTn>
                            <p:tgtEl>
                              <p:spTgt spid="29"/>
                            </p:tgtEl>
                            <p:attrNameLst>
                              <p:attrName>style.visibility</p:attrName>
                            </p:attrNameLst>
                          </p:cBhvr>
                          <p:to>
                            <p:strVal val="hidden"/>
                          </p:to>
                        </p:set>
                      </p:childTnLst>
                    </p:cTn>
                  </p:par>
                </p:tnLst>
              </p:tmpl>
            </p:tmplLst>
          </p:bldP>
          <p:bldP spid="24" grpId="0" build="p">
            <p:tmplLst>
              <p:tmpl lvl="1">
                <p:tnLst>
                  <p:par>
                    <p:cTn presetID="10" presetClass="entr" presetSubtype="0" fill="hold" nodeType="withEffect" nodePh="1">
                      <p:stCondLst>
                        <p:cond delay="19500"/>
                      </p:stCondLst>
                      <p:endCondLst>
                        <p:cond delay="0"/>
                      </p:end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Lst>
          </p:bldP>
          <p:bldP spid="24" grpId="1" build="p">
            <p:tmplLst>
              <p:tmpl lvl="1">
                <p:tnLst>
                  <p:par>
                    <p:cTn presetID="10" presetClass="exit" presetSubtype="0" fill="hold" nodeType="withEffect" nodePh="1">
                      <p:stCondLst>
                        <p:cond delay="39500"/>
                      </p:stCondLst>
                      <p:endCondLst>
                        <p:cond delay="0"/>
                      </p:endCondLst>
                      <p:childTnLst>
                        <p:animEffect transition="out" filter="fade">
                          <p:cBhvr>
                            <p:cTn dur="500"/>
                            <p:tgtEl>
                              <p:spTgt spid="24"/>
                            </p:tgtEl>
                          </p:cBhvr>
                        </p:animEffect>
                        <p:set>
                          <p:cBhvr>
                            <p:cTn dur="1" fill="hold">
                              <p:stCondLst>
                                <p:cond delay="499"/>
                              </p:stCondLst>
                            </p:cTn>
                            <p:tgtEl>
                              <p:spTgt spid="24"/>
                            </p:tgtEl>
                            <p:attrNameLst>
                              <p:attrName>style.visibility</p:attrName>
                            </p:attrNameLst>
                          </p:cBhvr>
                          <p:to>
                            <p:strVal val="hidden"/>
                          </p:to>
                        </p:set>
                      </p:childTnLst>
                    </p:cTn>
                  </p:par>
                </p:tnLst>
              </p:tmpl>
            </p:tmplLst>
          </p:bldP>
          <p:bldP spid="32" grpId="0" animBg="1">
            <p:tmplLst>
              <p:tmpl>
                <p:tnLst>
                  <p:par>
                    <p:cTn presetID="10" presetClass="entr" presetSubtype="0" fill="hold" nodeType="withEffect">
                      <p:stCondLst>
                        <p:cond delay="1950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2" grpId="1" animBg="1">
            <p:tmplLst>
              <p:tmpl>
                <p:tnLst>
                  <p:par>
                    <p:cTn presetID="10" presetClass="exit" presetSubtype="0" fill="hold" nodeType="withEffect">
                      <p:stCondLst>
                        <p:cond delay="39500"/>
                      </p:stCondLst>
                      <p:childTnLst>
                        <p:animEffect transition="out" filter="fade">
                          <p:cBhvr>
                            <p:cTn dur="500"/>
                            <p:tgtEl>
                              <p:spTgt spid="32"/>
                            </p:tgtEl>
                          </p:cBhvr>
                        </p:animEffect>
                        <p:set>
                          <p:cBhvr>
                            <p:cTn dur="1" fill="hold">
                              <p:stCondLst>
                                <p:cond delay="499"/>
                              </p:stCondLst>
                            </p:cTn>
                            <p:tgtEl>
                              <p:spTgt spid="32"/>
                            </p:tgtEl>
                            <p:attrNameLst>
                              <p:attrName>style.visibility</p:attrName>
                            </p:attrNameLst>
                          </p:cBhvr>
                          <p:to>
                            <p:strVal val="hidden"/>
                          </p:to>
                        </p:set>
                      </p:childTnLst>
                    </p:cTn>
                  </p:par>
                </p:tnLst>
              </p:tmpl>
            </p:tmplLst>
          </p:bldP>
          <p:bldP spid="26" grpId="0" build="p">
            <p:tmplLst>
              <p:tmpl lvl="1">
                <p:tnLst>
                  <p:par>
                    <p:cTn presetID="10" presetClass="entr" presetSubtype="0" fill="hold" nodeType="withEffect">
                      <p:stCondLst>
                        <p:cond delay="1950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Lst>
          </p:bldP>
          <p:bldP spid="26" grpId="1" build="p">
            <p:tmplLst>
              <p:tmpl lvl="1">
                <p:tnLst>
                  <p:par>
                    <p:cTn presetID="10" presetClass="exit" presetSubtype="0" fill="hold" nodeType="withEffect">
                      <p:stCondLst>
                        <p:cond delay="39500"/>
                      </p:stCondLst>
                      <p:childTnLst>
                        <p:animEffect transition="out" filter="fade">
                          <p:cBhvr>
                            <p:cTn dur="500"/>
                            <p:tgtEl>
                              <p:spTgt spid="26"/>
                            </p:tgtEl>
                          </p:cBhvr>
                        </p:animEffect>
                        <p:set>
                          <p:cBhvr>
                            <p:cTn dur="1" fill="hold">
                              <p:stCondLst>
                                <p:cond delay="499"/>
                              </p:stCondLst>
                            </p:cTn>
                            <p:tgtEl>
                              <p:spTgt spid="26"/>
                            </p:tgtEl>
                            <p:attrNameLst>
                              <p:attrName>style.visibility</p:attrName>
                            </p:attrNameLst>
                          </p:cBhvr>
                          <p:to>
                            <p:strVal val="hidden"/>
                          </p:to>
                        </p:set>
                      </p:childTnLst>
                    </p:cTn>
                  </p:par>
                </p:tnLst>
              </p:tmpl>
            </p:tmplLst>
          </p:bldP>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0000"/>
                                </p:stCondLst>
                                <p:childTnLst>
                                  <p:par>
                                    <p:cTn id="5" presetID="1" presetClass="mediacall" presetSubtype="0" fill="hold" nodeType="afterEffect">
                                      <p:stCondLst>
                                        <p:cond delay="0"/>
                                      </p:stCondLst>
                                      <p:childTnLst>
                                        <p:cmd type="call" cmd="playFrom(0.0)">
                                          <p:cBhvr>
                                            <p:cTn id="6" dur="40045"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repeatCount="indefinite" fill="hold" display="0">
                      <p:stCondLst>
                        <p:cond delay="indefinite"/>
                      </p:stCondLst>
                      <p:endCondLst>
                        <p:cond evt="onStopAudio" delay="0">
                          <p:tgtEl>
                            <p:sldTgt/>
                          </p:tgtEl>
                        </p:cond>
                      </p:endCondLst>
                    </p:cTn>
                    <p:tgtEl>
                      <p:spTgt spid="5"/>
                    </p:tgtEl>
                  </p:cMediaNode>
                </p:audio>
              </p:childTnLst>
            </p:cTn>
          </p:par>
        </p:tnLst>
      </p:timing>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AEB9645B-E98A-42E2-8A89-EC689429C2D8}"/>
              </a:ext>
            </a:extLst>
          </p:cNvPr>
          <p:cNvSpPr>
            <a:spLocks noGrp="1"/>
          </p:cNvSpPr>
          <p:nvPr>
            <p:ph type="pic" sz="quarter" idx="10" hasCustomPrompt="1"/>
          </p:nvPr>
        </p:nvSpPr>
        <p:spPr>
          <a:xfrm>
            <a:off x="0" y="0"/>
            <a:ext cx="9144000" cy="5715000"/>
          </a:xfrm>
          <a:prstGeom prst="rect">
            <a:avLst/>
          </a:prstGeom>
          <a:solidFill>
            <a:schemeClr val="bg1">
              <a:lumMod val="85000"/>
            </a:schemeClr>
          </a:solidFill>
        </p:spPr>
        <p:txBody>
          <a:bodyPr/>
          <a:lstStyle>
            <a:lvl1pPr>
              <a:buNone/>
              <a:defRPr/>
            </a:lvl1pPr>
          </a:lstStyle>
          <a:p>
            <a:r>
              <a:rPr lang="en-US" dirty="0"/>
              <a:t>background</a:t>
            </a:r>
          </a:p>
        </p:txBody>
      </p:sp>
      <p:sp>
        <p:nvSpPr>
          <p:cNvPr id="12" name="navbar-background">
            <a:extLst>
              <a:ext uri="{FF2B5EF4-FFF2-40B4-BE49-F238E27FC236}">
                <a16:creationId xmlns:a16="http://schemas.microsoft.com/office/drawing/2014/main" id="{0B550FED-FDFE-400F-A66B-5E2A68B6C6F6}"/>
              </a:ext>
            </a:extLst>
          </p:cNvPr>
          <p:cNvSpPr>
            <a:spLocks noGrp="1"/>
          </p:cNvSpPr>
          <p:nvPr>
            <p:ph sz="quarter" idx="17" hasCustomPrompt="1"/>
          </p:nvPr>
        </p:nvSpPr>
        <p:spPr>
          <a:xfrm>
            <a:off x="0" y="0"/>
            <a:ext cx="1554480" cy="571500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buNone/>
              <a:defRPr lang="en-US" sz="1404" dirty="0">
                <a:solidFill>
                  <a:schemeClr val="lt1"/>
                </a:solidFill>
              </a:defRPr>
            </a:lvl1pPr>
          </a:lstStyle>
          <a:p>
            <a:pPr marL="0" lvl="0" algn="ctr" defTabSz="713232"/>
            <a:r>
              <a:rPr lang="en-US" dirty="0"/>
              <a:t>Navbar-background</a:t>
            </a:r>
          </a:p>
        </p:txBody>
      </p:sp>
      <p:sp>
        <p:nvSpPr>
          <p:cNvPr id="3" name="logo">
            <a:extLst>
              <a:ext uri="{FF2B5EF4-FFF2-40B4-BE49-F238E27FC236}">
                <a16:creationId xmlns:a16="http://schemas.microsoft.com/office/drawing/2014/main" id="{D5C254D8-33A5-4125-A911-B875ACEA7E53}"/>
              </a:ext>
            </a:extLst>
          </p:cNvPr>
          <p:cNvSpPr>
            <a:spLocks noGrp="1"/>
          </p:cNvSpPr>
          <p:nvPr>
            <p:ph type="pic" sz="quarter" idx="19" hasCustomPrompt="1"/>
          </p:nvPr>
        </p:nvSpPr>
        <p:spPr>
          <a:xfrm>
            <a:off x="1668537" y="5029200"/>
            <a:ext cx="1828800" cy="457200"/>
          </a:xfrm>
          <a:prstGeom prst="rect">
            <a:avLst/>
          </a:prstGeom>
        </p:spPr>
        <p:txBody>
          <a:bodyPr/>
          <a:lstStyle>
            <a:lvl1pPr>
              <a:buNone/>
              <a:defRPr/>
            </a:lvl1pPr>
          </a:lstStyle>
          <a:p>
            <a:r>
              <a:rPr lang="en-US" dirty="0"/>
              <a:t>logo</a:t>
            </a:r>
          </a:p>
        </p:txBody>
      </p:sp>
      <p:sp>
        <p:nvSpPr>
          <p:cNvPr id="16" name="order of worship">
            <a:extLst>
              <a:ext uri="{FF2B5EF4-FFF2-40B4-BE49-F238E27FC236}">
                <a16:creationId xmlns:a16="http://schemas.microsoft.com/office/drawing/2014/main" id="{E6F9FE29-F14D-4ACE-81C4-AA80FBAACFCA}"/>
              </a:ext>
            </a:extLst>
          </p:cNvPr>
          <p:cNvSpPr>
            <a:spLocks noGrp="1"/>
          </p:cNvSpPr>
          <p:nvPr>
            <p:ph type="body" sz="quarter" idx="23"/>
          </p:nvPr>
        </p:nvSpPr>
        <p:spPr>
          <a:xfrm>
            <a:off x="1622817" y="36576"/>
            <a:ext cx="7325239" cy="5120640"/>
          </a:xfrm>
          <a:prstGeom prst="rect">
            <a:avLst/>
          </a:prstGeom>
        </p:spPr>
        <p:txBody>
          <a:bodyPr anchor="ctr"/>
          <a:lstStyle>
            <a:lvl1pPr algn="l">
              <a:lnSpc>
                <a:spcPts val="1700"/>
              </a:lnSpc>
              <a:spcBef>
                <a:spcPts val="1000"/>
              </a:spcBef>
              <a:buNone/>
              <a:defRPr sz="2600" b="1">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endParaRPr lang="en-US" dirty="0"/>
          </a:p>
        </p:txBody>
      </p:sp>
      <p:sp>
        <p:nvSpPr>
          <p:cNvPr id="14" name="highlight">
            <a:extLst>
              <a:ext uri="{FF2B5EF4-FFF2-40B4-BE49-F238E27FC236}">
                <a16:creationId xmlns:a16="http://schemas.microsoft.com/office/drawing/2014/main" id="{C61CF084-E13F-49CD-A369-86E5602DA44D}"/>
              </a:ext>
            </a:extLst>
          </p:cNvPr>
          <p:cNvSpPr>
            <a:spLocks noGrp="1"/>
          </p:cNvSpPr>
          <p:nvPr>
            <p:ph sz="quarter" idx="22" hasCustomPrompt="1"/>
          </p:nvPr>
        </p:nvSpPr>
        <p:spPr>
          <a:xfrm>
            <a:off x="58311" y="542302"/>
            <a:ext cx="1450450" cy="306387"/>
          </a:xfrm>
          <a:prstGeom prst="roundRect">
            <a:avLst>
              <a:gd name="adj" fmla="val 23106"/>
            </a:avLst>
          </a:prstGeom>
          <a:solidFill>
            <a:srgbClr val="057A84"/>
          </a:solidFill>
          <a:ln>
            <a:noFill/>
          </a:ln>
        </p:spPr>
        <p:txBody>
          <a:bodyPr anchor="ctr"/>
          <a:lstStyle>
            <a:lvl1pPr algn="ctr">
              <a:buNone/>
              <a:defRPr sz="900"/>
            </a:lvl1pPr>
          </a:lstStyle>
          <a:p>
            <a:pPr lvl="0"/>
            <a:r>
              <a:rPr lang="en-US" dirty="0"/>
              <a:t>highlight</a:t>
            </a:r>
          </a:p>
        </p:txBody>
      </p:sp>
      <p:sp>
        <p:nvSpPr>
          <p:cNvPr id="6" name="navbar">
            <a:extLst>
              <a:ext uri="{FF2B5EF4-FFF2-40B4-BE49-F238E27FC236}">
                <a16:creationId xmlns:a16="http://schemas.microsoft.com/office/drawing/2014/main" id="{E9B9669B-7121-41D3-84BD-6DD37099A76E}"/>
              </a:ext>
            </a:extLst>
          </p:cNvPr>
          <p:cNvSpPr>
            <a:spLocks noGrp="1"/>
          </p:cNvSpPr>
          <p:nvPr>
            <p:ph type="body" sz="quarter" idx="21"/>
          </p:nvPr>
        </p:nvSpPr>
        <p:spPr>
          <a:xfrm>
            <a:off x="-79512" y="0"/>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
        <p:nvSpPr>
          <p:cNvPr id="5" name="date">
            <a:extLst>
              <a:ext uri="{FF2B5EF4-FFF2-40B4-BE49-F238E27FC236}">
                <a16:creationId xmlns:a16="http://schemas.microsoft.com/office/drawing/2014/main" id="{A0CEDCF9-8163-4EA7-9A9D-DD60C8755D7B}"/>
              </a:ext>
            </a:extLst>
          </p:cNvPr>
          <p:cNvSpPr>
            <a:spLocks noGrp="1"/>
          </p:cNvSpPr>
          <p:nvPr>
            <p:ph type="body" sz="quarter" idx="24" hasCustomPrompt="1"/>
          </p:nvPr>
        </p:nvSpPr>
        <p:spPr>
          <a:xfrm>
            <a:off x="-68336" y="5001768"/>
            <a:ext cx="1622500" cy="496888"/>
          </a:xfrm>
          <a:prstGeom prst="rect">
            <a:avLst/>
          </a:prstGeom>
        </p:spPr>
        <p:txBody>
          <a:bodyPr anchor="ctr"/>
          <a:lstStyle>
            <a:lvl1pPr marL="0" indent="0" algn="r">
              <a:lnSpc>
                <a:spcPct val="120000"/>
              </a:lnSpc>
              <a:spcBef>
                <a:spcPts val="0"/>
              </a:spcBef>
              <a:buNone/>
              <a:defRPr sz="1100">
                <a:solidFill>
                  <a:schemeClr val="bg1"/>
                </a:solidFill>
                <a:latin typeface="Avenir Next LT Pro" panose="020B0504020202020204" pitchFamily="34" charset="0"/>
              </a:defRPr>
            </a:lvl1pPr>
          </a:lstStyle>
          <a:p>
            <a:pPr lvl="0"/>
            <a:r>
              <a:rPr lang="en-US" dirty="0"/>
              <a:t>date</a:t>
            </a:r>
          </a:p>
        </p:txBody>
      </p:sp>
      <p:sp>
        <p:nvSpPr>
          <p:cNvPr id="7" name="silence">
            <a:extLst>
              <a:ext uri="{FF2B5EF4-FFF2-40B4-BE49-F238E27FC236}">
                <a16:creationId xmlns:a16="http://schemas.microsoft.com/office/drawing/2014/main" id="{C6B850A9-26C5-4CE4-9231-46EF9FFCF391}"/>
              </a:ext>
            </a:extLst>
          </p:cNvPr>
          <p:cNvSpPr>
            <a:spLocks noGrp="1"/>
          </p:cNvSpPr>
          <p:nvPr>
            <p:ph type="body" sz="quarter" idx="25" hasCustomPrompt="1"/>
          </p:nvPr>
        </p:nvSpPr>
        <p:spPr>
          <a:xfrm>
            <a:off x="7935686" y="164592"/>
            <a:ext cx="1208314" cy="740229"/>
          </a:xfrm>
          <a:prstGeom prst="rect">
            <a:avLst/>
          </a:prstGeom>
        </p:spPr>
        <p:txBody>
          <a:bodyPr anchor="ctr"/>
          <a:lstStyle>
            <a:lvl1pPr marL="0" indent="0" algn="ctr">
              <a:buNone/>
              <a:defRPr sz="1400" i="1">
                <a:solidFill>
                  <a:schemeClr val="bg1"/>
                </a:solidFill>
                <a:latin typeface="Avenir Next LT Pro" panose="020B0504020202020204" pitchFamily="34" charset="0"/>
              </a:defRPr>
            </a:lvl1pPr>
          </a:lstStyle>
          <a:p>
            <a:pPr lvl="0"/>
            <a:r>
              <a:rPr lang="en-US" dirty="0"/>
              <a:t>Silence</a:t>
            </a:r>
          </a:p>
        </p:txBody>
      </p:sp>
      <p:sp>
        <p:nvSpPr>
          <p:cNvPr id="11" name="leaders">
            <a:extLst>
              <a:ext uri="{FF2B5EF4-FFF2-40B4-BE49-F238E27FC236}">
                <a16:creationId xmlns:a16="http://schemas.microsoft.com/office/drawing/2014/main" id="{2F04EB4F-A9F3-4954-8B0D-347FC628432D}"/>
              </a:ext>
            </a:extLst>
          </p:cNvPr>
          <p:cNvSpPr>
            <a:spLocks noGrp="1"/>
          </p:cNvSpPr>
          <p:nvPr>
            <p:ph type="body" sz="quarter" idx="26"/>
          </p:nvPr>
        </p:nvSpPr>
        <p:spPr>
          <a:xfrm>
            <a:off x="1612475" y="36576"/>
            <a:ext cx="7325239" cy="5120640"/>
          </a:xfrm>
          <a:prstGeom prst="rect">
            <a:avLst/>
          </a:prstGeom>
        </p:spPr>
        <p:txBody>
          <a:bodyPr anchor="ctr"/>
          <a:lstStyle>
            <a:lvl1pPr algn="l">
              <a:lnSpc>
                <a:spcPts val="1700"/>
              </a:lnSpc>
              <a:spcBef>
                <a:spcPts val="1000"/>
              </a:spcBef>
              <a:buNone/>
              <a:defRPr sz="2600" b="1">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endParaRPr lang="en-US" dirty="0"/>
          </a:p>
        </p:txBody>
      </p:sp>
      <p:pic>
        <p:nvPicPr>
          <p:cNvPr id="8" name="silence-40s">
            <a:hlinkClick r:id="" action="ppaction://media"/>
            <a:extLst>
              <a:ext uri="{FF2B5EF4-FFF2-40B4-BE49-F238E27FC236}">
                <a16:creationId xmlns:a16="http://schemas.microsoft.com/office/drawing/2014/main" id="{A32E0CFD-C192-43F3-BD6A-38BBFD7C26FE}"/>
              </a:ext>
            </a:extLst>
          </p:cNvPr>
          <p:cNvPicPr>
            <a:picLocks noChangeAspect="1"/>
          </p:cNvPicPr>
          <p:nvPr userDrawn="1">
            <a:audioFile r:link="rId2"/>
            <p:extLst>
              <p:ext uri="{DAA4B4D4-6D71-4841-9C94-3DE7FCFB9230}">
                <p14:media xmlns:p14="http://schemas.microsoft.com/office/powerpoint/2010/main" r:embed="rId1">
                  <p14:bmkLst>
                    <p14:bmk name="Bookmark 1" time="0"/>
                  </p14:bmkLst>
                </p14:media>
              </p:ext>
            </p:extLst>
          </p:nvPr>
        </p:nvPicPr>
        <p:blipFill>
          <a:blip r:embed="rId4"/>
          <a:stretch>
            <a:fillRect/>
          </a:stretch>
        </p:blipFill>
        <p:spPr>
          <a:xfrm>
            <a:off x="8353653" y="4928329"/>
            <a:ext cx="271462" cy="271463"/>
          </a:xfrm>
          <a:prstGeom prst="rect">
            <a:avLst/>
          </a:prstGeom>
        </p:spPr>
      </p:pic>
    </p:spTree>
    <p:extLst>
      <p:ext uri="{BB962C8B-B14F-4D97-AF65-F5344CB8AC3E}">
        <p14:creationId xmlns:p14="http://schemas.microsoft.com/office/powerpoint/2010/main" val="2991742728"/>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045"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8"/>
                    </p:tgtEl>
                  </p:cMediaNode>
                </p:audio>
                <p:seq concurrent="1" nextAc="seek">
                  <p:cTn id="8" restart="whenNotActive" fill="hold" evtFilter="cancelBubble" nodeType="interactiveSeq">
                    <p:stCondLst>
                      <p:cond evt="onMediaBookmark" delay="0">
                        <p:tgtEl>
                          <p14:bmkTgt spid="8" bmkName="Bookmark 1"/>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afterEffect" nodePh="1">
                                      <p:stCondLst>
                                        <p:cond delay="15000"/>
                                      </p:stCondLst>
                                      <p:endCondLst>
                                        <p:cond evt="begin" delay="0">
                                          <p:tn val="11"/>
                                        </p:cond>
                                      </p:end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500"/>
                                            <p:tgtEl>
                                              <p:spTgt spid="11">
                                                <p:txEl>
                                                  <p:pRg st="0" end="0"/>
                                                </p:txEl>
                                              </p:spTgt>
                                            </p:tgtEl>
                                          </p:cBhvr>
                                        </p:animEffect>
                                      </p:childTnLst>
                                    </p:cTn>
                                  </p:par>
                                  <p:par>
                                    <p:cTn id="14" presetID="10" presetClass="exit" presetSubtype="0" fill="hold" grpId="0" nodeType="withEffect" nodePh="1">
                                      <p:stCondLst>
                                        <p:cond delay="15000"/>
                                      </p:stCondLst>
                                      <p:endCondLst>
                                        <p:cond evt="begin" delay="0">
                                          <p:tn val="14"/>
                                        </p:cond>
                                      </p:endCondLst>
                                      <p:childTnLst>
                                        <p:animEffect transition="out" filter="fade">
                                          <p:cBhvr>
                                            <p:cTn id="15" dur="500"/>
                                            <p:tgtEl>
                                              <p:spTgt spid="16">
                                                <p:txEl>
                                                  <p:pRg st="0" end="0"/>
                                                </p:txEl>
                                              </p:spTgt>
                                            </p:tgtEl>
                                          </p:cBhvr>
                                        </p:animEffect>
                                        <p:set>
                                          <p:cBhvr>
                                            <p:cTn id="16" dur="1" fill="hold">
                                              <p:stCondLst>
                                                <p:cond delay="499"/>
                                              </p:stCondLst>
                                            </p:cTn>
                                            <p:tgtEl>
                                              <p:spTgt spid="16">
                                                <p:txEl>
                                                  <p:pRg st="0" end="0"/>
                                                </p:txEl>
                                              </p:spTgt>
                                            </p:tgtEl>
                                            <p:attrNameLst>
                                              <p:attrName>style.visibility</p:attrName>
                                            </p:attrNameLst>
                                          </p:cBhvr>
                                          <p:to>
                                            <p:strVal val="hidden"/>
                                          </p:to>
                                        </p:set>
                                      </p:childTnLst>
                                    </p:cTn>
                                  </p:par>
                                </p:childTnLst>
                              </p:cTn>
                            </p:par>
                            <p:par>
                              <p:cTn id="17" fill="hold">
                                <p:stCondLst>
                                  <p:cond delay="15500"/>
                                </p:stCondLst>
                                <p:childTnLst>
                                  <p:par>
                                    <p:cTn id="18" presetID="10" presetClass="exit" presetSubtype="0" fill="hold" grpId="1" nodeType="afterEffect" nodePh="1">
                                      <p:stCondLst>
                                        <p:cond delay="10000"/>
                                      </p:stCondLst>
                                      <p:endCondLst>
                                        <p:cond evt="begin" delay="0">
                                          <p:tn val="18"/>
                                        </p:cond>
                                      </p:endCondLst>
                                      <p:childTnLst>
                                        <p:animEffect transition="out" filter="fade">
                                          <p:cBhvr>
                                            <p:cTn id="19" dur="500"/>
                                            <p:tgtEl>
                                              <p:spTgt spid="11">
                                                <p:txEl>
                                                  <p:pRg st="0" end="0"/>
                                                </p:txEl>
                                              </p:spTgt>
                                            </p:tgtEl>
                                          </p:cBhvr>
                                        </p:animEffect>
                                        <p:set>
                                          <p:cBhvr>
                                            <p:cTn id="20" dur="1" fill="hold">
                                              <p:stCondLst>
                                                <p:cond delay="499"/>
                                              </p:stCondLst>
                                            </p:cTn>
                                            <p:tgtEl>
                                              <p:spTgt spid="11">
                                                <p:txEl>
                                                  <p:pRg st="0" end="0"/>
                                                </p:txEl>
                                              </p:spTgt>
                                            </p:tgtEl>
                                            <p:attrNameLst>
                                              <p:attrName>style.visibility</p:attrName>
                                            </p:attrNameLst>
                                          </p:cBhvr>
                                          <p:to>
                                            <p:strVal val="hidden"/>
                                          </p:to>
                                        </p:set>
                                      </p:childTnLst>
                                    </p:cTn>
                                  </p:par>
                                  <p:par>
                                    <p:cTn id="21" presetID="10" presetClass="entr" presetSubtype="0" fill="hold" grpId="1" nodeType="withEffect" nodePh="1">
                                      <p:stCondLst>
                                        <p:cond delay="10000"/>
                                      </p:stCondLst>
                                      <p:endCondLst>
                                        <p:cond evt="begin" delay="0">
                                          <p:tn val="21"/>
                                        </p:cond>
                                      </p:endCondLst>
                                      <p:childTnLst>
                                        <p:set>
                                          <p:cBhvr>
                                            <p:cTn id="22" dur="1" fill="hold">
                                              <p:stCondLst>
                                                <p:cond delay="0"/>
                                              </p:stCondLst>
                                            </p:cTn>
                                            <p:tgtEl>
                                              <p:spTgt spid="16">
                                                <p:txEl>
                                                  <p:pRg st="0" end="0"/>
                                                </p:txEl>
                                              </p:spTgt>
                                            </p:tgtEl>
                                            <p:attrNameLst>
                                              <p:attrName>style.visibility</p:attrName>
                                            </p:attrNameLst>
                                          </p:cBhvr>
                                          <p:to>
                                            <p:strVal val="visible"/>
                                          </p:to>
                                        </p:set>
                                        <p:animEffect transition="in" filter="fade">
                                          <p:cBhvr>
                                            <p:cTn id="23" dur="500"/>
                                            <p:tgtEl>
                                              <p:spTgt spid="16">
                                                <p:txEl>
                                                  <p:pRg st="0" end="0"/>
                                                </p:txEl>
                                              </p:spTgt>
                                            </p:tgtEl>
                                          </p:cBhvr>
                                        </p:animEffect>
                                      </p:childTnLst>
                                    </p:cTn>
                                  </p:par>
                                </p:childTnLst>
                              </p:cTn>
                            </p:par>
                          </p:childTnLst>
                        </p:cTn>
                      </p:par>
                    </p:childTnLst>
                  </p:cTn>
                  <p:nextCondLst>
                    <p:cond evt="onMediaBookmark" delay="0">
                      <p:tgtEl>
                        <p14:bmkTgt spid="8" bmkName="Bookmark 1"/>
                      </p:tgtEl>
                    </p:cond>
                  </p:nextCondLst>
                </p:seq>
              </p:childTnLst>
            </p:cTn>
          </p:par>
        </p:tnLst>
        <p:bldLst>
          <p:bldP spid="16" grpId="0" build="allAtOnce"/>
          <p:bldP spid="16" grpId="1" build="allAtOnce"/>
          <p:bldP spid="11" grpId="0" build="allAtOnce"/>
          <p:bldP spid="11" grpId="1" build="allAtOnce"/>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045"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8"/>
                    </p:tgtEl>
                  </p:cMediaNode>
                </p:audio>
              </p:childTnLst>
            </p:cTn>
          </p:par>
        </p:tnLst>
      </p:timing>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AEB9645B-E98A-42E2-8A89-EC689429C2D8}"/>
              </a:ext>
            </a:extLst>
          </p:cNvPr>
          <p:cNvSpPr>
            <a:spLocks noGrp="1"/>
          </p:cNvSpPr>
          <p:nvPr>
            <p:ph type="pic" sz="quarter" idx="10" hasCustomPrompt="1"/>
          </p:nvPr>
        </p:nvSpPr>
        <p:spPr>
          <a:xfrm>
            <a:off x="0" y="0"/>
            <a:ext cx="9144000" cy="5715000"/>
          </a:xfrm>
          <a:prstGeom prst="rect">
            <a:avLst/>
          </a:prstGeom>
          <a:solidFill>
            <a:schemeClr val="bg1">
              <a:lumMod val="85000"/>
            </a:schemeClr>
          </a:solidFill>
        </p:spPr>
        <p:txBody>
          <a:bodyPr/>
          <a:lstStyle>
            <a:lvl1pPr>
              <a:buNone/>
              <a:defRPr/>
            </a:lvl1pPr>
          </a:lstStyle>
          <a:p>
            <a:r>
              <a:rPr lang="en-US" dirty="0"/>
              <a:t>background</a:t>
            </a:r>
          </a:p>
        </p:txBody>
      </p:sp>
      <p:sp>
        <p:nvSpPr>
          <p:cNvPr id="12" name="navbar-background">
            <a:extLst>
              <a:ext uri="{FF2B5EF4-FFF2-40B4-BE49-F238E27FC236}">
                <a16:creationId xmlns:a16="http://schemas.microsoft.com/office/drawing/2014/main" id="{0B550FED-FDFE-400F-A66B-5E2A68B6C6F6}"/>
              </a:ext>
            </a:extLst>
          </p:cNvPr>
          <p:cNvSpPr>
            <a:spLocks noGrp="1"/>
          </p:cNvSpPr>
          <p:nvPr>
            <p:ph sz="quarter" idx="17" hasCustomPrompt="1"/>
          </p:nvPr>
        </p:nvSpPr>
        <p:spPr>
          <a:xfrm>
            <a:off x="0" y="0"/>
            <a:ext cx="1554480" cy="571500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buNone/>
              <a:defRPr lang="en-US" sz="1404" dirty="0">
                <a:solidFill>
                  <a:schemeClr val="lt1"/>
                </a:solidFill>
              </a:defRPr>
            </a:lvl1pPr>
          </a:lstStyle>
          <a:p>
            <a:pPr marL="0" lvl="0" algn="ctr" defTabSz="713232"/>
            <a:r>
              <a:rPr lang="en-US" dirty="0"/>
              <a:t>Navbar-background</a:t>
            </a:r>
          </a:p>
        </p:txBody>
      </p:sp>
      <p:sp>
        <p:nvSpPr>
          <p:cNvPr id="3" name="logo">
            <a:extLst>
              <a:ext uri="{FF2B5EF4-FFF2-40B4-BE49-F238E27FC236}">
                <a16:creationId xmlns:a16="http://schemas.microsoft.com/office/drawing/2014/main" id="{D5C254D8-33A5-4125-A911-B875ACEA7E53}"/>
              </a:ext>
            </a:extLst>
          </p:cNvPr>
          <p:cNvSpPr>
            <a:spLocks noGrp="1"/>
          </p:cNvSpPr>
          <p:nvPr>
            <p:ph type="pic" sz="quarter" idx="19" hasCustomPrompt="1"/>
          </p:nvPr>
        </p:nvSpPr>
        <p:spPr>
          <a:xfrm>
            <a:off x="1668537" y="5029200"/>
            <a:ext cx="1828800" cy="457200"/>
          </a:xfrm>
          <a:prstGeom prst="rect">
            <a:avLst/>
          </a:prstGeom>
        </p:spPr>
        <p:txBody>
          <a:bodyPr/>
          <a:lstStyle>
            <a:lvl1pPr>
              <a:buNone/>
              <a:defRPr/>
            </a:lvl1pPr>
          </a:lstStyle>
          <a:p>
            <a:r>
              <a:rPr lang="en-US" dirty="0"/>
              <a:t>logo</a:t>
            </a:r>
          </a:p>
        </p:txBody>
      </p:sp>
      <p:sp>
        <p:nvSpPr>
          <p:cNvPr id="16" name="order of worship">
            <a:extLst>
              <a:ext uri="{FF2B5EF4-FFF2-40B4-BE49-F238E27FC236}">
                <a16:creationId xmlns:a16="http://schemas.microsoft.com/office/drawing/2014/main" id="{E6F9FE29-F14D-4ACE-81C4-AA80FBAACFCA}"/>
              </a:ext>
            </a:extLst>
          </p:cNvPr>
          <p:cNvSpPr>
            <a:spLocks noGrp="1"/>
          </p:cNvSpPr>
          <p:nvPr>
            <p:ph type="body" sz="quarter" idx="23" hasCustomPrompt="1"/>
          </p:nvPr>
        </p:nvSpPr>
        <p:spPr>
          <a:xfrm>
            <a:off x="1622817" y="36576"/>
            <a:ext cx="7325239" cy="5120640"/>
          </a:xfrm>
          <a:prstGeom prst="rect">
            <a:avLst/>
          </a:prstGeom>
        </p:spPr>
        <p:txBody>
          <a:bodyPr anchor="ctr"/>
          <a:lstStyle>
            <a:lvl1pPr algn="l">
              <a:lnSpc>
                <a:spcPts val="1700"/>
              </a:lnSpc>
              <a:spcBef>
                <a:spcPts val="1000"/>
              </a:spcBef>
              <a:buNone/>
              <a:defRPr sz="2600" b="1">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order</a:t>
            </a:r>
          </a:p>
        </p:txBody>
      </p:sp>
      <p:sp>
        <p:nvSpPr>
          <p:cNvPr id="15" name="highlight">
            <a:extLst>
              <a:ext uri="{FF2B5EF4-FFF2-40B4-BE49-F238E27FC236}">
                <a16:creationId xmlns:a16="http://schemas.microsoft.com/office/drawing/2014/main" id="{3A4D01FA-51AD-4FD6-B29E-C705346CF71E}"/>
              </a:ext>
            </a:extLst>
          </p:cNvPr>
          <p:cNvSpPr>
            <a:spLocks noGrp="1"/>
          </p:cNvSpPr>
          <p:nvPr>
            <p:ph type="body" sz="quarter" idx="36" hasCustomPrompt="1"/>
          </p:nvPr>
        </p:nvSpPr>
        <p:spPr>
          <a:xfrm>
            <a:off x="53078" y="482274"/>
            <a:ext cx="1449387" cy="338455"/>
          </a:xfrm>
          <a:prstGeom prst="roundRect">
            <a:avLst>
              <a:gd name="adj" fmla="val 18293"/>
            </a:avLst>
          </a:prstGeom>
          <a:solidFill>
            <a:srgbClr val="057A84"/>
          </a:solidFill>
        </p:spPr>
        <p:txBody>
          <a:bodyPr/>
          <a:lstStyle>
            <a:lvl1pPr marL="0" indent="0">
              <a:buFont typeface="Arial" panose="020B0604020202020204" pitchFamily="34" charset="0"/>
              <a:buNone/>
              <a:defRPr sz="1600"/>
            </a:lvl1pPr>
          </a:lstStyle>
          <a:p>
            <a:pPr lvl="0"/>
            <a:r>
              <a:rPr lang="en-US" dirty="0"/>
              <a:t>highlight</a:t>
            </a:r>
          </a:p>
        </p:txBody>
      </p:sp>
      <p:sp>
        <p:nvSpPr>
          <p:cNvPr id="6" name="navbar">
            <a:extLst>
              <a:ext uri="{FF2B5EF4-FFF2-40B4-BE49-F238E27FC236}">
                <a16:creationId xmlns:a16="http://schemas.microsoft.com/office/drawing/2014/main" id="{E9B9669B-7121-41D3-84BD-6DD37099A76E}"/>
              </a:ext>
            </a:extLst>
          </p:cNvPr>
          <p:cNvSpPr>
            <a:spLocks noGrp="1"/>
          </p:cNvSpPr>
          <p:nvPr>
            <p:ph type="body" sz="quarter" idx="21"/>
          </p:nvPr>
        </p:nvSpPr>
        <p:spPr>
          <a:xfrm>
            <a:off x="-79512" y="0"/>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
        <p:nvSpPr>
          <p:cNvPr id="5" name="date">
            <a:extLst>
              <a:ext uri="{FF2B5EF4-FFF2-40B4-BE49-F238E27FC236}">
                <a16:creationId xmlns:a16="http://schemas.microsoft.com/office/drawing/2014/main" id="{A0CEDCF9-8163-4EA7-9A9D-DD60C8755D7B}"/>
              </a:ext>
            </a:extLst>
          </p:cNvPr>
          <p:cNvSpPr>
            <a:spLocks noGrp="1"/>
          </p:cNvSpPr>
          <p:nvPr>
            <p:ph type="body" sz="quarter" idx="24" hasCustomPrompt="1"/>
          </p:nvPr>
        </p:nvSpPr>
        <p:spPr>
          <a:xfrm>
            <a:off x="-100196" y="5001768"/>
            <a:ext cx="1654350" cy="496888"/>
          </a:xfrm>
          <a:prstGeom prst="rect">
            <a:avLst/>
          </a:prstGeom>
        </p:spPr>
        <p:txBody>
          <a:bodyPr anchor="ctr"/>
          <a:lstStyle>
            <a:lvl1pPr marL="0" indent="0" algn="r">
              <a:lnSpc>
                <a:spcPct val="120000"/>
              </a:lnSpc>
              <a:spcBef>
                <a:spcPts val="0"/>
              </a:spcBef>
              <a:buNone/>
              <a:defRPr sz="1100">
                <a:solidFill>
                  <a:schemeClr val="bg1"/>
                </a:solidFill>
                <a:latin typeface="Avenir Next LT Pro" panose="020B0504020202020204" pitchFamily="34" charset="0"/>
              </a:defRPr>
            </a:lvl1pPr>
          </a:lstStyle>
          <a:p>
            <a:pPr lvl="0"/>
            <a:r>
              <a:rPr lang="en-US" dirty="0"/>
              <a:t>date</a:t>
            </a:r>
          </a:p>
        </p:txBody>
      </p:sp>
      <p:sp>
        <p:nvSpPr>
          <p:cNvPr id="7" name="silence">
            <a:extLst>
              <a:ext uri="{FF2B5EF4-FFF2-40B4-BE49-F238E27FC236}">
                <a16:creationId xmlns:a16="http://schemas.microsoft.com/office/drawing/2014/main" id="{C6B850A9-26C5-4CE4-9231-46EF9FFCF391}"/>
              </a:ext>
            </a:extLst>
          </p:cNvPr>
          <p:cNvSpPr>
            <a:spLocks noGrp="1"/>
          </p:cNvSpPr>
          <p:nvPr>
            <p:ph type="body" sz="quarter" idx="25" hasCustomPrompt="1"/>
          </p:nvPr>
        </p:nvSpPr>
        <p:spPr>
          <a:xfrm>
            <a:off x="7935686" y="164592"/>
            <a:ext cx="1208314" cy="740229"/>
          </a:xfrm>
          <a:prstGeom prst="rect">
            <a:avLst/>
          </a:prstGeom>
        </p:spPr>
        <p:txBody>
          <a:bodyPr anchor="ctr"/>
          <a:lstStyle>
            <a:lvl1pPr marL="0" indent="0" algn="ctr">
              <a:buNone/>
              <a:defRPr sz="1400" i="1">
                <a:solidFill>
                  <a:schemeClr val="bg1"/>
                </a:solidFill>
                <a:latin typeface="Avenir Next LT Pro" panose="020B0504020202020204" pitchFamily="34" charset="0"/>
              </a:defRPr>
            </a:lvl1pPr>
          </a:lstStyle>
          <a:p>
            <a:pPr lvl="0"/>
            <a:r>
              <a:rPr lang="en-US" dirty="0"/>
              <a:t>Silence</a:t>
            </a:r>
          </a:p>
        </p:txBody>
      </p:sp>
      <p:sp>
        <p:nvSpPr>
          <p:cNvPr id="11" name="leaders">
            <a:extLst>
              <a:ext uri="{FF2B5EF4-FFF2-40B4-BE49-F238E27FC236}">
                <a16:creationId xmlns:a16="http://schemas.microsoft.com/office/drawing/2014/main" id="{2F04EB4F-A9F3-4954-8B0D-347FC628432D}"/>
              </a:ext>
            </a:extLst>
          </p:cNvPr>
          <p:cNvSpPr>
            <a:spLocks noGrp="1"/>
          </p:cNvSpPr>
          <p:nvPr>
            <p:ph type="body" sz="quarter" idx="26" hasCustomPrompt="1"/>
          </p:nvPr>
        </p:nvSpPr>
        <p:spPr>
          <a:xfrm>
            <a:off x="1612475" y="36576"/>
            <a:ext cx="7325239" cy="5120640"/>
          </a:xfrm>
          <a:prstGeom prst="rect">
            <a:avLst/>
          </a:prstGeom>
        </p:spPr>
        <p:txBody>
          <a:bodyPr anchor="ctr"/>
          <a:lstStyle>
            <a:lvl1pPr algn="l">
              <a:lnSpc>
                <a:spcPts val="1700"/>
              </a:lnSpc>
              <a:spcBef>
                <a:spcPts val="1000"/>
              </a:spcBef>
              <a:buNone/>
              <a:defRPr sz="2600" b="1">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leaders</a:t>
            </a:r>
          </a:p>
        </p:txBody>
      </p:sp>
      <p:sp>
        <p:nvSpPr>
          <p:cNvPr id="18" name="esp-logo">
            <a:extLst>
              <a:ext uri="{FF2B5EF4-FFF2-40B4-BE49-F238E27FC236}">
                <a16:creationId xmlns:a16="http://schemas.microsoft.com/office/drawing/2014/main" id="{FD164486-4B32-41F1-8590-D12ADEDED6A9}"/>
              </a:ext>
            </a:extLst>
          </p:cNvPr>
          <p:cNvSpPr>
            <a:spLocks noGrp="1"/>
          </p:cNvSpPr>
          <p:nvPr>
            <p:ph type="pic" sz="quarter" idx="31" hasCustomPrompt="1"/>
          </p:nvPr>
        </p:nvSpPr>
        <p:spPr>
          <a:xfrm>
            <a:off x="1668537" y="5028697"/>
            <a:ext cx="1828800" cy="457200"/>
          </a:xfrm>
          <a:prstGeom prst="rect">
            <a:avLst/>
          </a:prstGeom>
        </p:spPr>
        <p:txBody>
          <a:bodyPr/>
          <a:lstStyle>
            <a:lvl1pPr>
              <a:buNone/>
              <a:defRPr/>
            </a:lvl1pPr>
          </a:lstStyle>
          <a:p>
            <a:r>
              <a:rPr lang="en-US" dirty="0"/>
              <a:t>logo-</a:t>
            </a:r>
            <a:r>
              <a:rPr lang="en-US" dirty="0" err="1"/>
              <a:t>esp</a:t>
            </a:r>
            <a:endParaRPr lang="en-US" dirty="0"/>
          </a:p>
        </p:txBody>
      </p:sp>
      <p:sp>
        <p:nvSpPr>
          <p:cNvPr id="13" name="esp-order of worship">
            <a:extLst>
              <a:ext uri="{FF2B5EF4-FFF2-40B4-BE49-F238E27FC236}">
                <a16:creationId xmlns:a16="http://schemas.microsoft.com/office/drawing/2014/main" id="{E2E9C165-96D8-4A41-9A17-FDF195331306}"/>
              </a:ext>
            </a:extLst>
          </p:cNvPr>
          <p:cNvSpPr>
            <a:spLocks noGrp="1"/>
          </p:cNvSpPr>
          <p:nvPr>
            <p:ph type="body" sz="quarter" idx="27" hasCustomPrompt="1"/>
          </p:nvPr>
        </p:nvSpPr>
        <p:spPr>
          <a:xfrm>
            <a:off x="1602133" y="46977"/>
            <a:ext cx="7325239" cy="5120640"/>
          </a:xfrm>
          <a:prstGeom prst="rect">
            <a:avLst/>
          </a:prstGeom>
        </p:spPr>
        <p:txBody>
          <a:bodyPr anchor="ctr"/>
          <a:lstStyle>
            <a:lvl1pPr algn="l">
              <a:lnSpc>
                <a:spcPts val="1700"/>
              </a:lnSpc>
              <a:spcBef>
                <a:spcPts val="1000"/>
              </a:spcBef>
              <a:buNone/>
              <a:defRPr sz="26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err="1"/>
              <a:t>esp</a:t>
            </a:r>
            <a:r>
              <a:rPr lang="en-US" dirty="0"/>
              <a:t>-order</a:t>
            </a:r>
          </a:p>
        </p:txBody>
      </p:sp>
      <p:sp>
        <p:nvSpPr>
          <p:cNvPr id="17" name="esp-highlight">
            <a:extLst>
              <a:ext uri="{FF2B5EF4-FFF2-40B4-BE49-F238E27FC236}">
                <a16:creationId xmlns:a16="http://schemas.microsoft.com/office/drawing/2014/main" id="{58132511-C249-4523-A4BF-FB5577C48F43}"/>
              </a:ext>
            </a:extLst>
          </p:cNvPr>
          <p:cNvSpPr>
            <a:spLocks noGrp="1"/>
          </p:cNvSpPr>
          <p:nvPr>
            <p:ph type="body" sz="quarter" idx="37" hasCustomPrompt="1"/>
          </p:nvPr>
        </p:nvSpPr>
        <p:spPr>
          <a:xfrm>
            <a:off x="53078" y="948681"/>
            <a:ext cx="1449387" cy="338455"/>
          </a:xfrm>
          <a:prstGeom prst="roundRect">
            <a:avLst>
              <a:gd name="adj" fmla="val 18293"/>
            </a:avLst>
          </a:prstGeom>
          <a:solidFill>
            <a:srgbClr val="057A84"/>
          </a:solidFill>
        </p:spPr>
        <p:txBody>
          <a:bodyPr/>
          <a:lstStyle>
            <a:lvl1pPr marL="0" indent="0">
              <a:buFont typeface="Arial" panose="020B0604020202020204" pitchFamily="34" charset="0"/>
              <a:buNone/>
              <a:defRPr sz="1600"/>
            </a:lvl1pPr>
          </a:lstStyle>
          <a:p>
            <a:pPr lvl="0"/>
            <a:r>
              <a:rPr lang="en-US" dirty="0" err="1"/>
              <a:t>esp</a:t>
            </a:r>
            <a:r>
              <a:rPr lang="en-US" dirty="0"/>
              <a:t>-highlight</a:t>
            </a:r>
          </a:p>
        </p:txBody>
      </p:sp>
      <p:sp>
        <p:nvSpPr>
          <p:cNvPr id="19" name="esp-navbar">
            <a:extLst>
              <a:ext uri="{FF2B5EF4-FFF2-40B4-BE49-F238E27FC236}">
                <a16:creationId xmlns:a16="http://schemas.microsoft.com/office/drawing/2014/main" id="{E94E221E-2F60-4CD0-8913-4F19F6E011F4}"/>
              </a:ext>
            </a:extLst>
          </p:cNvPr>
          <p:cNvSpPr>
            <a:spLocks noGrp="1"/>
          </p:cNvSpPr>
          <p:nvPr>
            <p:ph type="body" sz="quarter" idx="33"/>
          </p:nvPr>
        </p:nvSpPr>
        <p:spPr>
          <a:xfrm>
            <a:off x="-79522" y="-8"/>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
        <p:nvSpPr>
          <p:cNvPr id="20" name="esp-date">
            <a:extLst>
              <a:ext uri="{FF2B5EF4-FFF2-40B4-BE49-F238E27FC236}">
                <a16:creationId xmlns:a16="http://schemas.microsoft.com/office/drawing/2014/main" id="{717EDC48-BD44-4C58-8C39-AFE6292CC97D}"/>
              </a:ext>
            </a:extLst>
          </p:cNvPr>
          <p:cNvSpPr>
            <a:spLocks noGrp="1"/>
          </p:cNvSpPr>
          <p:nvPr>
            <p:ph type="body" sz="quarter" idx="38" hasCustomPrompt="1"/>
          </p:nvPr>
        </p:nvSpPr>
        <p:spPr>
          <a:xfrm>
            <a:off x="-114057" y="5000140"/>
            <a:ext cx="1668211" cy="496888"/>
          </a:xfrm>
          <a:prstGeom prst="rect">
            <a:avLst/>
          </a:prstGeom>
        </p:spPr>
        <p:txBody>
          <a:bodyPr anchor="ctr"/>
          <a:lstStyle>
            <a:lvl1pPr marL="0" indent="0" algn="r">
              <a:lnSpc>
                <a:spcPct val="120000"/>
              </a:lnSpc>
              <a:spcBef>
                <a:spcPts val="0"/>
              </a:spcBef>
              <a:buNone/>
              <a:defRPr sz="1100">
                <a:solidFill>
                  <a:schemeClr val="bg1"/>
                </a:solidFill>
                <a:latin typeface="Avenir Next LT Pro" panose="020B0504020202020204" pitchFamily="34" charset="0"/>
              </a:defRPr>
            </a:lvl1pPr>
          </a:lstStyle>
          <a:p>
            <a:pPr lvl="0"/>
            <a:r>
              <a:rPr lang="en-US" dirty="0" err="1"/>
              <a:t>esp</a:t>
            </a:r>
            <a:r>
              <a:rPr lang="en-US" dirty="0"/>
              <a:t>-date</a:t>
            </a:r>
          </a:p>
        </p:txBody>
      </p:sp>
      <p:sp>
        <p:nvSpPr>
          <p:cNvPr id="21" name="esp-silence">
            <a:extLst>
              <a:ext uri="{FF2B5EF4-FFF2-40B4-BE49-F238E27FC236}">
                <a16:creationId xmlns:a16="http://schemas.microsoft.com/office/drawing/2014/main" id="{FF6AC8D4-E694-405D-9824-67843D0B4FCC}"/>
              </a:ext>
            </a:extLst>
          </p:cNvPr>
          <p:cNvSpPr>
            <a:spLocks noGrp="1"/>
          </p:cNvSpPr>
          <p:nvPr>
            <p:ph type="body" sz="quarter" idx="39" hasCustomPrompt="1"/>
          </p:nvPr>
        </p:nvSpPr>
        <p:spPr>
          <a:xfrm>
            <a:off x="7935686" y="164592"/>
            <a:ext cx="1208314" cy="740229"/>
          </a:xfrm>
          <a:prstGeom prst="rect">
            <a:avLst/>
          </a:prstGeom>
        </p:spPr>
        <p:txBody>
          <a:bodyPr anchor="ctr"/>
          <a:lstStyle>
            <a:lvl1pPr marL="0" indent="0" algn="ctr">
              <a:buNone/>
              <a:defRPr sz="2000" i="1">
                <a:solidFill>
                  <a:schemeClr val="bg1"/>
                </a:solidFill>
                <a:latin typeface="Alegreya Sans Medium" panose="00000600000000000000" pitchFamily="50" charset="0"/>
              </a:defRPr>
            </a:lvl1pPr>
          </a:lstStyle>
          <a:p>
            <a:pPr lvl="0"/>
            <a:r>
              <a:rPr lang="en-US" dirty="0"/>
              <a:t>Silence</a:t>
            </a:r>
          </a:p>
        </p:txBody>
      </p:sp>
      <p:pic>
        <p:nvPicPr>
          <p:cNvPr id="8" name="silence-40s">
            <a:hlinkClick r:id="" action="ppaction://media"/>
            <a:extLst>
              <a:ext uri="{FF2B5EF4-FFF2-40B4-BE49-F238E27FC236}">
                <a16:creationId xmlns:a16="http://schemas.microsoft.com/office/drawing/2014/main" id="{A32E0CFD-C192-43F3-BD6A-38BBFD7C26FE}"/>
              </a:ext>
            </a:extLst>
          </p:cNvPr>
          <p:cNvPicPr>
            <a:picLocks noChangeAspect="1"/>
          </p:cNvPicPr>
          <p:nvPr userDrawn="1">
            <a:audioFile r:link="rId2"/>
            <p:extLst>
              <p:ext uri="{DAA4B4D4-6D71-4841-9C94-3DE7FCFB9230}">
                <p14:media xmlns:p14="http://schemas.microsoft.com/office/powerpoint/2010/main" r:embed="rId1">
                  <p14:bmkLst>
                    <p14:bmk name="Bookmark 1" time="0"/>
                  </p14:bmkLst>
                </p14:media>
              </p:ext>
            </p:extLst>
          </p:nvPr>
        </p:nvPicPr>
        <p:blipFill>
          <a:blip r:embed="rId4"/>
          <a:stretch>
            <a:fillRect/>
          </a:stretch>
        </p:blipFill>
        <p:spPr>
          <a:xfrm>
            <a:off x="8353653" y="4928329"/>
            <a:ext cx="271462" cy="271463"/>
          </a:xfrm>
          <a:prstGeom prst="rect">
            <a:avLst/>
          </a:prstGeom>
        </p:spPr>
      </p:pic>
    </p:spTree>
    <p:extLst>
      <p:ext uri="{BB962C8B-B14F-4D97-AF65-F5344CB8AC3E}">
        <p14:creationId xmlns:p14="http://schemas.microsoft.com/office/powerpoint/2010/main" val="4272726641"/>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045"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8"/>
                    </p:tgtEl>
                  </p:cMediaNode>
                </p:audio>
                <p:seq concurrent="1" nextAc="seek">
                  <p:cTn id="8" restart="whenNotActive" fill="hold" evtFilter="cancelBubble" nodeType="interactiveSeq">
                    <p:stCondLst>
                      <p:cond evt="onMediaBookmark" delay="0">
                        <p:tgtEl>
                          <p14:bmkTgt spid="8" bmkName="Bookmark 1"/>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withEffect">
                                      <p:stCondLst>
                                        <p:cond delay="1250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500"/>
                                            <p:tgtEl>
                                              <p:spTgt spid="11">
                                                <p:txEl>
                                                  <p:pRg st="0" end="0"/>
                                                </p:txEl>
                                              </p:spTgt>
                                            </p:tgtEl>
                                          </p:cBhvr>
                                        </p:animEffect>
                                      </p:childTnLst>
                                    </p:cTn>
                                  </p:par>
                                  <p:par>
                                    <p:cTn id="14" presetID="10" presetClass="exit" presetSubtype="0" fill="hold" grpId="0" nodeType="withEffect">
                                      <p:stCondLst>
                                        <p:cond delay="12500"/>
                                      </p:stCondLst>
                                      <p:childTnLst>
                                        <p:animEffect transition="out" filter="fade">
                                          <p:cBhvr>
                                            <p:cTn id="15" dur="500"/>
                                            <p:tgtEl>
                                              <p:spTgt spid="16">
                                                <p:txEl>
                                                  <p:pRg st="0" end="0"/>
                                                </p:txEl>
                                              </p:spTgt>
                                            </p:tgtEl>
                                          </p:cBhvr>
                                        </p:animEffect>
                                        <p:set>
                                          <p:cBhvr>
                                            <p:cTn id="16" dur="1" fill="hold">
                                              <p:stCondLst>
                                                <p:cond delay="499"/>
                                              </p:stCondLst>
                                            </p:cTn>
                                            <p:tgtEl>
                                              <p:spTgt spid="16">
                                                <p:txEl>
                                                  <p:pRg st="0" end="0"/>
                                                </p:txEl>
                                              </p:spTgt>
                                            </p:tgtEl>
                                            <p:attrNameLst>
                                              <p:attrName>style.visibility</p:attrName>
                                            </p:attrNameLst>
                                          </p:cBhvr>
                                          <p:to>
                                            <p:strVal val="hidden"/>
                                          </p:to>
                                        </p:set>
                                      </p:childTnLst>
                                    </p:cTn>
                                  </p:par>
                                  <p:par>
                                    <p:cTn id="17" presetID="10" presetClass="exit" presetSubtype="0" fill="hold" grpId="0" nodeType="withEffect">
                                      <p:stCondLst>
                                        <p:cond delay="19500"/>
                                      </p:stCondLst>
                                      <p:childTnLst>
                                        <p:animEffect transition="out" filter="fade">
                                          <p:cBhvr>
                                            <p:cTn id="18" dur="500"/>
                                            <p:tgtEl>
                                              <p:spTgt spid="3"/>
                                            </p:tgtEl>
                                          </p:cBhvr>
                                        </p:animEffect>
                                        <p:set>
                                          <p:cBhvr>
                                            <p:cTn id="19" dur="1" fill="hold">
                                              <p:stCondLst>
                                                <p:cond delay="499"/>
                                              </p:stCondLst>
                                            </p:cTn>
                                            <p:tgtEl>
                                              <p:spTgt spid="3"/>
                                            </p:tgtEl>
                                            <p:attrNameLst>
                                              <p:attrName>style.visibility</p:attrName>
                                            </p:attrNameLst>
                                          </p:cBhvr>
                                          <p:to>
                                            <p:strVal val="hidden"/>
                                          </p:to>
                                        </p:set>
                                      </p:childTnLst>
                                    </p:cTn>
                                  </p:par>
                                  <p:par>
                                    <p:cTn id="20" presetID="10" presetClass="exit" presetSubtype="0" fill="hold" grpId="0" nodeType="withEffect">
                                      <p:stCondLst>
                                        <p:cond delay="19500"/>
                                      </p:stCondLst>
                                      <p:childTnLst>
                                        <p:animEffect transition="out" filter="fade">
                                          <p:cBhvr>
                                            <p:cTn id="21" dur="500"/>
                                            <p:tgtEl>
                                              <p:spTgt spid="15"/>
                                            </p:tgtEl>
                                          </p:cBhvr>
                                        </p:animEffect>
                                        <p:set>
                                          <p:cBhvr>
                                            <p:cTn id="22" dur="1" fill="hold">
                                              <p:stCondLst>
                                                <p:cond delay="499"/>
                                              </p:stCondLst>
                                            </p:cTn>
                                            <p:tgtEl>
                                              <p:spTgt spid="15"/>
                                            </p:tgtEl>
                                            <p:attrNameLst>
                                              <p:attrName>style.visibility</p:attrName>
                                            </p:attrNameLst>
                                          </p:cBhvr>
                                          <p:to>
                                            <p:strVal val="hidden"/>
                                          </p:to>
                                        </p:set>
                                      </p:childTnLst>
                                    </p:cTn>
                                  </p:par>
                                  <p:par>
                                    <p:cTn id="23" presetID="10" presetClass="exit" presetSubtype="0" fill="hold" grpId="0" nodeType="withEffect" nodePh="1">
                                      <p:stCondLst>
                                        <p:cond delay="19500"/>
                                      </p:stCondLst>
                                      <p:endCondLst>
                                        <p:cond evt="begin" delay="0">
                                          <p:tn val="23"/>
                                        </p:cond>
                                      </p:endCondLst>
                                      <p:childTnLst>
                                        <p:animEffect transition="out" filter="fade">
                                          <p:cBhvr>
                                            <p:cTn id="24" dur="500"/>
                                            <p:tgtEl>
                                              <p:spTgt spid="6">
                                                <p:txEl>
                                                  <p:pRg st="0" end="0"/>
                                                </p:txEl>
                                              </p:spTgt>
                                            </p:tgtEl>
                                          </p:cBhvr>
                                        </p:animEffect>
                                        <p:set>
                                          <p:cBhvr>
                                            <p:cTn id="25" dur="1" fill="hold">
                                              <p:stCondLst>
                                                <p:cond delay="499"/>
                                              </p:stCondLst>
                                            </p:cTn>
                                            <p:tgtEl>
                                              <p:spTgt spid="6">
                                                <p:txEl>
                                                  <p:pRg st="0" end="0"/>
                                                </p:txEl>
                                              </p:spTgt>
                                            </p:tgtEl>
                                            <p:attrNameLst>
                                              <p:attrName>style.visibility</p:attrName>
                                            </p:attrNameLst>
                                          </p:cBhvr>
                                          <p:to>
                                            <p:strVal val="hidden"/>
                                          </p:to>
                                        </p:set>
                                      </p:childTnLst>
                                    </p:cTn>
                                  </p:par>
                                  <p:par>
                                    <p:cTn id="26" presetID="10" presetClass="exit" presetSubtype="0" fill="hold" grpId="0" nodeType="withEffect">
                                      <p:stCondLst>
                                        <p:cond delay="19500"/>
                                      </p:stCondLst>
                                      <p:childTnLst>
                                        <p:animEffect transition="out" filter="fade">
                                          <p:cBhvr>
                                            <p:cTn id="27" dur="500"/>
                                            <p:tgtEl>
                                              <p:spTgt spid="5">
                                                <p:txEl>
                                                  <p:pRg st="0" end="0"/>
                                                </p:txEl>
                                              </p:spTgt>
                                            </p:tgtEl>
                                          </p:cBhvr>
                                        </p:animEffect>
                                        <p:set>
                                          <p:cBhvr>
                                            <p:cTn id="28" dur="1" fill="hold">
                                              <p:stCondLst>
                                                <p:cond delay="499"/>
                                              </p:stCondLst>
                                            </p:cTn>
                                            <p:tgtEl>
                                              <p:spTgt spid="5">
                                                <p:txEl>
                                                  <p:pRg st="0" end="0"/>
                                                </p:txEl>
                                              </p:spTgt>
                                            </p:tgtEl>
                                            <p:attrNameLst>
                                              <p:attrName>style.visibility</p:attrName>
                                            </p:attrNameLst>
                                          </p:cBhvr>
                                          <p:to>
                                            <p:strVal val="hidden"/>
                                          </p:to>
                                        </p:set>
                                      </p:childTnLst>
                                    </p:cTn>
                                  </p:par>
                                  <p:par>
                                    <p:cTn id="29" presetID="10" presetClass="exit" presetSubtype="0" fill="hold" grpId="0" nodeType="withEffect">
                                      <p:stCondLst>
                                        <p:cond delay="19500"/>
                                      </p:stCondLst>
                                      <p:childTnLst>
                                        <p:animEffect transition="out" filter="fade">
                                          <p:cBhvr>
                                            <p:cTn id="30" dur="500"/>
                                            <p:tgtEl>
                                              <p:spTgt spid="7">
                                                <p:txEl>
                                                  <p:pRg st="0" end="0"/>
                                                </p:txEl>
                                              </p:spTgt>
                                            </p:tgtEl>
                                          </p:cBhvr>
                                        </p:animEffect>
                                        <p:set>
                                          <p:cBhvr>
                                            <p:cTn id="31" dur="1" fill="hold">
                                              <p:stCondLst>
                                                <p:cond delay="499"/>
                                              </p:stCondLst>
                                            </p:cTn>
                                            <p:tgtEl>
                                              <p:spTgt spid="7">
                                                <p:txEl>
                                                  <p:pRg st="0" end="0"/>
                                                </p:txEl>
                                              </p:spTgt>
                                            </p:tgtEl>
                                            <p:attrNameLst>
                                              <p:attrName>style.visibility</p:attrName>
                                            </p:attrNameLst>
                                          </p:cBhvr>
                                          <p:to>
                                            <p:strVal val="hidden"/>
                                          </p:to>
                                        </p:set>
                                      </p:childTnLst>
                                    </p:cTn>
                                  </p:par>
                                  <p:par>
                                    <p:cTn id="32" presetID="10" presetClass="entr" presetSubtype="0" fill="hold" grpId="0" nodeType="withEffect">
                                      <p:stCondLst>
                                        <p:cond delay="1950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par>
                                    <p:cTn id="35" presetID="10" presetClass="entr" presetSubtype="0" fill="hold" grpId="0" nodeType="withEffect">
                                      <p:stCondLst>
                                        <p:cond delay="1950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grpId="0" nodeType="withEffect" nodePh="1">
                                      <p:stCondLst>
                                        <p:cond delay="19500"/>
                                      </p:stCondLst>
                                      <p:endCondLst>
                                        <p:cond evt="begin" delay="0">
                                          <p:tn val="38"/>
                                        </p:cond>
                                      </p:endCondLst>
                                      <p:childTnLst>
                                        <p:set>
                                          <p:cBhvr>
                                            <p:cTn id="39" dur="1" fill="hold">
                                              <p:stCondLst>
                                                <p:cond delay="0"/>
                                              </p:stCondLst>
                                            </p:cTn>
                                            <p:tgtEl>
                                              <p:spTgt spid="19">
                                                <p:txEl>
                                                  <p:pRg st="0" end="0"/>
                                                </p:txEl>
                                              </p:spTgt>
                                            </p:tgtEl>
                                            <p:attrNameLst>
                                              <p:attrName>style.visibility</p:attrName>
                                            </p:attrNameLst>
                                          </p:cBhvr>
                                          <p:to>
                                            <p:strVal val="visible"/>
                                          </p:to>
                                        </p:set>
                                        <p:animEffect transition="in" filter="fade">
                                          <p:cBhvr>
                                            <p:cTn id="40" dur="500"/>
                                            <p:tgtEl>
                                              <p:spTgt spid="19">
                                                <p:txEl>
                                                  <p:pRg st="0" end="0"/>
                                                </p:txEl>
                                              </p:spTgt>
                                            </p:tgtEl>
                                          </p:cBhvr>
                                        </p:animEffect>
                                      </p:childTnLst>
                                    </p:cTn>
                                  </p:par>
                                  <p:par>
                                    <p:cTn id="41" presetID="10" presetClass="entr" presetSubtype="0" fill="hold" grpId="0" nodeType="withEffect">
                                      <p:stCondLst>
                                        <p:cond delay="19500"/>
                                      </p:stCondLst>
                                      <p:childTnLst>
                                        <p:set>
                                          <p:cBhvr>
                                            <p:cTn id="42" dur="1" fill="hold">
                                              <p:stCondLst>
                                                <p:cond delay="0"/>
                                              </p:stCondLst>
                                            </p:cTn>
                                            <p:tgtEl>
                                              <p:spTgt spid="20">
                                                <p:txEl>
                                                  <p:pRg st="0" end="0"/>
                                                </p:txEl>
                                              </p:spTgt>
                                            </p:tgtEl>
                                            <p:attrNameLst>
                                              <p:attrName>style.visibility</p:attrName>
                                            </p:attrNameLst>
                                          </p:cBhvr>
                                          <p:to>
                                            <p:strVal val="visible"/>
                                          </p:to>
                                        </p:set>
                                        <p:animEffect transition="in" filter="fade">
                                          <p:cBhvr>
                                            <p:cTn id="43" dur="500"/>
                                            <p:tgtEl>
                                              <p:spTgt spid="20">
                                                <p:txEl>
                                                  <p:pRg st="0" end="0"/>
                                                </p:txEl>
                                              </p:spTgt>
                                            </p:tgtEl>
                                          </p:cBhvr>
                                        </p:animEffect>
                                      </p:childTnLst>
                                    </p:cTn>
                                  </p:par>
                                  <p:par>
                                    <p:cTn id="44" presetID="10" presetClass="entr" presetSubtype="0" fill="hold" grpId="0" nodeType="withEffect">
                                      <p:stCondLst>
                                        <p:cond delay="19500"/>
                                      </p:stCondLst>
                                      <p:childTnLst>
                                        <p:set>
                                          <p:cBhvr>
                                            <p:cTn id="45" dur="1" fill="hold">
                                              <p:stCondLst>
                                                <p:cond delay="0"/>
                                              </p:stCondLst>
                                            </p:cTn>
                                            <p:tgtEl>
                                              <p:spTgt spid="21">
                                                <p:txEl>
                                                  <p:pRg st="0" end="0"/>
                                                </p:txEl>
                                              </p:spTgt>
                                            </p:tgtEl>
                                            <p:attrNameLst>
                                              <p:attrName>style.visibility</p:attrName>
                                            </p:attrNameLst>
                                          </p:cBhvr>
                                          <p:to>
                                            <p:strVal val="visible"/>
                                          </p:to>
                                        </p:set>
                                        <p:animEffect transition="in" filter="fade">
                                          <p:cBhvr>
                                            <p:cTn id="46" dur="500"/>
                                            <p:tgtEl>
                                              <p:spTgt spid="21">
                                                <p:txEl>
                                                  <p:pRg st="0" end="0"/>
                                                </p:txEl>
                                              </p:spTgt>
                                            </p:tgtEl>
                                          </p:cBhvr>
                                        </p:animEffect>
                                      </p:childTnLst>
                                    </p:cTn>
                                  </p:par>
                                  <p:par>
                                    <p:cTn id="47" presetID="10" presetClass="exit" presetSubtype="0" fill="hold" grpId="1" nodeType="withEffect">
                                      <p:stCondLst>
                                        <p:cond delay="26500"/>
                                      </p:stCondLst>
                                      <p:childTnLst>
                                        <p:animEffect transition="out" filter="fade">
                                          <p:cBhvr>
                                            <p:cTn id="48" dur="500"/>
                                            <p:tgtEl>
                                              <p:spTgt spid="11">
                                                <p:txEl>
                                                  <p:pRg st="0" end="0"/>
                                                </p:txEl>
                                              </p:spTgt>
                                            </p:tgtEl>
                                          </p:cBhvr>
                                        </p:animEffect>
                                        <p:set>
                                          <p:cBhvr>
                                            <p:cTn id="49" dur="1" fill="hold">
                                              <p:stCondLst>
                                                <p:cond delay="499"/>
                                              </p:stCondLst>
                                            </p:cTn>
                                            <p:tgtEl>
                                              <p:spTgt spid="11">
                                                <p:txEl>
                                                  <p:pRg st="0" end="0"/>
                                                </p:txEl>
                                              </p:spTgt>
                                            </p:tgtEl>
                                            <p:attrNameLst>
                                              <p:attrName>style.visibility</p:attrName>
                                            </p:attrNameLst>
                                          </p:cBhvr>
                                          <p:to>
                                            <p:strVal val="hidden"/>
                                          </p:to>
                                        </p:set>
                                      </p:childTnLst>
                                    </p:cTn>
                                  </p:par>
                                  <p:par>
                                    <p:cTn id="50" presetID="10" presetClass="entr" presetSubtype="0" fill="hold" grpId="0" nodeType="withEffect">
                                      <p:stCondLst>
                                        <p:cond delay="26500"/>
                                      </p:stCondLst>
                                      <p:childTnLst>
                                        <p:set>
                                          <p:cBhvr>
                                            <p:cTn id="51" dur="1" fill="hold">
                                              <p:stCondLst>
                                                <p:cond delay="0"/>
                                              </p:stCondLst>
                                            </p:cTn>
                                            <p:tgtEl>
                                              <p:spTgt spid="13">
                                                <p:txEl>
                                                  <p:pRg st="0" end="0"/>
                                                </p:txEl>
                                              </p:spTgt>
                                            </p:tgtEl>
                                            <p:attrNameLst>
                                              <p:attrName>style.visibility</p:attrName>
                                            </p:attrNameLst>
                                          </p:cBhvr>
                                          <p:to>
                                            <p:strVal val="visible"/>
                                          </p:to>
                                        </p:set>
                                        <p:animEffect transition="in" filter="fade">
                                          <p:cBhvr>
                                            <p:cTn id="52" dur="500"/>
                                            <p:tgtEl>
                                              <p:spTgt spid="13">
                                                <p:txEl>
                                                  <p:pRg st="0" end="0"/>
                                                </p:txEl>
                                              </p:spTgt>
                                            </p:tgtEl>
                                          </p:cBhvr>
                                        </p:animEffect>
                                      </p:childTnLst>
                                    </p:cTn>
                                  </p:par>
                                  <p:par>
                                    <p:cTn id="53" presetID="10" presetClass="exit" presetSubtype="0" fill="hold" grpId="1" nodeType="withEffect">
                                      <p:stCondLst>
                                        <p:cond delay="39500"/>
                                      </p:stCondLst>
                                      <p:childTnLst>
                                        <p:animEffect transition="out" filter="fade">
                                          <p:cBhvr>
                                            <p:cTn id="54" dur="500"/>
                                            <p:tgtEl>
                                              <p:spTgt spid="18"/>
                                            </p:tgtEl>
                                          </p:cBhvr>
                                        </p:animEffect>
                                        <p:set>
                                          <p:cBhvr>
                                            <p:cTn id="55" dur="1" fill="hold">
                                              <p:stCondLst>
                                                <p:cond delay="499"/>
                                              </p:stCondLst>
                                            </p:cTn>
                                            <p:tgtEl>
                                              <p:spTgt spid="18"/>
                                            </p:tgtEl>
                                            <p:attrNameLst>
                                              <p:attrName>style.visibility</p:attrName>
                                            </p:attrNameLst>
                                          </p:cBhvr>
                                          <p:to>
                                            <p:strVal val="hidden"/>
                                          </p:to>
                                        </p:set>
                                      </p:childTnLst>
                                    </p:cTn>
                                  </p:par>
                                  <p:par>
                                    <p:cTn id="56" presetID="10" presetClass="exit" presetSubtype="0" fill="hold" grpId="1" nodeType="withEffect">
                                      <p:stCondLst>
                                        <p:cond delay="39500"/>
                                      </p:stCondLst>
                                      <p:childTnLst>
                                        <p:animEffect transition="out" filter="fade">
                                          <p:cBhvr>
                                            <p:cTn id="57" dur="500"/>
                                            <p:tgtEl>
                                              <p:spTgt spid="17"/>
                                            </p:tgtEl>
                                          </p:cBhvr>
                                        </p:animEffect>
                                        <p:set>
                                          <p:cBhvr>
                                            <p:cTn id="58" dur="1" fill="hold">
                                              <p:stCondLst>
                                                <p:cond delay="499"/>
                                              </p:stCondLst>
                                            </p:cTn>
                                            <p:tgtEl>
                                              <p:spTgt spid="17"/>
                                            </p:tgtEl>
                                            <p:attrNameLst>
                                              <p:attrName>style.visibility</p:attrName>
                                            </p:attrNameLst>
                                          </p:cBhvr>
                                          <p:to>
                                            <p:strVal val="hidden"/>
                                          </p:to>
                                        </p:set>
                                      </p:childTnLst>
                                    </p:cTn>
                                  </p:par>
                                  <p:par>
                                    <p:cTn id="59" presetID="10" presetClass="exit" presetSubtype="0" fill="hold" grpId="1" nodeType="withEffect" nodePh="1">
                                      <p:stCondLst>
                                        <p:cond delay="39500"/>
                                      </p:stCondLst>
                                      <p:endCondLst>
                                        <p:cond evt="begin" delay="0">
                                          <p:tn val="59"/>
                                        </p:cond>
                                      </p:endCondLst>
                                      <p:childTnLst>
                                        <p:animEffect transition="out" filter="fade">
                                          <p:cBhvr>
                                            <p:cTn id="60" dur="500"/>
                                            <p:tgtEl>
                                              <p:spTgt spid="19">
                                                <p:txEl>
                                                  <p:pRg st="0" end="0"/>
                                                </p:txEl>
                                              </p:spTgt>
                                            </p:tgtEl>
                                          </p:cBhvr>
                                        </p:animEffect>
                                        <p:set>
                                          <p:cBhvr>
                                            <p:cTn id="61" dur="1" fill="hold">
                                              <p:stCondLst>
                                                <p:cond delay="499"/>
                                              </p:stCondLst>
                                            </p:cTn>
                                            <p:tgtEl>
                                              <p:spTgt spid="19">
                                                <p:txEl>
                                                  <p:pRg st="0" end="0"/>
                                                </p:txEl>
                                              </p:spTgt>
                                            </p:tgtEl>
                                            <p:attrNameLst>
                                              <p:attrName>style.visibility</p:attrName>
                                            </p:attrNameLst>
                                          </p:cBhvr>
                                          <p:to>
                                            <p:strVal val="hidden"/>
                                          </p:to>
                                        </p:set>
                                      </p:childTnLst>
                                    </p:cTn>
                                  </p:par>
                                  <p:par>
                                    <p:cTn id="62" presetID="10" presetClass="exit" presetSubtype="0" fill="hold" grpId="1" nodeType="withEffect">
                                      <p:stCondLst>
                                        <p:cond delay="39500"/>
                                      </p:stCondLst>
                                      <p:childTnLst>
                                        <p:animEffect transition="out" filter="fade">
                                          <p:cBhvr>
                                            <p:cTn id="63" dur="500"/>
                                            <p:tgtEl>
                                              <p:spTgt spid="20">
                                                <p:txEl>
                                                  <p:pRg st="0" end="0"/>
                                                </p:txEl>
                                              </p:spTgt>
                                            </p:tgtEl>
                                          </p:cBhvr>
                                        </p:animEffect>
                                        <p:set>
                                          <p:cBhvr>
                                            <p:cTn id="64" dur="1" fill="hold">
                                              <p:stCondLst>
                                                <p:cond delay="499"/>
                                              </p:stCondLst>
                                            </p:cTn>
                                            <p:tgtEl>
                                              <p:spTgt spid="20">
                                                <p:txEl>
                                                  <p:pRg st="0" end="0"/>
                                                </p:txEl>
                                              </p:spTgt>
                                            </p:tgtEl>
                                            <p:attrNameLst>
                                              <p:attrName>style.visibility</p:attrName>
                                            </p:attrNameLst>
                                          </p:cBhvr>
                                          <p:to>
                                            <p:strVal val="hidden"/>
                                          </p:to>
                                        </p:set>
                                      </p:childTnLst>
                                    </p:cTn>
                                  </p:par>
                                  <p:par>
                                    <p:cTn id="65" presetID="10" presetClass="exit" presetSubtype="0" fill="hold" grpId="1" nodeType="withEffect">
                                      <p:stCondLst>
                                        <p:cond delay="39500"/>
                                      </p:stCondLst>
                                      <p:childTnLst>
                                        <p:animEffect transition="out" filter="fade">
                                          <p:cBhvr>
                                            <p:cTn id="66" dur="500"/>
                                            <p:tgtEl>
                                              <p:spTgt spid="21">
                                                <p:txEl>
                                                  <p:pRg st="0" end="0"/>
                                                </p:txEl>
                                              </p:spTgt>
                                            </p:tgtEl>
                                          </p:cBhvr>
                                        </p:animEffect>
                                        <p:set>
                                          <p:cBhvr>
                                            <p:cTn id="67" dur="1" fill="hold">
                                              <p:stCondLst>
                                                <p:cond delay="499"/>
                                              </p:stCondLst>
                                            </p:cTn>
                                            <p:tgtEl>
                                              <p:spTgt spid="21">
                                                <p:txEl>
                                                  <p:pRg st="0" end="0"/>
                                                </p:txEl>
                                              </p:spTgt>
                                            </p:tgtEl>
                                            <p:attrNameLst>
                                              <p:attrName>style.visibility</p:attrName>
                                            </p:attrNameLst>
                                          </p:cBhvr>
                                          <p:to>
                                            <p:strVal val="hidden"/>
                                          </p:to>
                                        </p:set>
                                      </p:childTnLst>
                                    </p:cTn>
                                  </p:par>
                                  <p:par>
                                    <p:cTn id="68" presetID="10" presetClass="exit" presetSubtype="0" fill="hold" grpId="1" nodeType="withEffect">
                                      <p:stCondLst>
                                        <p:cond delay="39500"/>
                                      </p:stCondLst>
                                      <p:childTnLst>
                                        <p:animEffect transition="out" filter="fade">
                                          <p:cBhvr>
                                            <p:cTn id="69" dur="500"/>
                                            <p:tgtEl>
                                              <p:spTgt spid="13">
                                                <p:txEl>
                                                  <p:pRg st="0" end="0"/>
                                                </p:txEl>
                                              </p:spTgt>
                                            </p:tgtEl>
                                          </p:cBhvr>
                                        </p:animEffect>
                                        <p:set>
                                          <p:cBhvr>
                                            <p:cTn id="70" dur="1" fill="hold">
                                              <p:stCondLst>
                                                <p:cond delay="499"/>
                                              </p:stCondLst>
                                            </p:cTn>
                                            <p:tgtEl>
                                              <p:spTgt spid="13">
                                                <p:txEl>
                                                  <p:pRg st="0" end="0"/>
                                                </p:txEl>
                                              </p:spTgt>
                                            </p:tgtEl>
                                            <p:attrNameLst>
                                              <p:attrName>style.visibility</p:attrName>
                                            </p:attrNameLst>
                                          </p:cBhvr>
                                          <p:to>
                                            <p:strVal val="hidden"/>
                                          </p:to>
                                        </p:set>
                                      </p:childTnLst>
                                    </p:cTn>
                                  </p:par>
                                  <p:par>
                                    <p:cTn id="71" presetID="10" presetClass="entr" presetSubtype="0" fill="hold" grpId="1" nodeType="withEffect">
                                      <p:stCondLst>
                                        <p:cond delay="39500"/>
                                      </p:stCondLst>
                                      <p:childTnLst>
                                        <p:set>
                                          <p:cBhvr>
                                            <p:cTn id="72" dur="1" fill="hold">
                                              <p:stCondLst>
                                                <p:cond delay="0"/>
                                              </p:stCondLst>
                                            </p:cTn>
                                            <p:tgtEl>
                                              <p:spTgt spid="3"/>
                                            </p:tgtEl>
                                            <p:attrNameLst>
                                              <p:attrName>style.visibility</p:attrName>
                                            </p:attrNameLst>
                                          </p:cBhvr>
                                          <p:to>
                                            <p:strVal val="visible"/>
                                          </p:to>
                                        </p:set>
                                        <p:animEffect transition="in" filter="fade">
                                          <p:cBhvr>
                                            <p:cTn id="73" dur="500"/>
                                            <p:tgtEl>
                                              <p:spTgt spid="3"/>
                                            </p:tgtEl>
                                          </p:cBhvr>
                                        </p:animEffect>
                                      </p:childTnLst>
                                    </p:cTn>
                                  </p:par>
                                  <p:par>
                                    <p:cTn id="74" presetID="10" presetClass="entr" presetSubtype="0" fill="hold" grpId="1" nodeType="withEffect">
                                      <p:stCondLst>
                                        <p:cond delay="3950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500"/>
                                            <p:tgtEl>
                                              <p:spTgt spid="15"/>
                                            </p:tgtEl>
                                          </p:cBhvr>
                                        </p:animEffect>
                                      </p:childTnLst>
                                    </p:cTn>
                                  </p:par>
                                  <p:par>
                                    <p:cTn id="77" presetID="10" presetClass="entr" presetSubtype="0" fill="hold" grpId="1" nodeType="withEffect" nodePh="1">
                                      <p:stCondLst>
                                        <p:cond delay="39500"/>
                                      </p:stCondLst>
                                      <p:endCondLst>
                                        <p:cond evt="begin" delay="0">
                                          <p:tn val="77"/>
                                        </p:cond>
                                      </p:endCondLst>
                                      <p:childTnLst>
                                        <p:set>
                                          <p:cBhvr>
                                            <p:cTn id="78" dur="1" fill="hold">
                                              <p:stCondLst>
                                                <p:cond delay="0"/>
                                              </p:stCondLst>
                                            </p:cTn>
                                            <p:tgtEl>
                                              <p:spTgt spid="6">
                                                <p:txEl>
                                                  <p:pRg st="0" end="0"/>
                                                </p:txEl>
                                              </p:spTgt>
                                            </p:tgtEl>
                                            <p:attrNameLst>
                                              <p:attrName>style.visibility</p:attrName>
                                            </p:attrNameLst>
                                          </p:cBhvr>
                                          <p:to>
                                            <p:strVal val="visible"/>
                                          </p:to>
                                        </p:set>
                                        <p:animEffect transition="in" filter="fade">
                                          <p:cBhvr>
                                            <p:cTn id="79" dur="500"/>
                                            <p:tgtEl>
                                              <p:spTgt spid="6">
                                                <p:txEl>
                                                  <p:pRg st="0" end="0"/>
                                                </p:txEl>
                                              </p:spTgt>
                                            </p:tgtEl>
                                          </p:cBhvr>
                                        </p:animEffect>
                                      </p:childTnLst>
                                    </p:cTn>
                                  </p:par>
                                  <p:par>
                                    <p:cTn id="80" presetID="10" presetClass="entr" presetSubtype="0" fill="hold" grpId="1" nodeType="withEffect">
                                      <p:stCondLst>
                                        <p:cond delay="39500"/>
                                      </p:stCondLst>
                                      <p:childTnLst>
                                        <p:set>
                                          <p:cBhvr>
                                            <p:cTn id="81" dur="1" fill="hold">
                                              <p:stCondLst>
                                                <p:cond delay="0"/>
                                              </p:stCondLst>
                                            </p:cTn>
                                            <p:tgtEl>
                                              <p:spTgt spid="5">
                                                <p:txEl>
                                                  <p:pRg st="0" end="0"/>
                                                </p:txEl>
                                              </p:spTgt>
                                            </p:tgtEl>
                                            <p:attrNameLst>
                                              <p:attrName>style.visibility</p:attrName>
                                            </p:attrNameLst>
                                          </p:cBhvr>
                                          <p:to>
                                            <p:strVal val="visible"/>
                                          </p:to>
                                        </p:set>
                                        <p:animEffect transition="in" filter="fade">
                                          <p:cBhvr>
                                            <p:cTn id="82" dur="500"/>
                                            <p:tgtEl>
                                              <p:spTgt spid="5">
                                                <p:txEl>
                                                  <p:pRg st="0" end="0"/>
                                                </p:txEl>
                                              </p:spTgt>
                                            </p:tgtEl>
                                          </p:cBhvr>
                                        </p:animEffect>
                                      </p:childTnLst>
                                    </p:cTn>
                                  </p:par>
                                  <p:par>
                                    <p:cTn id="83" presetID="10" presetClass="entr" presetSubtype="0" fill="hold" grpId="1" nodeType="withEffect">
                                      <p:stCondLst>
                                        <p:cond delay="39500"/>
                                      </p:stCondLst>
                                      <p:childTnLst>
                                        <p:set>
                                          <p:cBhvr>
                                            <p:cTn id="84" dur="1" fill="hold">
                                              <p:stCondLst>
                                                <p:cond delay="0"/>
                                              </p:stCondLst>
                                            </p:cTn>
                                            <p:tgtEl>
                                              <p:spTgt spid="7">
                                                <p:txEl>
                                                  <p:pRg st="0" end="0"/>
                                                </p:txEl>
                                              </p:spTgt>
                                            </p:tgtEl>
                                            <p:attrNameLst>
                                              <p:attrName>style.visibility</p:attrName>
                                            </p:attrNameLst>
                                          </p:cBhvr>
                                          <p:to>
                                            <p:strVal val="visible"/>
                                          </p:to>
                                        </p:set>
                                        <p:animEffect transition="in" filter="fade">
                                          <p:cBhvr>
                                            <p:cTn id="85" dur="500"/>
                                            <p:tgtEl>
                                              <p:spTgt spid="7">
                                                <p:txEl>
                                                  <p:pRg st="0" end="0"/>
                                                </p:txEl>
                                              </p:spTgt>
                                            </p:tgtEl>
                                          </p:cBhvr>
                                        </p:animEffect>
                                      </p:childTnLst>
                                    </p:cTn>
                                  </p:par>
                                  <p:par>
                                    <p:cTn id="86" presetID="10" presetClass="entr" presetSubtype="0" fill="hold" grpId="1" nodeType="withEffect">
                                      <p:stCondLst>
                                        <p:cond delay="39500"/>
                                      </p:stCondLst>
                                      <p:childTnLst>
                                        <p:set>
                                          <p:cBhvr>
                                            <p:cTn id="87" dur="1" fill="hold">
                                              <p:stCondLst>
                                                <p:cond delay="0"/>
                                              </p:stCondLst>
                                            </p:cTn>
                                            <p:tgtEl>
                                              <p:spTgt spid="16">
                                                <p:txEl>
                                                  <p:pRg st="0" end="0"/>
                                                </p:txEl>
                                              </p:spTgt>
                                            </p:tgtEl>
                                            <p:attrNameLst>
                                              <p:attrName>style.visibility</p:attrName>
                                            </p:attrNameLst>
                                          </p:cBhvr>
                                          <p:to>
                                            <p:strVal val="visible"/>
                                          </p:to>
                                        </p:set>
                                        <p:animEffect transition="in" filter="fade">
                                          <p:cBhvr>
                                            <p:cTn id="88" dur="500"/>
                                            <p:tgtEl>
                                              <p:spTgt spid="16">
                                                <p:txEl>
                                                  <p:pRg st="0" end="0"/>
                                                </p:txEl>
                                              </p:spTgt>
                                            </p:tgtEl>
                                          </p:cBhvr>
                                        </p:animEffect>
                                      </p:childTnLst>
                                    </p:cTn>
                                  </p:par>
                                </p:childTnLst>
                              </p:cTn>
                            </p:par>
                          </p:childTnLst>
                        </p:cTn>
                      </p:par>
                    </p:childTnLst>
                  </p:cTn>
                  <p:nextCondLst>
                    <p:cond evt="onMediaBookmark" delay="0">
                      <p:tgtEl>
                        <p14:bmkTgt spid="8" bmkName="Bookmark 1"/>
                      </p:tgtEl>
                    </p:cond>
                  </p:nextCondLst>
                </p:seq>
              </p:childTnLst>
            </p:cTn>
          </p:par>
        </p:tnLst>
        <p:bldLst>
          <p:bldP spid="3" grpId="0"/>
          <p:bldP spid="3" grpId="1"/>
          <p:bldP spid="16" grpId="0" build="allAtOnce">
            <p:tmplLst>
              <p:tmpl lvl="1">
                <p:tnLst>
                  <p:par>
                    <p:cTn presetID="10" presetClass="exit" presetSubtype="0" fill="hold" nodeType="withEffect">
                      <p:stCondLst>
                        <p:cond delay="12500"/>
                      </p:stCondLst>
                      <p:childTnLst>
                        <p:animEffect transition="out" filter="fade">
                          <p:cBhvr>
                            <p:cTn dur="500"/>
                            <p:tgtEl>
                              <p:spTgt spid="16"/>
                            </p:tgtEl>
                          </p:cBhvr>
                        </p:animEffect>
                        <p:set>
                          <p:cBhvr>
                            <p:cTn dur="1" fill="hold">
                              <p:stCondLst>
                                <p:cond delay="499"/>
                              </p:stCondLst>
                            </p:cTn>
                            <p:tgtEl>
                              <p:spTgt spid="16"/>
                            </p:tgtEl>
                            <p:attrNameLst>
                              <p:attrName>style.visibility</p:attrName>
                            </p:attrNameLst>
                          </p:cBhvr>
                          <p:to>
                            <p:strVal val="hidden"/>
                          </p:to>
                        </p:set>
                      </p:childTnLst>
                    </p:cTn>
                  </p:par>
                </p:tnLst>
              </p:tmpl>
            </p:tmplLst>
          </p:bldP>
          <p:bldP spid="16" grpId="1" build="allAtOnce">
            <p:tmplLst>
              <p:tmpl lvl="1">
                <p:tnLst>
                  <p:par>
                    <p:cTn presetID="10" presetClass="entr" presetSubtype="0" fill="hold" nodeType="withEffect">
                      <p:stCondLst>
                        <p:cond delay="3950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P spid="15" grpId="0" animBg="1">
            <p:tmplLst>
              <p:tmpl>
                <p:tnLst>
                  <p:par>
                    <p:cTn presetID="10" presetClass="exit" presetSubtype="0" fill="hold" nodeType="withEffect">
                      <p:stCondLst>
                        <p:cond delay="19500"/>
                      </p:stCondLst>
                      <p:childTnLst>
                        <p:animEffect transition="out" filter="fade">
                          <p:cBhvr>
                            <p:cTn dur="500"/>
                            <p:tgtEl>
                              <p:spTgt spid="15"/>
                            </p:tgtEl>
                          </p:cBhvr>
                        </p:animEffect>
                        <p:set>
                          <p:cBhvr>
                            <p:cTn dur="1" fill="hold">
                              <p:stCondLst>
                                <p:cond delay="499"/>
                              </p:stCondLst>
                            </p:cTn>
                            <p:tgtEl>
                              <p:spTgt spid="15"/>
                            </p:tgtEl>
                            <p:attrNameLst>
                              <p:attrName>style.visibility</p:attrName>
                            </p:attrNameLst>
                          </p:cBhvr>
                          <p:to>
                            <p:strVal val="hidden"/>
                          </p:to>
                        </p:set>
                      </p:childTnLst>
                    </p:cTn>
                  </p:par>
                </p:tnLst>
              </p:tmpl>
            </p:tmplLst>
          </p:bldP>
          <p:bldP spid="15" grpId="1" animBg="1">
            <p:tmplLst>
              <p:tmpl>
                <p:tnLst>
                  <p:par>
                    <p:cTn presetID="10" presetClass="entr" presetSubtype="0" fill="hold" nodeType="withEffect">
                      <p:stCondLst>
                        <p:cond delay="3950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6" grpId="0" build="p">
            <p:tmplLst>
              <p:tmpl lvl="1">
                <p:tnLst>
                  <p:par>
                    <p:cTn presetID="10" presetClass="exit" presetSubtype="0" fill="hold" nodeType="withEffect" nodePh="1">
                      <p:stCondLst>
                        <p:cond delay="19500"/>
                      </p:stCondLst>
                      <p:endCondLst>
                        <p:cond delay="0"/>
                      </p:endCondLst>
                      <p:childTnLst>
                        <p:animEffect transition="out" filter="fade">
                          <p:cBhvr>
                            <p:cTn dur="500"/>
                            <p:tgtEl>
                              <p:spTgt spid="6"/>
                            </p:tgtEl>
                          </p:cBhvr>
                        </p:animEffect>
                        <p:set>
                          <p:cBhvr>
                            <p:cTn dur="1" fill="hold">
                              <p:stCondLst>
                                <p:cond delay="499"/>
                              </p:stCondLst>
                            </p:cTn>
                            <p:tgtEl>
                              <p:spTgt spid="6"/>
                            </p:tgtEl>
                            <p:attrNameLst>
                              <p:attrName>style.visibility</p:attrName>
                            </p:attrNameLst>
                          </p:cBhvr>
                          <p:to>
                            <p:strVal val="hidden"/>
                          </p:to>
                        </p:set>
                      </p:childTnLst>
                    </p:cTn>
                  </p:par>
                </p:tnLst>
              </p:tmpl>
            </p:tmplLst>
          </p:bldP>
          <p:bldP spid="6" grpId="1" build="p">
            <p:tmplLst>
              <p:tmpl lvl="1">
                <p:tnLst>
                  <p:par>
                    <p:cTn presetID="10" presetClass="entr" presetSubtype="0" fill="hold" nodeType="withEffect" nodePh="1">
                      <p:stCondLst>
                        <p:cond delay="39500"/>
                      </p:stCondLst>
                      <p:endCondLst>
                        <p:cond delay="0"/>
                      </p:end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5" grpId="0" build="p">
            <p:tmplLst>
              <p:tmpl lvl="1">
                <p:tnLst>
                  <p:par>
                    <p:cTn presetID="10" presetClass="exit" presetSubtype="0" fill="hold" nodeType="withEffect">
                      <p:stCondLst>
                        <p:cond delay="19500"/>
                      </p:stCondLst>
                      <p:childTnLst>
                        <p:animEffect transition="out" filter="fade">
                          <p:cBhvr>
                            <p:cTn dur="500"/>
                            <p:tgtEl>
                              <p:spTgt spid="5"/>
                            </p:tgtEl>
                          </p:cBhvr>
                        </p:animEffect>
                        <p:set>
                          <p:cBhvr>
                            <p:cTn dur="1" fill="hold">
                              <p:stCondLst>
                                <p:cond delay="499"/>
                              </p:stCondLst>
                            </p:cTn>
                            <p:tgtEl>
                              <p:spTgt spid="5"/>
                            </p:tgtEl>
                            <p:attrNameLst>
                              <p:attrName>style.visibility</p:attrName>
                            </p:attrNameLst>
                          </p:cBhvr>
                          <p:to>
                            <p:strVal val="hidden"/>
                          </p:to>
                        </p:set>
                      </p:childTnLst>
                    </p:cTn>
                  </p:par>
                </p:tnLst>
              </p:tmpl>
            </p:tmplLst>
          </p:bldP>
          <p:bldP spid="5" grpId="1" build="p">
            <p:tmplLst>
              <p:tmpl lvl="1">
                <p:tnLst>
                  <p:par>
                    <p:cTn presetID="10" presetClass="entr" presetSubtype="0" fill="hold" nodeType="withEffect">
                      <p:stCondLst>
                        <p:cond delay="3950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7" grpId="0" build="p">
            <p:tmplLst>
              <p:tmpl lvl="1">
                <p:tnLst>
                  <p:par>
                    <p:cTn presetID="10" presetClass="exit" presetSubtype="0" fill="hold" nodeType="withEffect">
                      <p:stCondLst>
                        <p:cond delay="19500"/>
                      </p:stCondLst>
                      <p:childTnLst>
                        <p:animEffect transition="out" filter="fade">
                          <p:cBhvr>
                            <p:cTn dur="500"/>
                            <p:tgtEl>
                              <p:spTgt spid="7"/>
                            </p:tgtEl>
                          </p:cBhvr>
                        </p:animEffect>
                        <p:set>
                          <p:cBhvr>
                            <p:cTn dur="1" fill="hold">
                              <p:stCondLst>
                                <p:cond delay="499"/>
                              </p:stCondLst>
                            </p:cTn>
                            <p:tgtEl>
                              <p:spTgt spid="7"/>
                            </p:tgtEl>
                            <p:attrNameLst>
                              <p:attrName>style.visibility</p:attrName>
                            </p:attrNameLst>
                          </p:cBhvr>
                          <p:to>
                            <p:strVal val="hidden"/>
                          </p:to>
                        </p:set>
                      </p:childTnLst>
                    </p:cTn>
                  </p:par>
                </p:tnLst>
              </p:tmpl>
            </p:tmplLst>
          </p:bldP>
          <p:bldP spid="7" grpId="1" build="p">
            <p:tmplLst>
              <p:tmpl lvl="1">
                <p:tnLst>
                  <p:par>
                    <p:cTn presetID="10" presetClass="entr" presetSubtype="0" fill="hold" nodeType="withEffect">
                      <p:stCondLst>
                        <p:cond delay="3950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P spid="11" grpId="0" build="allAtOnce">
            <p:tmplLst>
              <p:tmpl lvl="1">
                <p:tnLst>
                  <p:par>
                    <p:cTn presetID="10" presetClass="entr" presetSubtype="0" fill="hold" nodeType="withEffect">
                      <p:stCondLst>
                        <p:cond delay="1250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P spid="11" grpId="1" build="allAtOnce">
            <p:tmplLst>
              <p:tmpl lvl="1">
                <p:tnLst>
                  <p:par>
                    <p:cTn presetID="10" presetClass="exit" presetSubtype="0" fill="hold" nodeType="withEffect">
                      <p:stCondLst>
                        <p:cond delay="26500"/>
                      </p:stCondLst>
                      <p:childTnLst>
                        <p:animEffect transition="out" filter="fade">
                          <p:cBhvr>
                            <p:cTn dur="500"/>
                            <p:tgtEl>
                              <p:spTgt spid="11"/>
                            </p:tgtEl>
                          </p:cBhvr>
                        </p:animEffect>
                        <p:set>
                          <p:cBhvr>
                            <p:cTn dur="1" fill="hold">
                              <p:stCondLst>
                                <p:cond delay="499"/>
                              </p:stCondLst>
                            </p:cTn>
                            <p:tgtEl>
                              <p:spTgt spid="11"/>
                            </p:tgtEl>
                            <p:attrNameLst>
                              <p:attrName>style.visibility</p:attrName>
                            </p:attrNameLst>
                          </p:cBhvr>
                          <p:to>
                            <p:strVal val="hidden"/>
                          </p:to>
                        </p:set>
                      </p:childTnLst>
                    </p:cTn>
                  </p:par>
                </p:tnLst>
              </p:tmpl>
            </p:tmplLst>
          </p:bldP>
          <p:bldP spid="18" grpId="0"/>
          <p:bldP spid="18" grpId="1"/>
          <p:bldP spid="13" grpId="0" build="p">
            <p:tmplLst>
              <p:tmpl lvl="1">
                <p:tnLst>
                  <p:par>
                    <p:cTn presetID="10" presetClass="entr" presetSubtype="0" fill="hold" nodeType="withEffect">
                      <p:stCondLst>
                        <p:cond delay="2650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13" grpId="1" build="p">
            <p:tmplLst>
              <p:tmpl lvl="1">
                <p:tnLst>
                  <p:par>
                    <p:cTn presetID="10" presetClass="exit" presetSubtype="0" fill="hold" nodeType="withEffect">
                      <p:stCondLst>
                        <p:cond delay="39500"/>
                      </p:stCondLst>
                      <p:childTnLst>
                        <p:animEffect transition="out" filter="fade">
                          <p:cBhvr>
                            <p:cTn dur="500"/>
                            <p:tgtEl>
                              <p:spTgt spid="13"/>
                            </p:tgtEl>
                          </p:cBhvr>
                        </p:animEffect>
                        <p:set>
                          <p:cBhvr>
                            <p:cTn dur="1" fill="hold">
                              <p:stCondLst>
                                <p:cond delay="499"/>
                              </p:stCondLst>
                            </p:cTn>
                            <p:tgtEl>
                              <p:spTgt spid="13"/>
                            </p:tgtEl>
                            <p:attrNameLst>
                              <p:attrName>style.visibility</p:attrName>
                            </p:attrNameLst>
                          </p:cBhvr>
                          <p:to>
                            <p:strVal val="hidden"/>
                          </p:to>
                        </p:set>
                      </p:childTnLst>
                    </p:cTn>
                  </p:par>
                </p:tnLst>
              </p:tmpl>
            </p:tmplLst>
          </p:bldP>
          <p:bldP spid="17" grpId="0" animBg="1">
            <p:tmplLst>
              <p:tmpl>
                <p:tnLst>
                  <p:par>
                    <p:cTn presetID="10" presetClass="entr" presetSubtype="0" fill="hold" nodeType="withEffect">
                      <p:stCondLst>
                        <p:cond delay="1950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Lst>
          </p:bldP>
          <p:bldP spid="17" grpId="1" animBg="1">
            <p:tmplLst>
              <p:tmpl>
                <p:tnLst>
                  <p:par>
                    <p:cTn presetID="10" presetClass="exit" presetSubtype="0" fill="hold" nodeType="withEffect">
                      <p:stCondLst>
                        <p:cond delay="39500"/>
                      </p:stCondLst>
                      <p:childTnLst>
                        <p:animEffect transition="out" filter="fade">
                          <p:cBhvr>
                            <p:cTn dur="500"/>
                            <p:tgtEl>
                              <p:spTgt spid="17"/>
                            </p:tgtEl>
                          </p:cBhvr>
                        </p:animEffect>
                        <p:set>
                          <p:cBhvr>
                            <p:cTn dur="1" fill="hold">
                              <p:stCondLst>
                                <p:cond delay="499"/>
                              </p:stCondLst>
                            </p:cTn>
                            <p:tgtEl>
                              <p:spTgt spid="17"/>
                            </p:tgtEl>
                            <p:attrNameLst>
                              <p:attrName>style.visibility</p:attrName>
                            </p:attrNameLst>
                          </p:cBhvr>
                          <p:to>
                            <p:strVal val="hidden"/>
                          </p:to>
                        </p:set>
                      </p:childTnLst>
                    </p:cTn>
                  </p:par>
                </p:tnLst>
              </p:tmpl>
            </p:tmplLst>
          </p:bldP>
          <p:bldP spid="19" grpId="0" build="p">
            <p:tmplLst>
              <p:tmpl lvl="1">
                <p:tnLst>
                  <p:par>
                    <p:cTn presetID="10" presetClass="entr" presetSubtype="0" fill="hold" nodeType="withEffect" nodePh="1">
                      <p:stCondLst>
                        <p:cond delay="19500"/>
                      </p:stCondLst>
                      <p:endCondLst>
                        <p:cond delay="0"/>
                      </p:end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19" grpId="1" build="p">
            <p:tmplLst>
              <p:tmpl lvl="1">
                <p:tnLst>
                  <p:par>
                    <p:cTn presetID="10" presetClass="exit" presetSubtype="0" fill="hold" nodeType="withEffect" nodePh="1">
                      <p:stCondLst>
                        <p:cond delay="39500"/>
                      </p:stCondLst>
                      <p:endCondLst>
                        <p:cond delay="0"/>
                      </p:endCondLst>
                      <p:childTnLst>
                        <p:animEffect transition="out" filter="fade">
                          <p:cBhvr>
                            <p:cTn dur="500"/>
                            <p:tgtEl>
                              <p:spTgt spid="19"/>
                            </p:tgtEl>
                          </p:cBhvr>
                        </p:animEffect>
                        <p:set>
                          <p:cBhvr>
                            <p:cTn dur="1" fill="hold">
                              <p:stCondLst>
                                <p:cond delay="499"/>
                              </p:stCondLst>
                            </p:cTn>
                            <p:tgtEl>
                              <p:spTgt spid="19"/>
                            </p:tgtEl>
                            <p:attrNameLst>
                              <p:attrName>style.visibility</p:attrName>
                            </p:attrNameLst>
                          </p:cBhvr>
                          <p:to>
                            <p:strVal val="hidden"/>
                          </p:to>
                        </p:set>
                      </p:childTnLst>
                    </p:cTn>
                  </p:par>
                </p:tnLst>
              </p:tmpl>
            </p:tmplLst>
          </p:bldP>
          <p:bldP spid="20" grpId="0" build="p">
            <p:tmplLst>
              <p:tmpl lvl="1">
                <p:tnLst>
                  <p:par>
                    <p:cTn presetID="10" presetClass="entr" presetSubtype="0" fill="hold" nodeType="withEffect">
                      <p:stCondLst>
                        <p:cond delay="1950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20" grpId="1" build="p">
            <p:tmplLst>
              <p:tmpl lvl="1">
                <p:tnLst>
                  <p:par>
                    <p:cTn presetID="10" presetClass="exit" presetSubtype="0" fill="hold" nodeType="withEffect">
                      <p:stCondLst>
                        <p:cond delay="39500"/>
                      </p:stCondLst>
                      <p:childTnLst>
                        <p:animEffect transition="out" filter="fade">
                          <p:cBhvr>
                            <p:cTn dur="500"/>
                            <p:tgtEl>
                              <p:spTgt spid="20"/>
                            </p:tgtEl>
                          </p:cBhvr>
                        </p:animEffect>
                        <p:set>
                          <p:cBhvr>
                            <p:cTn dur="1" fill="hold">
                              <p:stCondLst>
                                <p:cond delay="499"/>
                              </p:stCondLst>
                            </p:cTn>
                            <p:tgtEl>
                              <p:spTgt spid="20"/>
                            </p:tgtEl>
                            <p:attrNameLst>
                              <p:attrName>style.visibility</p:attrName>
                            </p:attrNameLst>
                          </p:cBhvr>
                          <p:to>
                            <p:strVal val="hidden"/>
                          </p:to>
                        </p:set>
                      </p:childTnLst>
                    </p:cTn>
                  </p:par>
                </p:tnLst>
              </p:tmpl>
            </p:tmplLst>
          </p:bldP>
          <p:bldP spid="21" grpId="0" build="p">
            <p:tmplLst>
              <p:tmpl lvl="1">
                <p:tnLst>
                  <p:par>
                    <p:cTn presetID="10" presetClass="entr" presetSubtype="0" fill="hold" nodeType="withEffect">
                      <p:stCondLst>
                        <p:cond delay="1950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P spid="21" grpId="1" build="p">
            <p:tmplLst>
              <p:tmpl lvl="1">
                <p:tnLst>
                  <p:par>
                    <p:cTn presetID="10" presetClass="exit" presetSubtype="0" fill="hold" nodeType="withEffect">
                      <p:stCondLst>
                        <p:cond delay="39500"/>
                      </p:stCondLst>
                      <p:childTnLst>
                        <p:animEffect transition="out" filter="fade">
                          <p:cBhvr>
                            <p:cTn dur="500"/>
                            <p:tgtEl>
                              <p:spTgt spid="21"/>
                            </p:tgtEl>
                          </p:cBhvr>
                        </p:animEffect>
                        <p:set>
                          <p:cBhvr>
                            <p:cTn dur="1" fill="hold">
                              <p:stCondLst>
                                <p:cond delay="499"/>
                              </p:stCondLst>
                            </p:cTn>
                            <p:tgtEl>
                              <p:spTgt spid="21"/>
                            </p:tgtEl>
                            <p:attrNameLst>
                              <p:attrName>style.visibility</p:attrName>
                            </p:attrNameLst>
                          </p:cBhvr>
                          <p:to>
                            <p:strVal val="hidden"/>
                          </p:to>
                        </p:set>
                      </p:childTnLst>
                    </p:cTn>
                  </p:par>
                </p:tnLst>
              </p:tmpl>
            </p:tmplLst>
          </p:bldP>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045"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8"/>
                    </p:tgtEl>
                  </p:cMediaNode>
                </p:audio>
              </p:childTnLst>
            </p:cTn>
          </p:par>
        </p:tnLst>
      </p:timing>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5529F06-736E-4BFB-B16E-7F73FD8319DA}"/>
              </a:ext>
            </a:extLst>
          </p:cNvPr>
          <p:cNvSpPr/>
          <p:nvPr userDrawn="1"/>
        </p:nvSpPr>
        <p:spPr>
          <a:xfrm>
            <a:off x="1509825" y="4434006"/>
            <a:ext cx="3429000" cy="1828800"/>
          </a:xfrm>
          <a:prstGeom prst="roundRect">
            <a:avLst>
              <a:gd name="adj" fmla="val 9197"/>
            </a:avLst>
          </a:prstGeom>
          <a:solidFill>
            <a:schemeClr val="bg1">
              <a:lumMod val="50000"/>
              <a:alpha val="68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13203" rtl="0" eaLnBrk="1" fontAlgn="auto" latinLnBrk="0" hangingPunct="1">
              <a:lnSpc>
                <a:spcPct val="100000"/>
              </a:lnSpc>
              <a:spcBef>
                <a:spcPts val="0"/>
              </a:spcBef>
              <a:spcAft>
                <a:spcPts val="0"/>
              </a:spcAft>
              <a:buClrTx/>
              <a:buSzTx/>
              <a:buFontTx/>
              <a:buNone/>
              <a:tabLst/>
              <a:defRPr/>
            </a:pPr>
            <a:endParaRPr kumimoji="0" lang="en-US" sz="1404" b="0" i="0" u="none" strike="noStrike" kern="1200" cap="none" spc="0" normalizeH="0" baseline="0" noProof="0">
              <a:ln>
                <a:noFill/>
              </a:ln>
              <a:solidFill>
                <a:prstClr val="white"/>
              </a:solidFill>
              <a:effectLst/>
              <a:uLnTx/>
              <a:uFillTx/>
              <a:latin typeface="Calibri"/>
              <a:ea typeface="+mn-ea"/>
              <a:cs typeface="+mn-cs"/>
            </a:endParaRPr>
          </a:p>
        </p:txBody>
      </p:sp>
      <p:sp>
        <p:nvSpPr>
          <p:cNvPr id="5" name="Oval 4">
            <a:extLst>
              <a:ext uri="{FF2B5EF4-FFF2-40B4-BE49-F238E27FC236}">
                <a16:creationId xmlns:a16="http://schemas.microsoft.com/office/drawing/2014/main" id="{9E0F68E9-2DB5-48BE-AA90-BCFC508DF7E3}"/>
              </a:ext>
            </a:extLst>
          </p:cNvPr>
          <p:cNvSpPr>
            <a:spLocks noChangeAspect="1"/>
          </p:cNvSpPr>
          <p:nvPr userDrawn="1"/>
        </p:nvSpPr>
        <p:spPr>
          <a:xfrm>
            <a:off x="1509825" y="914400"/>
            <a:ext cx="3427659" cy="3429000"/>
          </a:xfrm>
          <a:prstGeom prst="ellipse">
            <a:avLst/>
          </a:prstGeom>
          <a:solidFill>
            <a:schemeClr val="bg1">
              <a:lumMod val="50000"/>
              <a:alpha val="68000"/>
            </a:schemeClr>
          </a:solidFill>
          <a:ln>
            <a:noFill/>
          </a:ln>
        </p:spPr>
        <p:style>
          <a:lnRef idx="1">
            <a:schemeClr val="accent1"/>
          </a:lnRef>
          <a:fillRef idx="3">
            <a:schemeClr val="accent1"/>
          </a:fillRef>
          <a:effectRef idx="2">
            <a:schemeClr val="accent1"/>
          </a:effectRef>
          <a:fontRef idx="minor">
            <a:schemeClr val="lt1"/>
          </a:fontRef>
        </p:style>
        <p:txBody>
          <a:bodyPr lIns="90102" tIns="45031" rIns="90102" bIns="4503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Content Placeholder 14">
            <a:extLst>
              <a:ext uri="{FF2B5EF4-FFF2-40B4-BE49-F238E27FC236}">
                <a16:creationId xmlns:a16="http://schemas.microsoft.com/office/drawing/2014/main" id="{34CE8C7E-CA53-42EE-8BFA-DC58A9464CE1}"/>
              </a:ext>
            </a:extLst>
          </p:cNvPr>
          <p:cNvSpPr>
            <a:spLocks noGrp="1"/>
          </p:cNvSpPr>
          <p:nvPr userDrawn="1">
            <p:ph sz="quarter" idx="10" hasCustomPrompt="1"/>
          </p:nvPr>
        </p:nvSpPr>
        <p:spPr>
          <a:xfrm>
            <a:off x="2435945" y="1137895"/>
            <a:ext cx="1575417" cy="755779"/>
          </a:xfrm>
          <a:prstGeom prst="rect">
            <a:avLst/>
          </a:prstGeom>
        </p:spPr>
        <p:txBody>
          <a:bodyPr/>
          <a:lstStyle>
            <a:lvl1pPr marL="0" indent="0" algn="ctr">
              <a:buNone/>
              <a:defRPr sz="54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123</a:t>
            </a:r>
          </a:p>
        </p:txBody>
      </p:sp>
      <p:sp>
        <p:nvSpPr>
          <p:cNvPr id="10" name="Text Placeholder 18">
            <a:extLst>
              <a:ext uri="{FF2B5EF4-FFF2-40B4-BE49-F238E27FC236}">
                <a16:creationId xmlns:a16="http://schemas.microsoft.com/office/drawing/2014/main" id="{6D0F4AE8-8A19-4D36-8F60-2F19803DC92A}"/>
              </a:ext>
            </a:extLst>
          </p:cNvPr>
          <p:cNvSpPr>
            <a:spLocks noGrp="1"/>
          </p:cNvSpPr>
          <p:nvPr userDrawn="1">
            <p:ph type="body" sz="quarter" idx="11" hasCustomPrompt="1"/>
          </p:nvPr>
        </p:nvSpPr>
        <p:spPr>
          <a:xfrm>
            <a:off x="1638045" y="1893674"/>
            <a:ext cx="3171216" cy="1726511"/>
          </a:xfrm>
          <a:prstGeom prst="rect">
            <a:avLst/>
          </a:prstGeom>
        </p:spPr>
        <p:txBody>
          <a:bodyPr anchor="ctr">
            <a:noAutofit/>
          </a:bodyPr>
          <a:lstStyle>
            <a:lvl1pPr marL="0" indent="0" algn="ctr">
              <a:buNone/>
              <a:defRPr sz="5400" b="0">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Song Title</a:t>
            </a:r>
          </a:p>
        </p:txBody>
      </p:sp>
      <p:sp>
        <p:nvSpPr>
          <p:cNvPr id="11" name="Text Placeholder 24">
            <a:extLst>
              <a:ext uri="{FF2B5EF4-FFF2-40B4-BE49-F238E27FC236}">
                <a16:creationId xmlns:a16="http://schemas.microsoft.com/office/drawing/2014/main" id="{A7BCE0CD-B25C-4D83-A7A7-3860687B5A8A}"/>
              </a:ext>
            </a:extLst>
          </p:cNvPr>
          <p:cNvSpPr>
            <a:spLocks noGrp="1"/>
          </p:cNvSpPr>
          <p:nvPr userDrawn="1">
            <p:ph type="body" sz="quarter" idx="12" hasCustomPrompt="1"/>
          </p:nvPr>
        </p:nvSpPr>
        <p:spPr>
          <a:xfrm>
            <a:off x="1621945" y="4562723"/>
            <a:ext cx="3187315" cy="1072835"/>
          </a:xfrm>
          <a:prstGeom prst="rect">
            <a:avLst/>
          </a:prstGeom>
        </p:spPr>
        <p:txBody>
          <a:bodyPr tIns="91440" bIns="91440" anchor="ctr"/>
          <a:lstStyle>
            <a:lvl1pPr marL="0" indent="0" algn="ctr" defTabSz="914400">
              <a:buNone/>
              <a:defRPr sz="1600">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Credits</a:t>
            </a:r>
          </a:p>
        </p:txBody>
      </p:sp>
      <p:sp>
        <p:nvSpPr>
          <p:cNvPr id="13" name="Picture Placeholder 2">
            <a:extLst>
              <a:ext uri="{FF2B5EF4-FFF2-40B4-BE49-F238E27FC236}">
                <a16:creationId xmlns:a16="http://schemas.microsoft.com/office/drawing/2014/main" id="{3CC10419-886C-44EC-8B14-D3DE5367482C}"/>
              </a:ext>
            </a:extLst>
          </p:cNvPr>
          <p:cNvSpPr>
            <a:spLocks noGrp="1" noChangeAspect="1"/>
          </p:cNvSpPr>
          <p:nvPr userDrawn="1">
            <p:ph type="pic" sz="quarter" idx="14" hasCustomPrompt="1"/>
          </p:nvPr>
        </p:nvSpPr>
        <p:spPr>
          <a:xfrm>
            <a:off x="2629293" y="3705472"/>
            <a:ext cx="1188720" cy="405087"/>
          </a:xfrm>
          <a:prstGeom prst="roundRect">
            <a:avLst>
              <a:gd name="adj" fmla="val 50000"/>
            </a:avLst>
          </a:prstGeom>
        </p:spPr>
        <p:txBody>
          <a:bodyPr/>
          <a:lstStyle>
            <a:lvl1pPr>
              <a:defRPr sz="1800"/>
            </a:lvl1pPr>
          </a:lstStyle>
          <a:p>
            <a:r>
              <a:rPr lang="en-US" dirty="0"/>
              <a:t>Songbook</a:t>
            </a:r>
          </a:p>
        </p:txBody>
      </p:sp>
      <p:sp>
        <p:nvSpPr>
          <p:cNvPr id="34" name="Rectangle: Rounded Corners 33">
            <a:extLst>
              <a:ext uri="{FF2B5EF4-FFF2-40B4-BE49-F238E27FC236}">
                <a16:creationId xmlns:a16="http://schemas.microsoft.com/office/drawing/2014/main" id="{F0780372-4935-4986-90A4-48B55ED36F53}"/>
              </a:ext>
            </a:extLst>
          </p:cNvPr>
          <p:cNvSpPr/>
          <p:nvPr userDrawn="1"/>
        </p:nvSpPr>
        <p:spPr>
          <a:xfrm>
            <a:off x="5297681" y="4434006"/>
            <a:ext cx="3429000" cy="1828800"/>
          </a:xfrm>
          <a:prstGeom prst="roundRect">
            <a:avLst>
              <a:gd name="adj" fmla="val 9197"/>
            </a:avLst>
          </a:prstGeom>
          <a:solidFill>
            <a:schemeClr val="bg1">
              <a:alpha val="68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13203" rtl="0" eaLnBrk="1" fontAlgn="auto" latinLnBrk="0" hangingPunct="1">
              <a:lnSpc>
                <a:spcPct val="100000"/>
              </a:lnSpc>
              <a:spcBef>
                <a:spcPts val="0"/>
              </a:spcBef>
              <a:spcAft>
                <a:spcPts val="0"/>
              </a:spcAft>
              <a:buClrTx/>
              <a:buSzTx/>
              <a:buFontTx/>
              <a:buNone/>
              <a:tabLst/>
              <a:defRPr/>
            </a:pPr>
            <a:endParaRPr kumimoji="0" lang="en-US" sz="1404" b="0" i="0" u="none" strike="noStrike" kern="1200" cap="none" spc="0" normalizeH="0" baseline="0" noProof="0">
              <a:ln>
                <a:noFill/>
              </a:ln>
              <a:solidFill>
                <a:prstClr val="white"/>
              </a:solidFill>
              <a:effectLst/>
              <a:uLnTx/>
              <a:uFillTx/>
              <a:latin typeface="Calibri"/>
              <a:ea typeface="+mn-ea"/>
              <a:cs typeface="+mn-cs"/>
            </a:endParaRPr>
          </a:p>
        </p:txBody>
      </p:sp>
      <p:sp>
        <p:nvSpPr>
          <p:cNvPr id="35" name="Oval 34">
            <a:extLst>
              <a:ext uri="{FF2B5EF4-FFF2-40B4-BE49-F238E27FC236}">
                <a16:creationId xmlns:a16="http://schemas.microsoft.com/office/drawing/2014/main" id="{D32A558E-8BF8-4D5C-A2ED-BF3E28AEA0FA}"/>
              </a:ext>
            </a:extLst>
          </p:cNvPr>
          <p:cNvSpPr>
            <a:spLocks noChangeAspect="1"/>
          </p:cNvSpPr>
          <p:nvPr userDrawn="1"/>
        </p:nvSpPr>
        <p:spPr>
          <a:xfrm>
            <a:off x="5297681" y="914400"/>
            <a:ext cx="3427659" cy="3429000"/>
          </a:xfrm>
          <a:prstGeom prst="ellipse">
            <a:avLst/>
          </a:prstGeom>
          <a:solidFill>
            <a:schemeClr val="bg1">
              <a:alpha val="68000"/>
            </a:schemeClr>
          </a:solidFill>
          <a:ln>
            <a:noFill/>
          </a:ln>
        </p:spPr>
        <p:style>
          <a:lnRef idx="1">
            <a:schemeClr val="accent1"/>
          </a:lnRef>
          <a:fillRef idx="3">
            <a:schemeClr val="accent1"/>
          </a:fillRef>
          <a:effectRef idx="2">
            <a:schemeClr val="accent1"/>
          </a:effectRef>
          <a:fontRef idx="minor">
            <a:schemeClr val="lt1"/>
          </a:fontRef>
        </p:style>
        <p:txBody>
          <a:bodyPr lIns="90102" tIns="45031" rIns="90102" bIns="4503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6" name="Content Placeholder 14">
            <a:extLst>
              <a:ext uri="{FF2B5EF4-FFF2-40B4-BE49-F238E27FC236}">
                <a16:creationId xmlns:a16="http://schemas.microsoft.com/office/drawing/2014/main" id="{B78C6C9D-AB0C-44A1-A80F-156900B29323}"/>
              </a:ext>
            </a:extLst>
          </p:cNvPr>
          <p:cNvSpPr>
            <a:spLocks noGrp="1"/>
          </p:cNvSpPr>
          <p:nvPr>
            <p:ph sz="quarter" idx="34" hasCustomPrompt="1"/>
          </p:nvPr>
        </p:nvSpPr>
        <p:spPr>
          <a:xfrm>
            <a:off x="6223801" y="1137895"/>
            <a:ext cx="1575417" cy="755779"/>
          </a:xfrm>
          <a:prstGeom prst="rect">
            <a:avLst/>
          </a:prstGeom>
        </p:spPr>
        <p:txBody>
          <a:bodyPr/>
          <a:lstStyle>
            <a:lvl1pPr marL="0" indent="0" algn="ctr">
              <a:buNone/>
              <a:defRPr sz="5400" b="1">
                <a:solidFill>
                  <a:schemeClr val="bg2">
                    <a:lumMod val="50000"/>
                  </a:schemeClr>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123</a:t>
            </a:r>
          </a:p>
        </p:txBody>
      </p:sp>
      <p:sp>
        <p:nvSpPr>
          <p:cNvPr id="37" name="Text Placeholder 18">
            <a:extLst>
              <a:ext uri="{FF2B5EF4-FFF2-40B4-BE49-F238E27FC236}">
                <a16:creationId xmlns:a16="http://schemas.microsoft.com/office/drawing/2014/main" id="{923B6B27-F36B-4C3B-87FB-5C5FFD3F7578}"/>
              </a:ext>
            </a:extLst>
          </p:cNvPr>
          <p:cNvSpPr>
            <a:spLocks noGrp="1"/>
          </p:cNvSpPr>
          <p:nvPr>
            <p:ph type="body" sz="quarter" idx="35" hasCustomPrompt="1"/>
          </p:nvPr>
        </p:nvSpPr>
        <p:spPr>
          <a:xfrm>
            <a:off x="5425901" y="1893674"/>
            <a:ext cx="3171216" cy="1726511"/>
          </a:xfrm>
          <a:prstGeom prst="rect">
            <a:avLst/>
          </a:prstGeom>
        </p:spPr>
        <p:txBody>
          <a:bodyPr anchor="ctr">
            <a:noAutofit/>
          </a:bodyPr>
          <a:lstStyle>
            <a:lvl1pPr marL="0" indent="0" algn="ctr">
              <a:buNone/>
              <a:defRPr sz="5400" b="0">
                <a:solidFill>
                  <a:schemeClr val="bg2">
                    <a:lumMod val="50000"/>
                  </a:schemeClr>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Song Title</a:t>
            </a:r>
          </a:p>
        </p:txBody>
      </p:sp>
      <p:sp>
        <p:nvSpPr>
          <p:cNvPr id="38" name="Text Placeholder 24">
            <a:extLst>
              <a:ext uri="{FF2B5EF4-FFF2-40B4-BE49-F238E27FC236}">
                <a16:creationId xmlns:a16="http://schemas.microsoft.com/office/drawing/2014/main" id="{C8C2C615-3170-47DE-8512-40865D66E580}"/>
              </a:ext>
            </a:extLst>
          </p:cNvPr>
          <p:cNvSpPr>
            <a:spLocks noGrp="1"/>
          </p:cNvSpPr>
          <p:nvPr>
            <p:ph type="body" sz="quarter" idx="36" hasCustomPrompt="1"/>
          </p:nvPr>
        </p:nvSpPr>
        <p:spPr>
          <a:xfrm>
            <a:off x="5409801" y="4562723"/>
            <a:ext cx="3187315" cy="1072835"/>
          </a:xfrm>
          <a:prstGeom prst="rect">
            <a:avLst/>
          </a:prstGeom>
        </p:spPr>
        <p:txBody>
          <a:bodyPr tIns="91440" bIns="91440" anchor="ctr"/>
          <a:lstStyle>
            <a:lvl1pPr marL="0" indent="0" algn="ctr" defTabSz="914400">
              <a:buNone/>
              <a:defRPr sz="1600">
                <a:solidFill>
                  <a:schemeClr val="bg2">
                    <a:lumMod val="50000"/>
                  </a:schemeClr>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Credits</a:t>
            </a:r>
          </a:p>
        </p:txBody>
      </p:sp>
      <p:sp>
        <p:nvSpPr>
          <p:cNvPr id="39" name="Picture Placeholder 2">
            <a:extLst>
              <a:ext uri="{FF2B5EF4-FFF2-40B4-BE49-F238E27FC236}">
                <a16:creationId xmlns:a16="http://schemas.microsoft.com/office/drawing/2014/main" id="{72680DDC-CABF-48B8-87F5-81027DD804C5}"/>
              </a:ext>
            </a:extLst>
          </p:cNvPr>
          <p:cNvSpPr>
            <a:spLocks noGrp="1" noChangeAspect="1"/>
          </p:cNvSpPr>
          <p:nvPr>
            <p:ph type="pic" sz="quarter" idx="37" hasCustomPrompt="1"/>
          </p:nvPr>
        </p:nvSpPr>
        <p:spPr>
          <a:xfrm>
            <a:off x="6417149" y="3705472"/>
            <a:ext cx="1188720" cy="405087"/>
          </a:xfrm>
          <a:prstGeom prst="roundRect">
            <a:avLst>
              <a:gd name="adj" fmla="val 50000"/>
            </a:avLst>
          </a:prstGeom>
        </p:spPr>
        <p:txBody>
          <a:bodyPr/>
          <a:lstStyle>
            <a:lvl1pPr>
              <a:defRPr sz="1800"/>
            </a:lvl1pPr>
          </a:lstStyle>
          <a:p>
            <a:r>
              <a:rPr lang="en-US" dirty="0"/>
              <a:t>Songbook</a:t>
            </a:r>
          </a:p>
        </p:txBody>
      </p:sp>
      <p:sp>
        <p:nvSpPr>
          <p:cNvPr id="7" name="Rectangle: Rounded Corners 6">
            <a:extLst>
              <a:ext uri="{FF2B5EF4-FFF2-40B4-BE49-F238E27FC236}">
                <a16:creationId xmlns:a16="http://schemas.microsoft.com/office/drawing/2014/main" id="{AB894783-F693-4D2E-8A1B-FA967788E219}"/>
              </a:ext>
            </a:extLst>
          </p:cNvPr>
          <p:cNvSpPr/>
          <p:nvPr/>
        </p:nvSpPr>
        <p:spPr>
          <a:xfrm>
            <a:off x="6810375" y="218772"/>
            <a:ext cx="3048000" cy="547119"/>
          </a:xfrm>
          <a:prstGeom prst="roundRect">
            <a:avLst>
              <a:gd name="adj" fmla="val 50000"/>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13203" rtl="0" eaLnBrk="1" fontAlgn="auto" latinLnBrk="0" hangingPunct="1">
              <a:lnSpc>
                <a:spcPct val="100000"/>
              </a:lnSpc>
              <a:spcBef>
                <a:spcPts val="0"/>
              </a:spcBef>
              <a:spcAft>
                <a:spcPts val="0"/>
              </a:spcAft>
              <a:buClrTx/>
              <a:buSzTx/>
              <a:buFontTx/>
              <a:buNone/>
              <a:tabLst/>
              <a:defRPr/>
            </a:pPr>
            <a:endParaRPr kumimoji="0" lang="en-US" sz="1404" b="0" i="0" u="none" strike="noStrike" kern="1200" cap="none" spc="0" normalizeH="0" baseline="0" noProof="0">
              <a:ln>
                <a:noFill/>
              </a:ln>
              <a:solidFill>
                <a:prstClr val="white"/>
              </a:solidFill>
              <a:effectLst/>
              <a:uLnTx/>
              <a:uFillTx/>
              <a:latin typeface="Calibri"/>
              <a:ea typeface="+mn-ea"/>
              <a:cs typeface="+mn-cs"/>
            </a:endParaRPr>
          </a:p>
        </p:txBody>
      </p:sp>
      <p:pic>
        <p:nvPicPr>
          <p:cNvPr id="17" name="Logo English" descr="A picture containing drawing&#10;&#10;Description automatically generated">
            <a:extLst>
              <a:ext uri="{FF2B5EF4-FFF2-40B4-BE49-F238E27FC236}">
                <a16:creationId xmlns:a16="http://schemas.microsoft.com/office/drawing/2014/main" id="{5F04EE8A-BBA3-457C-AD98-DFC699D786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011511" y="286591"/>
            <a:ext cx="2056384" cy="420624"/>
          </a:xfrm>
          <a:prstGeom prst="rect">
            <a:avLst/>
          </a:prstGeom>
        </p:spPr>
      </p:pic>
      <p:sp>
        <p:nvSpPr>
          <p:cNvPr id="16" name="Content Placeholder 19">
            <a:extLst>
              <a:ext uri="{FF2B5EF4-FFF2-40B4-BE49-F238E27FC236}">
                <a16:creationId xmlns:a16="http://schemas.microsoft.com/office/drawing/2014/main" id="{DA3E7898-6FE8-49BD-972E-B3AAB18A3590}"/>
              </a:ext>
            </a:extLst>
          </p:cNvPr>
          <p:cNvSpPr>
            <a:spLocks noGrp="1"/>
          </p:cNvSpPr>
          <p:nvPr>
            <p:ph sz="quarter" idx="19"/>
          </p:nvPr>
        </p:nvSpPr>
        <p:spPr>
          <a:xfrm>
            <a:off x="-457200" y="182880"/>
            <a:ext cx="1463040" cy="5303520"/>
          </a:xfrm>
          <a:prstGeom prst="roundRect">
            <a:avLst>
              <a:gd name="adj" fmla="val 12503"/>
            </a:avLst>
          </a:prstGeom>
          <a:solidFill>
            <a:schemeClr val="bg1">
              <a:lumMod val="50000"/>
              <a:alpha val="50000"/>
            </a:schemeClr>
          </a:solidFill>
        </p:spPr>
        <p:txBody>
          <a:bodyPr/>
          <a:lstStyle>
            <a:lvl1pPr marL="0" indent="0">
              <a:buNone/>
              <a:defRPr/>
            </a:lvl1pPr>
          </a:lstStyle>
          <a:p>
            <a:pPr lvl="0"/>
            <a:endParaRPr lang="en-US" dirty="0"/>
          </a:p>
        </p:txBody>
      </p:sp>
      <p:sp>
        <p:nvSpPr>
          <p:cNvPr id="19" name="English Item 1">
            <a:extLst>
              <a:ext uri="{FF2B5EF4-FFF2-40B4-BE49-F238E27FC236}">
                <a16:creationId xmlns:a16="http://schemas.microsoft.com/office/drawing/2014/main" id="{DAB46348-1018-491D-8109-A2D1EB5C9234}"/>
              </a:ext>
            </a:extLst>
          </p:cNvPr>
          <p:cNvSpPr>
            <a:spLocks noGrp="1"/>
          </p:cNvSpPr>
          <p:nvPr>
            <p:ph type="body" sz="quarter" idx="20" hasCustomPrompt="1"/>
          </p:nvPr>
        </p:nvSpPr>
        <p:spPr>
          <a:xfrm>
            <a:off x="91440" y="274320"/>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1" name="English Item 2">
            <a:extLst>
              <a:ext uri="{FF2B5EF4-FFF2-40B4-BE49-F238E27FC236}">
                <a16:creationId xmlns:a16="http://schemas.microsoft.com/office/drawing/2014/main" id="{FD1503C4-4E9B-4535-9ADB-74FCEEC0BB1B}"/>
              </a:ext>
            </a:extLst>
          </p:cNvPr>
          <p:cNvSpPr>
            <a:spLocks noGrp="1"/>
          </p:cNvSpPr>
          <p:nvPr>
            <p:ph type="body" sz="quarter" idx="21" hasCustomPrompt="1"/>
          </p:nvPr>
        </p:nvSpPr>
        <p:spPr>
          <a:xfrm>
            <a:off x="91440" y="713232"/>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2" name="English Item 3">
            <a:extLst>
              <a:ext uri="{FF2B5EF4-FFF2-40B4-BE49-F238E27FC236}">
                <a16:creationId xmlns:a16="http://schemas.microsoft.com/office/drawing/2014/main" id="{DB3056AB-4519-4E2C-A0E8-6DDA4B3EC00E}"/>
              </a:ext>
            </a:extLst>
          </p:cNvPr>
          <p:cNvSpPr>
            <a:spLocks noGrp="1"/>
          </p:cNvSpPr>
          <p:nvPr>
            <p:ph type="body" sz="quarter" idx="22" hasCustomPrompt="1"/>
          </p:nvPr>
        </p:nvSpPr>
        <p:spPr>
          <a:xfrm>
            <a:off x="91440" y="1152144"/>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3" name="English Item 4">
            <a:extLst>
              <a:ext uri="{FF2B5EF4-FFF2-40B4-BE49-F238E27FC236}">
                <a16:creationId xmlns:a16="http://schemas.microsoft.com/office/drawing/2014/main" id="{9DF5592A-A77A-407C-9C9C-C27B164A1994}"/>
              </a:ext>
            </a:extLst>
          </p:cNvPr>
          <p:cNvSpPr>
            <a:spLocks noGrp="1"/>
          </p:cNvSpPr>
          <p:nvPr>
            <p:ph type="body" sz="quarter" idx="23" hasCustomPrompt="1"/>
          </p:nvPr>
        </p:nvSpPr>
        <p:spPr>
          <a:xfrm>
            <a:off x="52471" y="1588701"/>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4" name="English Item 5">
            <a:extLst>
              <a:ext uri="{FF2B5EF4-FFF2-40B4-BE49-F238E27FC236}">
                <a16:creationId xmlns:a16="http://schemas.microsoft.com/office/drawing/2014/main" id="{D3662E57-565C-4E45-98A4-8D8E3C3CB884}"/>
              </a:ext>
            </a:extLst>
          </p:cNvPr>
          <p:cNvSpPr>
            <a:spLocks noGrp="1"/>
          </p:cNvSpPr>
          <p:nvPr>
            <p:ph type="body" sz="quarter" idx="24" hasCustomPrompt="1"/>
          </p:nvPr>
        </p:nvSpPr>
        <p:spPr>
          <a:xfrm>
            <a:off x="52471" y="2025258"/>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5" name="English Item 6">
            <a:extLst>
              <a:ext uri="{FF2B5EF4-FFF2-40B4-BE49-F238E27FC236}">
                <a16:creationId xmlns:a16="http://schemas.microsoft.com/office/drawing/2014/main" id="{2578A92A-8EFF-4568-A06D-5779D2039703}"/>
              </a:ext>
            </a:extLst>
          </p:cNvPr>
          <p:cNvSpPr>
            <a:spLocks noGrp="1"/>
          </p:cNvSpPr>
          <p:nvPr>
            <p:ph type="body" sz="quarter" idx="25" hasCustomPrompt="1"/>
          </p:nvPr>
        </p:nvSpPr>
        <p:spPr>
          <a:xfrm>
            <a:off x="52471" y="2461815"/>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6" name="English Item 7">
            <a:extLst>
              <a:ext uri="{FF2B5EF4-FFF2-40B4-BE49-F238E27FC236}">
                <a16:creationId xmlns:a16="http://schemas.microsoft.com/office/drawing/2014/main" id="{179FB5E2-FBEE-4FBA-AF27-A94970BFC9B5}"/>
              </a:ext>
            </a:extLst>
          </p:cNvPr>
          <p:cNvSpPr>
            <a:spLocks noGrp="1"/>
          </p:cNvSpPr>
          <p:nvPr>
            <p:ph type="body" sz="quarter" idx="26" hasCustomPrompt="1"/>
          </p:nvPr>
        </p:nvSpPr>
        <p:spPr>
          <a:xfrm>
            <a:off x="52471" y="2898372"/>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7" name="English Item 8">
            <a:extLst>
              <a:ext uri="{FF2B5EF4-FFF2-40B4-BE49-F238E27FC236}">
                <a16:creationId xmlns:a16="http://schemas.microsoft.com/office/drawing/2014/main" id="{1919A087-2EFF-4E39-8037-C88FF7C955E5}"/>
              </a:ext>
            </a:extLst>
          </p:cNvPr>
          <p:cNvSpPr>
            <a:spLocks noGrp="1"/>
          </p:cNvSpPr>
          <p:nvPr>
            <p:ph type="body" sz="quarter" idx="27" hasCustomPrompt="1"/>
          </p:nvPr>
        </p:nvSpPr>
        <p:spPr>
          <a:xfrm>
            <a:off x="52471" y="3334929"/>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8" name="English Item 9">
            <a:extLst>
              <a:ext uri="{FF2B5EF4-FFF2-40B4-BE49-F238E27FC236}">
                <a16:creationId xmlns:a16="http://schemas.microsoft.com/office/drawing/2014/main" id="{85223DAC-0D1F-416B-A43F-A9D5C1090DD2}"/>
              </a:ext>
            </a:extLst>
          </p:cNvPr>
          <p:cNvSpPr>
            <a:spLocks noGrp="1"/>
          </p:cNvSpPr>
          <p:nvPr>
            <p:ph type="body" sz="quarter" idx="28" hasCustomPrompt="1"/>
          </p:nvPr>
        </p:nvSpPr>
        <p:spPr>
          <a:xfrm>
            <a:off x="52471" y="3771486"/>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9" name="English Item 10">
            <a:extLst>
              <a:ext uri="{FF2B5EF4-FFF2-40B4-BE49-F238E27FC236}">
                <a16:creationId xmlns:a16="http://schemas.microsoft.com/office/drawing/2014/main" id="{F0FBCD67-F549-44D1-96D7-28B74090A051}"/>
              </a:ext>
            </a:extLst>
          </p:cNvPr>
          <p:cNvSpPr>
            <a:spLocks noGrp="1"/>
          </p:cNvSpPr>
          <p:nvPr>
            <p:ph type="body" sz="quarter" idx="29" hasCustomPrompt="1"/>
          </p:nvPr>
        </p:nvSpPr>
        <p:spPr>
          <a:xfrm>
            <a:off x="52471" y="4208043"/>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30" name="English Item 11">
            <a:extLst>
              <a:ext uri="{FF2B5EF4-FFF2-40B4-BE49-F238E27FC236}">
                <a16:creationId xmlns:a16="http://schemas.microsoft.com/office/drawing/2014/main" id="{5975C85C-FCD3-42A6-9A9B-549D71818D8B}"/>
              </a:ext>
            </a:extLst>
          </p:cNvPr>
          <p:cNvSpPr>
            <a:spLocks noGrp="1"/>
          </p:cNvSpPr>
          <p:nvPr>
            <p:ph type="body" sz="quarter" idx="30" hasCustomPrompt="1"/>
          </p:nvPr>
        </p:nvSpPr>
        <p:spPr>
          <a:xfrm>
            <a:off x="52471" y="4644600"/>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31" name="English Item 12">
            <a:extLst>
              <a:ext uri="{FF2B5EF4-FFF2-40B4-BE49-F238E27FC236}">
                <a16:creationId xmlns:a16="http://schemas.microsoft.com/office/drawing/2014/main" id="{D48D47D7-CDC6-4F9D-8D1E-B02869DEECD7}"/>
              </a:ext>
            </a:extLst>
          </p:cNvPr>
          <p:cNvSpPr>
            <a:spLocks noGrp="1"/>
          </p:cNvSpPr>
          <p:nvPr>
            <p:ph type="body" sz="quarter" idx="31" hasCustomPrompt="1"/>
          </p:nvPr>
        </p:nvSpPr>
        <p:spPr>
          <a:xfrm>
            <a:off x="52471" y="5081157"/>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32" name="English Item 13">
            <a:extLst>
              <a:ext uri="{FF2B5EF4-FFF2-40B4-BE49-F238E27FC236}">
                <a16:creationId xmlns:a16="http://schemas.microsoft.com/office/drawing/2014/main" id="{BCDA842C-BD8E-4E94-AF28-9C14967890E1}"/>
              </a:ext>
            </a:extLst>
          </p:cNvPr>
          <p:cNvSpPr>
            <a:spLocks noGrp="1"/>
          </p:cNvSpPr>
          <p:nvPr>
            <p:ph type="body" sz="quarter" idx="32" hasCustomPrompt="1"/>
          </p:nvPr>
        </p:nvSpPr>
        <p:spPr>
          <a:xfrm>
            <a:off x="52471" y="5517714"/>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33" name="English Item 14">
            <a:extLst>
              <a:ext uri="{FF2B5EF4-FFF2-40B4-BE49-F238E27FC236}">
                <a16:creationId xmlns:a16="http://schemas.microsoft.com/office/drawing/2014/main" id="{04FB01CE-EC4A-4C58-8953-588F5230E1B6}"/>
              </a:ext>
            </a:extLst>
          </p:cNvPr>
          <p:cNvSpPr>
            <a:spLocks noGrp="1"/>
          </p:cNvSpPr>
          <p:nvPr>
            <p:ph type="body" sz="quarter" idx="33" hasCustomPrompt="1"/>
          </p:nvPr>
        </p:nvSpPr>
        <p:spPr>
          <a:xfrm>
            <a:off x="52471" y="5954271"/>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Tree>
    <p:extLst>
      <p:ext uri="{BB962C8B-B14F-4D97-AF65-F5344CB8AC3E}">
        <p14:creationId xmlns:p14="http://schemas.microsoft.com/office/powerpoint/2010/main" val="28072233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5529F06-736E-4BFB-B16E-7F73FD8319DA}"/>
              </a:ext>
            </a:extLst>
          </p:cNvPr>
          <p:cNvSpPr/>
          <p:nvPr userDrawn="1"/>
        </p:nvSpPr>
        <p:spPr>
          <a:xfrm>
            <a:off x="1508760" y="4434840"/>
            <a:ext cx="3429000" cy="1828800"/>
          </a:xfrm>
          <a:prstGeom prst="roundRect">
            <a:avLst>
              <a:gd name="adj" fmla="val 9197"/>
            </a:avLst>
          </a:prstGeom>
          <a:solidFill>
            <a:schemeClr val="bg1">
              <a:lumMod val="50000"/>
              <a:alpha val="68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13203" rtl="0" eaLnBrk="1" fontAlgn="auto" latinLnBrk="0" hangingPunct="1">
              <a:lnSpc>
                <a:spcPct val="100000"/>
              </a:lnSpc>
              <a:spcBef>
                <a:spcPts val="0"/>
              </a:spcBef>
              <a:spcAft>
                <a:spcPts val="0"/>
              </a:spcAft>
              <a:buClrTx/>
              <a:buSzTx/>
              <a:buFontTx/>
              <a:buNone/>
              <a:tabLst/>
              <a:defRPr/>
            </a:pPr>
            <a:endParaRPr kumimoji="0" lang="en-US" sz="1404" b="0" i="0" u="none" strike="noStrike" kern="1200" cap="none" spc="0" normalizeH="0" baseline="0" noProof="0">
              <a:ln>
                <a:noFill/>
              </a:ln>
              <a:solidFill>
                <a:prstClr val="white"/>
              </a:solidFill>
              <a:effectLst/>
              <a:uLnTx/>
              <a:uFillTx/>
              <a:latin typeface="Calibri"/>
              <a:ea typeface="+mn-ea"/>
              <a:cs typeface="+mn-cs"/>
            </a:endParaRPr>
          </a:p>
        </p:txBody>
      </p:sp>
      <p:sp>
        <p:nvSpPr>
          <p:cNvPr id="5" name="Oval 4">
            <a:extLst>
              <a:ext uri="{FF2B5EF4-FFF2-40B4-BE49-F238E27FC236}">
                <a16:creationId xmlns:a16="http://schemas.microsoft.com/office/drawing/2014/main" id="{9E0F68E9-2DB5-48BE-AA90-BCFC508DF7E3}"/>
              </a:ext>
            </a:extLst>
          </p:cNvPr>
          <p:cNvSpPr>
            <a:spLocks noChangeAspect="1"/>
          </p:cNvSpPr>
          <p:nvPr userDrawn="1"/>
        </p:nvSpPr>
        <p:spPr>
          <a:xfrm>
            <a:off x="1510101" y="914400"/>
            <a:ext cx="3427659" cy="3429000"/>
          </a:xfrm>
          <a:prstGeom prst="ellipse">
            <a:avLst/>
          </a:prstGeom>
          <a:solidFill>
            <a:schemeClr val="bg1">
              <a:lumMod val="50000"/>
              <a:alpha val="68000"/>
            </a:schemeClr>
          </a:solidFill>
          <a:ln>
            <a:noFill/>
          </a:ln>
        </p:spPr>
        <p:style>
          <a:lnRef idx="1">
            <a:schemeClr val="accent1"/>
          </a:lnRef>
          <a:fillRef idx="3">
            <a:schemeClr val="accent1"/>
          </a:fillRef>
          <a:effectRef idx="2">
            <a:schemeClr val="accent1"/>
          </a:effectRef>
          <a:fontRef idx="minor">
            <a:schemeClr val="lt1"/>
          </a:fontRef>
        </p:style>
        <p:txBody>
          <a:bodyPr lIns="90102" tIns="45031" rIns="90102" bIns="4503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Content Placeholder 14">
            <a:extLst>
              <a:ext uri="{FF2B5EF4-FFF2-40B4-BE49-F238E27FC236}">
                <a16:creationId xmlns:a16="http://schemas.microsoft.com/office/drawing/2014/main" id="{34CE8C7E-CA53-42EE-8BFA-DC58A9464CE1}"/>
              </a:ext>
            </a:extLst>
          </p:cNvPr>
          <p:cNvSpPr>
            <a:spLocks noGrp="1"/>
          </p:cNvSpPr>
          <p:nvPr userDrawn="1">
            <p:ph sz="quarter" idx="10" hasCustomPrompt="1"/>
          </p:nvPr>
        </p:nvSpPr>
        <p:spPr>
          <a:xfrm>
            <a:off x="2432304" y="1133856"/>
            <a:ext cx="1572768" cy="758952"/>
          </a:xfrm>
          <a:prstGeom prst="rect">
            <a:avLst/>
          </a:prstGeom>
        </p:spPr>
        <p:txBody>
          <a:bodyPr/>
          <a:lstStyle>
            <a:lvl1pPr marL="0" indent="0" algn="ctr">
              <a:buNone/>
              <a:defRPr sz="54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123</a:t>
            </a:r>
          </a:p>
        </p:txBody>
      </p:sp>
      <p:sp>
        <p:nvSpPr>
          <p:cNvPr id="10" name="Text Placeholder 18">
            <a:extLst>
              <a:ext uri="{FF2B5EF4-FFF2-40B4-BE49-F238E27FC236}">
                <a16:creationId xmlns:a16="http://schemas.microsoft.com/office/drawing/2014/main" id="{6D0F4AE8-8A19-4D36-8F60-2F19803DC92A}"/>
              </a:ext>
            </a:extLst>
          </p:cNvPr>
          <p:cNvSpPr>
            <a:spLocks noGrp="1"/>
          </p:cNvSpPr>
          <p:nvPr userDrawn="1">
            <p:ph type="body" sz="quarter" idx="11" hasCustomPrompt="1"/>
          </p:nvPr>
        </p:nvSpPr>
        <p:spPr>
          <a:xfrm>
            <a:off x="1636776" y="1892808"/>
            <a:ext cx="3172968" cy="1728216"/>
          </a:xfrm>
          <a:prstGeom prst="rect">
            <a:avLst/>
          </a:prstGeom>
        </p:spPr>
        <p:txBody>
          <a:bodyPr anchor="ctr">
            <a:normAutofit/>
          </a:bodyPr>
          <a:lstStyle>
            <a:lvl1pPr marL="0" indent="0" algn="ctr">
              <a:buNone/>
              <a:defRPr sz="6000" b="0">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Song Title</a:t>
            </a:r>
          </a:p>
        </p:txBody>
      </p:sp>
      <p:sp>
        <p:nvSpPr>
          <p:cNvPr id="11" name="Text Placeholder 24">
            <a:extLst>
              <a:ext uri="{FF2B5EF4-FFF2-40B4-BE49-F238E27FC236}">
                <a16:creationId xmlns:a16="http://schemas.microsoft.com/office/drawing/2014/main" id="{A7BCE0CD-B25C-4D83-A7A7-3860687B5A8A}"/>
              </a:ext>
            </a:extLst>
          </p:cNvPr>
          <p:cNvSpPr>
            <a:spLocks noGrp="1"/>
          </p:cNvSpPr>
          <p:nvPr userDrawn="1">
            <p:ph type="body" sz="quarter" idx="12" hasCustomPrompt="1"/>
          </p:nvPr>
        </p:nvSpPr>
        <p:spPr>
          <a:xfrm>
            <a:off x="1620881" y="4561745"/>
            <a:ext cx="3188863" cy="1069848"/>
          </a:xfrm>
          <a:prstGeom prst="rect">
            <a:avLst/>
          </a:prstGeom>
        </p:spPr>
        <p:txBody>
          <a:bodyPr tIns="91440" bIns="91440" anchor="ctr"/>
          <a:lstStyle>
            <a:lvl1pPr marL="0" indent="0" algn="ctr" defTabSz="914400">
              <a:buNone/>
              <a:defRPr sz="1600">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Credits</a:t>
            </a:r>
          </a:p>
        </p:txBody>
      </p:sp>
      <p:sp>
        <p:nvSpPr>
          <p:cNvPr id="13" name="Picture Placeholder 2">
            <a:extLst>
              <a:ext uri="{FF2B5EF4-FFF2-40B4-BE49-F238E27FC236}">
                <a16:creationId xmlns:a16="http://schemas.microsoft.com/office/drawing/2014/main" id="{3CC10419-886C-44EC-8B14-D3DE5367482C}"/>
              </a:ext>
            </a:extLst>
          </p:cNvPr>
          <p:cNvSpPr>
            <a:spLocks noGrp="1" noChangeAspect="1"/>
          </p:cNvSpPr>
          <p:nvPr userDrawn="1">
            <p:ph type="pic" sz="quarter" idx="14" hasCustomPrompt="1"/>
          </p:nvPr>
        </p:nvSpPr>
        <p:spPr>
          <a:xfrm>
            <a:off x="2628900" y="3703320"/>
            <a:ext cx="1188720" cy="405089"/>
          </a:xfrm>
          <a:prstGeom prst="roundRect">
            <a:avLst>
              <a:gd name="adj" fmla="val 50000"/>
            </a:avLst>
          </a:prstGeom>
        </p:spPr>
        <p:txBody>
          <a:bodyPr/>
          <a:lstStyle>
            <a:lvl1pPr>
              <a:defRPr sz="1800"/>
            </a:lvl1pPr>
          </a:lstStyle>
          <a:p>
            <a:r>
              <a:rPr lang="en-US" dirty="0"/>
              <a:t>Songbook</a:t>
            </a:r>
          </a:p>
        </p:txBody>
      </p:sp>
      <p:sp>
        <p:nvSpPr>
          <p:cNvPr id="16" name="Spanish Song Title">
            <a:extLst>
              <a:ext uri="{FF2B5EF4-FFF2-40B4-BE49-F238E27FC236}">
                <a16:creationId xmlns:a16="http://schemas.microsoft.com/office/drawing/2014/main" id="{8D76D5C2-4349-449E-9822-63CBEA493D4D}"/>
              </a:ext>
            </a:extLst>
          </p:cNvPr>
          <p:cNvSpPr>
            <a:spLocks noGrp="1"/>
          </p:cNvSpPr>
          <p:nvPr>
            <p:ph type="body" sz="quarter" idx="19" hasCustomPrompt="1"/>
          </p:nvPr>
        </p:nvSpPr>
        <p:spPr>
          <a:xfrm>
            <a:off x="1636776" y="1892808"/>
            <a:ext cx="3172968" cy="1728216"/>
          </a:xfrm>
          <a:prstGeom prst="rect">
            <a:avLst/>
          </a:prstGeom>
        </p:spPr>
        <p:txBody>
          <a:bodyPr anchor="ctr">
            <a:normAutofit/>
          </a:bodyPr>
          <a:lstStyle>
            <a:lvl1pPr marL="0" indent="0" algn="ctr">
              <a:buNone/>
              <a:defRPr sz="5400" b="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Song Title</a:t>
            </a:r>
          </a:p>
        </p:txBody>
      </p:sp>
      <p:sp>
        <p:nvSpPr>
          <p:cNvPr id="19" name="Spanish Credits">
            <a:extLst>
              <a:ext uri="{FF2B5EF4-FFF2-40B4-BE49-F238E27FC236}">
                <a16:creationId xmlns:a16="http://schemas.microsoft.com/office/drawing/2014/main" id="{21B48B08-B8D3-4A9E-9425-A65019C11707}"/>
              </a:ext>
            </a:extLst>
          </p:cNvPr>
          <p:cNvSpPr>
            <a:spLocks noGrp="1"/>
          </p:cNvSpPr>
          <p:nvPr>
            <p:ph type="body" sz="quarter" idx="20" hasCustomPrompt="1"/>
          </p:nvPr>
        </p:nvSpPr>
        <p:spPr>
          <a:xfrm>
            <a:off x="1620881" y="4557925"/>
            <a:ext cx="3191256" cy="1069848"/>
          </a:xfrm>
          <a:prstGeom prst="rect">
            <a:avLst/>
          </a:prstGeom>
        </p:spPr>
        <p:txBody>
          <a:bodyPr tIns="91440" bIns="91440" anchor="ctr"/>
          <a:lstStyle>
            <a:lvl1pPr marL="0" indent="0" algn="ctr" defTabSz="914400">
              <a:buNone/>
              <a:defRPr sz="1600">
                <a:solidFill>
                  <a:schemeClr val="bg1"/>
                </a:solidFill>
                <a:effectLst>
                  <a:outerShdw blurRad="38100" dist="38100" dir="2700000" algn="tl">
                    <a:srgbClr val="000000">
                      <a:alpha val="43137"/>
                    </a:srgbClr>
                  </a:outerShdw>
                </a:effectLst>
                <a:latin typeface="Alegreya Sans Light" panose="00000400000000000000" pitchFamily="50" charset="0"/>
              </a:defRPr>
            </a:lvl1pPr>
          </a:lstStyle>
          <a:p>
            <a:pPr lvl="0"/>
            <a:r>
              <a:rPr lang="en-US" dirty="0"/>
              <a:t>Credits</a:t>
            </a:r>
          </a:p>
        </p:txBody>
      </p:sp>
      <p:sp>
        <p:nvSpPr>
          <p:cNvPr id="52" name="Rectangle: Rounded Corners 51">
            <a:extLst>
              <a:ext uri="{FF2B5EF4-FFF2-40B4-BE49-F238E27FC236}">
                <a16:creationId xmlns:a16="http://schemas.microsoft.com/office/drawing/2014/main" id="{AF16D1EE-EA76-4798-9BA2-E283AC65E152}"/>
              </a:ext>
            </a:extLst>
          </p:cNvPr>
          <p:cNvSpPr/>
          <p:nvPr userDrawn="1"/>
        </p:nvSpPr>
        <p:spPr>
          <a:xfrm>
            <a:off x="5325039" y="4434840"/>
            <a:ext cx="3429000" cy="1828800"/>
          </a:xfrm>
          <a:prstGeom prst="roundRect">
            <a:avLst>
              <a:gd name="adj" fmla="val 9197"/>
            </a:avLst>
          </a:prstGeom>
          <a:solidFill>
            <a:schemeClr val="bg1">
              <a:alpha val="68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13203" rtl="0" eaLnBrk="1" fontAlgn="auto" latinLnBrk="0" hangingPunct="1">
              <a:lnSpc>
                <a:spcPct val="100000"/>
              </a:lnSpc>
              <a:spcBef>
                <a:spcPts val="0"/>
              </a:spcBef>
              <a:spcAft>
                <a:spcPts val="0"/>
              </a:spcAft>
              <a:buClrTx/>
              <a:buSzTx/>
              <a:buFontTx/>
              <a:buNone/>
              <a:tabLst/>
              <a:defRPr/>
            </a:pPr>
            <a:endParaRPr kumimoji="0" lang="en-US" sz="1404" b="0" i="0" u="none" strike="noStrike" kern="1200" cap="none" spc="0" normalizeH="0" baseline="0" noProof="0" dirty="0">
              <a:ln>
                <a:noFill/>
              </a:ln>
              <a:solidFill>
                <a:prstClr val="white"/>
              </a:solidFill>
              <a:effectLst/>
              <a:uLnTx/>
              <a:uFillTx/>
              <a:latin typeface="Calibri"/>
              <a:ea typeface="+mn-ea"/>
              <a:cs typeface="+mn-cs"/>
            </a:endParaRPr>
          </a:p>
        </p:txBody>
      </p:sp>
      <p:sp>
        <p:nvSpPr>
          <p:cNvPr id="53" name="Oval 52">
            <a:extLst>
              <a:ext uri="{FF2B5EF4-FFF2-40B4-BE49-F238E27FC236}">
                <a16:creationId xmlns:a16="http://schemas.microsoft.com/office/drawing/2014/main" id="{EA9284E6-FF08-4ECB-9879-D9D2A311384E}"/>
              </a:ext>
            </a:extLst>
          </p:cNvPr>
          <p:cNvSpPr>
            <a:spLocks noChangeAspect="1"/>
          </p:cNvSpPr>
          <p:nvPr userDrawn="1"/>
        </p:nvSpPr>
        <p:spPr>
          <a:xfrm>
            <a:off x="5326380" y="914400"/>
            <a:ext cx="3427659" cy="3429000"/>
          </a:xfrm>
          <a:prstGeom prst="ellipse">
            <a:avLst/>
          </a:prstGeom>
          <a:solidFill>
            <a:schemeClr val="bg1">
              <a:alpha val="68000"/>
            </a:schemeClr>
          </a:solidFill>
          <a:ln>
            <a:noFill/>
          </a:ln>
        </p:spPr>
        <p:style>
          <a:lnRef idx="1">
            <a:schemeClr val="accent1"/>
          </a:lnRef>
          <a:fillRef idx="3">
            <a:schemeClr val="accent1"/>
          </a:fillRef>
          <a:effectRef idx="2">
            <a:schemeClr val="accent1"/>
          </a:effectRef>
          <a:fontRef idx="minor">
            <a:schemeClr val="lt1"/>
          </a:fontRef>
        </p:style>
        <p:txBody>
          <a:bodyPr lIns="90102" tIns="45031" rIns="90102" bIns="4503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4" name="Content Placeholder 14">
            <a:extLst>
              <a:ext uri="{FF2B5EF4-FFF2-40B4-BE49-F238E27FC236}">
                <a16:creationId xmlns:a16="http://schemas.microsoft.com/office/drawing/2014/main" id="{680C9F90-3987-40CF-83E3-FF4C7FBF309B}"/>
              </a:ext>
            </a:extLst>
          </p:cNvPr>
          <p:cNvSpPr>
            <a:spLocks noGrp="1"/>
          </p:cNvSpPr>
          <p:nvPr>
            <p:ph sz="quarter" idx="52" hasCustomPrompt="1"/>
          </p:nvPr>
        </p:nvSpPr>
        <p:spPr>
          <a:xfrm>
            <a:off x="6248583" y="1133856"/>
            <a:ext cx="1572768" cy="758952"/>
          </a:xfrm>
          <a:prstGeom prst="rect">
            <a:avLst/>
          </a:prstGeom>
        </p:spPr>
        <p:txBody>
          <a:bodyPr/>
          <a:lstStyle>
            <a:lvl1pPr marL="0" indent="0" algn="ctr">
              <a:buNone/>
              <a:defRPr sz="5400" b="1">
                <a:solidFill>
                  <a:schemeClr val="bg2">
                    <a:lumMod val="50000"/>
                  </a:schemeClr>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123</a:t>
            </a:r>
          </a:p>
        </p:txBody>
      </p:sp>
      <p:sp>
        <p:nvSpPr>
          <p:cNvPr id="55" name="Text Placeholder 18">
            <a:extLst>
              <a:ext uri="{FF2B5EF4-FFF2-40B4-BE49-F238E27FC236}">
                <a16:creationId xmlns:a16="http://schemas.microsoft.com/office/drawing/2014/main" id="{3C99D6CA-D8DB-4320-ACDD-8B94E012E271}"/>
              </a:ext>
            </a:extLst>
          </p:cNvPr>
          <p:cNvSpPr>
            <a:spLocks noGrp="1"/>
          </p:cNvSpPr>
          <p:nvPr>
            <p:ph type="body" sz="quarter" idx="53" hasCustomPrompt="1"/>
          </p:nvPr>
        </p:nvSpPr>
        <p:spPr>
          <a:xfrm>
            <a:off x="5453055" y="1892808"/>
            <a:ext cx="3172968" cy="1728216"/>
          </a:xfrm>
          <a:prstGeom prst="rect">
            <a:avLst/>
          </a:prstGeom>
        </p:spPr>
        <p:txBody>
          <a:bodyPr anchor="ctr">
            <a:normAutofit/>
          </a:bodyPr>
          <a:lstStyle>
            <a:lvl1pPr marL="0" indent="0" algn="ctr">
              <a:buNone/>
              <a:defRPr sz="6000" b="0">
                <a:solidFill>
                  <a:schemeClr val="bg2">
                    <a:lumMod val="50000"/>
                  </a:schemeClr>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Song Title</a:t>
            </a:r>
          </a:p>
        </p:txBody>
      </p:sp>
      <p:sp>
        <p:nvSpPr>
          <p:cNvPr id="56" name="Text Placeholder 24">
            <a:extLst>
              <a:ext uri="{FF2B5EF4-FFF2-40B4-BE49-F238E27FC236}">
                <a16:creationId xmlns:a16="http://schemas.microsoft.com/office/drawing/2014/main" id="{9138FE83-618D-4272-8834-716F189F954B}"/>
              </a:ext>
            </a:extLst>
          </p:cNvPr>
          <p:cNvSpPr>
            <a:spLocks noGrp="1"/>
          </p:cNvSpPr>
          <p:nvPr>
            <p:ph type="body" sz="quarter" idx="54" hasCustomPrompt="1"/>
          </p:nvPr>
        </p:nvSpPr>
        <p:spPr>
          <a:xfrm>
            <a:off x="5437160" y="4561745"/>
            <a:ext cx="3188863" cy="1069848"/>
          </a:xfrm>
          <a:prstGeom prst="rect">
            <a:avLst/>
          </a:prstGeom>
        </p:spPr>
        <p:txBody>
          <a:bodyPr tIns="91440" bIns="91440" anchor="ctr"/>
          <a:lstStyle>
            <a:lvl1pPr marL="0" indent="0" algn="ctr" defTabSz="914400">
              <a:buNone/>
              <a:defRPr sz="1600">
                <a:solidFill>
                  <a:schemeClr val="bg2">
                    <a:lumMod val="50000"/>
                  </a:schemeClr>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Credits</a:t>
            </a:r>
          </a:p>
        </p:txBody>
      </p:sp>
      <p:sp>
        <p:nvSpPr>
          <p:cNvPr id="57" name="Picture Placeholder 2">
            <a:extLst>
              <a:ext uri="{FF2B5EF4-FFF2-40B4-BE49-F238E27FC236}">
                <a16:creationId xmlns:a16="http://schemas.microsoft.com/office/drawing/2014/main" id="{A6751229-0F07-4258-AC12-7264733748EE}"/>
              </a:ext>
            </a:extLst>
          </p:cNvPr>
          <p:cNvSpPr>
            <a:spLocks noGrp="1" noChangeAspect="1"/>
          </p:cNvSpPr>
          <p:nvPr>
            <p:ph type="pic" sz="quarter" idx="55" hasCustomPrompt="1"/>
          </p:nvPr>
        </p:nvSpPr>
        <p:spPr>
          <a:xfrm>
            <a:off x="6445179" y="3703320"/>
            <a:ext cx="1188720" cy="405089"/>
          </a:xfrm>
          <a:prstGeom prst="roundRect">
            <a:avLst>
              <a:gd name="adj" fmla="val 50000"/>
            </a:avLst>
          </a:prstGeom>
        </p:spPr>
        <p:txBody>
          <a:bodyPr/>
          <a:lstStyle>
            <a:lvl1pPr>
              <a:defRPr sz="1800"/>
            </a:lvl1pPr>
          </a:lstStyle>
          <a:p>
            <a:r>
              <a:rPr lang="en-US" dirty="0"/>
              <a:t>Songbook</a:t>
            </a:r>
          </a:p>
        </p:txBody>
      </p:sp>
      <p:sp>
        <p:nvSpPr>
          <p:cNvPr id="58" name="Spanish Song Title">
            <a:extLst>
              <a:ext uri="{FF2B5EF4-FFF2-40B4-BE49-F238E27FC236}">
                <a16:creationId xmlns:a16="http://schemas.microsoft.com/office/drawing/2014/main" id="{5F137CD4-9662-44E1-8A0A-FA693A95FA2B}"/>
              </a:ext>
            </a:extLst>
          </p:cNvPr>
          <p:cNvSpPr>
            <a:spLocks noGrp="1"/>
          </p:cNvSpPr>
          <p:nvPr>
            <p:ph type="body" sz="quarter" idx="56" hasCustomPrompt="1"/>
          </p:nvPr>
        </p:nvSpPr>
        <p:spPr>
          <a:xfrm>
            <a:off x="5453055" y="1892808"/>
            <a:ext cx="3172968" cy="1728216"/>
          </a:xfrm>
          <a:prstGeom prst="rect">
            <a:avLst/>
          </a:prstGeom>
        </p:spPr>
        <p:txBody>
          <a:bodyPr anchor="ctr">
            <a:normAutofit/>
          </a:bodyPr>
          <a:lstStyle>
            <a:lvl1pPr marL="0" indent="0" algn="ctr">
              <a:buNone/>
              <a:defRPr sz="5400" b="0">
                <a:solidFill>
                  <a:schemeClr val="bg2">
                    <a:lumMod val="50000"/>
                  </a:schemeClr>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Song Title</a:t>
            </a:r>
          </a:p>
        </p:txBody>
      </p:sp>
      <p:sp>
        <p:nvSpPr>
          <p:cNvPr id="59" name="Spanish Credits">
            <a:extLst>
              <a:ext uri="{FF2B5EF4-FFF2-40B4-BE49-F238E27FC236}">
                <a16:creationId xmlns:a16="http://schemas.microsoft.com/office/drawing/2014/main" id="{DF7C044A-038D-4782-B9EF-BE032880A942}"/>
              </a:ext>
            </a:extLst>
          </p:cNvPr>
          <p:cNvSpPr>
            <a:spLocks noGrp="1"/>
          </p:cNvSpPr>
          <p:nvPr>
            <p:ph type="body" sz="quarter" idx="57" hasCustomPrompt="1"/>
          </p:nvPr>
        </p:nvSpPr>
        <p:spPr>
          <a:xfrm>
            <a:off x="5437160" y="4557925"/>
            <a:ext cx="3191256" cy="1069848"/>
          </a:xfrm>
          <a:prstGeom prst="rect">
            <a:avLst/>
          </a:prstGeom>
        </p:spPr>
        <p:txBody>
          <a:bodyPr tIns="91440" bIns="91440" anchor="ctr"/>
          <a:lstStyle>
            <a:lvl1pPr marL="0" indent="0" algn="ctr" defTabSz="914400">
              <a:buNone/>
              <a:defRPr sz="1600">
                <a:solidFill>
                  <a:schemeClr val="bg2">
                    <a:lumMod val="50000"/>
                  </a:schemeClr>
                </a:solidFill>
                <a:effectLst>
                  <a:outerShdw blurRad="38100" dist="38100" dir="2700000" algn="tl">
                    <a:srgbClr val="000000">
                      <a:alpha val="43137"/>
                    </a:srgbClr>
                  </a:outerShdw>
                </a:effectLst>
                <a:latin typeface="Alegreya Sans Light" panose="00000400000000000000" pitchFamily="50" charset="0"/>
              </a:defRPr>
            </a:lvl1pPr>
          </a:lstStyle>
          <a:p>
            <a:pPr lvl="0"/>
            <a:r>
              <a:rPr lang="en-US" dirty="0"/>
              <a:t>Credits</a:t>
            </a:r>
          </a:p>
        </p:txBody>
      </p:sp>
      <p:sp>
        <p:nvSpPr>
          <p:cNvPr id="7" name="Rectangle: Rounded Corners 6">
            <a:extLst>
              <a:ext uri="{FF2B5EF4-FFF2-40B4-BE49-F238E27FC236}">
                <a16:creationId xmlns:a16="http://schemas.microsoft.com/office/drawing/2014/main" id="{AB894783-F693-4D2E-8A1B-FA967788E219}"/>
              </a:ext>
            </a:extLst>
          </p:cNvPr>
          <p:cNvSpPr/>
          <p:nvPr/>
        </p:nvSpPr>
        <p:spPr>
          <a:xfrm>
            <a:off x="6810375" y="218772"/>
            <a:ext cx="3048000" cy="547119"/>
          </a:xfrm>
          <a:prstGeom prst="roundRect">
            <a:avLst>
              <a:gd name="adj" fmla="val 50000"/>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13203" rtl="0" eaLnBrk="1" fontAlgn="auto" latinLnBrk="0" hangingPunct="1">
              <a:lnSpc>
                <a:spcPct val="100000"/>
              </a:lnSpc>
              <a:spcBef>
                <a:spcPts val="0"/>
              </a:spcBef>
              <a:spcAft>
                <a:spcPts val="0"/>
              </a:spcAft>
              <a:buClrTx/>
              <a:buSzTx/>
              <a:buFontTx/>
              <a:buNone/>
              <a:tabLst/>
              <a:defRPr/>
            </a:pPr>
            <a:endParaRPr kumimoji="0" lang="en-US" sz="1404" b="0" i="0" u="none" strike="noStrike" kern="1200" cap="none" spc="0" normalizeH="0" baseline="0" noProof="0">
              <a:ln>
                <a:noFill/>
              </a:ln>
              <a:solidFill>
                <a:prstClr val="white"/>
              </a:solidFill>
              <a:effectLst/>
              <a:uLnTx/>
              <a:uFillTx/>
              <a:latin typeface="Calibri"/>
              <a:ea typeface="+mn-ea"/>
              <a:cs typeface="+mn-cs"/>
            </a:endParaRPr>
          </a:p>
        </p:txBody>
      </p:sp>
      <p:pic>
        <p:nvPicPr>
          <p:cNvPr id="17" name="Logo English" descr="A picture containing drawing&#10;&#10;Description automatically generated">
            <a:extLst>
              <a:ext uri="{FF2B5EF4-FFF2-40B4-BE49-F238E27FC236}">
                <a16:creationId xmlns:a16="http://schemas.microsoft.com/office/drawing/2014/main" id="{5F04EE8A-BBA3-457C-AD98-DFC699D7862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011511" y="286591"/>
            <a:ext cx="2056384" cy="420624"/>
          </a:xfrm>
          <a:prstGeom prst="rect">
            <a:avLst/>
          </a:prstGeom>
        </p:spPr>
      </p:pic>
      <p:pic>
        <p:nvPicPr>
          <p:cNvPr id="8" name="Spanish Logo" descr="A picture containing window&#10;&#10;Description automatically generated">
            <a:extLst>
              <a:ext uri="{FF2B5EF4-FFF2-40B4-BE49-F238E27FC236}">
                <a16:creationId xmlns:a16="http://schemas.microsoft.com/office/drawing/2014/main" id="{CFEC77F2-AB56-4FCB-B825-7105F5DABAE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011511" y="288684"/>
            <a:ext cx="2056384" cy="420624"/>
          </a:xfrm>
          <a:prstGeom prst="rect">
            <a:avLst/>
          </a:prstGeom>
        </p:spPr>
      </p:pic>
      <p:pic>
        <p:nvPicPr>
          <p:cNvPr id="12" name="silence-10s">
            <a:hlinkClick r:id="" action="ppaction://media"/>
            <a:extLst>
              <a:ext uri="{FF2B5EF4-FFF2-40B4-BE49-F238E27FC236}">
                <a16:creationId xmlns:a16="http://schemas.microsoft.com/office/drawing/2014/main" id="{7A991DD0-CA10-4371-BD94-D3CD5DEFE12E}"/>
              </a:ext>
            </a:extLst>
          </p:cNvPr>
          <p:cNvPicPr>
            <a:picLocks noChangeAspect="1"/>
          </p:cNvPicPr>
          <p:nvPr userDrawn="1">
            <a:audioFile r:link="rId2"/>
            <p:extLst>
              <p:ext uri="{DAA4B4D4-6D71-4841-9C94-3DE7FCFB9230}">
                <p14:media xmlns:p14="http://schemas.microsoft.com/office/powerpoint/2010/main" r:embed="rId1">
                  <p14:bmkLst>
                    <p14:bmk name="Bookmark 1" time="5015.5102"/>
                    <p14:bmk name="Bookmark 2" time="10031.0204"/>
                  </p14:bmkLst>
                </p14:media>
              </p:ext>
            </p:extLst>
          </p:nvPr>
        </p:nvPicPr>
        <p:blipFill>
          <a:blip r:embed="rId6"/>
          <a:stretch>
            <a:fillRect/>
          </a:stretch>
        </p:blipFill>
        <p:spPr>
          <a:xfrm>
            <a:off x="6658258" y="4655772"/>
            <a:ext cx="609600" cy="609600"/>
          </a:xfrm>
          <a:prstGeom prst="rect">
            <a:avLst/>
          </a:prstGeom>
        </p:spPr>
      </p:pic>
      <p:sp>
        <p:nvSpPr>
          <p:cNvPr id="23" name="Content Placeholder 19">
            <a:extLst>
              <a:ext uri="{FF2B5EF4-FFF2-40B4-BE49-F238E27FC236}">
                <a16:creationId xmlns:a16="http://schemas.microsoft.com/office/drawing/2014/main" id="{89D02FA0-F85F-4F1D-86AA-2458D7268C92}"/>
              </a:ext>
            </a:extLst>
          </p:cNvPr>
          <p:cNvSpPr>
            <a:spLocks noGrp="1"/>
          </p:cNvSpPr>
          <p:nvPr>
            <p:ph sz="quarter" idx="23"/>
          </p:nvPr>
        </p:nvSpPr>
        <p:spPr>
          <a:xfrm>
            <a:off x="-457200" y="182880"/>
            <a:ext cx="1463040" cy="5303520"/>
          </a:xfrm>
          <a:prstGeom prst="roundRect">
            <a:avLst>
              <a:gd name="adj" fmla="val 12503"/>
            </a:avLst>
          </a:prstGeom>
          <a:solidFill>
            <a:schemeClr val="bg1">
              <a:lumMod val="50000"/>
              <a:alpha val="50000"/>
            </a:schemeClr>
          </a:solidFill>
        </p:spPr>
        <p:txBody>
          <a:bodyPr/>
          <a:lstStyle>
            <a:lvl1pPr marL="0" indent="0">
              <a:buNone/>
              <a:defRPr/>
            </a:lvl1pPr>
          </a:lstStyle>
          <a:p>
            <a:pPr lvl="0"/>
            <a:endParaRPr lang="en-US" dirty="0"/>
          </a:p>
        </p:txBody>
      </p:sp>
      <p:sp>
        <p:nvSpPr>
          <p:cNvPr id="24" name="Spanish Item 1">
            <a:extLst>
              <a:ext uri="{FF2B5EF4-FFF2-40B4-BE49-F238E27FC236}">
                <a16:creationId xmlns:a16="http://schemas.microsoft.com/office/drawing/2014/main" id="{50B7BC3F-B105-4E03-A4F7-CECC96739E8F}"/>
              </a:ext>
            </a:extLst>
          </p:cNvPr>
          <p:cNvSpPr>
            <a:spLocks noGrp="1"/>
          </p:cNvSpPr>
          <p:nvPr>
            <p:ph type="body" sz="quarter" idx="34" hasCustomPrompt="1"/>
          </p:nvPr>
        </p:nvSpPr>
        <p:spPr>
          <a:xfrm>
            <a:off x="1107881" y="286591"/>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25" name="Spanish Item 2">
            <a:extLst>
              <a:ext uri="{FF2B5EF4-FFF2-40B4-BE49-F238E27FC236}">
                <a16:creationId xmlns:a16="http://schemas.microsoft.com/office/drawing/2014/main" id="{3C01D79D-2FB0-453D-BCE3-99891FF92627}"/>
              </a:ext>
            </a:extLst>
          </p:cNvPr>
          <p:cNvSpPr>
            <a:spLocks noGrp="1"/>
          </p:cNvSpPr>
          <p:nvPr>
            <p:ph type="body" sz="quarter" idx="35" hasCustomPrompt="1"/>
          </p:nvPr>
        </p:nvSpPr>
        <p:spPr>
          <a:xfrm>
            <a:off x="1107881" y="725503"/>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26" name="Spanish Item 3">
            <a:extLst>
              <a:ext uri="{FF2B5EF4-FFF2-40B4-BE49-F238E27FC236}">
                <a16:creationId xmlns:a16="http://schemas.microsoft.com/office/drawing/2014/main" id="{7C519B3D-EC95-4704-9E64-9A04A7CAA540}"/>
              </a:ext>
            </a:extLst>
          </p:cNvPr>
          <p:cNvSpPr>
            <a:spLocks noGrp="1"/>
          </p:cNvSpPr>
          <p:nvPr>
            <p:ph type="body" sz="quarter" idx="36" hasCustomPrompt="1"/>
          </p:nvPr>
        </p:nvSpPr>
        <p:spPr>
          <a:xfrm>
            <a:off x="1107881" y="1164415"/>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27" name="Spanish Item 4">
            <a:extLst>
              <a:ext uri="{FF2B5EF4-FFF2-40B4-BE49-F238E27FC236}">
                <a16:creationId xmlns:a16="http://schemas.microsoft.com/office/drawing/2014/main" id="{33958D73-7E7B-4357-8511-E6EFEA0EF953}"/>
              </a:ext>
            </a:extLst>
          </p:cNvPr>
          <p:cNvSpPr>
            <a:spLocks noGrp="1"/>
          </p:cNvSpPr>
          <p:nvPr>
            <p:ph type="body" sz="quarter" idx="37" hasCustomPrompt="1"/>
          </p:nvPr>
        </p:nvSpPr>
        <p:spPr>
          <a:xfrm>
            <a:off x="1068912" y="1600972"/>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28" name="Spanish Item 5">
            <a:extLst>
              <a:ext uri="{FF2B5EF4-FFF2-40B4-BE49-F238E27FC236}">
                <a16:creationId xmlns:a16="http://schemas.microsoft.com/office/drawing/2014/main" id="{3C32C377-FE81-46AD-B5EA-CA83F2C50472}"/>
              </a:ext>
            </a:extLst>
          </p:cNvPr>
          <p:cNvSpPr>
            <a:spLocks noGrp="1"/>
          </p:cNvSpPr>
          <p:nvPr>
            <p:ph type="body" sz="quarter" idx="38" hasCustomPrompt="1"/>
          </p:nvPr>
        </p:nvSpPr>
        <p:spPr>
          <a:xfrm>
            <a:off x="1068912" y="2037529"/>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29" name="Spanish Item 6">
            <a:extLst>
              <a:ext uri="{FF2B5EF4-FFF2-40B4-BE49-F238E27FC236}">
                <a16:creationId xmlns:a16="http://schemas.microsoft.com/office/drawing/2014/main" id="{24E25697-1C79-4363-9138-ACA09C23160B}"/>
              </a:ext>
            </a:extLst>
          </p:cNvPr>
          <p:cNvSpPr>
            <a:spLocks noGrp="1"/>
          </p:cNvSpPr>
          <p:nvPr>
            <p:ph type="body" sz="quarter" idx="39" hasCustomPrompt="1"/>
          </p:nvPr>
        </p:nvSpPr>
        <p:spPr>
          <a:xfrm>
            <a:off x="1068912" y="2474086"/>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0" name="Spanish Item 7">
            <a:extLst>
              <a:ext uri="{FF2B5EF4-FFF2-40B4-BE49-F238E27FC236}">
                <a16:creationId xmlns:a16="http://schemas.microsoft.com/office/drawing/2014/main" id="{D962CC2E-FEE1-4122-A32D-46F76EACF228}"/>
              </a:ext>
            </a:extLst>
          </p:cNvPr>
          <p:cNvSpPr>
            <a:spLocks noGrp="1"/>
          </p:cNvSpPr>
          <p:nvPr>
            <p:ph type="body" sz="quarter" idx="40" hasCustomPrompt="1"/>
          </p:nvPr>
        </p:nvSpPr>
        <p:spPr>
          <a:xfrm>
            <a:off x="1068912" y="2910643"/>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1" name="Spanish Item 8">
            <a:extLst>
              <a:ext uri="{FF2B5EF4-FFF2-40B4-BE49-F238E27FC236}">
                <a16:creationId xmlns:a16="http://schemas.microsoft.com/office/drawing/2014/main" id="{A085EB3B-7641-446C-8E16-BEC58C3865D6}"/>
              </a:ext>
            </a:extLst>
          </p:cNvPr>
          <p:cNvSpPr>
            <a:spLocks noGrp="1"/>
          </p:cNvSpPr>
          <p:nvPr>
            <p:ph type="body" sz="quarter" idx="41" hasCustomPrompt="1"/>
          </p:nvPr>
        </p:nvSpPr>
        <p:spPr>
          <a:xfrm>
            <a:off x="1068912" y="3347200"/>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2" name="Spanish Item 9">
            <a:extLst>
              <a:ext uri="{FF2B5EF4-FFF2-40B4-BE49-F238E27FC236}">
                <a16:creationId xmlns:a16="http://schemas.microsoft.com/office/drawing/2014/main" id="{37976B9B-046C-4D80-BAE0-2370AF4F68A5}"/>
              </a:ext>
            </a:extLst>
          </p:cNvPr>
          <p:cNvSpPr>
            <a:spLocks noGrp="1"/>
          </p:cNvSpPr>
          <p:nvPr>
            <p:ph type="body" sz="quarter" idx="42" hasCustomPrompt="1"/>
          </p:nvPr>
        </p:nvSpPr>
        <p:spPr>
          <a:xfrm>
            <a:off x="1068912" y="3783757"/>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3" name="Spanish Item 10">
            <a:extLst>
              <a:ext uri="{FF2B5EF4-FFF2-40B4-BE49-F238E27FC236}">
                <a16:creationId xmlns:a16="http://schemas.microsoft.com/office/drawing/2014/main" id="{169CA6FA-929D-447C-8DCE-A9B9F0CEE8EF}"/>
              </a:ext>
            </a:extLst>
          </p:cNvPr>
          <p:cNvSpPr>
            <a:spLocks noGrp="1"/>
          </p:cNvSpPr>
          <p:nvPr>
            <p:ph type="body" sz="quarter" idx="43" hasCustomPrompt="1"/>
          </p:nvPr>
        </p:nvSpPr>
        <p:spPr>
          <a:xfrm>
            <a:off x="1068912" y="4220314"/>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4" name="Spanish Item 11">
            <a:extLst>
              <a:ext uri="{FF2B5EF4-FFF2-40B4-BE49-F238E27FC236}">
                <a16:creationId xmlns:a16="http://schemas.microsoft.com/office/drawing/2014/main" id="{52F8C99B-A5BF-4F67-A48F-01B4A300BF9F}"/>
              </a:ext>
            </a:extLst>
          </p:cNvPr>
          <p:cNvSpPr>
            <a:spLocks noGrp="1"/>
          </p:cNvSpPr>
          <p:nvPr>
            <p:ph type="body" sz="quarter" idx="44" hasCustomPrompt="1"/>
          </p:nvPr>
        </p:nvSpPr>
        <p:spPr>
          <a:xfrm>
            <a:off x="1068912" y="4656871"/>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5" name="Spanish Item 12">
            <a:extLst>
              <a:ext uri="{FF2B5EF4-FFF2-40B4-BE49-F238E27FC236}">
                <a16:creationId xmlns:a16="http://schemas.microsoft.com/office/drawing/2014/main" id="{D5BF7C34-69F1-4175-9B5A-5C2D94DD6F98}"/>
              </a:ext>
            </a:extLst>
          </p:cNvPr>
          <p:cNvSpPr>
            <a:spLocks noGrp="1"/>
          </p:cNvSpPr>
          <p:nvPr>
            <p:ph type="body" sz="quarter" idx="45" hasCustomPrompt="1"/>
          </p:nvPr>
        </p:nvSpPr>
        <p:spPr>
          <a:xfrm>
            <a:off x="1068912" y="5093428"/>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6" name="Spanish Item 13">
            <a:extLst>
              <a:ext uri="{FF2B5EF4-FFF2-40B4-BE49-F238E27FC236}">
                <a16:creationId xmlns:a16="http://schemas.microsoft.com/office/drawing/2014/main" id="{34F081F5-6A19-4F84-9A6A-56539870372D}"/>
              </a:ext>
            </a:extLst>
          </p:cNvPr>
          <p:cNvSpPr>
            <a:spLocks noGrp="1"/>
          </p:cNvSpPr>
          <p:nvPr>
            <p:ph type="body" sz="quarter" idx="46" hasCustomPrompt="1"/>
          </p:nvPr>
        </p:nvSpPr>
        <p:spPr>
          <a:xfrm>
            <a:off x="1068912" y="5529985"/>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7" name="Spanish Item 14">
            <a:extLst>
              <a:ext uri="{FF2B5EF4-FFF2-40B4-BE49-F238E27FC236}">
                <a16:creationId xmlns:a16="http://schemas.microsoft.com/office/drawing/2014/main" id="{0B11674E-C139-4CA1-A2EA-2EDE74E53DFA}"/>
              </a:ext>
            </a:extLst>
          </p:cNvPr>
          <p:cNvSpPr>
            <a:spLocks noGrp="1"/>
          </p:cNvSpPr>
          <p:nvPr>
            <p:ph type="body" sz="quarter" idx="47" hasCustomPrompt="1"/>
          </p:nvPr>
        </p:nvSpPr>
        <p:spPr>
          <a:xfrm>
            <a:off x="1068912" y="5966542"/>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8" name="English Item 1">
            <a:extLst>
              <a:ext uri="{FF2B5EF4-FFF2-40B4-BE49-F238E27FC236}">
                <a16:creationId xmlns:a16="http://schemas.microsoft.com/office/drawing/2014/main" id="{64511456-FC51-47DD-BFD0-4943429CABE3}"/>
              </a:ext>
            </a:extLst>
          </p:cNvPr>
          <p:cNvSpPr>
            <a:spLocks noGrp="1"/>
          </p:cNvSpPr>
          <p:nvPr>
            <p:ph type="body" sz="quarter" idx="48" hasCustomPrompt="1"/>
          </p:nvPr>
        </p:nvSpPr>
        <p:spPr>
          <a:xfrm>
            <a:off x="91440" y="274320"/>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39" name="English Item 2">
            <a:extLst>
              <a:ext uri="{FF2B5EF4-FFF2-40B4-BE49-F238E27FC236}">
                <a16:creationId xmlns:a16="http://schemas.microsoft.com/office/drawing/2014/main" id="{77FFD70F-11D8-4F0B-9C11-71C2BC7F3339}"/>
              </a:ext>
            </a:extLst>
          </p:cNvPr>
          <p:cNvSpPr>
            <a:spLocks noGrp="1"/>
          </p:cNvSpPr>
          <p:nvPr>
            <p:ph type="body" sz="quarter" idx="49" hasCustomPrompt="1"/>
          </p:nvPr>
        </p:nvSpPr>
        <p:spPr>
          <a:xfrm>
            <a:off x="91440" y="713232"/>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0" name="English Item 3">
            <a:extLst>
              <a:ext uri="{FF2B5EF4-FFF2-40B4-BE49-F238E27FC236}">
                <a16:creationId xmlns:a16="http://schemas.microsoft.com/office/drawing/2014/main" id="{F87C32C9-B3F7-4468-9E26-D649E1154BC2}"/>
              </a:ext>
            </a:extLst>
          </p:cNvPr>
          <p:cNvSpPr>
            <a:spLocks noGrp="1"/>
          </p:cNvSpPr>
          <p:nvPr>
            <p:ph type="body" sz="quarter" idx="50" hasCustomPrompt="1"/>
          </p:nvPr>
        </p:nvSpPr>
        <p:spPr>
          <a:xfrm>
            <a:off x="91440" y="1152144"/>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1" name="English Item 4">
            <a:extLst>
              <a:ext uri="{FF2B5EF4-FFF2-40B4-BE49-F238E27FC236}">
                <a16:creationId xmlns:a16="http://schemas.microsoft.com/office/drawing/2014/main" id="{25544223-978A-496C-AFE7-E04E9DD3B1E4}"/>
              </a:ext>
            </a:extLst>
          </p:cNvPr>
          <p:cNvSpPr>
            <a:spLocks noGrp="1"/>
          </p:cNvSpPr>
          <p:nvPr>
            <p:ph type="body" sz="quarter" idx="51" hasCustomPrompt="1"/>
          </p:nvPr>
        </p:nvSpPr>
        <p:spPr>
          <a:xfrm>
            <a:off x="52471" y="1588701"/>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2" name="English Item 5">
            <a:extLst>
              <a:ext uri="{FF2B5EF4-FFF2-40B4-BE49-F238E27FC236}">
                <a16:creationId xmlns:a16="http://schemas.microsoft.com/office/drawing/2014/main" id="{70142A18-F862-4599-B43A-74683EE03740}"/>
              </a:ext>
            </a:extLst>
          </p:cNvPr>
          <p:cNvSpPr>
            <a:spLocks noGrp="1"/>
          </p:cNvSpPr>
          <p:nvPr>
            <p:ph type="body" sz="quarter" idx="24" hasCustomPrompt="1"/>
          </p:nvPr>
        </p:nvSpPr>
        <p:spPr>
          <a:xfrm>
            <a:off x="52471" y="2025258"/>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3" name="English Item 6">
            <a:extLst>
              <a:ext uri="{FF2B5EF4-FFF2-40B4-BE49-F238E27FC236}">
                <a16:creationId xmlns:a16="http://schemas.microsoft.com/office/drawing/2014/main" id="{FB224DD5-2774-4F12-B0B6-28C7446947A5}"/>
              </a:ext>
            </a:extLst>
          </p:cNvPr>
          <p:cNvSpPr>
            <a:spLocks noGrp="1"/>
          </p:cNvSpPr>
          <p:nvPr>
            <p:ph type="body" sz="quarter" idx="25" hasCustomPrompt="1"/>
          </p:nvPr>
        </p:nvSpPr>
        <p:spPr>
          <a:xfrm>
            <a:off x="52471" y="2461815"/>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4" name="English Item 7">
            <a:extLst>
              <a:ext uri="{FF2B5EF4-FFF2-40B4-BE49-F238E27FC236}">
                <a16:creationId xmlns:a16="http://schemas.microsoft.com/office/drawing/2014/main" id="{3C792080-92A6-4656-99EF-B192654536F3}"/>
              </a:ext>
            </a:extLst>
          </p:cNvPr>
          <p:cNvSpPr>
            <a:spLocks noGrp="1"/>
          </p:cNvSpPr>
          <p:nvPr>
            <p:ph type="body" sz="quarter" idx="26" hasCustomPrompt="1"/>
          </p:nvPr>
        </p:nvSpPr>
        <p:spPr>
          <a:xfrm>
            <a:off x="52471" y="2898372"/>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5" name="English Item 8">
            <a:extLst>
              <a:ext uri="{FF2B5EF4-FFF2-40B4-BE49-F238E27FC236}">
                <a16:creationId xmlns:a16="http://schemas.microsoft.com/office/drawing/2014/main" id="{43990215-9E95-4F3F-A512-2C8388A8E1C0}"/>
              </a:ext>
            </a:extLst>
          </p:cNvPr>
          <p:cNvSpPr>
            <a:spLocks noGrp="1"/>
          </p:cNvSpPr>
          <p:nvPr>
            <p:ph type="body" sz="quarter" idx="27" hasCustomPrompt="1"/>
          </p:nvPr>
        </p:nvSpPr>
        <p:spPr>
          <a:xfrm>
            <a:off x="52471" y="3334929"/>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6" name="English Item 9">
            <a:extLst>
              <a:ext uri="{FF2B5EF4-FFF2-40B4-BE49-F238E27FC236}">
                <a16:creationId xmlns:a16="http://schemas.microsoft.com/office/drawing/2014/main" id="{C9AF262B-0E8B-401A-911E-4903359CE8F1}"/>
              </a:ext>
            </a:extLst>
          </p:cNvPr>
          <p:cNvSpPr>
            <a:spLocks noGrp="1"/>
          </p:cNvSpPr>
          <p:nvPr>
            <p:ph type="body" sz="quarter" idx="28" hasCustomPrompt="1"/>
          </p:nvPr>
        </p:nvSpPr>
        <p:spPr>
          <a:xfrm>
            <a:off x="52471" y="3771486"/>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7" name="English Item 10">
            <a:extLst>
              <a:ext uri="{FF2B5EF4-FFF2-40B4-BE49-F238E27FC236}">
                <a16:creationId xmlns:a16="http://schemas.microsoft.com/office/drawing/2014/main" id="{C48066A8-CD95-44E1-B350-279359E486D8}"/>
              </a:ext>
            </a:extLst>
          </p:cNvPr>
          <p:cNvSpPr>
            <a:spLocks noGrp="1"/>
          </p:cNvSpPr>
          <p:nvPr>
            <p:ph type="body" sz="quarter" idx="29" hasCustomPrompt="1"/>
          </p:nvPr>
        </p:nvSpPr>
        <p:spPr>
          <a:xfrm>
            <a:off x="52471" y="4208043"/>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8" name="English Item 11">
            <a:extLst>
              <a:ext uri="{FF2B5EF4-FFF2-40B4-BE49-F238E27FC236}">
                <a16:creationId xmlns:a16="http://schemas.microsoft.com/office/drawing/2014/main" id="{3BDF1151-7B7E-4F3C-A872-C2120EC76A32}"/>
              </a:ext>
            </a:extLst>
          </p:cNvPr>
          <p:cNvSpPr>
            <a:spLocks noGrp="1"/>
          </p:cNvSpPr>
          <p:nvPr>
            <p:ph type="body" sz="quarter" idx="30" hasCustomPrompt="1"/>
          </p:nvPr>
        </p:nvSpPr>
        <p:spPr>
          <a:xfrm>
            <a:off x="52471" y="4644600"/>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9" name="English Item 12">
            <a:extLst>
              <a:ext uri="{FF2B5EF4-FFF2-40B4-BE49-F238E27FC236}">
                <a16:creationId xmlns:a16="http://schemas.microsoft.com/office/drawing/2014/main" id="{9330F07F-E095-4B99-B3F0-D000A080368B}"/>
              </a:ext>
            </a:extLst>
          </p:cNvPr>
          <p:cNvSpPr>
            <a:spLocks noGrp="1"/>
          </p:cNvSpPr>
          <p:nvPr>
            <p:ph type="body" sz="quarter" idx="31" hasCustomPrompt="1"/>
          </p:nvPr>
        </p:nvSpPr>
        <p:spPr>
          <a:xfrm>
            <a:off x="52471" y="5081157"/>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50" name="English Item 13">
            <a:extLst>
              <a:ext uri="{FF2B5EF4-FFF2-40B4-BE49-F238E27FC236}">
                <a16:creationId xmlns:a16="http://schemas.microsoft.com/office/drawing/2014/main" id="{85021B58-4CDE-4E99-8A7B-ACF14CB48BE4}"/>
              </a:ext>
            </a:extLst>
          </p:cNvPr>
          <p:cNvSpPr>
            <a:spLocks noGrp="1"/>
          </p:cNvSpPr>
          <p:nvPr>
            <p:ph type="body" sz="quarter" idx="32" hasCustomPrompt="1"/>
          </p:nvPr>
        </p:nvSpPr>
        <p:spPr>
          <a:xfrm>
            <a:off x="52471" y="5517714"/>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51" name="English Item 14">
            <a:extLst>
              <a:ext uri="{FF2B5EF4-FFF2-40B4-BE49-F238E27FC236}">
                <a16:creationId xmlns:a16="http://schemas.microsoft.com/office/drawing/2014/main" id="{D7BF4D17-421D-4CBB-B002-3920B96C33DB}"/>
              </a:ext>
            </a:extLst>
          </p:cNvPr>
          <p:cNvSpPr>
            <a:spLocks noGrp="1"/>
          </p:cNvSpPr>
          <p:nvPr>
            <p:ph type="body" sz="quarter" idx="33" hasCustomPrompt="1"/>
          </p:nvPr>
        </p:nvSpPr>
        <p:spPr>
          <a:xfrm>
            <a:off x="52471" y="5954271"/>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Tree>
    <p:extLst>
      <p:ext uri="{BB962C8B-B14F-4D97-AF65-F5344CB8AC3E}">
        <p14:creationId xmlns:p14="http://schemas.microsoft.com/office/powerpoint/2010/main" val="32782060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3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12"/>
                    </p:tgtEl>
                  </p:cMediaNode>
                </p:audio>
                <p:seq concurrent="1" nextAc="seek">
                  <p:cTn id="8" restart="whenNotActive" fill="hold" evtFilter="cancelBubble" nodeType="interactiveSeq">
                    <p:stCondLst>
                      <p:cond evt="onMediaBookmark" delay="0">
                        <p:tgtEl>
                          <p14:bmkTgt spid="12" bmkName="Bookmark 1"/>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9">
                                                <p:txEl>
                                                  <p:pRg st="0" end="0"/>
                                                </p:txEl>
                                              </p:spTgt>
                                            </p:tgtEl>
                                            <p:attrNameLst>
                                              <p:attrName>style.visibility</p:attrName>
                                            </p:attrNameLst>
                                          </p:cBhvr>
                                          <p:to>
                                            <p:strVal val="visible"/>
                                          </p:to>
                                        </p:set>
                                        <p:animEffect transition="in" filter="fade">
                                          <p:cBhvr>
                                            <p:cTn id="16" dur="1000"/>
                                            <p:tgtEl>
                                              <p:spTgt spid="19">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xEl>
                                                  <p:pRg st="0" end="0"/>
                                                </p:txEl>
                                              </p:spTgt>
                                            </p:tgtEl>
                                            <p:attrNameLst>
                                              <p:attrName>style.visibility</p:attrName>
                                            </p:attrNameLst>
                                          </p:cBhvr>
                                          <p:to>
                                            <p:strVal val="visible"/>
                                          </p:to>
                                        </p:set>
                                        <p:animEffect transition="in" filter="fade">
                                          <p:cBhvr>
                                            <p:cTn id="19" dur="1000"/>
                                            <p:tgtEl>
                                              <p:spTgt spid="16">
                                                <p:txEl>
                                                  <p:pRg st="0" end="0"/>
                                                </p:txEl>
                                              </p:spTgt>
                                            </p:tgtEl>
                                          </p:cBhvr>
                                        </p:animEffect>
                                      </p:childTnLst>
                                    </p:cTn>
                                  </p:par>
                                  <p:par>
                                    <p:cTn id="20" presetID="10" presetClass="exit" presetSubtype="0" fill="hold" nodeType="withEffect">
                                      <p:stCondLst>
                                        <p:cond delay="0"/>
                                      </p:stCondLst>
                                      <p:childTnLst>
                                        <p:animEffect transition="out" filter="fade">
                                          <p:cBhvr>
                                            <p:cTn id="21" dur="1000"/>
                                            <p:tgtEl>
                                              <p:spTgt spid="17"/>
                                            </p:tgtEl>
                                          </p:cBhvr>
                                        </p:animEffect>
                                        <p:set>
                                          <p:cBhvr>
                                            <p:cTn id="22" dur="1" fill="hold">
                                              <p:stCondLst>
                                                <p:cond delay="999"/>
                                              </p:stCondLst>
                                            </p:cTn>
                                            <p:tgtEl>
                                              <p:spTgt spid="17"/>
                                            </p:tgtEl>
                                            <p:attrNameLst>
                                              <p:attrName>style.visibility</p:attrName>
                                            </p:attrNameLst>
                                          </p:cBhvr>
                                          <p:to>
                                            <p:strVal val="hidden"/>
                                          </p:to>
                                        </p:set>
                                      </p:childTnLst>
                                    </p:cTn>
                                  </p:par>
                                  <p:par>
                                    <p:cTn id="23" presetID="10" presetClass="exit" presetSubtype="0" fill="hold" grpId="0" nodeType="withEffect">
                                      <p:stCondLst>
                                        <p:cond delay="0"/>
                                      </p:stCondLst>
                                      <p:childTnLst>
                                        <p:animEffect transition="out" filter="fade">
                                          <p:cBhvr>
                                            <p:cTn id="24" dur="1000"/>
                                            <p:tgtEl>
                                              <p:spTgt spid="11">
                                                <p:txEl>
                                                  <p:pRg st="0" end="0"/>
                                                </p:txEl>
                                              </p:spTgt>
                                            </p:tgtEl>
                                          </p:cBhvr>
                                        </p:animEffect>
                                        <p:set>
                                          <p:cBhvr>
                                            <p:cTn id="25" dur="1" fill="hold">
                                              <p:stCondLst>
                                                <p:cond delay="999"/>
                                              </p:stCondLst>
                                            </p:cTn>
                                            <p:tgtEl>
                                              <p:spTgt spid="11">
                                                <p:txEl>
                                                  <p:pRg st="0" end="0"/>
                                                </p:txEl>
                                              </p:spTgt>
                                            </p:tgtEl>
                                            <p:attrNameLst>
                                              <p:attrName>style.visibility</p:attrName>
                                            </p:attrNameLst>
                                          </p:cBhvr>
                                          <p:to>
                                            <p:strVal val="hidden"/>
                                          </p:to>
                                        </p:set>
                                      </p:childTnLst>
                                    </p:cTn>
                                  </p:par>
                                  <p:par>
                                    <p:cTn id="26" presetID="10" presetClass="exit" presetSubtype="0" fill="hold" grpId="0" nodeType="withEffect">
                                      <p:stCondLst>
                                        <p:cond delay="0"/>
                                      </p:stCondLst>
                                      <p:childTnLst>
                                        <p:animEffect transition="out" filter="fade">
                                          <p:cBhvr>
                                            <p:cTn id="27" dur="1000"/>
                                            <p:tgtEl>
                                              <p:spTgt spid="10">
                                                <p:txEl>
                                                  <p:pRg st="0" end="0"/>
                                                </p:txEl>
                                              </p:spTgt>
                                            </p:tgtEl>
                                          </p:cBhvr>
                                        </p:animEffect>
                                        <p:set>
                                          <p:cBhvr>
                                            <p:cTn id="28" dur="1" fill="hold">
                                              <p:stCondLst>
                                                <p:cond delay="999"/>
                                              </p:stCondLst>
                                            </p:cTn>
                                            <p:tgtEl>
                                              <p:spTgt spid="10">
                                                <p:txEl>
                                                  <p:pRg st="0" end="0"/>
                                                </p:txEl>
                                              </p:spTgt>
                                            </p:tgtEl>
                                            <p:attrNameLst>
                                              <p:attrName>style.visibility</p:attrName>
                                            </p:attrNameLst>
                                          </p:cBhvr>
                                          <p:to>
                                            <p:strVal val="hidden"/>
                                          </p:to>
                                        </p:set>
                                      </p:childTnLst>
                                    </p:cTn>
                                  </p:par>
                                  <p:par>
                                    <p:cTn id="29" presetID="10" presetClass="exit" presetSubtype="0" fill="hold" grpId="0" nodeType="withEffect">
                                      <p:stCondLst>
                                        <p:cond delay="0"/>
                                      </p:stCondLst>
                                      <p:childTnLst>
                                        <p:animEffect transition="out" filter="fade">
                                          <p:cBhvr>
                                            <p:cTn id="30" dur="1000"/>
                                            <p:tgtEl>
                                              <p:spTgt spid="38"/>
                                            </p:tgtEl>
                                          </p:cBhvr>
                                        </p:animEffect>
                                        <p:set>
                                          <p:cBhvr>
                                            <p:cTn id="31" dur="1" fill="hold">
                                              <p:stCondLst>
                                                <p:cond delay="999"/>
                                              </p:stCondLst>
                                            </p:cTn>
                                            <p:tgtEl>
                                              <p:spTgt spid="38"/>
                                            </p:tgtEl>
                                            <p:attrNameLst>
                                              <p:attrName>style.visibility</p:attrName>
                                            </p:attrNameLst>
                                          </p:cBhvr>
                                          <p:to>
                                            <p:strVal val="hidden"/>
                                          </p:to>
                                        </p:set>
                                      </p:childTnLst>
                                    </p:cTn>
                                  </p:par>
                                  <p:par>
                                    <p:cTn id="32" presetID="10" presetClass="exit" presetSubtype="0" fill="hold" grpId="0" nodeType="withEffect">
                                      <p:stCondLst>
                                        <p:cond delay="0"/>
                                      </p:stCondLst>
                                      <p:childTnLst>
                                        <p:animEffect transition="out" filter="fade">
                                          <p:cBhvr>
                                            <p:cTn id="33" dur="1000"/>
                                            <p:tgtEl>
                                              <p:spTgt spid="39"/>
                                            </p:tgtEl>
                                          </p:cBhvr>
                                        </p:animEffect>
                                        <p:set>
                                          <p:cBhvr>
                                            <p:cTn id="34" dur="1" fill="hold">
                                              <p:stCondLst>
                                                <p:cond delay="999"/>
                                              </p:stCondLst>
                                            </p:cTn>
                                            <p:tgtEl>
                                              <p:spTgt spid="39"/>
                                            </p:tgtEl>
                                            <p:attrNameLst>
                                              <p:attrName>style.visibility</p:attrName>
                                            </p:attrNameLst>
                                          </p:cBhvr>
                                          <p:to>
                                            <p:strVal val="hidden"/>
                                          </p:to>
                                        </p:set>
                                      </p:childTnLst>
                                    </p:cTn>
                                  </p:par>
                                  <p:par>
                                    <p:cTn id="35" presetID="10" presetClass="exit" presetSubtype="0" fill="hold" grpId="0" nodeType="withEffect">
                                      <p:stCondLst>
                                        <p:cond delay="0"/>
                                      </p:stCondLst>
                                      <p:childTnLst>
                                        <p:animEffect transition="out" filter="fade">
                                          <p:cBhvr>
                                            <p:cTn id="36" dur="1000"/>
                                            <p:tgtEl>
                                              <p:spTgt spid="40"/>
                                            </p:tgtEl>
                                          </p:cBhvr>
                                        </p:animEffect>
                                        <p:set>
                                          <p:cBhvr>
                                            <p:cTn id="37" dur="1" fill="hold">
                                              <p:stCondLst>
                                                <p:cond delay="999"/>
                                              </p:stCondLst>
                                            </p:cTn>
                                            <p:tgtEl>
                                              <p:spTgt spid="40"/>
                                            </p:tgtEl>
                                            <p:attrNameLst>
                                              <p:attrName>style.visibility</p:attrName>
                                            </p:attrNameLst>
                                          </p:cBhvr>
                                          <p:to>
                                            <p:strVal val="hidden"/>
                                          </p:to>
                                        </p:set>
                                      </p:childTnLst>
                                    </p:cTn>
                                  </p:par>
                                  <p:par>
                                    <p:cTn id="38" presetID="10" presetClass="exit" presetSubtype="0" fill="hold" grpId="0" nodeType="withEffect">
                                      <p:stCondLst>
                                        <p:cond delay="0"/>
                                      </p:stCondLst>
                                      <p:childTnLst>
                                        <p:animEffect transition="out" filter="fade">
                                          <p:cBhvr>
                                            <p:cTn id="39" dur="1000"/>
                                            <p:tgtEl>
                                              <p:spTgt spid="41"/>
                                            </p:tgtEl>
                                          </p:cBhvr>
                                        </p:animEffect>
                                        <p:set>
                                          <p:cBhvr>
                                            <p:cTn id="40" dur="1" fill="hold">
                                              <p:stCondLst>
                                                <p:cond delay="999"/>
                                              </p:stCondLst>
                                            </p:cTn>
                                            <p:tgtEl>
                                              <p:spTgt spid="41"/>
                                            </p:tgtEl>
                                            <p:attrNameLst>
                                              <p:attrName>style.visibility</p:attrName>
                                            </p:attrNameLst>
                                          </p:cBhvr>
                                          <p:to>
                                            <p:strVal val="hidden"/>
                                          </p:to>
                                        </p:set>
                                      </p:childTnLst>
                                    </p:cTn>
                                  </p:par>
                                  <p:par>
                                    <p:cTn id="41" presetID="10" presetClass="exit" presetSubtype="0" fill="hold" grpId="0" nodeType="withEffect">
                                      <p:stCondLst>
                                        <p:cond delay="0"/>
                                      </p:stCondLst>
                                      <p:childTnLst>
                                        <p:animEffect transition="out" filter="fade">
                                          <p:cBhvr>
                                            <p:cTn id="42" dur="1000"/>
                                            <p:tgtEl>
                                              <p:spTgt spid="42"/>
                                            </p:tgtEl>
                                          </p:cBhvr>
                                        </p:animEffect>
                                        <p:set>
                                          <p:cBhvr>
                                            <p:cTn id="43" dur="1" fill="hold">
                                              <p:stCondLst>
                                                <p:cond delay="999"/>
                                              </p:stCondLst>
                                            </p:cTn>
                                            <p:tgtEl>
                                              <p:spTgt spid="42"/>
                                            </p:tgtEl>
                                            <p:attrNameLst>
                                              <p:attrName>style.visibility</p:attrName>
                                            </p:attrNameLst>
                                          </p:cBhvr>
                                          <p:to>
                                            <p:strVal val="hidden"/>
                                          </p:to>
                                        </p:set>
                                      </p:childTnLst>
                                    </p:cTn>
                                  </p:par>
                                  <p:par>
                                    <p:cTn id="44" presetID="10" presetClass="exit" presetSubtype="0" fill="hold" grpId="0" nodeType="withEffect">
                                      <p:stCondLst>
                                        <p:cond delay="0"/>
                                      </p:stCondLst>
                                      <p:childTnLst>
                                        <p:animEffect transition="out" filter="fade">
                                          <p:cBhvr>
                                            <p:cTn id="45" dur="1000"/>
                                            <p:tgtEl>
                                              <p:spTgt spid="43"/>
                                            </p:tgtEl>
                                          </p:cBhvr>
                                        </p:animEffect>
                                        <p:set>
                                          <p:cBhvr>
                                            <p:cTn id="46" dur="1" fill="hold">
                                              <p:stCondLst>
                                                <p:cond delay="999"/>
                                              </p:stCondLst>
                                            </p:cTn>
                                            <p:tgtEl>
                                              <p:spTgt spid="43"/>
                                            </p:tgtEl>
                                            <p:attrNameLst>
                                              <p:attrName>style.visibility</p:attrName>
                                            </p:attrNameLst>
                                          </p:cBhvr>
                                          <p:to>
                                            <p:strVal val="hidden"/>
                                          </p:to>
                                        </p:set>
                                      </p:childTnLst>
                                    </p:cTn>
                                  </p:par>
                                  <p:par>
                                    <p:cTn id="47" presetID="10" presetClass="exit" presetSubtype="0" fill="hold" grpId="0" nodeType="withEffect">
                                      <p:stCondLst>
                                        <p:cond delay="0"/>
                                      </p:stCondLst>
                                      <p:childTnLst>
                                        <p:animEffect transition="out" filter="fade">
                                          <p:cBhvr>
                                            <p:cTn id="48" dur="1000"/>
                                            <p:tgtEl>
                                              <p:spTgt spid="44"/>
                                            </p:tgtEl>
                                          </p:cBhvr>
                                        </p:animEffect>
                                        <p:set>
                                          <p:cBhvr>
                                            <p:cTn id="49" dur="1" fill="hold">
                                              <p:stCondLst>
                                                <p:cond delay="999"/>
                                              </p:stCondLst>
                                            </p:cTn>
                                            <p:tgtEl>
                                              <p:spTgt spid="44"/>
                                            </p:tgtEl>
                                            <p:attrNameLst>
                                              <p:attrName>style.visibility</p:attrName>
                                            </p:attrNameLst>
                                          </p:cBhvr>
                                          <p:to>
                                            <p:strVal val="hidden"/>
                                          </p:to>
                                        </p:set>
                                      </p:childTnLst>
                                    </p:cTn>
                                  </p:par>
                                  <p:par>
                                    <p:cTn id="50" presetID="10" presetClass="exit" presetSubtype="0" fill="hold" grpId="0" nodeType="withEffect">
                                      <p:stCondLst>
                                        <p:cond delay="0"/>
                                      </p:stCondLst>
                                      <p:childTnLst>
                                        <p:animEffect transition="out" filter="fade">
                                          <p:cBhvr>
                                            <p:cTn id="51" dur="1000"/>
                                            <p:tgtEl>
                                              <p:spTgt spid="45"/>
                                            </p:tgtEl>
                                          </p:cBhvr>
                                        </p:animEffect>
                                        <p:set>
                                          <p:cBhvr>
                                            <p:cTn id="52" dur="1" fill="hold">
                                              <p:stCondLst>
                                                <p:cond delay="999"/>
                                              </p:stCondLst>
                                            </p:cTn>
                                            <p:tgtEl>
                                              <p:spTgt spid="45"/>
                                            </p:tgtEl>
                                            <p:attrNameLst>
                                              <p:attrName>style.visibility</p:attrName>
                                            </p:attrNameLst>
                                          </p:cBhvr>
                                          <p:to>
                                            <p:strVal val="hidden"/>
                                          </p:to>
                                        </p:set>
                                      </p:childTnLst>
                                    </p:cTn>
                                  </p:par>
                                  <p:par>
                                    <p:cTn id="53" presetID="10" presetClass="exit" presetSubtype="0" fill="hold" grpId="0" nodeType="withEffect">
                                      <p:stCondLst>
                                        <p:cond delay="0"/>
                                      </p:stCondLst>
                                      <p:childTnLst>
                                        <p:animEffect transition="out" filter="fade">
                                          <p:cBhvr>
                                            <p:cTn id="54" dur="1000"/>
                                            <p:tgtEl>
                                              <p:spTgt spid="46"/>
                                            </p:tgtEl>
                                          </p:cBhvr>
                                        </p:animEffect>
                                        <p:set>
                                          <p:cBhvr>
                                            <p:cTn id="55" dur="1" fill="hold">
                                              <p:stCondLst>
                                                <p:cond delay="999"/>
                                              </p:stCondLst>
                                            </p:cTn>
                                            <p:tgtEl>
                                              <p:spTgt spid="46"/>
                                            </p:tgtEl>
                                            <p:attrNameLst>
                                              <p:attrName>style.visibility</p:attrName>
                                            </p:attrNameLst>
                                          </p:cBhvr>
                                          <p:to>
                                            <p:strVal val="hidden"/>
                                          </p:to>
                                        </p:set>
                                      </p:childTnLst>
                                    </p:cTn>
                                  </p:par>
                                  <p:par>
                                    <p:cTn id="56" presetID="10" presetClass="exit" presetSubtype="0" fill="hold" grpId="0" nodeType="withEffect">
                                      <p:stCondLst>
                                        <p:cond delay="0"/>
                                      </p:stCondLst>
                                      <p:childTnLst>
                                        <p:animEffect transition="out" filter="fade">
                                          <p:cBhvr>
                                            <p:cTn id="57" dur="1000"/>
                                            <p:tgtEl>
                                              <p:spTgt spid="47"/>
                                            </p:tgtEl>
                                          </p:cBhvr>
                                        </p:animEffect>
                                        <p:set>
                                          <p:cBhvr>
                                            <p:cTn id="58" dur="1" fill="hold">
                                              <p:stCondLst>
                                                <p:cond delay="999"/>
                                              </p:stCondLst>
                                            </p:cTn>
                                            <p:tgtEl>
                                              <p:spTgt spid="47"/>
                                            </p:tgtEl>
                                            <p:attrNameLst>
                                              <p:attrName>style.visibility</p:attrName>
                                            </p:attrNameLst>
                                          </p:cBhvr>
                                          <p:to>
                                            <p:strVal val="hidden"/>
                                          </p:to>
                                        </p:set>
                                      </p:childTnLst>
                                    </p:cTn>
                                  </p:par>
                                  <p:par>
                                    <p:cTn id="59" presetID="10" presetClass="exit" presetSubtype="0" fill="hold" grpId="0" nodeType="withEffect">
                                      <p:stCondLst>
                                        <p:cond delay="0"/>
                                      </p:stCondLst>
                                      <p:childTnLst>
                                        <p:animEffect transition="out" filter="fade">
                                          <p:cBhvr>
                                            <p:cTn id="60" dur="1000"/>
                                            <p:tgtEl>
                                              <p:spTgt spid="48"/>
                                            </p:tgtEl>
                                          </p:cBhvr>
                                        </p:animEffect>
                                        <p:set>
                                          <p:cBhvr>
                                            <p:cTn id="61" dur="1" fill="hold">
                                              <p:stCondLst>
                                                <p:cond delay="999"/>
                                              </p:stCondLst>
                                            </p:cTn>
                                            <p:tgtEl>
                                              <p:spTgt spid="48"/>
                                            </p:tgtEl>
                                            <p:attrNameLst>
                                              <p:attrName>style.visibility</p:attrName>
                                            </p:attrNameLst>
                                          </p:cBhvr>
                                          <p:to>
                                            <p:strVal val="hidden"/>
                                          </p:to>
                                        </p:set>
                                      </p:childTnLst>
                                    </p:cTn>
                                  </p:par>
                                  <p:par>
                                    <p:cTn id="62" presetID="10" presetClass="exit" presetSubtype="0" fill="hold" grpId="0" nodeType="withEffect">
                                      <p:stCondLst>
                                        <p:cond delay="0"/>
                                      </p:stCondLst>
                                      <p:childTnLst>
                                        <p:animEffect transition="out" filter="fade">
                                          <p:cBhvr>
                                            <p:cTn id="63" dur="1000"/>
                                            <p:tgtEl>
                                              <p:spTgt spid="49"/>
                                            </p:tgtEl>
                                          </p:cBhvr>
                                        </p:animEffect>
                                        <p:set>
                                          <p:cBhvr>
                                            <p:cTn id="64" dur="1" fill="hold">
                                              <p:stCondLst>
                                                <p:cond delay="999"/>
                                              </p:stCondLst>
                                            </p:cTn>
                                            <p:tgtEl>
                                              <p:spTgt spid="49"/>
                                            </p:tgtEl>
                                            <p:attrNameLst>
                                              <p:attrName>style.visibility</p:attrName>
                                            </p:attrNameLst>
                                          </p:cBhvr>
                                          <p:to>
                                            <p:strVal val="hidden"/>
                                          </p:to>
                                        </p:set>
                                      </p:childTnLst>
                                    </p:cTn>
                                  </p:par>
                                  <p:par>
                                    <p:cTn id="65" presetID="10" presetClass="exit" presetSubtype="0" fill="hold" grpId="0" nodeType="withEffect">
                                      <p:stCondLst>
                                        <p:cond delay="0"/>
                                      </p:stCondLst>
                                      <p:childTnLst>
                                        <p:animEffect transition="out" filter="fade">
                                          <p:cBhvr>
                                            <p:cTn id="66" dur="1000"/>
                                            <p:tgtEl>
                                              <p:spTgt spid="50"/>
                                            </p:tgtEl>
                                          </p:cBhvr>
                                        </p:animEffect>
                                        <p:set>
                                          <p:cBhvr>
                                            <p:cTn id="67" dur="1" fill="hold">
                                              <p:stCondLst>
                                                <p:cond delay="999"/>
                                              </p:stCondLst>
                                            </p:cTn>
                                            <p:tgtEl>
                                              <p:spTgt spid="50"/>
                                            </p:tgtEl>
                                            <p:attrNameLst>
                                              <p:attrName>style.visibility</p:attrName>
                                            </p:attrNameLst>
                                          </p:cBhvr>
                                          <p:to>
                                            <p:strVal val="hidden"/>
                                          </p:to>
                                        </p:set>
                                      </p:childTnLst>
                                    </p:cTn>
                                  </p:par>
                                  <p:par>
                                    <p:cTn id="68" presetID="10" presetClass="exit" presetSubtype="0" fill="hold" grpId="0" nodeType="withEffect">
                                      <p:stCondLst>
                                        <p:cond delay="0"/>
                                      </p:stCondLst>
                                      <p:childTnLst>
                                        <p:animEffect transition="out" filter="fade">
                                          <p:cBhvr>
                                            <p:cTn id="69" dur="1000"/>
                                            <p:tgtEl>
                                              <p:spTgt spid="51"/>
                                            </p:tgtEl>
                                          </p:cBhvr>
                                        </p:animEffect>
                                        <p:set>
                                          <p:cBhvr>
                                            <p:cTn id="70" dur="1" fill="hold">
                                              <p:stCondLst>
                                                <p:cond delay="999"/>
                                              </p:stCondLst>
                                            </p:cTn>
                                            <p:tgtEl>
                                              <p:spTgt spid="51"/>
                                            </p:tgtEl>
                                            <p:attrNameLst>
                                              <p:attrName>style.visibility</p:attrName>
                                            </p:attrNameLst>
                                          </p:cBhvr>
                                          <p:to>
                                            <p:strVal val="hidden"/>
                                          </p:to>
                                        </p:set>
                                      </p:childTnLst>
                                    </p:cTn>
                                  </p:par>
                                  <p:par>
                                    <p:cTn id="71" presetID="10" presetClass="entr" presetSubtype="0"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1000"/>
                                            <p:tgtEl>
                                              <p:spTgt spid="24"/>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1000"/>
                                            <p:tgtEl>
                                              <p:spTgt spid="25"/>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1000"/>
                                            <p:tgtEl>
                                              <p:spTgt spid="26"/>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1000"/>
                                            <p:tgtEl>
                                              <p:spTgt spid="27"/>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1000"/>
                                            <p:tgtEl>
                                              <p:spTgt spid="28"/>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1000"/>
                                            <p:tgtEl>
                                              <p:spTgt spid="2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1000"/>
                                            <p:tgtEl>
                                              <p:spTgt spid="3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1000"/>
                                            <p:tgtEl>
                                              <p:spTgt spid="31"/>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1000"/>
                                            <p:tgtEl>
                                              <p:spTgt spid="3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1000"/>
                                            <p:tgtEl>
                                              <p:spTgt spid="3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1000"/>
                                            <p:tgtEl>
                                              <p:spTgt spid="3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1000"/>
                                            <p:tgtEl>
                                              <p:spTgt spid="3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1000"/>
                                            <p:tgtEl>
                                              <p:spTgt spid="3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1000"/>
                                            <p:tgtEl>
                                              <p:spTgt spid="37"/>
                                            </p:tgtEl>
                                          </p:cBhvr>
                                        </p:animEffect>
                                      </p:childTnLst>
                                    </p:cTn>
                                  </p:par>
                                  <p:par>
                                    <p:cTn id="113" presetID="10" presetClass="exit" presetSubtype="0" fill="hold" grpId="0" nodeType="withEffect">
                                      <p:stCondLst>
                                        <p:cond delay="0"/>
                                      </p:stCondLst>
                                      <p:childTnLst>
                                        <p:animEffect transition="out" filter="fade">
                                          <p:cBhvr>
                                            <p:cTn id="114" dur="1000"/>
                                            <p:tgtEl>
                                              <p:spTgt spid="55">
                                                <p:txEl>
                                                  <p:pRg st="0" end="0"/>
                                                </p:txEl>
                                              </p:spTgt>
                                            </p:tgtEl>
                                          </p:cBhvr>
                                        </p:animEffect>
                                        <p:set>
                                          <p:cBhvr>
                                            <p:cTn id="115" dur="1" fill="hold">
                                              <p:stCondLst>
                                                <p:cond delay="999"/>
                                              </p:stCondLst>
                                            </p:cTn>
                                            <p:tgtEl>
                                              <p:spTgt spid="55">
                                                <p:txEl>
                                                  <p:pRg st="0" end="0"/>
                                                </p:txEl>
                                              </p:spTgt>
                                            </p:tgtEl>
                                            <p:attrNameLst>
                                              <p:attrName>style.visibility</p:attrName>
                                            </p:attrNameLst>
                                          </p:cBhvr>
                                          <p:to>
                                            <p:strVal val="hidden"/>
                                          </p:to>
                                        </p:set>
                                      </p:childTnLst>
                                    </p:cTn>
                                  </p:par>
                                  <p:par>
                                    <p:cTn id="116" presetID="10" presetClass="exit" presetSubtype="0" fill="hold" grpId="0" nodeType="withEffect">
                                      <p:stCondLst>
                                        <p:cond delay="0"/>
                                      </p:stCondLst>
                                      <p:childTnLst>
                                        <p:animEffect transition="out" filter="fade">
                                          <p:cBhvr>
                                            <p:cTn id="117" dur="1000"/>
                                            <p:tgtEl>
                                              <p:spTgt spid="56">
                                                <p:txEl>
                                                  <p:pRg st="0" end="0"/>
                                                </p:txEl>
                                              </p:spTgt>
                                            </p:tgtEl>
                                          </p:cBhvr>
                                        </p:animEffect>
                                        <p:set>
                                          <p:cBhvr>
                                            <p:cTn id="118" dur="1" fill="hold">
                                              <p:stCondLst>
                                                <p:cond delay="999"/>
                                              </p:stCondLst>
                                            </p:cTn>
                                            <p:tgtEl>
                                              <p:spTgt spid="56">
                                                <p:txEl>
                                                  <p:pRg st="0" end="0"/>
                                                </p:txEl>
                                              </p:spTgt>
                                            </p:tgtEl>
                                            <p:attrNameLst>
                                              <p:attrName>style.visibility</p:attrName>
                                            </p:attrNameLst>
                                          </p:cBhvr>
                                          <p:to>
                                            <p:strVal val="hidden"/>
                                          </p:to>
                                        </p:set>
                                      </p:childTnLst>
                                    </p:cTn>
                                  </p:par>
                                  <p:par>
                                    <p:cTn id="119" presetID="10" presetClass="entr" presetSubtype="0" fill="hold" grpId="0" nodeType="withEffect">
                                      <p:stCondLst>
                                        <p:cond delay="0"/>
                                      </p:stCondLst>
                                      <p:childTnLst>
                                        <p:set>
                                          <p:cBhvr>
                                            <p:cTn id="120" dur="1" fill="hold">
                                              <p:stCondLst>
                                                <p:cond delay="0"/>
                                              </p:stCondLst>
                                            </p:cTn>
                                            <p:tgtEl>
                                              <p:spTgt spid="59">
                                                <p:txEl>
                                                  <p:pRg st="0" end="0"/>
                                                </p:txEl>
                                              </p:spTgt>
                                            </p:tgtEl>
                                            <p:attrNameLst>
                                              <p:attrName>style.visibility</p:attrName>
                                            </p:attrNameLst>
                                          </p:cBhvr>
                                          <p:to>
                                            <p:strVal val="visible"/>
                                          </p:to>
                                        </p:set>
                                        <p:animEffect transition="in" filter="fade">
                                          <p:cBhvr>
                                            <p:cTn id="121" dur="1000"/>
                                            <p:tgtEl>
                                              <p:spTgt spid="59">
                                                <p:txEl>
                                                  <p:pRg st="0" end="0"/>
                                                </p:txEl>
                                              </p:spTgt>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58">
                                                <p:txEl>
                                                  <p:pRg st="0" end="0"/>
                                                </p:txEl>
                                              </p:spTgt>
                                            </p:tgtEl>
                                            <p:attrNameLst>
                                              <p:attrName>style.visibility</p:attrName>
                                            </p:attrNameLst>
                                          </p:cBhvr>
                                          <p:to>
                                            <p:strVal val="visible"/>
                                          </p:to>
                                        </p:set>
                                        <p:animEffect transition="in" filter="fade">
                                          <p:cBhvr>
                                            <p:cTn id="124" dur="1000"/>
                                            <p:tgtEl>
                                              <p:spTgt spid="58">
                                                <p:txEl>
                                                  <p:pRg st="0" end="0"/>
                                                </p:txEl>
                                              </p:spTgt>
                                            </p:tgtEl>
                                          </p:cBhvr>
                                        </p:animEffect>
                                      </p:childTnLst>
                                    </p:cTn>
                                  </p:par>
                                </p:childTnLst>
                              </p:cTn>
                            </p:par>
                          </p:childTnLst>
                        </p:cTn>
                      </p:par>
                    </p:childTnLst>
                  </p:cTn>
                  <p:nextCondLst>
                    <p:cond evt="onMediaBookmark" delay="0">
                      <p:tgtEl>
                        <p14:bmkTgt spid="12" bmkName="Bookmark 1"/>
                      </p:tgtEl>
                    </p:cond>
                  </p:nextCondLst>
                </p:seq>
                <p:seq concurrent="1" nextAc="seek">
                  <p:cTn id="125" restart="whenNotActive" fill="hold" evtFilter="cancelBubble" nodeType="interactiveSeq">
                    <p:stCondLst>
                      <p:cond evt="onMediaBookmark" delay="0">
                        <p:tgtEl>
                          <p14:bmkTgt spid="12" bmkName="Bookmark 2"/>
                        </p:tgtEl>
                      </p:cond>
                    </p:stCondLst>
                    <p:endSync evt="end" delay="0">
                      <p:rtn val="all"/>
                    </p:endSync>
                    <p:childTnLst>
                      <p:par>
                        <p:cTn id="126" fill="hold">
                          <p:stCondLst>
                            <p:cond delay="0"/>
                          </p:stCondLst>
                          <p:childTnLst>
                            <p:par>
                              <p:cTn id="127" fill="hold">
                                <p:stCondLst>
                                  <p:cond delay="0"/>
                                </p:stCondLst>
                                <p:childTnLst>
                                  <p:par>
                                    <p:cTn id="128" presetID="10" presetClass="exit" presetSubtype="0" fill="hold" nodeType="clickEffect">
                                      <p:stCondLst>
                                        <p:cond delay="0"/>
                                      </p:stCondLst>
                                      <p:childTnLst>
                                        <p:animEffect transition="out" filter="fade">
                                          <p:cBhvr>
                                            <p:cTn id="129" dur="1000"/>
                                            <p:tgtEl>
                                              <p:spTgt spid="8"/>
                                            </p:tgtEl>
                                          </p:cBhvr>
                                        </p:animEffect>
                                        <p:set>
                                          <p:cBhvr>
                                            <p:cTn id="130" dur="1" fill="hold">
                                              <p:stCondLst>
                                                <p:cond delay="999"/>
                                              </p:stCondLst>
                                            </p:cTn>
                                            <p:tgtEl>
                                              <p:spTgt spid="8"/>
                                            </p:tgtEl>
                                            <p:attrNameLst>
                                              <p:attrName>style.visibility</p:attrName>
                                            </p:attrNameLst>
                                          </p:cBhvr>
                                          <p:to>
                                            <p:strVal val="hidden"/>
                                          </p:to>
                                        </p:set>
                                      </p:childTnLst>
                                    </p:cTn>
                                  </p:par>
                                  <p:par>
                                    <p:cTn id="131" presetID="10" presetClass="exit" presetSubtype="0" fill="hold" grpId="1" nodeType="withEffect">
                                      <p:stCondLst>
                                        <p:cond delay="0"/>
                                      </p:stCondLst>
                                      <p:childTnLst>
                                        <p:animEffect transition="out" filter="fade">
                                          <p:cBhvr>
                                            <p:cTn id="132" dur="1000"/>
                                            <p:tgtEl>
                                              <p:spTgt spid="19">
                                                <p:txEl>
                                                  <p:pRg st="0" end="0"/>
                                                </p:txEl>
                                              </p:spTgt>
                                            </p:tgtEl>
                                          </p:cBhvr>
                                        </p:animEffect>
                                        <p:set>
                                          <p:cBhvr>
                                            <p:cTn id="133" dur="1" fill="hold">
                                              <p:stCondLst>
                                                <p:cond delay="999"/>
                                              </p:stCondLst>
                                            </p:cTn>
                                            <p:tgtEl>
                                              <p:spTgt spid="19">
                                                <p:txEl>
                                                  <p:pRg st="0" end="0"/>
                                                </p:txEl>
                                              </p:spTgt>
                                            </p:tgtEl>
                                            <p:attrNameLst>
                                              <p:attrName>style.visibility</p:attrName>
                                            </p:attrNameLst>
                                          </p:cBhvr>
                                          <p:to>
                                            <p:strVal val="hidden"/>
                                          </p:to>
                                        </p:set>
                                      </p:childTnLst>
                                    </p:cTn>
                                  </p:par>
                                  <p:par>
                                    <p:cTn id="134" presetID="10" presetClass="exit" presetSubtype="0" fill="hold" grpId="1" nodeType="withEffect">
                                      <p:stCondLst>
                                        <p:cond delay="0"/>
                                      </p:stCondLst>
                                      <p:childTnLst>
                                        <p:animEffect transition="out" filter="fade">
                                          <p:cBhvr>
                                            <p:cTn id="135" dur="1000"/>
                                            <p:tgtEl>
                                              <p:spTgt spid="16">
                                                <p:txEl>
                                                  <p:pRg st="0" end="0"/>
                                                </p:txEl>
                                              </p:spTgt>
                                            </p:tgtEl>
                                          </p:cBhvr>
                                        </p:animEffect>
                                        <p:set>
                                          <p:cBhvr>
                                            <p:cTn id="136" dur="1" fill="hold">
                                              <p:stCondLst>
                                                <p:cond delay="999"/>
                                              </p:stCondLst>
                                            </p:cTn>
                                            <p:tgtEl>
                                              <p:spTgt spid="16">
                                                <p:txEl>
                                                  <p:pRg st="0" end="0"/>
                                                </p:txEl>
                                              </p:spTgt>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17"/>
                                            </p:tgtEl>
                                            <p:attrNameLst>
                                              <p:attrName>style.visibility</p:attrName>
                                            </p:attrNameLst>
                                          </p:cBhvr>
                                          <p:to>
                                            <p:strVal val="visible"/>
                                          </p:to>
                                        </p:set>
                                        <p:animEffect transition="in" filter="fade">
                                          <p:cBhvr>
                                            <p:cTn id="139" dur="1000"/>
                                            <p:tgtEl>
                                              <p:spTgt spid="17"/>
                                            </p:tgtEl>
                                          </p:cBhvr>
                                        </p:animEffect>
                                      </p:childTnLst>
                                    </p:cTn>
                                  </p:par>
                                  <p:par>
                                    <p:cTn id="140" presetID="10" presetClass="entr" presetSubtype="0" fill="hold" grpId="1" nodeType="withEffect">
                                      <p:stCondLst>
                                        <p:cond delay="0"/>
                                      </p:stCondLst>
                                      <p:childTnLst>
                                        <p:set>
                                          <p:cBhvr>
                                            <p:cTn id="141" dur="1" fill="hold">
                                              <p:stCondLst>
                                                <p:cond delay="0"/>
                                              </p:stCondLst>
                                            </p:cTn>
                                            <p:tgtEl>
                                              <p:spTgt spid="11">
                                                <p:txEl>
                                                  <p:pRg st="0" end="0"/>
                                                </p:txEl>
                                              </p:spTgt>
                                            </p:tgtEl>
                                            <p:attrNameLst>
                                              <p:attrName>style.visibility</p:attrName>
                                            </p:attrNameLst>
                                          </p:cBhvr>
                                          <p:to>
                                            <p:strVal val="visible"/>
                                          </p:to>
                                        </p:set>
                                        <p:animEffect transition="in" filter="fade">
                                          <p:cBhvr>
                                            <p:cTn id="142" dur="1000"/>
                                            <p:tgtEl>
                                              <p:spTgt spid="11">
                                                <p:txEl>
                                                  <p:pRg st="0" end="0"/>
                                                </p:txEl>
                                              </p:spTgt>
                                            </p:tgtEl>
                                          </p:cBhvr>
                                        </p:animEffect>
                                      </p:childTnLst>
                                    </p:cTn>
                                  </p:par>
                                  <p:par>
                                    <p:cTn id="143" presetID="10" presetClass="entr" presetSubtype="0" fill="hold" grpId="1" nodeType="withEffect">
                                      <p:stCondLst>
                                        <p:cond delay="0"/>
                                      </p:stCondLst>
                                      <p:childTnLst>
                                        <p:set>
                                          <p:cBhvr>
                                            <p:cTn id="144" dur="1" fill="hold">
                                              <p:stCondLst>
                                                <p:cond delay="0"/>
                                              </p:stCondLst>
                                            </p:cTn>
                                            <p:tgtEl>
                                              <p:spTgt spid="10">
                                                <p:txEl>
                                                  <p:pRg st="0" end="0"/>
                                                </p:txEl>
                                              </p:spTgt>
                                            </p:tgtEl>
                                            <p:attrNameLst>
                                              <p:attrName>style.visibility</p:attrName>
                                            </p:attrNameLst>
                                          </p:cBhvr>
                                          <p:to>
                                            <p:strVal val="visible"/>
                                          </p:to>
                                        </p:set>
                                        <p:animEffect transition="in" filter="fade">
                                          <p:cBhvr>
                                            <p:cTn id="145" dur="1000"/>
                                            <p:tgtEl>
                                              <p:spTgt spid="10">
                                                <p:txEl>
                                                  <p:pRg st="0" end="0"/>
                                                </p:txEl>
                                              </p:spTgt>
                                            </p:tgtEl>
                                          </p:cBhvr>
                                        </p:animEffect>
                                      </p:childTnLst>
                                    </p:cTn>
                                  </p:par>
                                  <p:par>
                                    <p:cTn id="146" presetID="10" presetClass="entr" presetSubtype="0" fill="hold" grpId="1" nodeType="withEffect">
                                      <p:stCondLst>
                                        <p:cond delay="0"/>
                                      </p:stCondLst>
                                      <p:childTnLst>
                                        <p:set>
                                          <p:cBhvr>
                                            <p:cTn id="147" dur="1" fill="hold">
                                              <p:stCondLst>
                                                <p:cond delay="0"/>
                                              </p:stCondLst>
                                            </p:cTn>
                                            <p:tgtEl>
                                              <p:spTgt spid="38"/>
                                            </p:tgtEl>
                                            <p:attrNameLst>
                                              <p:attrName>style.visibility</p:attrName>
                                            </p:attrNameLst>
                                          </p:cBhvr>
                                          <p:to>
                                            <p:strVal val="visible"/>
                                          </p:to>
                                        </p:set>
                                        <p:animEffect transition="in" filter="fade">
                                          <p:cBhvr>
                                            <p:cTn id="148" dur="1000"/>
                                            <p:tgtEl>
                                              <p:spTgt spid="38"/>
                                            </p:tgtEl>
                                          </p:cBhvr>
                                        </p:animEffect>
                                      </p:childTnLst>
                                    </p:cTn>
                                  </p:par>
                                  <p:par>
                                    <p:cTn id="149" presetID="10" presetClass="entr" presetSubtype="0" fill="hold" grpId="1" nodeType="withEffect">
                                      <p:stCondLst>
                                        <p:cond delay="0"/>
                                      </p:stCondLst>
                                      <p:childTnLst>
                                        <p:set>
                                          <p:cBhvr>
                                            <p:cTn id="150" dur="1" fill="hold">
                                              <p:stCondLst>
                                                <p:cond delay="0"/>
                                              </p:stCondLst>
                                            </p:cTn>
                                            <p:tgtEl>
                                              <p:spTgt spid="39"/>
                                            </p:tgtEl>
                                            <p:attrNameLst>
                                              <p:attrName>style.visibility</p:attrName>
                                            </p:attrNameLst>
                                          </p:cBhvr>
                                          <p:to>
                                            <p:strVal val="visible"/>
                                          </p:to>
                                        </p:set>
                                        <p:animEffect transition="in" filter="fade">
                                          <p:cBhvr>
                                            <p:cTn id="151" dur="1000"/>
                                            <p:tgtEl>
                                              <p:spTgt spid="39"/>
                                            </p:tgtEl>
                                          </p:cBhvr>
                                        </p:animEffect>
                                      </p:childTnLst>
                                    </p:cTn>
                                  </p:par>
                                  <p:par>
                                    <p:cTn id="152" presetID="10" presetClass="entr" presetSubtype="0" fill="hold" grpId="1" nodeType="with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1000"/>
                                            <p:tgtEl>
                                              <p:spTgt spid="40"/>
                                            </p:tgtEl>
                                          </p:cBhvr>
                                        </p:animEffect>
                                      </p:childTnLst>
                                    </p:cTn>
                                  </p:par>
                                  <p:par>
                                    <p:cTn id="155" presetID="10" presetClass="entr" presetSubtype="0" fill="hold" grpId="1" nodeType="withEffect">
                                      <p:stCondLst>
                                        <p:cond delay="0"/>
                                      </p:stCondLst>
                                      <p:childTnLst>
                                        <p:set>
                                          <p:cBhvr>
                                            <p:cTn id="156" dur="1" fill="hold">
                                              <p:stCondLst>
                                                <p:cond delay="0"/>
                                              </p:stCondLst>
                                            </p:cTn>
                                            <p:tgtEl>
                                              <p:spTgt spid="41"/>
                                            </p:tgtEl>
                                            <p:attrNameLst>
                                              <p:attrName>style.visibility</p:attrName>
                                            </p:attrNameLst>
                                          </p:cBhvr>
                                          <p:to>
                                            <p:strVal val="visible"/>
                                          </p:to>
                                        </p:set>
                                        <p:animEffect transition="in" filter="fade">
                                          <p:cBhvr>
                                            <p:cTn id="157" dur="1000"/>
                                            <p:tgtEl>
                                              <p:spTgt spid="41"/>
                                            </p:tgtEl>
                                          </p:cBhvr>
                                        </p:animEffect>
                                      </p:childTnLst>
                                    </p:cTn>
                                  </p:par>
                                  <p:par>
                                    <p:cTn id="158" presetID="10" presetClass="entr" presetSubtype="0" fill="hold" grpId="1" nodeType="withEffect">
                                      <p:stCondLst>
                                        <p:cond delay="0"/>
                                      </p:stCondLst>
                                      <p:childTnLst>
                                        <p:set>
                                          <p:cBhvr>
                                            <p:cTn id="159" dur="1" fill="hold">
                                              <p:stCondLst>
                                                <p:cond delay="0"/>
                                              </p:stCondLst>
                                            </p:cTn>
                                            <p:tgtEl>
                                              <p:spTgt spid="42"/>
                                            </p:tgtEl>
                                            <p:attrNameLst>
                                              <p:attrName>style.visibility</p:attrName>
                                            </p:attrNameLst>
                                          </p:cBhvr>
                                          <p:to>
                                            <p:strVal val="visible"/>
                                          </p:to>
                                        </p:set>
                                        <p:animEffect transition="in" filter="fade">
                                          <p:cBhvr>
                                            <p:cTn id="160" dur="1000"/>
                                            <p:tgtEl>
                                              <p:spTgt spid="42"/>
                                            </p:tgtEl>
                                          </p:cBhvr>
                                        </p:animEffect>
                                      </p:childTnLst>
                                    </p:cTn>
                                  </p:par>
                                  <p:par>
                                    <p:cTn id="161" presetID="10" presetClass="entr" presetSubtype="0" fill="hold" grpId="1" nodeType="withEffect">
                                      <p:stCondLst>
                                        <p:cond delay="0"/>
                                      </p:stCondLst>
                                      <p:childTnLst>
                                        <p:set>
                                          <p:cBhvr>
                                            <p:cTn id="162" dur="1" fill="hold">
                                              <p:stCondLst>
                                                <p:cond delay="0"/>
                                              </p:stCondLst>
                                            </p:cTn>
                                            <p:tgtEl>
                                              <p:spTgt spid="43"/>
                                            </p:tgtEl>
                                            <p:attrNameLst>
                                              <p:attrName>style.visibility</p:attrName>
                                            </p:attrNameLst>
                                          </p:cBhvr>
                                          <p:to>
                                            <p:strVal val="visible"/>
                                          </p:to>
                                        </p:set>
                                        <p:animEffect transition="in" filter="fade">
                                          <p:cBhvr>
                                            <p:cTn id="163" dur="1000"/>
                                            <p:tgtEl>
                                              <p:spTgt spid="43"/>
                                            </p:tgtEl>
                                          </p:cBhvr>
                                        </p:animEffect>
                                      </p:childTnLst>
                                    </p:cTn>
                                  </p:par>
                                  <p:par>
                                    <p:cTn id="164" presetID="10" presetClass="entr" presetSubtype="0" fill="hold" grpId="1" nodeType="withEffect">
                                      <p:stCondLst>
                                        <p:cond delay="0"/>
                                      </p:stCondLst>
                                      <p:childTnLst>
                                        <p:set>
                                          <p:cBhvr>
                                            <p:cTn id="165" dur="1" fill="hold">
                                              <p:stCondLst>
                                                <p:cond delay="0"/>
                                              </p:stCondLst>
                                            </p:cTn>
                                            <p:tgtEl>
                                              <p:spTgt spid="44"/>
                                            </p:tgtEl>
                                            <p:attrNameLst>
                                              <p:attrName>style.visibility</p:attrName>
                                            </p:attrNameLst>
                                          </p:cBhvr>
                                          <p:to>
                                            <p:strVal val="visible"/>
                                          </p:to>
                                        </p:set>
                                        <p:animEffect transition="in" filter="fade">
                                          <p:cBhvr>
                                            <p:cTn id="166" dur="1000"/>
                                            <p:tgtEl>
                                              <p:spTgt spid="44"/>
                                            </p:tgtEl>
                                          </p:cBhvr>
                                        </p:animEffect>
                                      </p:childTnLst>
                                    </p:cTn>
                                  </p:par>
                                  <p:par>
                                    <p:cTn id="167" presetID="10" presetClass="entr" presetSubtype="0" fill="hold" grpId="1" nodeType="withEffect">
                                      <p:stCondLst>
                                        <p:cond delay="0"/>
                                      </p:stCondLst>
                                      <p:childTnLst>
                                        <p:set>
                                          <p:cBhvr>
                                            <p:cTn id="168" dur="1" fill="hold">
                                              <p:stCondLst>
                                                <p:cond delay="0"/>
                                              </p:stCondLst>
                                            </p:cTn>
                                            <p:tgtEl>
                                              <p:spTgt spid="45"/>
                                            </p:tgtEl>
                                            <p:attrNameLst>
                                              <p:attrName>style.visibility</p:attrName>
                                            </p:attrNameLst>
                                          </p:cBhvr>
                                          <p:to>
                                            <p:strVal val="visible"/>
                                          </p:to>
                                        </p:set>
                                        <p:animEffect transition="in" filter="fade">
                                          <p:cBhvr>
                                            <p:cTn id="169" dur="1000"/>
                                            <p:tgtEl>
                                              <p:spTgt spid="45"/>
                                            </p:tgtEl>
                                          </p:cBhvr>
                                        </p:animEffect>
                                      </p:childTnLst>
                                    </p:cTn>
                                  </p:par>
                                  <p:par>
                                    <p:cTn id="170" presetID="10" presetClass="entr" presetSubtype="0" fill="hold" grpId="1" nodeType="withEffect">
                                      <p:stCondLst>
                                        <p:cond delay="0"/>
                                      </p:stCondLst>
                                      <p:childTnLst>
                                        <p:set>
                                          <p:cBhvr>
                                            <p:cTn id="171" dur="1" fill="hold">
                                              <p:stCondLst>
                                                <p:cond delay="0"/>
                                              </p:stCondLst>
                                            </p:cTn>
                                            <p:tgtEl>
                                              <p:spTgt spid="46"/>
                                            </p:tgtEl>
                                            <p:attrNameLst>
                                              <p:attrName>style.visibility</p:attrName>
                                            </p:attrNameLst>
                                          </p:cBhvr>
                                          <p:to>
                                            <p:strVal val="visible"/>
                                          </p:to>
                                        </p:set>
                                        <p:animEffect transition="in" filter="fade">
                                          <p:cBhvr>
                                            <p:cTn id="172" dur="1000"/>
                                            <p:tgtEl>
                                              <p:spTgt spid="46"/>
                                            </p:tgtEl>
                                          </p:cBhvr>
                                        </p:animEffect>
                                      </p:childTnLst>
                                    </p:cTn>
                                  </p:par>
                                  <p:par>
                                    <p:cTn id="173" presetID="10" presetClass="entr" presetSubtype="0" fill="hold" grpId="1" nodeType="withEffect">
                                      <p:stCondLst>
                                        <p:cond delay="0"/>
                                      </p:stCondLst>
                                      <p:childTnLst>
                                        <p:set>
                                          <p:cBhvr>
                                            <p:cTn id="174" dur="1" fill="hold">
                                              <p:stCondLst>
                                                <p:cond delay="0"/>
                                              </p:stCondLst>
                                            </p:cTn>
                                            <p:tgtEl>
                                              <p:spTgt spid="47"/>
                                            </p:tgtEl>
                                            <p:attrNameLst>
                                              <p:attrName>style.visibility</p:attrName>
                                            </p:attrNameLst>
                                          </p:cBhvr>
                                          <p:to>
                                            <p:strVal val="visible"/>
                                          </p:to>
                                        </p:set>
                                        <p:animEffect transition="in" filter="fade">
                                          <p:cBhvr>
                                            <p:cTn id="175" dur="1000"/>
                                            <p:tgtEl>
                                              <p:spTgt spid="47"/>
                                            </p:tgtEl>
                                          </p:cBhvr>
                                        </p:animEffect>
                                      </p:childTnLst>
                                    </p:cTn>
                                  </p:par>
                                  <p:par>
                                    <p:cTn id="176" presetID="10" presetClass="entr" presetSubtype="0" fill="hold" grpId="1" nodeType="withEffect">
                                      <p:stCondLst>
                                        <p:cond delay="0"/>
                                      </p:stCondLst>
                                      <p:childTnLst>
                                        <p:set>
                                          <p:cBhvr>
                                            <p:cTn id="177" dur="1" fill="hold">
                                              <p:stCondLst>
                                                <p:cond delay="0"/>
                                              </p:stCondLst>
                                            </p:cTn>
                                            <p:tgtEl>
                                              <p:spTgt spid="48"/>
                                            </p:tgtEl>
                                            <p:attrNameLst>
                                              <p:attrName>style.visibility</p:attrName>
                                            </p:attrNameLst>
                                          </p:cBhvr>
                                          <p:to>
                                            <p:strVal val="visible"/>
                                          </p:to>
                                        </p:set>
                                        <p:animEffect transition="in" filter="fade">
                                          <p:cBhvr>
                                            <p:cTn id="178" dur="1000"/>
                                            <p:tgtEl>
                                              <p:spTgt spid="48"/>
                                            </p:tgtEl>
                                          </p:cBhvr>
                                        </p:animEffect>
                                      </p:childTnLst>
                                    </p:cTn>
                                  </p:par>
                                  <p:par>
                                    <p:cTn id="179" presetID="10" presetClass="entr" presetSubtype="0" fill="hold" grpId="1" nodeType="withEffect">
                                      <p:stCondLst>
                                        <p:cond delay="0"/>
                                      </p:stCondLst>
                                      <p:childTnLst>
                                        <p:set>
                                          <p:cBhvr>
                                            <p:cTn id="180" dur="1" fill="hold">
                                              <p:stCondLst>
                                                <p:cond delay="0"/>
                                              </p:stCondLst>
                                            </p:cTn>
                                            <p:tgtEl>
                                              <p:spTgt spid="49"/>
                                            </p:tgtEl>
                                            <p:attrNameLst>
                                              <p:attrName>style.visibility</p:attrName>
                                            </p:attrNameLst>
                                          </p:cBhvr>
                                          <p:to>
                                            <p:strVal val="visible"/>
                                          </p:to>
                                        </p:set>
                                        <p:animEffect transition="in" filter="fade">
                                          <p:cBhvr>
                                            <p:cTn id="181" dur="1000"/>
                                            <p:tgtEl>
                                              <p:spTgt spid="49"/>
                                            </p:tgtEl>
                                          </p:cBhvr>
                                        </p:animEffect>
                                      </p:childTnLst>
                                    </p:cTn>
                                  </p:par>
                                  <p:par>
                                    <p:cTn id="182" presetID="10" presetClass="entr" presetSubtype="0" fill="hold" grpId="1" nodeType="withEffect">
                                      <p:stCondLst>
                                        <p:cond delay="0"/>
                                      </p:stCondLst>
                                      <p:childTnLst>
                                        <p:set>
                                          <p:cBhvr>
                                            <p:cTn id="183" dur="1" fill="hold">
                                              <p:stCondLst>
                                                <p:cond delay="0"/>
                                              </p:stCondLst>
                                            </p:cTn>
                                            <p:tgtEl>
                                              <p:spTgt spid="50"/>
                                            </p:tgtEl>
                                            <p:attrNameLst>
                                              <p:attrName>style.visibility</p:attrName>
                                            </p:attrNameLst>
                                          </p:cBhvr>
                                          <p:to>
                                            <p:strVal val="visible"/>
                                          </p:to>
                                        </p:set>
                                        <p:animEffect transition="in" filter="fade">
                                          <p:cBhvr>
                                            <p:cTn id="184" dur="1000"/>
                                            <p:tgtEl>
                                              <p:spTgt spid="50"/>
                                            </p:tgtEl>
                                          </p:cBhvr>
                                        </p:animEffect>
                                      </p:childTnLst>
                                    </p:cTn>
                                  </p:par>
                                  <p:par>
                                    <p:cTn id="185" presetID="10" presetClass="entr" presetSubtype="0" fill="hold" grpId="1" nodeType="withEffect">
                                      <p:stCondLst>
                                        <p:cond delay="0"/>
                                      </p:stCondLst>
                                      <p:childTnLst>
                                        <p:set>
                                          <p:cBhvr>
                                            <p:cTn id="186" dur="1" fill="hold">
                                              <p:stCondLst>
                                                <p:cond delay="0"/>
                                              </p:stCondLst>
                                            </p:cTn>
                                            <p:tgtEl>
                                              <p:spTgt spid="51"/>
                                            </p:tgtEl>
                                            <p:attrNameLst>
                                              <p:attrName>style.visibility</p:attrName>
                                            </p:attrNameLst>
                                          </p:cBhvr>
                                          <p:to>
                                            <p:strVal val="visible"/>
                                          </p:to>
                                        </p:set>
                                        <p:animEffect transition="in" filter="fade">
                                          <p:cBhvr>
                                            <p:cTn id="187" dur="1000"/>
                                            <p:tgtEl>
                                              <p:spTgt spid="51"/>
                                            </p:tgtEl>
                                          </p:cBhvr>
                                        </p:animEffect>
                                      </p:childTnLst>
                                    </p:cTn>
                                  </p:par>
                                  <p:par>
                                    <p:cTn id="188" presetID="10" presetClass="exit" presetSubtype="0" fill="hold" grpId="1" nodeType="withEffect">
                                      <p:stCondLst>
                                        <p:cond delay="0"/>
                                      </p:stCondLst>
                                      <p:childTnLst>
                                        <p:animEffect transition="out" filter="fade">
                                          <p:cBhvr>
                                            <p:cTn id="189" dur="1000"/>
                                            <p:tgtEl>
                                              <p:spTgt spid="24"/>
                                            </p:tgtEl>
                                          </p:cBhvr>
                                        </p:animEffect>
                                        <p:set>
                                          <p:cBhvr>
                                            <p:cTn id="190" dur="1" fill="hold">
                                              <p:stCondLst>
                                                <p:cond delay="999"/>
                                              </p:stCondLst>
                                            </p:cTn>
                                            <p:tgtEl>
                                              <p:spTgt spid="24"/>
                                            </p:tgtEl>
                                            <p:attrNameLst>
                                              <p:attrName>style.visibility</p:attrName>
                                            </p:attrNameLst>
                                          </p:cBhvr>
                                          <p:to>
                                            <p:strVal val="hidden"/>
                                          </p:to>
                                        </p:set>
                                      </p:childTnLst>
                                    </p:cTn>
                                  </p:par>
                                  <p:par>
                                    <p:cTn id="191" presetID="10" presetClass="exit" presetSubtype="0" fill="hold" grpId="1" nodeType="withEffect">
                                      <p:stCondLst>
                                        <p:cond delay="0"/>
                                      </p:stCondLst>
                                      <p:childTnLst>
                                        <p:animEffect transition="out" filter="fade">
                                          <p:cBhvr>
                                            <p:cTn id="192" dur="1000"/>
                                            <p:tgtEl>
                                              <p:spTgt spid="25"/>
                                            </p:tgtEl>
                                          </p:cBhvr>
                                        </p:animEffect>
                                        <p:set>
                                          <p:cBhvr>
                                            <p:cTn id="193" dur="1" fill="hold">
                                              <p:stCondLst>
                                                <p:cond delay="999"/>
                                              </p:stCondLst>
                                            </p:cTn>
                                            <p:tgtEl>
                                              <p:spTgt spid="25"/>
                                            </p:tgtEl>
                                            <p:attrNameLst>
                                              <p:attrName>style.visibility</p:attrName>
                                            </p:attrNameLst>
                                          </p:cBhvr>
                                          <p:to>
                                            <p:strVal val="hidden"/>
                                          </p:to>
                                        </p:set>
                                      </p:childTnLst>
                                    </p:cTn>
                                  </p:par>
                                  <p:par>
                                    <p:cTn id="194" presetID="10" presetClass="exit" presetSubtype="0" fill="hold" grpId="1" nodeType="withEffect">
                                      <p:stCondLst>
                                        <p:cond delay="0"/>
                                      </p:stCondLst>
                                      <p:childTnLst>
                                        <p:animEffect transition="out" filter="fade">
                                          <p:cBhvr>
                                            <p:cTn id="195" dur="1000"/>
                                            <p:tgtEl>
                                              <p:spTgt spid="26"/>
                                            </p:tgtEl>
                                          </p:cBhvr>
                                        </p:animEffect>
                                        <p:set>
                                          <p:cBhvr>
                                            <p:cTn id="196" dur="1" fill="hold">
                                              <p:stCondLst>
                                                <p:cond delay="999"/>
                                              </p:stCondLst>
                                            </p:cTn>
                                            <p:tgtEl>
                                              <p:spTgt spid="26"/>
                                            </p:tgtEl>
                                            <p:attrNameLst>
                                              <p:attrName>style.visibility</p:attrName>
                                            </p:attrNameLst>
                                          </p:cBhvr>
                                          <p:to>
                                            <p:strVal val="hidden"/>
                                          </p:to>
                                        </p:set>
                                      </p:childTnLst>
                                    </p:cTn>
                                  </p:par>
                                  <p:par>
                                    <p:cTn id="197" presetID="10" presetClass="exit" presetSubtype="0" fill="hold" grpId="1" nodeType="withEffect">
                                      <p:stCondLst>
                                        <p:cond delay="0"/>
                                      </p:stCondLst>
                                      <p:childTnLst>
                                        <p:animEffect transition="out" filter="fade">
                                          <p:cBhvr>
                                            <p:cTn id="198" dur="1000"/>
                                            <p:tgtEl>
                                              <p:spTgt spid="27"/>
                                            </p:tgtEl>
                                          </p:cBhvr>
                                        </p:animEffect>
                                        <p:set>
                                          <p:cBhvr>
                                            <p:cTn id="199" dur="1" fill="hold">
                                              <p:stCondLst>
                                                <p:cond delay="999"/>
                                              </p:stCondLst>
                                            </p:cTn>
                                            <p:tgtEl>
                                              <p:spTgt spid="27"/>
                                            </p:tgtEl>
                                            <p:attrNameLst>
                                              <p:attrName>style.visibility</p:attrName>
                                            </p:attrNameLst>
                                          </p:cBhvr>
                                          <p:to>
                                            <p:strVal val="hidden"/>
                                          </p:to>
                                        </p:set>
                                      </p:childTnLst>
                                    </p:cTn>
                                  </p:par>
                                  <p:par>
                                    <p:cTn id="200" presetID="10" presetClass="exit" presetSubtype="0" fill="hold" grpId="1" nodeType="withEffect">
                                      <p:stCondLst>
                                        <p:cond delay="0"/>
                                      </p:stCondLst>
                                      <p:childTnLst>
                                        <p:animEffect transition="out" filter="fade">
                                          <p:cBhvr>
                                            <p:cTn id="201" dur="1000"/>
                                            <p:tgtEl>
                                              <p:spTgt spid="28"/>
                                            </p:tgtEl>
                                          </p:cBhvr>
                                        </p:animEffect>
                                        <p:set>
                                          <p:cBhvr>
                                            <p:cTn id="202" dur="1" fill="hold">
                                              <p:stCondLst>
                                                <p:cond delay="999"/>
                                              </p:stCondLst>
                                            </p:cTn>
                                            <p:tgtEl>
                                              <p:spTgt spid="28"/>
                                            </p:tgtEl>
                                            <p:attrNameLst>
                                              <p:attrName>style.visibility</p:attrName>
                                            </p:attrNameLst>
                                          </p:cBhvr>
                                          <p:to>
                                            <p:strVal val="hidden"/>
                                          </p:to>
                                        </p:set>
                                      </p:childTnLst>
                                    </p:cTn>
                                  </p:par>
                                  <p:par>
                                    <p:cTn id="203" presetID="10" presetClass="exit" presetSubtype="0" fill="hold" grpId="1" nodeType="withEffect">
                                      <p:stCondLst>
                                        <p:cond delay="0"/>
                                      </p:stCondLst>
                                      <p:childTnLst>
                                        <p:animEffect transition="out" filter="fade">
                                          <p:cBhvr>
                                            <p:cTn id="204" dur="1000"/>
                                            <p:tgtEl>
                                              <p:spTgt spid="29"/>
                                            </p:tgtEl>
                                          </p:cBhvr>
                                        </p:animEffect>
                                        <p:set>
                                          <p:cBhvr>
                                            <p:cTn id="205" dur="1" fill="hold">
                                              <p:stCondLst>
                                                <p:cond delay="999"/>
                                              </p:stCondLst>
                                            </p:cTn>
                                            <p:tgtEl>
                                              <p:spTgt spid="29"/>
                                            </p:tgtEl>
                                            <p:attrNameLst>
                                              <p:attrName>style.visibility</p:attrName>
                                            </p:attrNameLst>
                                          </p:cBhvr>
                                          <p:to>
                                            <p:strVal val="hidden"/>
                                          </p:to>
                                        </p:set>
                                      </p:childTnLst>
                                    </p:cTn>
                                  </p:par>
                                  <p:par>
                                    <p:cTn id="206" presetID="10" presetClass="exit" presetSubtype="0" fill="hold" grpId="1" nodeType="withEffect">
                                      <p:stCondLst>
                                        <p:cond delay="0"/>
                                      </p:stCondLst>
                                      <p:childTnLst>
                                        <p:animEffect transition="out" filter="fade">
                                          <p:cBhvr>
                                            <p:cTn id="207" dur="1000"/>
                                            <p:tgtEl>
                                              <p:spTgt spid="30"/>
                                            </p:tgtEl>
                                          </p:cBhvr>
                                        </p:animEffect>
                                        <p:set>
                                          <p:cBhvr>
                                            <p:cTn id="208" dur="1" fill="hold">
                                              <p:stCondLst>
                                                <p:cond delay="999"/>
                                              </p:stCondLst>
                                            </p:cTn>
                                            <p:tgtEl>
                                              <p:spTgt spid="30"/>
                                            </p:tgtEl>
                                            <p:attrNameLst>
                                              <p:attrName>style.visibility</p:attrName>
                                            </p:attrNameLst>
                                          </p:cBhvr>
                                          <p:to>
                                            <p:strVal val="hidden"/>
                                          </p:to>
                                        </p:set>
                                      </p:childTnLst>
                                    </p:cTn>
                                  </p:par>
                                  <p:par>
                                    <p:cTn id="209" presetID="10" presetClass="exit" presetSubtype="0" fill="hold" grpId="1" nodeType="withEffect">
                                      <p:stCondLst>
                                        <p:cond delay="0"/>
                                      </p:stCondLst>
                                      <p:childTnLst>
                                        <p:animEffect transition="out" filter="fade">
                                          <p:cBhvr>
                                            <p:cTn id="210" dur="1000"/>
                                            <p:tgtEl>
                                              <p:spTgt spid="31"/>
                                            </p:tgtEl>
                                          </p:cBhvr>
                                        </p:animEffect>
                                        <p:set>
                                          <p:cBhvr>
                                            <p:cTn id="211" dur="1" fill="hold">
                                              <p:stCondLst>
                                                <p:cond delay="999"/>
                                              </p:stCondLst>
                                            </p:cTn>
                                            <p:tgtEl>
                                              <p:spTgt spid="31"/>
                                            </p:tgtEl>
                                            <p:attrNameLst>
                                              <p:attrName>style.visibility</p:attrName>
                                            </p:attrNameLst>
                                          </p:cBhvr>
                                          <p:to>
                                            <p:strVal val="hidden"/>
                                          </p:to>
                                        </p:set>
                                      </p:childTnLst>
                                    </p:cTn>
                                  </p:par>
                                  <p:par>
                                    <p:cTn id="212" presetID="10" presetClass="exit" presetSubtype="0" fill="hold" grpId="1" nodeType="withEffect">
                                      <p:stCondLst>
                                        <p:cond delay="0"/>
                                      </p:stCondLst>
                                      <p:childTnLst>
                                        <p:animEffect transition="out" filter="fade">
                                          <p:cBhvr>
                                            <p:cTn id="213" dur="1000"/>
                                            <p:tgtEl>
                                              <p:spTgt spid="32"/>
                                            </p:tgtEl>
                                          </p:cBhvr>
                                        </p:animEffect>
                                        <p:set>
                                          <p:cBhvr>
                                            <p:cTn id="214" dur="1" fill="hold">
                                              <p:stCondLst>
                                                <p:cond delay="999"/>
                                              </p:stCondLst>
                                            </p:cTn>
                                            <p:tgtEl>
                                              <p:spTgt spid="32"/>
                                            </p:tgtEl>
                                            <p:attrNameLst>
                                              <p:attrName>style.visibility</p:attrName>
                                            </p:attrNameLst>
                                          </p:cBhvr>
                                          <p:to>
                                            <p:strVal val="hidden"/>
                                          </p:to>
                                        </p:set>
                                      </p:childTnLst>
                                    </p:cTn>
                                  </p:par>
                                  <p:par>
                                    <p:cTn id="215" presetID="10" presetClass="exit" presetSubtype="0" fill="hold" grpId="1" nodeType="withEffect">
                                      <p:stCondLst>
                                        <p:cond delay="0"/>
                                      </p:stCondLst>
                                      <p:childTnLst>
                                        <p:animEffect transition="out" filter="fade">
                                          <p:cBhvr>
                                            <p:cTn id="216" dur="1000"/>
                                            <p:tgtEl>
                                              <p:spTgt spid="33"/>
                                            </p:tgtEl>
                                          </p:cBhvr>
                                        </p:animEffect>
                                        <p:set>
                                          <p:cBhvr>
                                            <p:cTn id="217" dur="1" fill="hold">
                                              <p:stCondLst>
                                                <p:cond delay="999"/>
                                              </p:stCondLst>
                                            </p:cTn>
                                            <p:tgtEl>
                                              <p:spTgt spid="33"/>
                                            </p:tgtEl>
                                            <p:attrNameLst>
                                              <p:attrName>style.visibility</p:attrName>
                                            </p:attrNameLst>
                                          </p:cBhvr>
                                          <p:to>
                                            <p:strVal val="hidden"/>
                                          </p:to>
                                        </p:set>
                                      </p:childTnLst>
                                    </p:cTn>
                                  </p:par>
                                  <p:par>
                                    <p:cTn id="218" presetID="10" presetClass="exit" presetSubtype="0" fill="hold" grpId="1" nodeType="withEffect">
                                      <p:stCondLst>
                                        <p:cond delay="0"/>
                                      </p:stCondLst>
                                      <p:childTnLst>
                                        <p:animEffect transition="out" filter="fade">
                                          <p:cBhvr>
                                            <p:cTn id="219" dur="1000"/>
                                            <p:tgtEl>
                                              <p:spTgt spid="34"/>
                                            </p:tgtEl>
                                          </p:cBhvr>
                                        </p:animEffect>
                                        <p:set>
                                          <p:cBhvr>
                                            <p:cTn id="220" dur="1" fill="hold">
                                              <p:stCondLst>
                                                <p:cond delay="999"/>
                                              </p:stCondLst>
                                            </p:cTn>
                                            <p:tgtEl>
                                              <p:spTgt spid="34"/>
                                            </p:tgtEl>
                                            <p:attrNameLst>
                                              <p:attrName>style.visibility</p:attrName>
                                            </p:attrNameLst>
                                          </p:cBhvr>
                                          <p:to>
                                            <p:strVal val="hidden"/>
                                          </p:to>
                                        </p:set>
                                      </p:childTnLst>
                                    </p:cTn>
                                  </p:par>
                                  <p:par>
                                    <p:cTn id="221" presetID="10" presetClass="exit" presetSubtype="0" fill="hold" grpId="1" nodeType="withEffect">
                                      <p:stCondLst>
                                        <p:cond delay="0"/>
                                      </p:stCondLst>
                                      <p:childTnLst>
                                        <p:animEffect transition="out" filter="fade">
                                          <p:cBhvr>
                                            <p:cTn id="222" dur="1000"/>
                                            <p:tgtEl>
                                              <p:spTgt spid="35"/>
                                            </p:tgtEl>
                                          </p:cBhvr>
                                        </p:animEffect>
                                        <p:set>
                                          <p:cBhvr>
                                            <p:cTn id="223" dur="1" fill="hold">
                                              <p:stCondLst>
                                                <p:cond delay="999"/>
                                              </p:stCondLst>
                                            </p:cTn>
                                            <p:tgtEl>
                                              <p:spTgt spid="35"/>
                                            </p:tgtEl>
                                            <p:attrNameLst>
                                              <p:attrName>style.visibility</p:attrName>
                                            </p:attrNameLst>
                                          </p:cBhvr>
                                          <p:to>
                                            <p:strVal val="hidden"/>
                                          </p:to>
                                        </p:set>
                                      </p:childTnLst>
                                    </p:cTn>
                                  </p:par>
                                  <p:par>
                                    <p:cTn id="224" presetID="10" presetClass="exit" presetSubtype="0" fill="hold" grpId="1" nodeType="withEffect">
                                      <p:stCondLst>
                                        <p:cond delay="0"/>
                                      </p:stCondLst>
                                      <p:childTnLst>
                                        <p:animEffect transition="out" filter="fade">
                                          <p:cBhvr>
                                            <p:cTn id="225" dur="1000"/>
                                            <p:tgtEl>
                                              <p:spTgt spid="36"/>
                                            </p:tgtEl>
                                          </p:cBhvr>
                                        </p:animEffect>
                                        <p:set>
                                          <p:cBhvr>
                                            <p:cTn id="226" dur="1" fill="hold">
                                              <p:stCondLst>
                                                <p:cond delay="999"/>
                                              </p:stCondLst>
                                            </p:cTn>
                                            <p:tgtEl>
                                              <p:spTgt spid="36"/>
                                            </p:tgtEl>
                                            <p:attrNameLst>
                                              <p:attrName>style.visibility</p:attrName>
                                            </p:attrNameLst>
                                          </p:cBhvr>
                                          <p:to>
                                            <p:strVal val="hidden"/>
                                          </p:to>
                                        </p:set>
                                      </p:childTnLst>
                                    </p:cTn>
                                  </p:par>
                                  <p:par>
                                    <p:cTn id="227" presetID="10" presetClass="exit" presetSubtype="0" fill="hold" grpId="1" nodeType="withEffect">
                                      <p:stCondLst>
                                        <p:cond delay="0"/>
                                      </p:stCondLst>
                                      <p:childTnLst>
                                        <p:animEffect transition="out" filter="fade">
                                          <p:cBhvr>
                                            <p:cTn id="228" dur="1000"/>
                                            <p:tgtEl>
                                              <p:spTgt spid="37"/>
                                            </p:tgtEl>
                                          </p:cBhvr>
                                        </p:animEffect>
                                        <p:set>
                                          <p:cBhvr>
                                            <p:cTn id="229" dur="1" fill="hold">
                                              <p:stCondLst>
                                                <p:cond delay="999"/>
                                              </p:stCondLst>
                                            </p:cTn>
                                            <p:tgtEl>
                                              <p:spTgt spid="37"/>
                                            </p:tgtEl>
                                            <p:attrNameLst>
                                              <p:attrName>style.visibility</p:attrName>
                                            </p:attrNameLst>
                                          </p:cBhvr>
                                          <p:to>
                                            <p:strVal val="hidden"/>
                                          </p:to>
                                        </p:set>
                                      </p:childTnLst>
                                    </p:cTn>
                                  </p:par>
                                  <p:par>
                                    <p:cTn id="230" presetID="10" presetClass="entr" presetSubtype="0" fill="hold" grpId="1" nodeType="withEffect">
                                      <p:stCondLst>
                                        <p:cond delay="0"/>
                                      </p:stCondLst>
                                      <p:childTnLst>
                                        <p:set>
                                          <p:cBhvr>
                                            <p:cTn id="231" dur="1" fill="hold">
                                              <p:stCondLst>
                                                <p:cond delay="0"/>
                                              </p:stCondLst>
                                            </p:cTn>
                                            <p:tgtEl>
                                              <p:spTgt spid="56">
                                                <p:txEl>
                                                  <p:pRg st="0" end="0"/>
                                                </p:txEl>
                                              </p:spTgt>
                                            </p:tgtEl>
                                            <p:attrNameLst>
                                              <p:attrName>style.visibility</p:attrName>
                                            </p:attrNameLst>
                                          </p:cBhvr>
                                          <p:to>
                                            <p:strVal val="visible"/>
                                          </p:to>
                                        </p:set>
                                        <p:animEffect transition="in" filter="fade">
                                          <p:cBhvr>
                                            <p:cTn id="232" dur="1000"/>
                                            <p:tgtEl>
                                              <p:spTgt spid="56">
                                                <p:txEl>
                                                  <p:pRg st="0" end="0"/>
                                                </p:txEl>
                                              </p:spTgt>
                                            </p:tgtEl>
                                          </p:cBhvr>
                                        </p:animEffect>
                                      </p:childTnLst>
                                    </p:cTn>
                                  </p:par>
                                  <p:par>
                                    <p:cTn id="233" presetID="10" presetClass="entr" presetSubtype="0" fill="hold" grpId="1" nodeType="withEffect">
                                      <p:stCondLst>
                                        <p:cond delay="0"/>
                                      </p:stCondLst>
                                      <p:childTnLst>
                                        <p:set>
                                          <p:cBhvr>
                                            <p:cTn id="234" dur="1" fill="hold">
                                              <p:stCondLst>
                                                <p:cond delay="0"/>
                                              </p:stCondLst>
                                            </p:cTn>
                                            <p:tgtEl>
                                              <p:spTgt spid="55">
                                                <p:txEl>
                                                  <p:pRg st="0" end="0"/>
                                                </p:txEl>
                                              </p:spTgt>
                                            </p:tgtEl>
                                            <p:attrNameLst>
                                              <p:attrName>style.visibility</p:attrName>
                                            </p:attrNameLst>
                                          </p:cBhvr>
                                          <p:to>
                                            <p:strVal val="visible"/>
                                          </p:to>
                                        </p:set>
                                        <p:animEffect transition="in" filter="fade">
                                          <p:cBhvr>
                                            <p:cTn id="235" dur="1000"/>
                                            <p:tgtEl>
                                              <p:spTgt spid="55">
                                                <p:txEl>
                                                  <p:pRg st="0" end="0"/>
                                                </p:txEl>
                                              </p:spTgt>
                                            </p:tgtEl>
                                          </p:cBhvr>
                                        </p:animEffect>
                                      </p:childTnLst>
                                    </p:cTn>
                                  </p:par>
                                  <p:par>
                                    <p:cTn id="236" presetID="10" presetClass="exit" presetSubtype="0" fill="hold" grpId="1" nodeType="withEffect">
                                      <p:stCondLst>
                                        <p:cond delay="0"/>
                                      </p:stCondLst>
                                      <p:childTnLst>
                                        <p:animEffect transition="out" filter="fade">
                                          <p:cBhvr>
                                            <p:cTn id="237" dur="1000"/>
                                            <p:tgtEl>
                                              <p:spTgt spid="59">
                                                <p:txEl>
                                                  <p:pRg st="0" end="0"/>
                                                </p:txEl>
                                              </p:spTgt>
                                            </p:tgtEl>
                                          </p:cBhvr>
                                        </p:animEffect>
                                        <p:set>
                                          <p:cBhvr>
                                            <p:cTn id="238" dur="1" fill="hold">
                                              <p:stCondLst>
                                                <p:cond delay="999"/>
                                              </p:stCondLst>
                                            </p:cTn>
                                            <p:tgtEl>
                                              <p:spTgt spid="59">
                                                <p:txEl>
                                                  <p:pRg st="0" end="0"/>
                                                </p:txEl>
                                              </p:spTgt>
                                            </p:tgtEl>
                                            <p:attrNameLst>
                                              <p:attrName>style.visibility</p:attrName>
                                            </p:attrNameLst>
                                          </p:cBhvr>
                                          <p:to>
                                            <p:strVal val="hidden"/>
                                          </p:to>
                                        </p:set>
                                      </p:childTnLst>
                                    </p:cTn>
                                  </p:par>
                                  <p:par>
                                    <p:cTn id="239" presetID="10" presetClass="exit" presetSubtype="0" fill="hold" grpId="1" nodeType="withEffect">
                                      <p:stCondLst>
                                        <p:cond delay="0"/>
                                      </p:stCondLst>
                                      <p:childTnLst>
                                        <p:animEffect transition="out" filter="fade">
                                          <p:cBhvr>
                                            <p:cTn id="240" dur="1000"/>
                                            <p:tgtEl>
                                              <p:spTgt spid="58">
                                                <p:txEl>
                                                  <p:pRg st="0" end="0"/>
                                                </p:txEl>
                                              </p:spTgt>
                                            </p:tgtEl>
                                          </p:cBhvr>
                                        </p:animEffect>
                                        <p:set>
                                          <p:cBhvr>
                                            <p:cTn id="241" dur="1" fill="hold">
                                              <p:stCondLst>
                                                <p:cond delay="999"/>
                                              </p:stCondLst>
                                            </p:cTn>
                                            <p:tgtEl>
                                              <p:spTgt spid="58">
                                                <p:txEl>
                                                  <p:pRg st="0" end="0"/>
                                                </p:txEl>
                                              </p:spTgt>
                                            </p:tgtEl>
                                            <p:attrNameLst>
                                              <p:attrName>style.visibility</p:attrName>
                                            </p:attrNameLst>
                                          </p:cBhvr>
                                          <p:to>
                                            <p:strVal val="hidden"/>
                                          </p:to>
                                        </p:set>
                                      </p:childTnLst>
                                    </p:cTn>
                                  </p:par>
                                </p:childTnLst>
                              </p:cTn>
                            </p:par>
                          </p:childTnLst>
                        </p:cTn>
                      </p:par>
                    </p:childTnLst>
                  </p:cTn>
                  <p:nextCondLst>
                    <p:cond evt="onMediaBookmark" delay="0">
                      <p:tgtEl>
                        <p14:bmkTgt spid="12" bmkName="Bookmark 2"/>
                      </p:tgtEl>
                    </p:cond>
                  </p:nextCondLst>
                </p:seq>
              </p:childTnLst>
            </p:cTn>
          </p:par>
        </p:tnLst>
        <p:bldLst>
          <p:bldP spid="10" grpId="0" build="p">
            <p:tmplLst>
              <p:tmpl lvl="1">
                <p:tnLst>
                  <p:par>
                    <p:cTn presetID="10" presetClass="exit" presetSubtype="0" fill="hold" nodeType="withEffect">
                      <p:stCondLst>
                        <p:cond delay="0"/>
                      </p:stCondLst>
                      <p:childTnLst>
                        <p:animEffect transition="out" filter="fade">
                          <p:cBhvr>
                            <p:cTn dur="1000"/>
                            <p:tgtEl>
                              <p:spTgt spid="10"/>
                            </p:tgtEl>
                          </p:cBhvr>
                        </p:animEffect>
                        <p:set>
                          <p:cBhvr>
                            <p:cTn dur="1" fill="hold">
                              <p:stCondLst>
                                <p:cond delay="999"/>
                              </p:stCondLst>
                            </p:cTn>
                            <p:tgtEl>
                              <p:spTgt spid="10"/>
                            </p:tgtEl>
                            <p:attrNameLst>
                              <p:attrName>style.visibility</p:attrName>
                            </p:attrNameLst>
                          </p:cBhvr>
                          <p:to>
                            <p:strVal val="hidden"/>
                          </p:to>
                        </p:set>
                      </p:childTnLst>
                    </p:cTn>
                  </p:par>
                </p:tnLst>
              </p:tmpl>
            </p:tmplLst>
          </p:bldP>
          <p:bldP spid="10" grpId="1" build="p">
            <p:tmplLst>
              <p:tmpl lvl="1">
                <p:tnLst>
                  <p:par>
                    <p:cTn presetID="10"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1000"/>
                            <p:tgtEl>
                              <p:spTgt spid="10"/>
                            </p:tgtEl>
                          </p:cBhvr>
                        </p:animEffect>
                      </p:childTnLst>
                    </p:cTn>
                  </p:par>
                </p:tnLst>
              </p:tmpl>
            </p:tmplLst>
          </p:bldP>
          <p:bldP spid="11" grpId="0" build="p">
            <p:tmplLst>
              <p:tmpl lvl="1">
                <p:tnLst>
                  <p:par>
                    <p:cTn presetID="10" presetClass="exit" presetSubtype="0" fill="hold" nodeType="withEffect">
                      <p:stCondLst>
                        <p:cond delay="0"/>
                      </p:stCondLst>
                      <p:childTnLst>
                        <p:animEffect transition="out" filter="fade">
                          <p:cBhvr>
                            <p:cTn dur="1000"/>
                            <p:tgtEl>
                              <p:spTgt spid="11"/>
                            </p:tgtEl>
                          </p:cBhvr>
                        </p:animEffect>
                        <p:set>
                          <p:cBhvr>
                            <p:cTn dur="1" fill="hold">
                              <p:stCondLst>
                                <p:cond delay="999"/>
                              </p:stCondLst>
                            </p:cTn>
                            <p:tgtEl>
                              <p:spTgt spid="11"/>
                            </p:tgtEl>
                            <p:attrNameLst>
                              <p:attrName>style.visibility</p:attrName>
                            </p:attrNameLst>
                          </p:cBhvr>
                          <p:to>
                            <p:strVal val="hidden"/>
                          </p:to>
                        </p:set>
                      </p:childTnLst>
                    </p:cTn>
                  </p:par>
                </p:tnLst>
              </p:tmpl>
            </p:tmplLst>
          </p:bldP>
          <p:bldP spid="11" grpId="1" build="p">
            <p:tmplLst>
              <p:tmpl lvl="1">
                <p:tnLst>
                  <p:par>
                    <p:cTn presetID="10" presetClass="entr" presetSubtype="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1000"/>
                            <p:tgtEl>
                              <p:spTgt spid="11"/>
                            </p:tgtEl>
                          </p:cBhvr>
                        </p:animEffect>
                      </p:childTnLst>
                    </p:cTn>
                  </p:par>
                </p:tnLst>
              </p:tmpl>
            </p:tmplLst>
          </p:bldP>
          <p:bldP spid="16" grpId="0" build="p">
            <p:tmplLst>
              <p:tmpl lvl="1">
                <p:tnLst>
                  <p:par>
                    <p:cTn presetID="10" presetClass="entr" presetSubtype="0" fill="hold" nodeType="with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1000"/>
                            <p:tgtEl>
                              <p:spTgt spid="16"/>
                            </p:tgtEl>
                          </p:cBhvr>
                        </p:animEffect>
                      </p:childTnLst>
                    </p:cTn>
                  </p:par>
                </p:tnLst>
              </p:tmpl>
            </p:tmplLst>
          </p:bldP>
          <p:bldP spid="16" grpId="1" build="p">
            <p:tmplLst>
              <p:tmpl lvl="1">
                <p:tnLst>
                  <p:par>
                    <p:cTn presetID="10" presetClass="exit" presetSubtype="0" fill="hold" nodeType="withEffect">
                      <p:stCondLst>
                        <p:cond delay="0"/>
                      </p:stCondLst>
                      <p:childTnLst>
                        <p:animEffect transition="out" filter="fade">
                          <p:cBhvr>
                            <p:cTn dur="1000"/>
                            <p:tgtEl>
                              <p:spTgt spid="16"/>
                            </p:tgtEl>
                          </p:cBhvr>
                        </p:animEffect>
                        <p:set>
                          <p:cBhvr>
                            <p:cTn dur="1" fill="hold">
                              <p:stCondLst>
                                <p:cond delay="999"/>
                              </p:stCondLst>
                            </p:cTn>
                            <p:tgtEl>
                              <p:spTgt spid="16"/>
                            </p:tgtEl>
                            <p:attrNameLst>
                              <p:attrName>style.visibility</p:attrName>
                            </p:attrNameLst>
                          </p:cBhvr>
                          <p:to>
                            <p:strVal val="hidden"/>
                          </p:to>
                        </p:set>
                      </p:childTnLst>
                    </p:cTn>
                  </p:par>
                </p:tnLst>
              </p:tmpl>
            </p:tmplLst>
          </p:bldP>
          <p:bldP spid="19" grpId="0" build="p">
            <p:tmplLst>
              <p:tmpl lvl="1">
                <p:tnLst>
                  <p:par>
                    <p:cTn presetID="10" presetClass="entr" presetSubtype="0" fill="hold" nodeType="with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fade">
                          <p:cBhvr>
                            <p:cTn dur="1000"/>
                            <p:tgtEl>
                              <p:spTgt spid="19"/>
                            </p:tgtEl>
                          </p:cBhvr>
                        </p:animEffect>
                      </p:childTnLst>
                    </p:cTn>
                  </p:par>
                </p:tnLst>
              </p:tmpl>
            </p:tmplLst>
          </p:bldP>
          <p:bldP spid="19" grpId="1" build="p">
            <p:tmplLst>
              <p:tmpl lvl="1">
                <p:tnLst>
                  <p:par>
                    <p:cTn presetID="10" presetClass="exit" presetSubtype="0" fill="hold" nodeType="withEffect">
                      <p:stCondLst>
                        <p:cond delay="0"/>
                      </p:stCondLst>
                      <p:childTnLst>
                        <p:animEffect transition="out" filter="fade">
                          <p:cBhvr>
                            <p:cTn dur="1000"/>
                            <p:tgtEl>
                              <p:spTgt spid="19"/>
                            </p:tgtEl>
                          </p:cBhvr>
                        </p:animEffect>
                        <p:set>
                          <p:cBhvr>
                            <p:cTn dur="1" fill="hold">
                              <p:stCondLst>
                                <p:cond delay="999"/>
                              </p:stCondLst>
                            </p:cTn>
                            <p:tgtEl>
                              <p:spTgt spid="19"/>
                            </p:tgtEl>
                            <p:attrNameLst>
                              <p:attrName>style.visibility</p:attrName>
                            </p:attrNameLst>
                          </p:cBhvr>
                          <p:to>
                            <p:strVal val="hidden"/>
                          </p:to>
                        </p:set>
                      </p:childTnLst>
                    </p:cTn>
                  </p:par>
                </p:tnLst>
              </p:tmpl>
            </p:tmplLst>
          </p:bldP>
          <p:bldP spid="55" grpId="0" build="p">
            <p:tmplLst>
              <p:tmpl lvl="1">
                <p:tnLst>
                  <p:par>
                    <p:cTn presetID="10" presetClass="exit" presetSubtype="0" fill="hold" nodeType="withEffect">
                      <p:stCondLst>
                        <p:cond delay="0"/>
                      </p:stCondLst>
                      <p:childTnLst>
                        <p:animEffect transition="out" filter="fade">
                          <p:cBhvr>
                            <p:cTn dur="1000"/>
                            <p:tgtEl>
                              <p:spTgt spid="55"/>
                            </p:tgtEl>
                          </p:cBhvr>
                        </p:animEffect>
                        <p:set>
                          <p:cBhvr>
                            <p:cTn dur="1" fill="hold">
                              <p:stCondLst>
                                <p:cond delay="999"/>
                              </p:stCondLst>
                            </p:cTn>
                            <p:tgtEl>
                              <p:spTgt spid="55"/>
                            </p:tgtEl>
                            <p:attrNameLst>
                              <p:attrName>style.visibility</p:attrName>
                            </p:attrNameLst>
                          </p:cBhvr>
                          <p:to>
                            <p:strVal val="hidden"/>
                          </p:to>
                        </p:set>
                      </p:childTnLst>
                    </p:cTn>
                  </p:par>
                </p:tnLst>
              </p:tmpl>
            </p:tmplLst>
          </p:bldP>
          <p:bldP spid="55" grpId="1" build="p">
            <p:tmplLst>
              <p:tmpl lvl="1">
                <p:tnLst>
                  <p:par>
                    <p:cTn presetID="10" presetClass="entr" presetSubtype="0" fill="hold" nodeType="withEffect">
                      <p:stCondLst>
                        <p:cond delay="0"/>
                      </p:stCondLst>
                      <p:childTnLst>
                        <p:set>
                          <p:cBhvr>
                            <p:cTn dur="1" fill="hold">
                              <p:stCondLst>
                                <p:cond delay="0"/>
                              </p:stCondLst>
                            </p:cTn>
                            <p:tgtEl>
                              <p:spTgt spid="55"/>
                            </p:tgtEl>
                            <p:attrNameLst>
                              <p:attrName>style.visibility</p:attrName>
                            </p:attrNameLst>
                          </p:cBhvr>
                          <p:to>
                            <p:strVal val="visible"/>
                          </p:to>
                        </p:set>
                        <p:animEffect transition="in" filter="fade">
                          <p:cBhvr>
                            <p:cTn dur="1000"/>
                            <p:tgtEl>
                              <p:spTgt spid="55"/>
                            </p:tgtEl>
                          </p:cBhvr>
                        </p:animEffect>
                      </p:childTnLst>
                    </p:cTn>
                  </p:par>
                </p:tnLst>
              </p:tmpl>
            </p:tmplLst>
          </p:bldP>
          <p:bldP spid="56" grpId="0" build="p">
            <p:tmplLst>
              <p:tmpl lvl="1">
                <p:tnLst>
                  <p:par>
                    <p:cTn presetID="10" presetClass="exit" presetSubtype="0" fill="hold" nodeType="withEffect">
                      <p:stCondLst>
                        <p:cond delay="0"/>
                      </p:stCondLst>
                      <p:childTnLst>
                        <p:animEffect transition="out" filter="fade">
                          <p:cBhvr>
                            <p:cTn dur="1000"/>
                            <p:tgtEl>
                              <p:spTgt spid="56"/>
                            </p:tgtEl>
                          </p:cBhvr>
                        </p:animEffect>
                        <p:set>
                          <p:cBhvr>
                            <p:cTn dur="1" fill="hold">
                              <p:stCondLst>
                                <p:cond delay="999"/>
                              </p:stCondLst>
                            </p:cTn>
                            <p:tgtEl>
                              <p:spTgt spid="56"/>
                            </p:tgtEl>
                            <p:attrNameLst>
                              <p:attrName>style.visibility</p:attrName>
                            </p:attrNameLst>
                          </p:cBhvr>
                          <p:to>
                            <p:strVal val="hidden"/>
                          </p:to>
                        </p:set>
                      </p:childTnLst>
                    </p:cTn>
                  </p:par>
                </p:tnLst>
              </p:tmpl>
            </p:tmplLst>
          </p:bldP>
          <p:bldP spid="56" grpId="1" build="p">
            <p:tmplLst>
              <p:tmpl lvl="1">
                <p:tnLst>
                  <p:par>
                    <p:cTn presetID="10" presetClass="entr" presetSubtype="0" fill="hold" nodeType="withEffect">
                      <p:stCondLst>
                        <p:cond delay="0"/>
                      </p:stCondLst>
                      <p:childTnLst>
                        <p:set>
                          <p:cBhvr>
                            <p:cTn dur="1" fill="hold">
                              <p:stCondLst>
                                <p:cond delay="0"/>
                              </p:stCondLst>
                            </p:cTn>
                            <p:tgtEl>
                              <p:spTgt spid="56"/>
                            </p:tgtEl>
                            <p:attrNameLst>
                              <p:attrName>style.visibility</p:attrName>
                            </p:attrNameLst>
                          </p:cBhvr>
                          <p:to>
                            <p:strVal val="visible"/>
                          </p:to>
                        </p:set>
                        <p:animEffect transition="in" filter="fade">
                          <p:cBhvr>
                            <p:cTn dur="1000"/>
                            <p:tgtEl>
                              <p:spTgt spid="56"/>
                            </p:tgtEl>
                          </p:cBhvr>
                        </p:animEffect>
                      </p:childTnLst>
                    </p:cTn>
                  </p:par>
                </p:tnLst>
              </p:tmpl>
            </p:tmplLst>
          </p:bldP>
          <p:bldP spid="58" grpId="0" build="p">
            <p:tmplLst>
              <p:tmpl lvl="1">
                <p:tnLst>
                  <p:par>
                    <p:cTn presetID="10" presetClass="entr" presetSubtype="0" fill="hold" nodeType="withEffect">
                      <p:stCondLst>
                        <p:cond delay="0"/>
                      </p:stCondLst>
                      <p:childTnLst>
                        <p:set>
                          <p:cBhvr>
                            <p:cTn dur="1" fill="hold">
                              <p:stCondLst>
                                <p:cond delay="0"/>
                              </p:stCondLst>
                            </p:cTn>
                            <p:tgtEl>
                              <p:spTgt spid="58"/>
                            </p:tgtEl>
                            <p:attrNameLst>
                              <p:attrName>style.visibility</p:attrName>
                            </p:attrNameLst>
                          </p:cBhvr>
                          <p:to>
                            <p:strVal val="visible"/>
                          </p:to>
                        </p:set>
                        <p:animEffect transition="in" filter="fade">
                          <p:cBhvr>
                            <p:cTn dur="1000"/>
                            <p:tgtEl>
                              <p:spTgt spid="58"/>
                            </p:tgtEl>
                          </p:cBhvr>
                        </p:animEffect>
                      </p:childTnLst>
                    </p:cTn>
                  </p:par>
                </p:tnLst>
              </p:tmpl>
            </p:tmplLst>
          </p:bldP>
          <p:bldP spid="58" grpId="1" build="p">
            <p:tmplLst>
              <p:tmpl lvl="1">
                <p:tnLst>
                  <p:par>
                    <p:cTn presetID="10" presetClass="exit" presetSubtype="0" fill="hold" nodeType="withEffect">
                      <p:stCondLst>
                        <p:cond delay="0"/>
                      </p:stCondLst>
                      <p:childTnLst>
                        <p:animEffect transition="out" filter="fade">
                          <p:cBhvr>
                            <p:cTn dur="1000"/>
                            <p:tgtEl>
                              <p:spTgt spid="58"/>
                            </p:tgtEl>
                          </p:cBhvr>
                        </p:animEffect>
                        <p:set>
                          <p:cBhvr>
                            <p:cTn dur="1" fill="hold">
                              <p:stCondLst>
                                <p:cond delay="999"/>
                              </p:stCondLst>
                            </p:cTn>
                            <p:tgtEl>
                              <p:spTgt spid="58"/>
                            </p:tgtEl>
                            <p:attrNameLst>
                              <p:attrName>style.visibility</p:attrName>
                            </p:attrNameLst>
                          </p:cBhvr>
                          <p:to>
                            <p:strVal val="hidden"/>
                          </p:to>
                        </p:set>
                      </p:childTnLst>
                    </p:cTn>
                  </p:par>
                </p:tnLst>
              </p:tmpl>
            </p:tmplLst>
          </p:bldP>
          <p:bldP spid="59" grpId="0" build="p">
            <p:tmplLst>
              <p:tmpl lvl="1">
                <p:tnLst>
                  <p:par>
                    <p:cTn presetID="10" presetClass="entr" presetSubtype="0" fill="hold" nodeType="withEffect">
                      <p:stCondLst>
                        <p:cond delay="0"/>
                      </p:stCondLst>
                      <p:childTnLst>
                        <p:set>
                          <p:cBhvr>
                            <p:cTn dur="1" fill="hold">
                              <p:stCondLst>
                                <p:cond delay="0"/>
                              </p:stCondLst>
                            </p:cTn>
                            <p:tgtEl>
                              <p:spTgt spid="59"/>
                            </p:tgtEl>
                            <p:attrNameLst>
                              <p:attrName>style.visibility</p:attrName>
                            </p:attrNameLst>
                          </p:cBhvr>
                          <p:to>
                            <p:strVal val="visible"/>
                          </p:to>
                        </p:set>
                        <p:animEffect transition="in" filter="fade">
                          <p:cBhvr>
                            <p:cTn dur="1000"/>
                            <p:tgtEl>
                              <p:spTgt spid="59"/>
                            </p:tgtEl>
                          </p:cBhvr>
                        </p:animEffect>
                      </p:childTnLst>
                    </p:cTn>
                  </p:par>
                </p:tnLst>
              </p:tmpl>
            </p:tmplLst>
          </p:bldP>
          <p:bldP spid="59" grpId="1" build="p">
            <p:tmplLst>
              <p:tmpl lvl="1">
                <p:tnLst>
                  <p:par>
                    <p:cTn presetID="10" presetClass="exit" presetSubtype="0" fill="hold" nodeType="withEffect">
                      <p:stCondLst>
                        <p:cond delay="0"/>
                      </p:stCondLst>
                      <p:childTnLst>
                        <p:animEffect transition="out" filter="fade">
                          <p:cBhvr>
                            <p:cTn dur="1000"/>
                            <p:tgtEl>
                              <p:spTgt spid="59"/>
                            </p:tgtEl>
                          </p:cBhvr>
                        </p:animEffect>
                        <p:set>
                          <p:cBhvr>
                            <p:cTn dur="1" fill="hold">
                              <p:stCondLst>
                                <p:cond delay="999"/>
                              </p:stCondLst>
                            </p:cTn>
                            <p:tgtEl>
                              <p:spTgt spid="59"/>
                            </p:tgtEl>
                            <p:attrNameLst>
                              <p:attrName>style.visibility</p:attrName>
                            </p:attrNameLst>
                          </p:cBhvr>
                          <p:to>
                            <p:strVal val="hidden"/>
                          </p:to>
                        </p:set>
                      </p:childTnLst>
                    </p:cTn>
                  </p:par>
                </p:tnLst>
              </p:tmpl>
            </p:tmplLst>
          </p:bldP>
          <p:bldP spid="24" grpId="0" animBg="1">
            <p:tmplLst>
              <p:tmpl>
                <p:tnLst>
                  <p:par>
                    <p:cTn presetID="10" presetClass="entr" presetSubtype="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1000"/>
                            <p:tgtEl>
                              <p:spTgt spid="24"/>
                            </p:tgtEl>
                          </p:cBhvr>
                        </p:animEffect>
                      </p:childTnLst>
                    </p:cTn>
                  </p:par>
                </p:tnLst>
              </p:tmpl>
            </p:tmplLst>
          </p:bldP>
          <p:bldP spid="24" grpId="1" animBg="1">
            <p:tmplLst>
              <p:tmpl>
                <p:tnLst>
                  <p:par>
                    <p:cTn presetID="10" presetClass="exit" presetSubtype="0" fill="hold" nodeType="withEffect">
                      <p:stCondLst>
                        <p:cond delay="0"/>
                      </p:stCondLst>
                      <p:childTnLst>
                        <p:animEffect transition="out" filter="fade">
                          <p:cBhvr>
                            <p:cTn dur="1000"/>
                            <p:tgtEl>
                              <p:spTgt spid="24"/>
                            </p:tgtEl>
                          </p:cBhvr>
                        </p:animEffect>
                        <p:set>
                          <p:cBhvr>
                            <p:cTn dur="1" fill="hold">
                              <p:stCondLst>
                                <p:cond delay="999"/>
                              </p:stCondLst>
                            </p:cTn>
                            <p:tgtEl>
                              <p:spTgt spid="24"/>
                            </p:tgtEl>
                            <p:attrNameLst>
                              <p:attrName>style.visibility</p:attrName>
                            </p:attrNameLst>
                          </p:cBhvr>
                          <p:to>
                            <p:strVal val="hidden"/>
                          </p:to>
                        </p:set>
                      </p:childTnLst>
                    </p:cTn>
                  </p:par>
                </p:tnLst>
              </p:tmpl>
            </p:tmplLst>
          </p:bldP>
          <p:bldP spid="25" grpId="0" animBg="1">
            <p:tmplLst>
              <p:tmpl>
                <p:tnLst>
                  <p:par>
                    <p:cTn presetID="10" presetClass="entr" presetSubtype="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1000"/>
                            <p:tgtEl>
                              <p:spTgt spid="25"/>
                            </p:tgtEl>
                          </p:cBhvr>
                        </p:animEffect>
                      </p:childTnLst>
                    </p:cTn>
                  </p:par>
                </p:tnLst>
              </p:tmpl>
            </p:tmplLst>
          </p:bldP>
          <p:bldP spid="25" grpId="1" animBg="1">
            <p:tmplLst>
              <p:tmpl>
                <p:tnLst>
                  <p:par>
                    <p:cTn presetID="10" presetClass="exit" presetSubtype="0" fill="hold" nodeType="withEffect">
                      <p:stCondLst>
                        <p:cond delay="0"/>
                      </p:stCondLst>
                      <p:childTnLst>
                        <p:animEffect transition="out" filter="fade">
                          <p:cBhvr>
                            <p:cTn dur="1000"/>
                            <p:tgtEl>
                              <p:spTgt spid="25"/>
                            </p:tgtEl>
                          </p:cBhvr>
                        </p:animEffect>
                        <p:set>
                          <p:cBhvr>
                            <p:cTn dur="1" fill="hold">
                              <p:stCondLst>
                                <p:cond delay="999"/>
                              </p:stCondLst>
                            </p:cTn>
                            <p:tgtEl>
                              <p:spTgt spid="25"/>
                            </p:tgtEl>
                            <p:attrNameLst>
                              <p:attrName>style.visibility</p:attrName>
                            </p:attrNameLst>
                          </p:cBhvr>
                          <p:to>
                            <p:strVal val="hidden"/>
                          </p:to>
                        </p:set>
                      </p:childTnLst>
                    </p:cTn>
                  </p:par>
                </p:tnLst>
              </p:tmpl>
            </p:tmplLst>
          </p:bldP>
          <p:bldP spid="26" grpId="0" animBg="1">
            <p:tmplLst>
              <p:tmpl>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1000"/>
                            <p:tgtEl>
                              <p:spTgt spid="26"/>
                            </p:tgtEl>
                          </p:cBhvr>
                        </p:animEffect>
                      </p:childTnLst>
                    </p:cTn>
                  </p:par>
                </p:tnLst>
              </p:tmpl>
            </p:tmplLst>
          </p:bldP>
          <p:bldP spid="26" grpId="1" animBg="1">
            <p:tmplLst>
              <p:tmpl>
                <p:tnLst>
                  <p:par>
                    <p:cTn presetID="10" presetClass="exit" presetSubtype="0" fill="hold" nodeType="withEffect">
                      <p:stCondLst>
                        <p:cond delay="0"/>
                      </p:stCondLst>
                      <p:childTnLst>
                        <p:animEffect transition="out" filter="fade">
                          <p:cBhvr>
                            <p:cTn dur="1000"/>
                            <p:tgtEl>
                              <p:spTgt spid="26"/>
                            </p:tgtEl>
                          </p:cBhvr>
                        </p:animEffect>
                        <p:set>
                          <p:cBhvr>
                            <p:cTn dur="1" fill="hold">
                              <p:stCondLst>
                                <p:cond delay="999"/>
                              </p:stCondLst>
                            </p:cTn>
                            <p:tgtEl>
                              <p:spTgt spid="26"/>
                            </p:tgtEl>
                            <p:attrNameLst>
                              <p:attrName>style.visibility</p:attrName>
                            </p:attrNameLst>
                          </p:cBhvr>
                          <p:to>
                            <p:strVal val="hidden"/>
                          </p:to>
                        </p:set>
                      </p:childTnLst>
                    </p:cTn>
                  </p:par>
                </p:tnLst>
              </p:tmpl>
            </p:tmplLst>
          </p:bldP>
          <p:bldP spid="27" grpId="0" animBg="1">
            <p:tmplLst>
              <p:tmpl>
                <p:tnLst>
                  <p:par>
                    <p:cTn presetID="10" presetClass="entr" presetSubtype="0" fill="hold" nodeType="withEffect">
                      <p:stCondLst>
                        <p:cond delay="0"/>
                      </p:stCondLst>
                      <p:childTnLst>
                        <p:set>
                          <p:cBhvr>
                            <p:cTn dur="1" fill="hold">
                              <p:stCondLst>
                                <p:cond delay="0"/>
                              </p:stCondLst>
                            </p:cTn>
                            <p:tgtEl>
                              <p:spTgt spid="27"/>
                            </p:tgtEl>
                            <p:attrNameLst>
                              <p:attrName>style.visibility</p:attrName>
                            </p:attrNameLst>
                          </p:cBhvr>
                          <p:to>
                            <p:strVal val="visible"/>
                          </p:to>
                        </p:set>
                        <p:animEffect transition="in" filter="fade">
                          <p:cBhvr>
                            <p:cTn dur="1000"/>
                            <p:tgtEl>
                              <p:spTgt spid="27"/>
                            </p:tgtEl>
                          </p:cBhvr>
                        </p:animEffect>
                      </p:childTnLst>
                    </p:cTn>
                  </p:par>
                </p:tnLst>
              </p:tmpl>
            </p:tmplLst>
          </p:bldP>
          <p:bldP spid="27" grpId="1" animBg="1">
            <p:tmplLst>
              <p:tmpl>
                <p:tnLst>
                  <p:par>
                    <p:cTn presetID="10" presetClass="exit" presetSubtype="0" fill="hold" nodeType="withEffect">
                      <p:stCondLst>
                        <p:cond delay="0"/>
                      </p:stCondLst>
                      <p:childTnLst>
                        <p:animEffect transition="out" filter="fade">
                          <p:cBhvr>
                            <p:cTn dur="1000"/>
                            <p:tgtEl>
                              <p:spTgt spid="27"/>
                            </p:tgtEl>
                          </p:cBhvr>
                        </p:animEffect>
                        <p:set>
                          <p:cBhvr>
                            <p:cTn dur="1" fill="hold">
                              <p:stCondLst>
                                <p:cond delay="999"/>
                              </p:stCondLst>
                            </p:cTn>
                            <p:tgtEl>
                              <p:spTgt spid="27"/>
                            </p:tgtEl>
                            <p:attrNameLst>
                              <p:attrName>style.visibility</p:attrName>
                            </p:attrNameLst>
                          </p:cBhvr>
                          <p:to>
                            <p:strVal val="hidden"/>
                          </p:to>
                        </p:set>
                      </p:childTnLst>
                    </p:cTn>
                  </p:par>
                </p:tnLst>
              </p:tmpl>
            </p:tmplLst>
          </p:bldP>
          <p:bldP spid="28" grpId="0" animBg="1">
            <p:tmplLst>
              <p:tmpl>
                <p:tnLst>
                  <p:par>
                    <p:cTn presetID="10" presetClass="entr" presetSubtype="0"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1000"/>
                            <p:tgtEl>
                              <p:spTgt spid="28"/>
                            </p:tgtEl>
                          </p:cBhvr>
                        </p:animEffect>
                      </p:childTnLst>
                    </p:cTn>
                  </p:par>
                </p:tnLst>
              </p:tmpl>
            </p:tmplLst>
          </p:bldP>
          <p:bldP spid="28" grpId="1" animBg="1">
            <p:tmplLst>
              <p:tmpl>
                <p:tnLst>
                  <p:par>
                    <p:cTn presetID="10" presetClass="exit" presetSubtype="0" fill="hold" nodeType="withEffect">
                      <p:stCondLst>
                        <p:cond delay="0"/>
                      </p:stCondLst>
                      <p:childTnLst>
                        <p:animEffect transition="out" filter="fade">
                          <p:cBhvr>
                            <p:cTn dur="1000"/>
                            <p:tgtEl>
                              <p:spTgt spid="28"/>
                            </p:tgtEl>
                          </p:cBhvr>
                        </p:animEffect>
                        <p:set>
                          <p:cBhvr>
                            <p:cTn dur="1" fill="hold">
                              <p:stCondLst>
                                <p:cond delay="999"/>
                              </p:stCondLst>
                            </p:cTn>
                            <p:tgtEl>
                              <p:spTgt spid="28"/>
                            </p:tgtEl>
                            <p:attrNameLst>
                              <p:attrName>style.visibility</p:attrName>
                            </p:attrNameLst>
                          </p:cBhvr>
                          <p:to>
                            <p:strVal val="hidden"/>
                          </p:to>
                        </p:set>
                      </p:childTnLst>
                    </p:cTn>
                  </p:par>
                </p:tnLst>
              </p:tmpl>
            </p:tmplLst>
          </p:bldP>
          <p:bldP spid="29" grpId="0" animBg="1">
            <p:tmplLst>
              <p:tmpl>
                <p:tnLst>
                  <p:par>
                    <p:cTn presetID="10" presetClass="entr" presetSubtype="0" fill="hold" nodeType="with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fade">
                          <p:cBhvr>
                            <p:cTn dur="1000"/>
                            <p:tgtEl>
                              <p:spTgt spid="29"/>
                            </p:tgtEl>
                          </p:cBhvr>
                        </p:animEffect>
                      </p:childTnLst>
                    </p:cTn>
                  </p:par>
                </p:tnLst>
              </p:tmpl>
            </p:tmplLst>
          </p:bldP>
          <p:bldP spid="29" grpId="1" animBg="1">
            <p:tmplLst>
              <p:tmpl>
                <p:tnLst>
                  <p:par>
                    <p:cTn presetID="10" presetClass="exit" presetSubtype="0" fill="hold" nodeType="withEffect">
                      <p:stCondLst>
                        <p:cond delay="0"/>
                      </p:stCondLst>
                      <p:childTnLst>
                        <p:animEffect transition="out" filter="fade">
                          <p:cBhvr>
                            <p:cTn dur="1000"/>
                            <p:tgtEl>
                              <p:spTgt spid="29"/>
                            </p:tgtEl>
                          </p:cBhvr>
                        </p:animEffect>
                        <p:set>
                          <p:cBhvr>
                            <p:cTn dur="1" fill="hold">
                              <p:stCondLst>
                                <p:cond delay="999"/>
                              </p:stCondLst>
                            </p:cTn>
                            <p:tgtEl>
                              <p:spTgt spid="29"/>
                            </p:tgtEl>
                            <p:attrNameLst>
                              <p:attrName>style.visibility</p:attrName>
                            </p:attrNameLst>
                          </p:cBhvr>
                          <p:to>
                            <p:strVal val="hidden"/>
                          </p:to>
                        </p:set>
                      </p:childTnLst>
                    </p:cTn>
                  </p:par>
                </p:tnLst>
              </p:tmpl>
            </p:tmplLst>
          </p:bldP>
          <p:bldP spid="30" grpId="0" animBg="1">
            <p:tmplLst>
              <p:tmpl>
                <p:tnLst>
                  <p:par>
                    <p:cTn presetID="10" presetClass="entr" presetSubtype="0" fill="hold" nodeType="withEffect">
                      <p:stCondLst>
                        <p:cond delay="0"/>
                      </p:stCondLst>
                      <p:childTnLst>
                        <p:set>
                          <p:cBhvr>
                            <p:cTn dur="1" fill="hold">
                              <p:stCondLst>
                                <p:cond delay="0"/>
                              </p:stCondLst>
                            </p:cTn>
                            <p:tgtEl>
                              <p:spTgt spid="30"/>
                            </p:tgtEl>
                            <p:attrNameLst>
                              <p:attrName>style.visibility</p:attrName>
                            </p:attrNameLst>
                          </p:cBhvr>
                          <p:to>
                            <p:strVal val="visible"/>
                          </p:to>
                        </p:set>
                        <p:animEffect transition="in" filter="fade">
                          <p:cBhvr>
                            <p:cTn dur="1000"/>
                            <p:tgtEl>
                              <p:spTgt spid="30"/>
                            </p:tgtEl>
                          </p:cBhvr>
                        </p:animEffect>
                      </p:childTnLst>
                    </p:cTn>
                  </p:par>
                </p:tnLst>
              </p:tmpl>
            </p:tmplLst>
          </p:bldP>
          <p:bldP spid="30" grpId="1" animBg="1">
            <p:tmplLst>
              <p:tmpl>
                <p:tnLst>
                  <p:par>
                    <p:cTn presetID="10" presetClass="exit" presetSubtype="0" fill="hold" nodeType="withEffect">
                      <p:stCondLst>
                        <p:cond delay="0"/>
                      </p:stCondLst>
                      <p:childTnLst>
                        <p:animEffect transition="out" filter="fade">
                          <p:cBhvr>
                            <p:cTn dur="1000"/>
                            <p:tgtEl>
                              <p:spTgt spid="30"/>
                            </p:tgtEl>
                          </p:cBhvr>
                        </p:animEffect>
                        <p:set>
                          <p:cBhvr>
                            <p:cTn dur="1" fill="hold">
                              <p:stCondLst>
                                <p:cond delay="999"/>
                              </p:stCondLst>
                            </p:cTn>
                            <p:tgtEl>
                              <p:spTgt spid="30"/>
                            </p:tgtEl>
                            <p:attrNameLst>
                              <p:attrName>style.visibility</p:attrName>
                            </p:attrNameLst>
                          </p:cBhvr>
                          <p:to>
                            <p:strVal val="hidden"/>
                          </p:to>
                        </p:set>
                      </p:childTnLst>
                    </p:cTn>
                  </p:par>
                </p:tnLst>
              </p:tmpl>
            </p:tmplLst>
          </p:bldP>
          <p:bldP spid="31" grpId="0" animBg="1">
            <p:tmplLst>
              <p:tmpl>
                <p:tnLst>
                  <p:par>
                    <p:cTn presetID="10" presetClass="entr" presetSubtype="0" fill="hold" nodeType="with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fade">
                          <p:cBhvr>
                            <p:cTn dur="1000"/>
                            <p:tgtEl>
                              <p:spTgt spid="31"/>
                            </p:tgtEl>
                          </p:cBhvr>
                        </p:animEffect>
                      </p:childTnLst>
                    </p:cTn>
                  </p:par>
                </p:tnLst>
              </p:tmpl>
            </p:tmplLst>
          </p:bldP>
          <p:bldP spid="31" grpId="1" animBg="1">
            <p:tmplLst>
              <p:tmpl>
                <p:tnLst>
                  <p:par>
                    <p:cTn presetID="10" presetClass="exit" presetSubtype="0" fill="hold" nodeType="withEffect">
                      <p:stCondLst>
                        <p:cond delay="0"/>
                      </p:stCondLst>
                      <p:childTnLst>
                        <p:animEffect transition="out" filter="fade">
                          <p:cBhvr>
                            <p:cTn dur="1000"/>
                            <p:tgtEl>
                              <p:spTgt spid="31"/>
                            </p:tgtEl>
                          </p:cBhvr>
                        </p:animEffect>
                        <p:set>
                          <p:cBhvr>
                            <p:cTn dur="1" fill="hold">
                              <p:stCondLst>
                                <p:cond delay="999"/>
                              </p:stCondLst>
                            </p:cTn>
                            <p:tgtEl>
                              <p:spTgt spid="31"/>
                            </p:tgtEl>
                            <p:attrNameLst>
                              <p:attrName>style.visibility</p:attrName>
                            </p:attrNameLst>
                          </p:cBhvr>
                          <p:to>
                            <p:strVal val="hidden"/>
                          </p:to>
                        </p:set>
                      </p:childTnLst>
                    </p:cTn>
                  </p:par>
                </p:tnLst>
              </p:tmpl>
            </p:tmplLst>
          </p:bldP>
          <p:bldP spid="32" grpId="0" animBg="1">
            <p:tmplLst>
              <p:tmpl>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1000"/>
                            <p:tgtEl>
                              <p:spTgt spid="32"/>
                            </p:tgtEl>
                          </p:cBhvr>
                        </p:animEffect>
                      </p:childTnLst>
                    </p:cTn>
                  </p:par>
                </p:tnLst>
              </p:tmpl>
            </p:tmplLst>
          </p:bldP>
          <p:bldP spid="32" grpId="1" animBg="1">
            <p:tmplLst>
              <p:tmpl>
                <p:tnLst>
                  <p:par>
                    <p:cTn presetID="10" presetClass="exit" presetSubtype="0" fill="hold" nodeType="withEffect">
                      <p:stCondLst>
                        <p:cond delay="0"/>
                      </p:stCondLst>
                      <p:childTnLst>
                        <p:animEffect transition="out" filter="fade">
                          <p:cBhvr>
                            <p:cTn dur="1000"/>
                            <p:tgtEl>
                              <p:spTgt spid="32"/>
                            </p:tgtEl>
                          </p:cBhvr>
                        </p:animEffect>
                        <p:set>
                          <p:cBhvr>
                            <p:cTn dur="1" fill="hold">
                              <p:stCondLst>
                                <p:cond delay="999"/>
                              </p:stCondLst>
                            </p:cTn>
                            <p:tgtEl>
                              <p:spTgt spid="32"/>
                            </p:tgtEl>
                            <p:attrNameLst>
                              <p:attrName>style.visibility</p:attrName>
                            </p:attrNameLst>
                          </p:cBhvr>
                          <p:to>
                            <p:strVal val="hidden"/>
                          </p:to>
                        </p:set>
                      </p:childTnLst>
                    </p:cTn>
                  </p:par>
                </p:tnLst>
              </p:tmpl>
            </p:tmplLst>
          </p:bldP>
          <p:bldP spid="33" grpId="0" animBg="1">
            <p:tmplLst>
              <p:tmpl>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1000"/>
                            <p:tgtEl>
                              <p:spTgt spid="33"/>
                            </p:tgtEl>
                          </p:cBhvr>
                        </p:animEffect>
                      </p:childTnLst>
                    </p:cTn>
                  </p:par>
                </p:tnLst>
              </p:tmpl>
            </p:tmplLst>
          </p:bldP>
          <p:bldP spid="33" grpId="1" animBg="1">
            <p:tmplLst>
              <p:tmpl>
                <p:tnLst>
                  <p:par>
                    <p:cTn presetID="10" presetClass="exit" presetSubtype="0" fill="hold" nodeType="withEffect">
                      <p:stCondLst>
                        <p:cond delay="0"/>
                      </p:stCondLst>
                      <p:childTnLst>
                        <p:animEffect transition="out" filter="fade">
                          <p:cBhvr>
                            <p:cTn dur="1000"/>
                            <p:tgtEl>
                              <p:spTgt spid="33"/>
                            </p:tgtEl>
                          </p:cBhvr>
                        </p:animEffect>
                        <p:set>
                          <p:cBhvr>
                            <p:cTn dur="1" fill="hold">
                              <p:stCondLst>
                                <p:cond delay="999"/>
                              </p:stCondLst>
                            </p:cTn>
                            <p:tgtEl>
                              <p:spTgt spid="33"/>
                            </p:tgtEl>
                            <p:attrNameLst>
                              <p:attrName>style.visibility</p:attrName>
                            </p:attrNameLst>
                          </p:cBhvr>
                          <p:to>
                            <p:strVal val="hidden"/>
                          </p:to>
                        </p:set>
                      </p:childTnLst>
                    </p:cTn>
                  </p:par>
                </p:tnLst>
              </p:tmpl>
            </p:tmplLst>
          </p:bldP>
          <p:bldP spid="34" grpId="0" animBg="1">
            <p:tmplLst>
              <p:tmpl>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1000"/>
                            <p:tgtEl>
                              <p:spTgt spid="34"/>
                            </p:tgtEl>
                          </p:cBhvr>
                        </p:animEffect>
                      </p:childTnLst>
                    </p:cTn>
                  </p:par>
                </p:tnLst>
              </p:tmpl>
            </p:tmplLst>
          </p:bldP>
          <p:bldP spid="34" grpId="1" animBg="1">
            <p:tmplLst>
              <p:tmpl>
                <p:tnLst>
                  <p:par>
                    <p:cTn presetID="10" presetClass="exit" presetSubtype="0" fill="hold" nodeType="withEffect">
                      <p:stCondLst>
                        <p:cond delay="0"/>
                      </p:stCondLst>
                      <p:childTnLst>
                        <p:animEffect transition="out" filter="fade">
                          <p:cBhvr>
                            <p:cTn dur="1000"/>
                            <p:tgtEl>
                              <p:spTgt spid="34"/>
                            </p:tgtEl>
                          </p:cBhvr>
                        </p:animEffect>
                        <p:set>
                          <p:cBhvr>
                            <p:cTn dur="1" fill="hold">
                              <p:stCondLst>
                                <p:cond delay="999"/>
                              </p:stCondLst>
                            </p:cTn>
                            <p:tgtEl>
                              <p:spTgt spid="34"/>
                            </p:tgtEl>
                            <p:attrNameLst>
                              <p:attrName>style.visibility</p:attrName>
                            </p:attrNameLst>
                          </p:cBhvr>
                          <p:to>
                            <p:strVal val="hidden"/>
                          </p:to>
                        </p:set>
                      </p:childTnLst>
                    </p:cTn>
                  </p:par>
                </p:tnLst>
              </p:tmpl>
            </p:tmplLst>
          </p:bldP>
          <p:bldP spid="35" grpId="0" animBg="1">
            <p:tmplLst>
              <p:tmpl>
                <p:tnLst>
                  <p:par>
                    <p:cTn presetID="10"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fade">
                          <p:cBhvr>
                            <p:cTn dur="1000"/>
                            <p:tgtEl>
                              <p:spTgt spid="35"/>
                            </p:tgtEl>
                          </p:cBhvr>
                        </p:animEffect>
                      </p:childTnLst>
                    </p:cTn>
                  </p:par>
                </p:tnLst>
              </p:tmpl>
            </p:tmplLst>
          </p:bldP>
          <p:bldP spid="35" grpId="1" animBg="1">
            <p:tmplLst>
              <p:tmpl>
                <p:tnLst>
                  <p:par>
                    <p:cTn presetID="10" presetClass="exit" presetSubtype="0" fill="hold" nodeType="withEffect">
                      <p:stCondLst>
                        <p:cond delay="0"/>
                      </p:stCondLst>
                      <p:childTnLst>
                        <p:animEffect transition="out" filter="fade">
                          <p:cBhvr>
                            <p:cTn dur="1000"/>
                            <p:tgtEl>
                              <p:spTgt spid="35"/>
                            </p:tgtEl>
                          </p:cBhvr>
                        </p:animEffect>
                        <p:set>
                          <p:cBhvr>
                            <p:cTn dur="1" fill="hold">
                              <p:stCondLst>
                                <p:cond delay="999"/>
                              </p:stCondLst>
                            </p:cTn>
                            <p:tgtEl>
                              <p:spTgt spid="35"/>
                            </p:tgtEl>
                            <p:attrNameLst>
                              <p:attrName>style.visibility</p:attrName>
                            </p:attrNameLst>
                          </p:cBhvr>
                          <p:to>
                            <p:strVal val="hidden"/>
                          </p:to>
                        </p:set>
                      </p:childTnLst>
                    </p:cTn>
                  </p:par>
                </p:tnLst>
              </p:tmpl>
            </p:tmplLst>
          </p:bldP>
          <p:bldP spid="36" grpId="0" animBg="1">
            <p:tmplLst>
              <p:tmpl>
                <p:tnLst>
                  <p:par>
                    <p:cTn presetID="10"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fade">
                          <p:cBhvr>
                            <p:cTn dur="1000"/>
                            <p:tgtEl>
                              <p:spTgt spid="36"/>
                            </p:tgtEl>
                          </p:cBhvr>
                        </p:animEffect>
                      </p:childTnLst>
                    </p:cTn>
                  </p:par>
                </p:tnLst>
              </p:tmpl>
            </p:tmplLst>
          </p:bldP>
          <p:bldP spid="36" grpId="1" animBg="1">
            <p:tmplLst>
              <p:tmpl>
                <p:tnLst>
                  <p:par>
                    <p:cTn presetID="10" presetClass="exit" presetSubtype="0" fill="hold" nodeType="withEffect">
                      <p:stCondLst>
                        <p:cond delay="0"/>
                      </p:stCondLst>
                      <p:childTnLst>
                        <p:animEffect transition="out" filter="fade">
                          <p:cBhvr>
                            <p:cTn dur="1000"/>
                            <p:tgtEl>
                              <p:spTgt spid="36"/>
                            </p:tgtEl>
                          </p:cBhvr>
                        </p:animEffect>
                        <p:set>
                          <p:cBhvr>
                            <p:cTn dur="1" fill="hold">
                              <p:stCondLst>
                                <p:cond delay="999"/>
                              </p:stCondLst>
                            </p:cTn>
                            <p:tgtEl>
                              <p:spTgt spid="36"/>
                            </p:tgtEl>
                            <p:attrNameLst>
                              <p:attrName>style.visibility</p:attrName>
                            </p:attrNameLst>
                          </p:cBhvr>
                          <p:to>
                            <p:strVal val="hidden"/>
                          </p:to>
                        </p:set>
                      </p:childTnLst>
                    </p:cTn>
                  </p:par>
                </p:tnLst>
              </p:tmpl>
            </p:tmplLst>
          </p:bldP>
          <p:bldP spid="37" grpId="0" animBg="1">
            <p:tmplLst>
              <p:tmpl>
                <p:tnLst>
                  <p:par>
                    <p:cTn presetID="10" presetClass="entr" presetSubtype="0" fill="hold" nodeType="with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fade">
                          <p:cBhvr>
                            <p:cTn dur="1000"/>
                            <p:tgtEl>
                              <p:spTgt spid="37"/>
                            </p:tgtEl>
                          </p:cBhvr>
                        </p:animEffect>
                      </p:childTnLst>
                    </p:cTn>
                  </p:par>
                </p:tnLst>
              </p:tmpl>
            </p:tmplLst>
          </p:bldP>
          <p:bldP spid="37" grpId="1" animBg="1">
            <p:tmplLst>
              <p:tmpl>
                <p:tnLst>
                  <p:par>
                    <p:cTn presetID="10" presetClass="exit" presetSubtype="0" fill="hold" nodeType="withEffect">
                      <p:stCondLst>
                        <p:cond delay="0"/>
                      </p:stCondLst>
                      <p:childTnLst>
                        <p:animEffect transition="out" filter="fade">
                          <p:cBhvr>
                            <p:cTn dur="1000"/>
                            <p:tgtEl>
                              <p:spTgt spid="37"/>
                            </p:tgtEl>
                          </p:cBhvr>
                        </p:animEffect>
                        <p:set>
                          <p:cBhvr>
                            <p:cTn dur="1" fill="hold">
                              <p:stCondLst>
                                <p:cond delay="999"/>
                              </p:stCondLst>
                            </p:cTn>
                            <p:tgtEl>
                              <p:spTgt spid="37"/>
                            </p:tgtEl>
                            <p:attrNameLst>
                              <p:attrName>style.visibility</p:attrName>
                            </p:attrNameLst>
                          </p:cBhvr>
                          <p:to>
                            <p:strVal val="hidden"/>
                          </p:to>
                        </p:set>
                      </p:childTnLst>
                    </p:cTn>
                  </p:par>
                </p:tnLst>
              </p:tmpl>
            </p:tmplLst>
          </p:bldP>
          <p:bldP spid="38" grpId="0" animBg="1">
            <p:tmplLst>
              <p:tmpl>
                <p:tnLst>
                  <p:par>
                    <p:cTn presetID="10" presetClass="exit" presetSubtype="0" fill="hold" nodeType="withEffect">
                      <p:stCondLst>
                        <p:cond delay="0"/>
                      </p:stCondLst>
                      <p:childTnLst>
                        <p:animEffect transition="out" filter="fade">
                          <p:cBhvr>
                            <p:cTn dur="1000"/>
                            <p:tgtEl>
                              <p:spTgt spid="38"/>
                            </p:tgtEl>
                          </p:cBhvr>
                        </p:animEffect>
                        <p:set>
                          <p:cBhvr>
                            <p:cTn dur="1" fill="hold">
                              <p:stCondLst>
                                <p:cond delay="999"/>
                              </p:stCondLst>
                            </p:cTn>
                            <p:tgtEl>
                              <p:spTgt spid="38"/>
                            </p:tgtEl>
                            <p:attrNameLst>
                              <p:attrName>style.visibility</p:attrName>
                            </p:attrNameLst>
                          </p:cBhvr>
                          <p:to>
                            <p:strVal val="hidden"/>
                          </p:to>
                        </p:set>
                      </p:childTnLst>
                    </p:cTn>
                  </p:par>
                </p:tnLst>
              </p:tmpl>
            </p:tmplLst>
          </p:bldP>
          <p:bldP spid="38" grpId="1" animBg="1">
            <p:tmplLst>
              <p:tmpl>
                <p:tnLst>
                  <p:par>
                    <p:cTn presetID="10"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fade">
                          <p:cBhvr>
                            <p:cTn dur="1000"/>
                            <p:tgtEl>
                              <p:spTgt spid="38"/>
                            </p:tgtEl>
                          </p:cBhvr>
                        </p:animEffect>
                      </p:childTnLst>
                    </p:cTn>
                  </p:par>
                </p:tnLst>
              </p:tmpl>
            </p:tmplLst>
          </p:bldP>
          <p:bldP spid="39" grpId="0" animBg="1">
            <p:tmplLst>
              <p:tmpl>
                <p:tnLst>
                  <p:par>
                    <p:cTn presetID="10" presetClass="exit" presetSubtype="0" fill="hold" nodeType="withEffect">
                      <p:stCondLst>
                        <p:cond delay="0"/>
                      </p:stCondLst>
                      <p:childTnLst>
                        <p:animEffect transition="out" filter="fade">
                          <p:cBhvr>
                            <p:cTn dur="1000"/>
                            <p:tgtEl>
                              <p:spTgt spid="39"/>
                            </p:tgtEl>
                          </p:cBhvr>
                        </p:animEffect>
                        <p:set>
                          <p:cBhvr>
                            <p:cTn dur="1" fill="hold">
                              <p:stCondLst>
                                <p:cond delay="999"/>
                              </p:stCondLst>
                            </p:cTn>
                            <p:tgtEl>
                              <p:spTgt spid="39"/>
                            </p:tgtEl>
                            <p:attrNameLst>
                              <p:attrName>style.visibility</p:attrName>
                            </p:attrNameLst>
                          </p:cBhvr>
                          <p:to>
                            <p:strVal val="hidden"/>
                          </p:to>
                        </p:set>
                      </p:childTnLst>
                    </p:cTn>
                  </p:par>
                </p:tnLst>
              </p:tmpl>
            </p:tmplLst>
          </p:bldP>
          <p:bldP spid="39" grpId="1" animBg="1">
            <p:tmplLst>
              <p:tmpl>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1000"/>
                            <p:tgtEl>
                              <p:spTgt spid="39"/>
                            </p:tgtEl>
                          </p:cBhvr>
                        </p:animEffect>
                      </p:childTnLst>
                    </p:cTn>
                  </p:par>
                </p:tnLst>
              </p:tmpl>
            </p:tmplLst>
          </p:bldP>
          <p:bldP spid="40" grpId="0" animBg="1">
            <p:tmplLst>
              <p:tmpl>
                <p:tnLst>
                  <p:par>
                    <p:cTn presetID="10" presetClass="exit" presetSubtype="0" fill="hold" nodeType="withEffect">
                      <p:stCondLst>
                        <p:cond delay="0"/>
                      </p:stCondLst>
                      <p:childTnLst>
                        <p:animEffect transition="out" filter="fade">
                          <p:cBhvr>
                            <p:cTn dur="1000"/>
                            <p:tgtEl>
                              <p:spTgt spid="40"/>
                            </p:tgtEl>
                          </p:cBhvr>
                        </p:animEffect>
                        <p:set>
                          <p:cBhvr>
                            <p:cTn dur="1" fill="hold">
                              <p:stCondLst>
                                <p:cond delay="999"/>
                              </p:stCondLst>
                            </p:cTn>
                            <p:tgtEl>
                              <p:spTgt spid="40"/>
                            </p:tgtEl>
                            <p:attrNameLst>
                              <p:attrName>style.visibility</p:attrName>
                            </p:attrNameLst>
                          </p:cBhvr>
                          <p:to>
                            <p:strVal val="hidden"/>
                          </p:to>
                        </p:set>
                      </p:childTnLst>
                    </p:cTn>
                  </p:par>
                </p:tnLst>
              </p:tmpl>
            </p:tmplLst>
          </p:bldP>
          <p:bldP spid="40" grpId="1" animBg="1">
            <p:tmplLst>
              <p:tmpl>
                <p:tnLst>
                  <p:par>
                    <p:cTn presetID="10" presetClass="entr" presetSubtype="0" fill="hold" nodeType="with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fade">
                          <p:cBhvr>
                            <p:cTn dur="1000"/>
                            <p:tgtEl>
                              <p:spTgt spid="40"/>
                            </p:tgtEl>
                          </p:cBhvr>
                        </p:animEffect>
                      </p:childTnLst>
                    </p:cTn>
                  </p:par>
                </p:tnLst>
              </p:tmpl>
            </p:tmplLst>
          </p:bldP>
          <p:bldP spid="41" grpId="0" animBg="1">
            <p:tmplLst>
              <p:tmpl>
                <p:tnLst>
                  <p:par>
                    <p:cTn presetID="10" presetClass="exit" presetSubtype="0" fill="hold" nodeType="withEffect">
                      <p:stCondLst>
                        <p:cond delay="0"/>
                      </p:stCondLst>
                      <p:childTnLst>
                        <p:animEffect transition="out" filter="fade">
                          <p:cBhvr>
                            <p:cTn dur="1000"/>
                            <p:tgtEl>
                              <p:spTgt spid="41"/>
                            </p:tgtEl>
                          </p:cBhvr>
                        </p:animEffect>
                        <p:set>
                          <p:cBhvr>
                            <p:cTn dur="1" fill="hold">
                              <p:stCondLst>
                                <p:cond delay="999"/>
                              </p:stCondLst>
                            </p:cTn>
                            <p:tgtEl>
                              <p:spTgt spid="41"/>
                            </p:tgtEl>
                            <p:attrNameLst>
                              <p:attrName>style.visibility</p:attrName>
                            </p:attrNameLst>
                          </p:cBhvr>
                          <p:to>
                            <p:strVal val="hidden"/>
                          </p:to>
                        </p:set>
                      </p:childTnLst>
                    </p:cTn>
                  </p:par>
                </p:tnLst>
              </p:tmpl>
            </p:tmplLst>
          </p:bldP>
          <p:bldP spid="41" grpId="1" animBg="1">
            <p:tmplLst>
              <p:tmpl>
                <p:tnLst>
                  <p:par>
                    <p:cTn presetID="10" presetClass="entr" presetSubtype="0" fill="hold" nodeType="with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fade">
                          <p:cBhvr>
                            <p:cTn dur="1000"/>
                            <p:tgtEl>
                              <p:spTgt spid="41"/>
                            </p:tgtEl>
                          </p:cBhvr>
                        </p:animEffect>
                      </p:childTnLst>
                    </p:cTn>
                  </p:par>
                </p:tnLst>
              </p:tmpl>
            </p:tmplLst>
          </p:bldP>
          <p:bldP spid="42" grpId="0" animBg="1">
            <p:tmplLst>
              <p:tmpl>
                <p:tnLst>
                  <p:par>
                    <p:cTn presetID="10" presetClass="exit" presetSubtype="0" fill="hold" nodeType="withEffect">
                      <p:stCondLst>
                        <p:cond delay="0"/>
                      </p:stCondLst>
                      <p:childTnLst>
                        <p:animEffect transition="out" filter="fade">
                          <p:cBhvr>
                            <p:cTn dur="1000"/>
                            <p:tgtEl>
                              <p:spTgt spid="42"/>
                            </p:tgtEl>
                          </p:cBhvr>
                        </p:animEffect>
                        <p:set>
                          <p:cBhvr>
                            <p:cTn dur="1" fill="hold">
                              <p:stCondLst>
                                <p:cond delay="999"/>
                              </p:stCondLst>
                            </p:cTn>
                            <p:tgtEl>
                              <p:spTgt spid="42"/>
                            </p:tgtEl>
                            <p:attrNameLst>
                              <p:attrName>style.visibility</p:attrName>
                            </p:attrNameLst>
                          </p:cBhvr>
                          <p:to>
                            <p:strVal val="hidden"/>
                          </p:to>
                        </p:set>
                      </p:childTnLst>
                    </p:cTn>
                  </p:par>
                </p:tnLst>
              </p:tmpl>
            </p:tmplLst>
          </p:bldP>
          <p:bldP spid="42" grpId="1" animBg="1">
            <p:tmplLst>
              <p:tmpl>
                <p:tnLst>
                  <p:par>
                    <p:cTn presetID="10" presetClass="entr" presetSubtype="0" fill="hold" nodeType="with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fade">
                          <p:cBhvr>
                            <p:cTn dur="1000"/>
                            <p:tgtEl>
                              <p:spTgt spid="42"/>
                            </p:tgtEl>
                          </p:cBhvr>
                        </p:animEffect>
                      </p:childTnLst>
                    </p:cTn>
                  </p:par>
                </p:tnLst>
              </p:tmpl>
            </p:tmplLst>
          </p:bldP>
          <p:bldP spid="43" grpId="0" animBg="1">
            <p:tmplLst>
              <p:tmpl>
                <p:tnLst>
                  <p:par>
                    <p:cTn presetID="10" presetClass="exit" presetSubtype="0" fill="hold" nodeType="withEffect">
                      <p:stCondLst>
                        <p:cond delay="0"/>
                      </p:stCondLst>
                      <p:childTnLst>
                        <p:animEffect transition="out" filter="fade">
                          <p:cBhvr>
                            <p:cTn dur="1000"/>
                            <p:tgtEl>
                              <p:spTgt spid="43"/>
                            </p:tgtEl>
                          </p:cBhvr>
                        </p:animEffect>
                        <p:set>
                          <p:cBhvr>
                            <p:cTn dur="1" fill="hold">
                              <p:stCondLst>
                                <p:cond delay="999"/>
                              </p:stCondLst>
                            </p:cTn>
                            <p:tgtEl>
                              <p:spTgt spid="43"/>
                            </p:tgtEl>
                            <p:attrNameLst>
                              <p:attrName>style.visibility</p:attrName>
                            </p:attrNameLst>
                          </p:cBhvr>
                          <p:to>
                            <p:strVal val="hidden"/>
                          </p:to>
                        </p:set>
                      </p:childTnLst>
                    </p:cTn>
                  </p:par>
                </p:tnLst>
              </p:tmpl>
            </p:tmplLst>
          </p:bldP>
          <p:bldP spid="43" grpId="1" animBg="1">
            <p:tmplLst>
              <p:tmpl>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1000"/>
                            <p:tgtEl>
                              <p:spTgt spid="43"/>
                            </p:tgtEl>
                          </p:cBhvr>
                        </p:animEffect>
                      </p:childTnLst>
                    </p:cTn>
                  </p:par>
                </p:tnLst>
              </p:tmpl>
            </p:tmplLst>
          </p:bldP>
          <p:bldP spid="44" grpId="0" animBg="1">
            <p:tmplLst>
              <p:tmpl>
                <p:tnLst>
                  <p:par>
                    <p:cTn presetID="10" presetClass="exit" presetSubtype="0" fill="hold" nodeType="withEffect">
                      <p:stCondLst>
                        <p:cond delay="0"/>
                      </p:stCondLst>
                      <p:childTnLst>
                        <p:animEffect transition="out" filter="fade">
                          <p:cBhvr>
                            <p:cTn dur="1000"/>
                            <p:tgtEl>
                              <p:spTgt spid="44"/>
                            </p:tgtEl>
                          </p:cBhvr>
                        </p:animEffect>
                        <p:set>
                          <p:cBhvr>
                            <p:cTn dur="1" fill="hold">
                              <p:stCondLst>
                                <p:cond delay="999"/>
                              </p:stCondLst>
                            </p:cTn>
                            <p:tgtEl>
                              <p:spTgt spid="44"/>
                            </p:tgtEl>
                            <p:attrNameLst>
                              <p:attrName>style.visibility</p:attrName>
                            </p:attrNameLst>
                          </p:cBhvr>
                          <p:to>
                            <p:strVal val="hidden"/>
                          </p:to>
                        </p:set>
                      </p:childTnLst>
                    </p:cTn>
                  </p:par>
                </p:tnLst>
              </p:tmpl>
            </p:tmplLst>
          </p:bldP>
          <p:bldP spid="44" grpId="1" animBg="1">
            <p:tmplLst>
              <p:tmpl>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1000"/>
                            <p:tgtEl>
                              <p:spTgt spid="44"/>
                            </p:tgtEl>
                          </p:cBhvr>
                        </p:animEffect>
                      </p:childTnLst>
                    </p:cTn>
                  </p:par>
                </p:tnLst>
              </p:tmpl>
            </p:tmplLst>
          </p:bldP>
          <p:bldP spid="45" grpId="0" animBg="1">
            <p:tmplLst>
              <p:tmpl>
                <p:tnLst>
                  <p:par>
                    <p:cTn presetID="10" presetClass="exit" presetSubtype="0" fill="hold" nodeType="withEffect">
                      <p:stCondLst>
                        <p:cond delay="0"/>
                      </p:stCondLst>
                      <p:childTnLst>
                        <p:animEffect transition="out" filter="fade">
                          <p:cBhvr>
                            <p:cTn dur="1000"/>
                            <p:tgtEl>
                              <p:spTgt spid="45"/>
                            </p:tgtEl>
                          </p:cBhvr>
                        </p:animEffect>
                        <p:set>
                          <p:cBhvr>
                            <p:cTn dur="1" fill="hold">
                              <p:stCondLst>
                                <p:cond delay="999"/>
                              </p:stCondLst>
                            </p:cTn>
                            <p:tgtEl>
                              <p:spTgt spid="45"/>
                            </p:tgtEl>
                            <p:attrNameLst>
                              <p:attrName>style.visibility</p:attrName>
                            </p:attrNameLst>
                          </p:cBhvr>
                          <p:to>
                            <p:strVal val="hidden"/>
                          </p:to>
                        </p:set>
                      </p:childTnLst>
                    </p:cTn>
                  </p:par>
                </p:tnLst>
              </p:tmpl>
            </p:tmplLst>
          </p:bldP>
          <p:bldP spid="45" grpId="1" animBg="1">
            <p:tmplLst>
              <p:tmpl>
                <p:tnLst>
                  <p:par>
                    <p:cTn presetID="10" presetClass="entr" presetSubtype="0" fill="hold" nodeType="withEffect">
                      <p:stCondLst>
                        <p:cond delay="0"/>
                      </p:stCondLst>
                      <p:childTnLst>
                        <p:set>
                          <p:cBhvr>
                            <p:cTn dur="1" fill="hold">
                              <p:stCondLst>
                                <p:cond delay="0"/>
                              </p:stCondLst>
                            </p:cTn>
                            <p:tgtEl>
                              <p:spTgt spid="45"/>
                            </p:tgtEl>
                            <p:attrNameLst>
                              <p:attrName>style.visibility</p:attrName>
                            </p:attrNameLst>
                          </p:cBhvr>
                          <p:to>
                            <p:strVal val="visible"/>
                          </p:to>
                        </p:set>
                        <p:animEffect transition="in" filter="fade">
                          <p:cBhvr>
                            <p:cTn dur="1000"/>
                            <p:tgtEl>
                              <p:spTgt spid="45"/>
                            </p:tgtEl>
                          </p:cBhvr>
                        </p:animEffect>
                      </p:childTnLst>
                    </p:cTn>
                  </p:par>
                </p:tnLst>
              </p:tmpl>
            </p:tmplLst>
          </p:bldP>
          <p:bldP spid="46" grpId="0" animBg="1">
            <p:tmplLst>
              <p:tmpl>
                <p:tnLst>
                  <p:par>
                    <p:cTn presetID="10" presetClass="exit" presetSubtype="0" fill="hold" nodeType="withEffect">
                      <p:stCondLst>
                        <p:cond delay="0"/>
                      </p:stCondLst>
                      <p:childTnLst>
                        <p:animEffect transition="out" filter="fade">
                          <p:cBhvr>
                            <p:cTn dur="1000"/>
                            <p:tgtEl>
                              <p:spTgt spid="46"/>
                            </p:tgtEl>
                          </p:cBhvr>
                        </p:animEffect>
                        <p:set>
                          <p:cBhvr>
                            <p:cTn dur="1" fill="hold">
                              <p:stCondLst>
                                <p:cond delay="999"/>
                              </p:stCondLst>
                            </p:cTn>
                            <p:tgtEl>
                              <p:spTgt spid="46"/>
                            </p:tgtEl>
                            <p:attrNameLst>
                              <p:attrName>style.visibility</p:attrName>
                            </p:attrNameLst>
                          </p:cBhvr>
                          <p:to>
                            <p:strVal val="hidden"/>
                          </p:to>
                        </p:set>
                      </p:childTnLst>
                    </p:cTn>
                  </p:par>
                </p:tnLst>
              </p:tmpl>
            </p:tmplLst>
          </p:bldP>
          <p:bldP spid="46" grpId="1" animBg="1">
            <p:tmplLst>
              <p:tmpl>
                <p:tnLst>
                  <p:par>
                    <p:cTn presetID="10" presetClass="entr" presetSubtype="0" fill="hold" nodeType="withEffect">
                      <p:stCondLst>
                        <p:cond delay="0"/>
                      </p:stCondLst>
                      <p:childTnLst>
                        <p:set>
                          <p:cBhvr>
                            <p:cTn dur="1" fill="hold">
                              <p:stCondLst>
                                <p:cond delay="0"/>
                              </p:stCondLst>
                            </p:cTn>
                            <p:tgtEl>
                              <p:spTgt spid="46"/>
                            </p:tgtEl>
                            <p:attrNameLst>
                              <p:attrName>style.visibility</p:attrName>
                            </p:attrNameLst>
                          </p:cBhvr>
                          <p:to>
                            <p:strVal val="visible"/>
                          </p:to>
                        </p:set>
                        <p:animEffect transition="in" filter="fade">
                          <p:cBhvr>
                            <p:cTn dur="1000"/>
                            <p:tgtEl>
                              <p:spTgt spid="46"/>
                            </p:tgtEl>
                          </p:cBhvr>
                        </p:animEffect>
                      </p:childTnLst>
                    </p:cTn>
                  </p:par>
                </p:tnLst>
              </p:tmpl>
            </p:tmplLst>
          </p:bldP>
          <p:bldP spid="47" grpId="0" animBg="1">
            <p:tmplLst>
              <p:tmpl>
                <p:tnLst>
                  <p:par>
                    <p:cTn presetID="10" presetClass="exit" presetSubtype="0" fill="hold" nodeType="withEffect">
                      <p:stCondLst>
                        <p:cond delay="0"/>
                      </p:stCondLst>
                      <p:childTnLst>
                        <p:animEffect transition="out" filter="fade">
                          <p:cBhvr>
                            <p:cTn dur="1000"/>
                            <p:tgtEl>
                              <p:spTgt spid="47"/>
                            </p:tgtEl>
                          </p:cBhvr>
                        </p:animEffect>
                        <p:set>
                          <p:cBhvr>
                            <p:cTn dur="1" fill="hold">
                              <p:stCondLst>
                                <p:cond delay="999"/>
                              </p:stCondLst>
                            </p:cTn>
                            <p:tgtEl>
                              <p:spTgt spid="47"/>
                            </p:tgtEl>
                            <p:attrNameLst>
                              <p:attrName>style.visibility</p:attrName>
                            </p:attrNameLst>
                          </p:cBhvr>
                          <p:to>
                            <p:strVal val="hidden"/>
                          </p:to>
                        </p:set>
                      </p:childTnLst>
                    </p:cTn>
                  </p:par>
                </p:tnLst>
              </p:tmpl>
            </p:tmplLst>
          </p:bldP>
          <p:bldP spid="47" grpId="1" animBg="1">
            <p:tmplLst>
              <p:tmpl>
                <p:tnLst>
                  <p:par>
                    <p:cTn presetID="10"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animEffect transition="in" filter="fade">
                          <p:cBhvr>
                            <p:cTn dur="1000"/>
                            <p:tgtEl>
                              <p:spTgt spid="47"/>
                            </p:tgtEl>
                          </p:cBhvr>
                        </p:animEffect>
                      </p:childTnLst>
                    </p:cTn>
                  </p:par>
                </p:tnLst>
              </p:tmpl>
            </p:tmplLst>
          </p:bldP>
          <p:bldP spid="48" grpId="0" animBg="1">
            <p:tmplLst>
              <p:tmpl>
                <p:tnLst>
                  <p:par>
                    <p:cTn presetID="10" presetClass="exit" presetSubtype="0" fill="hold" nodeType="withEffect">
                      <p:stCondLst>
                        <p:cond delay="0"/>
                      </p:stCondLst>
                      <p:childTnLst>
                        <p:animEffect transition="out" filter="fade">
                          <p:cBhvr>
                            <p:cTn dur="1000"/>
                            <p:tgtEl>
                              <p:spTgt spid="48"/>
                            </p:tgtEl>
                          </p:cBhvr>
                        </p:animEffect>
                        <p:set>
                          <p:cBhvr>
                            <p:cTn dur="1" fill="hold">
                              <p:stCondLst>
                                <p:cond delay="999"/>
                              </p:stCondLst>
                            </p:cTn>
                            <p:tgtEl>
                              <p:spTgt spid="48"/>
                            </p:tgtEl>
                            <p:attrNameLst>
                              <p:attrName>style.visibility</p:attrName>
                            </p:attrNameLst>
                          </p:cBhvr>
                          <p:to>
                            <p:strVal val="hidden"/>
                          </p:to>
                        </p:set>
                      </p:childTnLst>
                    </p:cTn>
                  </p:par>
                </p:tnLst>
              </p:tmpl>
            </p:tmplLst>
          </p:bldP>
          <p:bldP spid="48" grpId="1" animBg="1">
            <p:tmplLst>
              <p:tmpl>
                <p:tnLst>
                  <p:par>
                    <p:cTn presetID="10"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animEffect transition="in" filter="fade">
                          <p:cBhvr>
                            <p:cTn dur="1000"/>
                            <p:tgtEl>
                              <p:spTgt spid="48"/>
                            </p:tgtEl>
                          </p:cBhvr>
                        </p:animEffect>
                      </p:childTnLst>
                    </p:cTn>
                  </p:par>
                </p:tnLst>
              </p:tmpl>
            </p:tmplLst>
          </p:bldP>
          <p:bldP spid="49" grpId="0" animBg="1">
            <p:tmplLst>
              <p:tmpl>
                <p:tnLst>
                  <p:par>
                    <p:cTn presetID="10" presetClass="exit" presetSubtype="0" fill="hold" nodeType="withEffect">
                      <p:stCondLst>
                        <p:cond delay="0"/>
                      </p:stCondLst>
                      <p:childTnLst>
                        <p:animEffect transition="out" filter="fade">
                          <p:cBhvr>
                            <p:cTn dur="1000"/>
                            <p:tgtEl>
                              <p:spTgt spid="49"/>
                            </p:tgtEl>
                          </p:cBhvr>
                        </p:animEffect>
                        <p:set>
                          <p:cBhvr>
                            <p:cTn dur="1" fill="hold">
                              <p:stCondLst>
                                <p:cond delay="999"/>
                              </p:stCondLst>
                            </p:cTn>
                            <p:tgtEl>
                              <p:spTgt spid="49"/>
                            </p:tgtEl>
                            <p:attrNameLst>
                              <p:attrName>style.visibility</p:attrName>
                            </p:attrNameLst>
                          </p:cBhvr>
                          <p:to>
                            <p:strVal val="hidden"/>
                          </p:to>
                        </p:set>
                      </p:childTnLst>
                    </p:cTn>
                  </p:par>
                </p:tnLst>
              </p:tmpl>
            </p:tmplLst>
          </p:bldP>
          <p:bldP spid="49" grpId="1" animBg="1">
            <p:tmplLst>
              <p:tmpl>
                <p:tnLst>
                  <p:par>
                    <p:cTn presetID="10" presetClass="entr" presetSubtype="0" fill="hold" nodeType="withEffect">
                      <p:stCondLst>
                        <p:cond delay="0"/>
                      </p:stCondLst>
                      <p:childTnLst>
                        <p:set>
                          <p:cBhvr>
                            <p:cTn dur="1" fill="hold">
                              <p:stCondLst>
                                <p:cond delay="0"/>
                              </p:stCondLst>
                            </p:cTn>
                            <p:tgtEl>
                              <p:spTgt spid="49"/>
                            </p:tgtEl>
                            <p:attrNameLst>
                              <p:attrName>style.visibility</p:attrName>
                            </p:attrNameLst>
                          </p:cBhvr>
                          <p:to>
                            <p:strVal val="visible"/>
                          </p:to>
                        </p:set>
                        <p:animEffect transition="in" filter="fade">
                          <p:cBhvr>
                            <p:cTn dur="1000"/>
                            <p:tgtEl>
                              <p:spTgt spid="49"/>
                            </p:tgtEl>
                          </p:cBhvr>
                        </p:animEffect>
                      </p:childTnLst>
                    </p:cTn>
                  </p:par>
                </p:tnLst>
              </p:tmpl>
            </p:tmplLst>
          </p:bldP>
          <p:bldP spid="50" grpId="0" animBg="1">
            <p:tmplLst>
              <p:tmpl>
                <p:tnLst>
                  <p:par>
                    <p:cTn presetID="10" presetClass="exit" presetSubtype="0" fill="hold" nodeType="withEffect">
                      <p:stCondLst>
                        <p:cond delay="0"/>
                      </p:stCondLst>
                      <p:childTnLst>
                        <p:animEffect transition="out" filter="fade">
                          <p:cBhvr>
                            <p:cTn dur="1000"/>
                            <p:tgtEl>
                              <p:spTgt spid="50"/>
                            </p:tgtEl>
                          </p:cBhvr>
                        </p:animEffect>
                        <p:set>
                          <p:cBhvr>
                            <p:cTn dur="1" fill="hold">
                              <p:stCondLst>
                                <p:cond delay="999"/>
                              </p:stCondLst>
                            </p:cTn>
                            <p:tgtEl>
                              <p:spTgt spid="50"/>
                            </p:tgtEl>
                            <p:attrNameLst>
                              <p:attrName>style.visibility</p:attrName>
                            </p:attrNameLst>
                          </p:cBhvr>
                          <p:to>
                            <p:strVal val="hidden"/>
                          </p:to>
                        </p:set>
                      </p:childTnLst>
                    </p:cTn>
                  </p:par>
                </p:tnLst>
              </p:tmpl>
            </p:tmplLst>
          </p:bldP>
          <p:bldP spid="50" grpId="1" animBg="1">
            <p:tmplLst>
              <p:tmpl>
                <p:tnLst>
                  <p:par>
                    <p:cTn presetID="10"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animEffect transition="in" filter="fade">
                          <p:cBhvr>
                            <p:cTn dur="1000"/>
                            <p:tgtEl>
                              <p:spTgt spid="50"/>
                            </p:tgtEl>
                          </p:cBhvr>
                        </p:animEffect>
                      </p:childTnLst>
                    </p:cTn>
                  </p:par>
                </p:tnLst>
              </p:tmpl>
            </p:tmplLst>
          </p:bldP>
          <p:bldP spid="51" grpId="0" animBg="1">
            <p:tmplLst>
              <p:tmpl>
                <p:tnLst>
                  <p:par>
                    <p:cTn presetID="10" presetClass="exit" presetSubtype="0" fill="hold" nodeType="withEffect">
                      <p:stCondLst>
                        <p:cond delay="0"/>
                      </p:stCondLst>
                      <p:childTnLst>
                        <p:animEffect transition="out" filter="fade">
                          <p:cBhvr>
                            <p:cTn dur="1000"/>
                            <p:tgtEl>
                              <p:spTgt spid="51"/>
                            </p:tgtEl>
                          </p:cBhvr>
                        </p:animEffect>
                        <p:set>
                          <p:cBhvr>
                            <p:cTn dur="1" fill="hold">
                              <p:stCondLst>
                                <p:cond delay="999"/>
                              </p:stCondLst>
                            </p:cTn>
                            <p:tgtEl>
                              <p:spTgt spid="51"/>
                            </p:tgtEl>
                            <p:attrNameLst>
                              <p:attrName>style.visibility</p:attrName>
                            </p:attrNameLst>
                          </p:cBhvr>
                          <p:to>
                            <p:strVal val="hidden"/>
                          </p:to>
                        </p:set>
                      </p:childTnLst>
                    </p:cTn>
                  </p:par>
                </p:tnLst>
              </p:tmpl>
            </p:tmplLst>
          </p:bldP>
          <p:bldP spid="51" grpId="1" animBg="1">
            <p:tmplLst>
              <p:tmpl>
                <p:tnLst>
                  <p:par>
                    <p:cTn presetID="10"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animEffect transition="in" filter="fade">
                          <p:cBhvr>
                            <p:cTn dur="1000"/>
                            <p:tgtEl>
                              <p:spTgt spid="51"/>
                            </p:tgtEl>
                          </p:cBhvr>
                        </p:animEffect>
                      </p:childTnLst>
                    </p:cTn>
                  </p:par>
                </p:tnLst>
              </p:tmpl>
            </p:tmplLst>
          </p:bldP>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3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12"/>
                    </p:tgtEl>
                  </p:cMediaNode>
                </p:audio>
              </p:childTnLst>
            </p:cTn>
          </p:par>
        </p:tnLst>
      </p:timing>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3125526"/>
      </p:ext>
    </p:extLst>
  </p:cSld>
  <p:clrMapOvr>
    <a:masterClrMapping/>
  </p:clrMapOvr>
  <mc:AlternateContent xmlns:mc="http://schemas.openxmlformats.org/markup-compatibility/2006" xmlns:p14="http://schemas.microsoft.com/office/powerpoint/2010/main">
    <mc:Choice Requires="p14">
      <p:transition spd="slow" p14:dur="2000">
        <p:fad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001698"/>
            <a:ext cx="6858000" cy="137980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49450382"/>
      </p:ext>
    </p:extLst>
  </p:cSld>
  <p:clrMapOvr>
    <a:masterClrMapping/>
  </p:clrMapOvr>
  <p:transition>
    <p:circl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06429423"/>
      </p:ext>
    </p:extLst>
  </p:cSld>
  <p:clrMapOvr>
    <a:masterClrMapping/>
  </p:clrMapOvr>
  <p:transition>
    <p:circl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7" y="1424782"/>
            <a:ext cx="7886700" cy="2377281"/>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7" y="3824553"/>
            <a:ext cx="7886700" cy="1250156"/>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7/18/2026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973433974"/>
      </p:ext>
    </p:extLst>
  </p:cSld>
  <p:clrMapOvr>
    <a:masterClrMapping/>
  </p:clrMapOvr>
  <p:transition>
    <p:circl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521354"/>
            <a:ext cx="3886200" cy="36261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521354"/>
            <a:ext cx="3886200" cy="36261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7/18/2026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587996214"/>
      </p:ext>
    </p:extLst>
  </p:cSld>
  <p:clrMapOvr>
    <a:masterClrMapping/>
  </p:clrMapOvr>
  <p:transition>
    <p:circl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04271"/>
            <a:ext cx="7886700" cy="1104636"/>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400969"/>
            <a:ext cx="3868340"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087563"/>
            <a:ext cx="3868340" cy="3070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400969"/>
            <a:ext cx="3887391"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087563"/>
            <a:ext cx="3887391" cy="3070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7/18/2026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80886867"/>
      </p:ext>
    </p:extLst>
  </p:cSld>
  <p:clrMapOvr>
    <a:masterClrMapping/>
  </p:clrMapOvr>
  <p:transition>
    <p:circl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7/18/2026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38778992"/>
      </p:ext>
    </p:extLst>
  </p:cSld>
  <p:clrMapOvr>
    <a:masterClrMapping/>
  </p:clrMapOvr>
  <p:transition>
    <p:circl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7/18/2026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244806150"/>
      </p:ext>
    </p:extLst>
  </p:cSld>
  <p:clrMapOvr>
    <a:masterClrMapping/>
  </p:clrMapOvr>
  <p:transition>
    <p:circl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822855"/>
            <a:ext cx="4629150" cy="406135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7/18/2026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95351164"/>
      </p:ext>
    </p:extLst>
  </p:cSld>
  <p:clrMapOvr>
    <a:masterClrMapping/>
  </p:clrMapOvr>
  <p:transition>
    <p:circl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822855"/>
            <a:ext cx="4629150" cy="4061354"/>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7/18/2026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73268134"/>
      </p:ext>
    </p:extLst>
  </p:cSld>
  <p:clrMapOvr>
    <a:masterClrMapping/>
  </p:clrMapOvr>
  <p:transition>
    <p:circl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888862945"/>
      </p:ext>
    </p:extLst>
  </p:cSld>
  <p:clrMapOvr>
    <a:masterClrMapping/>
  </p:clrMapOvr>
  <p:transition>
    <p:circl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04271"/>
            <a:ext cx="1971675" cy="48431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04271"/>
            <a:ext cx="5800725" cy="484319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24318476"/>
      </p:ext>
    </p:extLst>
  </p:cSld>
  <p:clrMapOvr>
    <a:masterClrMapping/>
  </p:clrMapOvr>
  <p:transition>
    <p:circl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4.jp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0081238"/>
      </p:ext>
    </p:extLst>
  </p:cSld>
  <p:clrMap bg1="lt1" tx1="dk1" bg2="lt2" tx2="dk2" accent1="accent1" accent2="accent2" accent3="accent3" accent4="accent4" accent5="accent5" accent6="accent6" hlink="hlink" folHlink="folHlink"/>
  <p:sldLayoutIdLst>
    <p:sldLayoutId id="2147483694" r:id="rId1"/>
    <p:sldLayoutId id="2147483707" r:id="rId2"/>
    <p:sldLayoutId id="2147483708" r:id="rId3"/>
    <p:sldLayoutId id="2147483709" r:id="rId4"/>
    <p:sldLayoutId id="2147483731" r:id="rId5"/>
    <p:sldLayoutId id="2147483733" r:id="rId6"/>
    <p:sldLayoutId id="2147483734" r:id="rId7"/>
    <p:sldLayoutId id="2147483732" r:id="rId8"/>
    <p:sldLayoutId id="2147483735" r:id="rId9"/>
    <p:sldLayoutId id="2147483729" r:id="rId10"/>
    <p:sldLayoutId id="214748373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0460156"/>
      </p:ext>
    </p:extLst>
  </p:cSld>
  <p:clrMap bg1="lt1" tx1="dk1" bg2="lt2" tx2="dk2" accent1="accent1" accent2="accent2" accent3="accent3" accent4="accent4" accent5="accent5" accent6="accent6" hlink="hlink" folHlink="folHlink"/>
  <p:sldLayoutIdLst>
    <p:sldLayoutId id="214748370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04271"/>
            <a:ext cx="7886700" cy="110463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521354"/>
            <a:ext cx="7886700" cy="36261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5296959"/>
            <a:ext cx="2057400" cy="304271"/>
          </a:xfrm>
          <a:prstGeom prst="rect">
            <a:avLst/>
          </a:prstGeom>
        </p:spPr>
        <p:txBody>
          <a:bodyPr vert="horz" lIns="91440" tIns="45720" rIns="91440" bIns="45720" rtlCol="0" anchor="ctr"/>
          <a:lstStyle>
            <a:lvl1pPr algn="l">
              <a:defRPr sz="900">
                <a:solidFill>
                  <a:schemeClr val="tx1">
                    <a:tint val="82000"/>
                  </a:schemeClr>
                </a:solidFill>
              </a:defRPr>
            </a:lvl1pPr>
          </a:lstStyle>
          <a:p>
            <a:fld id="{C764DE79-268F-4C1A-8933-263129D2AF90}" type="datetimeFigureOut">
              <a:rPr lang="en-US" smtClean="0"/>
              <a:t>7/18/2026</a:t>
            </a:fld>
            <a:endParaRPr lang="en-US" dirty="0"/>
          </a:p>
        </p:txBody>
      </p:sp>
      <p:sp>
        <p:nvSpPr>
          <p:cNvPr id="5" name="Footer Placeholder 4"/>
          <p:cNvSpPr>
            <a:spLocks noGrp="1"/>
          </p:cNvSpPr>
          <p:nvPr>
            <p:ph type="ftr" sz="quarter" idx="3"/>
          </p:nvPr>
        </p:nvSpPr>
        <p:spPr>
          <a:xfrm>
            <a:off x="3028950" y="5296959"/>
            <a:ext cx="3086100" cy="304271"/>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6457950" y="5296959"/>
            <a:ext cx="2057400" cy="304271"/>
          </a:xfrm>
          <a:prstGeom prst="rect">
            <a:avLst/>
          </a:prstGeom>
        </p:spPr>
        <p:txBody>
          <a:bodyPr vert="horz" lIns="91440" tIns="45720" rIns="91440" bIns="45720" rtlCol="0" anchor="ctr"/>
          <a:lstStyle>
            <a:lvl1pPr algn="r">
              <a:defRPr sz="900">
                <a:solidFill>
                  <a:schemeClr val="tx1">
                    <a:tint val="82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4032629183"/>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Lst>
  <p:transition>
    <p:circle/>
  </p:transition>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g"/><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jpg"/><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jpg"/><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g"/><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jpg"/><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jpg"/><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0.jpg"/><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1.jp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jpg"/><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jpg"/><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jpg"/><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jpg"/><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jp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jp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jp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jp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jp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jp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jp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jp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jp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jp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7.jpg"/><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notesSlide" Target="../notesSlides/notesSlide4.xml"/><Relationship Id="rId1" Type="http://schemas.openxmlformats.org/officeDocument/2006/relationships/slideLayout" Target="../slideLayouts/slideLayout19.xml"/><Relationship Id="rId5" Type="http://schemas.openxmlformats.org/officeDocument/2006/relationships/image" Target="../media/image49.png"/><Relationship Id="rId4" Type="http://schemas.openxmlformats.org/officeDocument/2006/relationships/image" Target="../media/image51.svg"/></Relationships>
</file>

<file path=ppt/slides/_rels/slide48.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8" Type="http://schemas.microsoft.com/office/2007/relationships/hdphoto" Target="../media/hdphoto5.wdp"/><Relationship Id="rId3" Type="http://schemas.openxmlformats.org/officeDocument/2006/relationships/image" Target="../media/image54.png"/><Relationship Id="rId7" Type="http://schemas.microsoft.com/office/2007/relationships/hdphoto" Target="../media/hdphoto4.wdp"/><Relationship Id="rId2" Type="http://schemas.openxmlformats.org/officeDocument/2006/relationships/notesSlide" Target="../notesSlides/notesSlide7.xml"/><Relationship Id="rId1" Type="http://schemas.openxmlformats.org/officeDocument/2006/relationships/slideLayout" Target="../slideLayouts/slideLayout19.xml"/><Relationship Id="rId6" Type="http://schemas.microsoft.com/office/2007/relationships/hdphoto" Target="../media/hdphoto3.wdp"/><Relationship Id="rId5" Type="http://schemas.microsoft.com/office/2007/relationships/hdphoto" Target="../media/hdphoto2.wdp"/><Relationship Id="rId4" Type="http://schemas.microsoft.com/office/2007/relationships/hdphoto" Target="../media/hdphoto1.wdp"/></Relationships>
</file>

<file path=ppt/slides/_rels/slide5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55.png"/></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56.png"/></Relationships>
</file>

<file path=ppt/slides/_rels/slide5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57.png"/></Relationships>
</file>

<file path=ppt/slides/_rels/slide5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58.png"/></Relationships>
</file>

<file path=ppt/slides/_rels/slide5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59.png"/></Relationships>
</file>

<file path=ppt/slides/_rels/slide5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6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g"/><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welcome-brown.jpg"/>
          <p:cNvPicPr>
            <a:picLocks noGrp="1" noChangeAspect="1"/>
          </p:cNvPicPr>
          <p:nvPr>
            <p:ph type="pic" sz="quarter" idx="10"/>
          </p:nvPr>
        </p:nvPicPr>
        <p:blipFill>
          <a:blip r:embed="rId3"/>
          <a:srcRect/>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pic>
        <p:nvPicPr>
          <p:cNvPr id="4" name="Picture Placeholder 3" descr="eh20-eng-432.png"/>
          <p:cNvPicPr>
            <a:picLocks noGrp="1" noChangeAspect="1"/>
          </p:cNvPicPr>
          <p:nvPr>
            <p:ph type="pic" sz="quarter" idx="19"/>
          </p:nvPr>
        </p:nvPicPr>
        <p:blipFill>
          <a:blip r:embed="rId4"/>
          <a:srcRect t="459" b="459"/>
          <a:stretch>
            <a:fillRect/>
          </a:stretch>
        </p:blipFill>
        <p:spPr>
          <a:xfrm>
            <a:off x="1668537" y="5029200"/>
            <a:ext cx="1828800" cy="457200"/>
          </a:xfrm>
        </p:spPr>
      </p:pic>
      <p:sp>
        <p:nvSpPr>
          <p:cNvPr id="5" name="Text Placeholder 4"/>
          <p:cNvSpPr>
            <a:spLocks noGrp="1"/>
          </p:cNvSpPr>
          <p:nvPr>
            <p:ph type="body" sz="quarter" idx="23"/>
          </p:nvPr>
        </p:nvSpPr>
        <p:spPr/>
        <p:txBody>
          <a:bodyPr/>
          <a:lstStyle/>
          <a:p>
            <a:r>
              <a:rPr sz="2200" b="0"/>
              <a:t>Announcements</a:t>
            </a:r>
          </a:p>
          <a:p>
            <a:r>
              <a:rPr sz="2200" b="0"/>
              <a:t> </a:t>
            </a:r>
          </a:p>
          <a:p>
            <a:r>
              <a:rPr sz="2200" b="0"/>
              <a:t>John 17:1-10</a:t>
            </a:r>
          </a:p>
          <a:p>
            <a:r>
              <a:rPr sz="2200" b="0"/>
              <a:t> </a:t>
            </a:r>
          </a:p>
          <a:p>
            <a:r>
              <a:rPr sz="2200" b="1"/>
              <a:t>Praise to the Lord, The Almighty</a:t>
            </a:r>
          </a:p>
          <a:p>
            <a:r>
              <a:rPr sz="2200" b="1"/>
              <a:t>Alas! And Did My Savior Bleed</a:t>
            </a:r>
          </a:p>
          <a:p>
            <a:r>
              <a:rPr sz="2200" b="0"/>
              <a:t>Hebrews 9:24-28</a:t>
            </a:r>
          </a:p>
          <a:p>
            <a:r>
              <a:rPr sz="2200" b="1"/>
              <a:t>Low in the Grave He Lay</a:t>
            </a:r>
          </a:p>
          <a:p>
            <a:r>
              <a:rPr sz="2200" b="1"/>
              <a:t>Goodness of God</a:t>
            </a:r>
          </a:p>
          <a:p>
            <a:r>
              <a:rPr sz="2200" b="0"/>
              <a:t>Life-Giving Generosity</a:t>
            </a:r>
          </a:p>
          <a:p>
            <a:r>
              <a:rPr sz="2200" b="1"/>
              <a:t>Bring Christ Your Broken Life</a:t>
            </a:r>
          </a:p>
          <a:p>
            <a:r>
              <a:rPr sz="2200" b="0"/>
              <a:t> </a:t>
            </a:r>
          </a:p>
        </p:txBody>
      </p:sp>
      <p:sp>
        <p:nvSpPr>
          <p:cNvPr id="6" name="Text Placeholder 5"/>
          <p:cNvSpPr>
            <a:spLocks noGrp="1"/>
          </p:cNvSpPr>
          <p:nvPr>
            <p:ph type="body" sz="quarter" idx="36"/>
          </p:nvPr>
        </p:nvSpPr>
        <p:spPr>
          <a:xfrm>
            <a:off x="521207" y="537209"/>
            <a:ext cx="996696" cy="274320"/>
          </a:xfrm>
        </p:spPr>
        <p:txBody>
          <a:bodyPr/>
          <a:lstStyle/>
          <a:p>
            <a:r>
              <a:t> </a:t>
            </a:r>
          </a:p>
        </p:txBody>
      </p:sp>
      <p:sp>
        <p:nvSpPr>
          <p:cNvPr id="7" name="Text Placeholder 6"/>
          <p:cNvSpPr>
            <a:spLocks noGrp="1"/>
          </p:cNvSpPr>
          <p:nvPr>
            <p:ph type="body" sz="quarter" idx="21"/>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Collection</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600" b="0">
                <a:latin typeface="Avenir Next LT Pro"/>
              </a:rPr>
              <a:t>Prayer</a:t>
            </a:r>
          </a:p>
        </p:txBody>
      </p:sp>
      <p:sp>
        <p:nvSpPr>
          <p:cNvPr id="8" name="Text Placeholder 7"/>
          <p:cNvSpPr>
            <a:spLocks noGrp="1"/>
          </p:cNvSpPr>
          <p:nvPr>
            <p:ph type="body" sz="quarter" idx="24"/>
          </p:nvPr>
        </p:nvSpPr>
        <p:spPr/>
        <p:txBody>
          <a:bodyPr/>
          <a:lstStyle/>
          <a:p>
            <a:r>
              <a:t>July 19, 2026</a:t>
            </a:r>
          </a:p>
          <a:p>
            <a:r>
              <a:t>Sunday • 10:00am</a:t>
            </a:r>
          </a:p>
        </p:txBody>
      </p:sp>
      <p:sp>
        <p:nvSpPr>
          <p:cNvPr id="9" name="Text Placeholder 8"/>
          <p:cNvSpPr>
            <a:spLocks noGrp="1"/>
          </p:cNvSpPr>
          <p:nvPr>
            <p:ph type="body" sz="quarter" idx="25"/>
          </p:nvPr>
        </p:nvSpPr>
        <p:spPr/>
        <p:txBody>
          <a:bodyPr/>
          <a:lstStyle/>
          <a:p>
            <a:r>
              <a:t>Please silence your phone</a:t>
            </a:r>
          </a:p>
        </p:txBody>
      </p:sp>
      <p:sp>
        <p:nvSpPr>
          <p:cNvPr id="10" name="Text Placeholder 9"/>
          <p:cNvSpPr>
            <a:spLocks noGrp="1"/>
          </p:cNvSpPr>
          <p:nvPr>
            <p:ph type="body" sz="quarter" idx="26"/>
          </p:nvPr>
        </p:nvSpPr>
        <p:spPr/>
        <p:txBody>
          <a:bodyPr/>
          <a:lstStyle/>
          <a:p>
            <a:r>
              <a:rPr sz="2200"/>
              <a:t> </a:t>
            </a:r>
          </a:p>
          <a:p>
            <a:r>
              <a:rPr sz="2200"/>
              <a:t> </a:t>
            </a:r>
          </a:p>
          <a:p>
            <a:r>
              <a:rPr sz="2200"/>
              <a:t> </a:t>
            </a:r>
          </a:p>
          <a:p>
            <a:r>
              <a:rPr sz="2200"/>
              <a:t> </a:t>
            </a:r>
          </a:p>
          <a:p>
            <a:r>
              <a:rPr sz="2200"/>
              <a:t>Alex Cruttenden</a:t>
            </a:r>
          </a:p>
          <a:p>
            <a:r>
              <a:rPr sz="2200"/>
              <a:t> </a:t>
            </a:r>
          </a:p>
          <a:p>
            <a:r>
              <a:rPr sz="2200"/>
              <a:t>Matt LaGrone</a:t>
            </a:r>
          </a:p>
          <a:p>
            <a:r>
              <a:rPr sz="2200"/>
              <a:t> </a:t>
            </a:r>
          </a:p>
          <a:p>
            <a:r>
              <a:rPr sz="2200"/>
              <a:t> </a:t>
            </a:r>
          </a:p>
          <a:p>
            <a:r>
              <a:rPr sz="2200"/>
              <a:t>Phillip Shumake</a:t>
            </a:r>
          </a:p>
          <a:p>
            <a:r>
              <a:rPr sz="2200"/>
              <a:t> </a:t>
            </a:r>
          </a:p>
          <a:p>
            <a:r>
              <a:rPr sz="2200"/>
              <a:t> </a:t>
            </a:r>
          </a:p>
        </p:txBody>
      </p:sp>
      <p:pic>
        <p:nvPicPr>
          <p:cNvPr id="11" name="Picture Placeholder 10" descr="eh20-esp-600.png"/>
          <p:cNvPicPr>
            <a:picLocks noGrp="1" noChangeAspect="1"/>
          </p:cNvPicPr>
          <p:nvPr>
            <p:ph type="pic" sz="quarter" idx="31"/>
          </p:nvPr>
        </p:nvPicPr>
        <p:blipFill>
          <a:blip r:embed="rId5"/>
          <a:srcRect t="331" b="331"/>
          <a:stretch>
            <a:fillRect/>
          </a:stretch>
        </p:blipFill>
        <p:spPr>
          <a:xfrm>
            <a:off x="1668537" y="5028697"/>
            <a:ext cx="1828800" cy="457200"/>
          </a:xfrm>
        </p:spPr>
      </p:pic>
      <p:sp>
        <p:nvSpPr>
          <p:cNvPr id="12" name="Text Placeholder 11"/>
          <p:cNvSpPr>
            <a:spLocks noGrp="1"/>
          </p:cNvSpPr>
          <p:nvPr>
            <p:ph type="body" sz="quarter" idx="27"/>
          </p:nvPr>
        </p:nvSpPr>
        <p:spPr/>
        <p:txBody>
          <a:bodyPr/>
          <a:lstStyle/>
          <a:p>
            <a:r>
              <a:rPr sz="2200" b="0"/>
              <a:t>Bienvenida</a:t>
            </a:r>
          </a:p>
          <a:p>
            <a:r>
              <a:rPr sz="2200" b="0"/>
              <a:t> </a:t>
            </a:r>
          </a:p>
          <a:p>
            <a:r>
              <a:rPr sz="2200" b="0"/>
              <a:t>Juan 17:1-10</a:t>
            </a:r>
          </a:p>
          <a:p>
            <a:r>
              <a:rPr sz="2200" b="0"/>
              <a:t> </a:t>
            </a:r>
          </a:p>
          <a:p>
            <a:r>
              <a:rPr sz="2200" b="1"/>
              <a:t>Gloria al Señor, el Creador</a:t>
            </a:r>
          </a:p>
          <a:p>
            <a:r>
              <a:rPr sz="2200" b="1"/>
              <a:t>En la cruz</a:t>
            </a:r>
          </a:p>
          <a:p>
            <a:r>
              <a:rPr sz="2200" b="0"/>
              <a:t>Hebreos 9:24-28</a:t>
            </a:r>
          </a:p>
          <a:p>
            <a:r>
              <a:rPr sz="2200" b="1"/>
              <a:t>La tumba le encerró</a:t>
            </a:r>
          </a:p>
          <a:p>
            <a:r>
              <a:rPr sz="2200" b="1"/>
              <a:t>La bondad de Dios</a:t>
            </a:r>
          </a:p>
          <a:p>
            <a:r>
              <a:rPr sz="2200" b="0"/>
              <a:t>Generosidad que da vida</a:t>
            </a:r>
          </a:p>
          <a:p>
            <a:r>
              <a:rPr sz="2200" b="1"/>
              <a:t>Tu vida rota trae</a:t>
            </a:r>
          </a:p>
          <a:p>
            <a:r>
              <a:rPr sz="2200" b="0"/>
              <a:t> </a:t>
            </a:r>
          </a:p>
        </p:txBody>
      </p:sp>
      <p:sp>
        <p:nvSpPr>
          <p:cNvPr id="13" name="Text Placeholder 12"/>
          <p:cNvSpPr>
            <a:spLocks noGrp="1"/>
          </p:cNvSpPr>
          <p:nvPr>
            <p:ph type="body" sz="quarter" idx="37"/>
          </p:nvPr>
        </p:nvSpPr>
        <p:spPr>
          <a:xfrm>
            <a:off x="402335" y="518921"/>
            <a:ext cx="1115568" cy="274320"/>
          </a:xfrm>
        </p:spPr>
        <p:txBody>
          <a:bodyPr/>
          <a:lstStyle/>
          <a:p>
            <a:r>
              <a:t> </a:t>
            </a:r>
          </a:p>
        </p:txBody>
      </p:sp>
      <p:sp>
        <p:nvSpPr>
          <p:cNvPr id="14" name="Text Placeholder 13"/>
          <p:cNvSpPr>
            <a:spLocks noGrp="1"/>
          </p:cNvSpPr>
          <p:nvPr>
            <p:ph type="body" sz="quarter" idx="33"/>
          </p:nvPr>
        </p:nvSpPr>
        <p:spPr/>
        <p:txBody>
          <a:bodyPr/>
          <a:lstStyle/>
          <a:p>
            <a:pPr>
              <a:lnSpc>
                <a:spcPts val="1800"/>
              </a:lnSpc>
              <a:spcBef>
                <a:spcPts val="0"/>
              </a:spcBef>
              <a:spcAft>
                <a:spcPts val="900"/>
              </a:spcAft>
            </a:pPr>
            <a:r>
              <a:rPr sz="1800" b="0">
                <a:latin typeface="Alegreya Sans Medium"/>
              </a:rPr>
              <a:t>Bienvenida</a:t>
            </a:r>
          </a:p>
          <a:p>
            <a:pPr>
              <a:lnSpc>
                <a:spcPts val="1800"/>
              </a:lnSpc>
              <a:spcBef>
                <a:spcPts val="0"/>
              </a:spcBef>
              <a:spcAft>
                <a:spcPts val="900"/>
              </a:spcAft>
            </a:pPr>
            <a:r>
              <a:rPr sz="1800" b="0">
                <a:latin typeface="Alegreya Sans Medium"/>
              </a:rPr>
              <a:t>Ofrenda</a:t>
            </a:r>
          </a:p>
          <a:p>
            <a:pPr>
              <a:lnSpc>
                <a:spcPts val="1800"/>
              </a:lnSpc>
              <a:spcBef>
                <a:spcPts val="0"/>
              </a:spcBef>
              <a:spcAft>
                <a:spcPts val="900"/>
              </a:spcAft>
            </a:pPr>
            <a:r>
              <a:rPr sz="1800" b="0">
                <a:latin typeface="Alegreya Sans Medium"/>
              </a:rPr>
              <a:t>Lectura</a:t>
            </a:r>
          </a:p>
          <a:p>
            <a:pPr>
              <a:lnSpc>
                <a:spcPts val="1800"/>
              </a:lnSpc>
              <a:spcBef>
                <a:spcPts val="0"/>
              </a:spcBef>
              <a:spcAft>
                <a:spcPts val="900"/>
              </a:spcAft>
            </a:pPr>
            <a:r>
              <a:rPr sz="1800" b="0">
                <a:latin typeface="Alegreya Sans Medium"/>
              </a:rPr>
              <a:t>Oración</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800" b="0">
                <a:latin typeface="Alegreya Sans Medium"/>
              </a:rPr>
              <a:t>Cena del Señor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800" b="0">
                <a:latin typeface="Alegreya Sans Medium"/>
              </a:rPr>
              <a:t>Sermón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800" b="0">
                <a:latin typeface="Alegreya Sans Medium"/>
              </a:rPr>
              <a:t>Oración</a:t>
            </a:r>
          </a:p>
        </p:txBody>
      </p:sp>
      <p:sp>
        <p:nvSpPr>
          <p:cNvPr id="15" name="Text Placeholder 14"/>
          <p:cNvSpPr>
            <a:spLocks noGrp="1"/>
          </p:cNvSpPr>
          <p:nvPr>
            <p:ph type="body" sz="quarter" idx="38"/>
          </p:nvPr>
        </p:nvSpPr>
        <p:spPr/>
        <p:txBody>
          <a:bodyPr/>
          <a:lstStyle/>
          <a:p>
            <a:r>
              <a:t>19 de julio</a:t>
            </a:r>
          </a:p>
          <a:p>
            <a:r>
              <a:t>domingo • 10:00am</a:t>
            </a:r>
          </a:p>
        </p:txBody>
      </p:sp>
      <p:sp>
        <p:nvSpPr>
          <p:cNvPr id="16" name="Text Placeholder 15"/>
          <p:cNvSpPr>
            <a:spLocks noGrp="1"/>
          </p:cNvSpPr>
          <p:nvPr>
            <p:ph type="body" sz="quarter" idx="39"/>
          </p:nvPr>
        </p:nvSpPr>
        <p:spPr/>
        <p:txBody>
          <a:bodyPr/>
          <a:lstStyle/>
          <a:p>
            <a:r>
              <a:t>Favor de apagar los celulares</a:t>
            </a:r>
          </a:p>
        </p:txBody>
      </p:sp>
      <p:pic>
        <p:nvPicPr>
          <p:cNvPr id="17" name="Picture 16" descr="eh-xcircle-white.png"/>
          <p:cNvPicPr>
            <a:picLocks noChangeAspect="1"/>
          </p:cNvPicPr>
          <p:nvPr/>
        </p:nvPicPr>
        <p:blipFill>
          <a:blip r:embed="rId6"/>
          <a:stretch>
            <a:fillRect/>
          </a:stretch>
        </p:blipFill>
        <p:spPr>
          <a:xfrm>
            <a:off x="658368" y="3218688"/>
            <a:ext cx="365760"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visitor-background.jpg"/>
          <p:cNvPicPr>
            <a:picLocks noGrp="1" noChangeAspect="1"/>
          </p:cNvPicPr>
          <p:nvPr>
            <p:ph type="pic" sz="quarter" idx="10"/>
          </p:nvPr>
        </p:nvPicPr>
        <p:blipFill>
          <a:blip r:embed="rId2"/>
          <a:srcRect l="12" r="12"/>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pic>
        <p:nvPicPr>
          <p:cNvPr id="10" name="Picture Placeholder 9" descr="eh20-eng-432.png"/>
          <p:cNvPicPr>
            <a:picLocks noGrp="1" noChangeAspect="1"/>
          </p:cNvPicPr>
          <p:nvPr>
            <p:ph type="pic" sz="quarter" idx="19"/>
          </p:nvPr>
        </p:nvPicPr>
        <p:blipFill>
          <a:blip r:embed="rId3"/>
          <a:srcRect t="459" b="459"/>
          <a:stretch>
            <a:fillRect/>
          </a:stretch>
        </p:blipFill>
        <p:spPr>
          <a:xfrm>
            <a:off x="1668537" y="5029200"/>
            <a:ext cx="1828800" cy="457200"/>
          </a:xfrm>
        </p:spPr>
      </p:pic>
      <p:sp>
        <p:nvSpPr>
          <p:cNvPr id="11" name="Text Placeholder 10"/>
          <p:cNvSpPr>
            <a:spLocks noGrp="1"/>
          </p:cNvSpPr>
          <p:nvPr>
            <p:ph type="body" sz="quarter" idx="36"/>
          </p:nvPr>
        </p:nvSpPr>
        <p:spPr>
          <a:xfrm>
            <a:off x="521207" y="537209"/>
            <a:ext cx="996696" cy="274320"/>
          </a:xfrm>
        </p:spPr>
        <p:txBody>
          <a:bodyPr/>
          <a:lstStyle/>
          <a:p>
            <a:r>
              <a:t> </a:t>
            </a:r>
          </a:p>
        </p:txBody>
      </p:sp>
      <p:sp>
        <p:nvSpPr>
          <p:cNvPr id="12" name="Text Placeholder 11"/>
          <p:cNvSpPr>
            <a:spLocks noGrp="1"/>
          </p:cNvSpPr>
          <p:nvPr>
            <p:ph type="body" sz="quarter" idx="21"/>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Collection</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600" b="0">
                <a:latin typeface="Avenir Next LT Pro"/>
              </a:rPr>
              <a:t>Prayer</a:t>
            </a:r>
          </a:p>
        </p:txBody>
      </p:sp>
      <p:pic>
        <p:nvPicPr>
          <p:cNvPr id="21" name="Picture Placeholder 20" descr="eh20-esp-600.png"/>
          <p:cNvPicPr>
            <a:picLocks noGrp="1" noChangeAspect="1"/>
          </p:cNvPicPr>
          <p:nvPr>
            <p:ph type="pic" sz="quarter" idx="31"/>
          </p:nvPr>
        </p:nvPicPr>
        <p:blipFill>
          <a:blip r:embed="rId4"/>
          <a:srcRect t="331" b="331"/>
          <a:stretch>
            <a:fillRect/>
          </a:stretch>
        </p:blipFill>
        <p:spPr>
          <a:xfrm>
            <a:off x="1668537" y="5028697"/>
            <a:ext cx="1828800" cy="457200"/>
          </a:xfrm>
        </p:spPr>
      </p:pic>
      <p:sp>
        <p:nvSpPr>
          <p:cNvPr id="22" name="Text Placeholder 21"/>
          <p:cNvSpPr>
            <a:spLocks noGrp="1"/>
          </p:cNvSpPr>
          <p:nvPr>
            <p:ph type="body" sz="quarter" idx="37"/>
          </p:nvPr>
        </p:nvSpPr>
        <p:spPr>
          <a:xfrm>
            <a:off x="402335" y="518921"/>
            <a:ext cx="1115568" cy="274320"/>
          </a:xfrm>
        </p:spPr>
        <p:txBody>
          <a:bodyPr/>
          <a:lstStyle/>
          <a:p>
            <a:r>
              <a:t> </a:t>
            </a:r>
          </a:p>
        </p:txBody>
      </p:sp>
      <p:sp>
        <p:nvSpPr>
          <p:cNvPr id="23" name="Text Placeholder 22"/>
          <p:cNvSpPr>
            <a:spLocks noGrp="1"/>
          </p:cNvSpPr>
          <p:nvPr>
            <p:ph type="body" sz="quarter" idx="33"/>
          </p:nvPr>
        </p:nvSpPr>
        <p:spPr/>
        <p:txBody>
          <a:bodyPr/>
          <a:lstStyle/>
          <a:p>
            <a:pPr>
              <a:lnSpc>
                <a:spcPts val="1800"/>
              </a:lnSpc>
              <a:spcBef>
                <a:spcPts val="0"/>
              </a:spcBef>
              <a:spcAft>
                <a:spcPts val="900"/>
              </a:spcAft>
            </a:pPr>
            <a:r>
              <a:rPr sz="1800" b="0">
                <a:latin typeface="Alegreya Sans Medium"/>
              </a:rPr>
              <a:t>Bienvenida</a:t>
            </a:r>
          </a:p>
          <a:p>
            <a:pPr>
              <a:lnSpc>
                <a:spcPts val="1800"/>
              </a:lnSpc>
              <a:spcBef>
                <a:spcPts val="0"/>
              </a:spcBef>
              <a:spcAft>
                <a:spcPts val="900"/>
              </a:spcAft>
            </a:pPr>
            <a:r>
              <a:rPr sz="1800" b="0">
                <a:latin typeface="Alegreya Sans Medium"/>
              </a:rPr>
              <a:t>Ofrenda</a:t>
            </a:r>
          </a:p>
          <a:p>
            <a:pPr>
              <a:lnSpc>
                <a:spcPts val="1800"/>
              </a:lnSpc>
              <a:spcBef>
                <a:spcPts val="0"/>
              </a:spcBef>
              <a:spcAft>
                <a:spcPts val="900"/>
              </a:spcAft>
            </a:pPr>
            <a:r>
              <a:rPr sz="1800" b="0">
                <a:latin typeface="Alegreya Sans Medium"/>
              </a:rPr>
              <a:t>Lectura</a:t>
            </a:r>
          </a:p>
          <a:p>
            <a:pPr>
              <a:lnSpc>
                <a:spcPts val="1800"/>
              </a:lnSpc>
              <a:spcBef>
                <a:spcPts val="0"/>
              </a:spcBef>
              <a:spcAft>
                <a:spcPts val="900"/>
              </a:spcAft>
            </a:pPr>
            <a:r>
              <a:rPr sz="1800" b="0">
                <a:latin typeface="Alegreya Sans Medium"/>
              </a:rPr>
              <a:t>Oración</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800" b="0">
                <a:latin typeface="Alegreya Sans Medium"/>
              </a:rPr>
              <a:t>Cena del Señor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800" b="0">
                <a:latin typeface="Alegreya Sans Medium"/>
              </a:rPr>
              <a:t>Sermón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800" b="0">
                <a:latin typeface="Alegreya Sans Medium"/>
              </a:rPr>
              <a:t>Oración</a:t>
            </a:r>
          </a:p>
        </p:txBody>
      </p:sp>
      <p:pic>
        <p:nvPicPr>
          <p:cNvPr id="24" name="Picture 23" descr="eh-xcircle-white.png"/>
          <p:cNvPicPr>
            <a:picLocks noChangeAspect="1"/>
          </p:cNvPicPr>
          <p:nvPr/>
        </p:nvPicPr>
        <p:blipFill>
          <a:blip r:embed="rId5"/>
          <a:stretch>
            <a:fillRect/>
          </a:stretch>
        </p:blipFill>
        <p:spPr>
          <a:xfrm>
            <a:off x="658368" y="3218688"/>
            <a:ext cx="365760" cy="3657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giving-options.jpg"/>
          <p:cNvPicPr>
            <a:picLocks noGrp="1" noChangeAspect="1"/>
          </p:cNvPicPr>
          <p:nvPr>
            <p:ph type="pic" sz="quarter" idx="10"/>
          </p:nvPr>
        </p:nvPicPr>
        <p:blipFill>
          <a:blip r:embed="rId2"/>
          <a:srcRect/>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pic>
        <p:nvPicPr>
          <p:cNvPr id="10" name="Picture Placeholder 9" descr="eh20-eng-432.png"/>
          <p:cNvPicPr>
            <a:picLocks noGrp="1" noChangeAspect="1"/>
          </p:cNvPicPr>
          <p:nvPr>
            <p:ph type="pic" sz="quarter" idx="19"/>
          </p:nvPr>
        </p:nvPicPr>
        <p:blipFill>
          <a:blip r:embed="rId3"/>
          <a:srcRect t="459" b="459"/>
          <a:stretch>
            <a:fillRect/>
          </a:stretch>
        </p:blipFill>
        <p:spPr>
          <a:xfrm>
            <a:off x="1668537" y="5029200"/>
            <a:ext cx="1828800" cy="457200"/>
          </a:xfrm>
        </p:spPr>
      </p:pic>
      <p:sp>
        <p:nvSpPr>
          <p:cNvPr id="11" name="Text Placeholder 10"/>
          <p:cNvSpPr>
            <a:spLocks noGrp="1"/>
          </p:cNvSpPr>
          <p:nvPr>
            <p:ph type="body" sz="quarter" idx="36"/>
          </p:nvPr>
        </p:nvSpPr>
        <p:spPr>
          <a:xfrm>
            <a:off x="457200" y="880109"/>
            <a:ext cx="1060704" cy="274320"/>
          </a:xfrm>
        </p:spPr>
        <p:txBody>
          <a:bodyPr/>
          <a:lstStyle/>
          <a:p>
            <a:r>
              <a:t> </a:t>
            </a:r>
          </a:p>
        </p:txBody>
      </p:sp>
      <p:sp>
        <p:nvSpPr>
          <p:cNvPr id="12" name="Text Placeholder 11"/>
          <p:cNvSpPr>
            <a:spLocks noGrp="1"/>
          </p:cNvSpPr>
          <p:nvPr>
            <p:ph type="body" sz="quarter" idx="21"/>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Collection</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600" b="0">
                <a:latin typeface="Avenir Next LT Pro"/>
              </a:rPr>
              <a:t>Prayer</a:t>
            </a:r>
          </a:p>
        </p:txBody>
      </p:sp>
      <p:sp>
        <p:nvSpPr>
          <p:cNvPr id="15" name="Text Placeholder 14"/>
          <p:cNvSpPr>
            <a:spLocks noGrp="1"/>
          </p:cNvSpPr>
          <p:nvPr>
            <p:ph type="body" sz="quarter" idx="25"/>
          </p:nvPr>
        </p:nvSpPr>
        <p:spPr/>
        <p:txBody>
          <a:bodyPr/>
          <a:lstStyle/>
          <a:p>
            <a:endParaRPr/>
          </a:p>
        </p:txBody>
      </p:sp>
      <p:pic>
        <p:nvPicPr>
          <p:cNvPr id="21" name="Picture Placeholder 20" descr="eh20-esp-600.png"/>
          <p:cNvPicPr>
            <a:picLocks noGrp="1" noChangeAspect="1"/>
          </p:cNvPicPr>
          <p:nvPr>
            <p:ph type="pic" sz="quarter" idx="31"/>
          </p:nvPr>
        </p:nvPicPr>
        <p:blipFill>
          <a:blip r:embed="rId4"/>
          <a:srcRect t="331" b="331"/>
          <a:stretch>
            <a:fillRect/>
          </a:stretch>
        </p:blipFill>
        <p:spPr>
          <a:xfrm>
            <a:off x="1668537" y="5028697"/>
            <a:ext cx="1828800" cy="457200"/>
          </a:xfrm>
        </p:spPr>
      </p:pic>
      <p:sp>
        <p:nvSpPr>
          <p:cNvPr id="22" name="Text Placeholder 21"/>
          <p:cNvSpPr>
            <a:spLocks noGrp="1"/>
          </p:cNvSpPr>
          <p:nvPr>
            <p:ph type="body" sz="quarter" idx="37"/>
          </p:nvPr>
        </p:nvSpPr>
        <p:spPr>
          <a:xfrm>
            <a:off x="667511" y="861821"/>
            <a:ext cx="850392" cy="274320"/>
          </a:xfrm>
        </p:spPr>
        <p:txBody>
          <a:bodyPr/>
          <a:lstStyle/>
          <a:p>
            <a:r>
              <a:t> </a:t>
            </a:r>
          </a:p>
        </p:txBody>
      </p:sp>
      <p:sp>
        <p:nvSpPr>
          <p:cNvPr id="23" name="Text Placeholder 22"/>
          <p:cNvSpPr>
            <a:spLocks noGrp="1"/>
          </p:cNvSpPr>
          <p:nvPr>
            <p:ph type="body" sz="quarter" idx="33"/>
          </p:nvPr>
        </p:nvSpPr>
        <p:spPr/>
        <p:txBody>
          <a:bodyPr/>
          <a:lstStyle/>
          <a:p>
            <a:pPr>
              <a:lnSpc>
                <a:spcPts val="1800"/>
              </a:lnSpc>
              <a:spcBef>
                <a:spcPts val="0"/>
              </a:spcBef>
              <a:spcAft>
                <a:spcPts val="900"/>
              </a:spcAft>
            </a:pPr>
            <a:r>
              <a:rPr sz="1800" b="0">
                <a:latin typeface="Alegreya Sans Medium"/>
              </a:rPr>
              <a:t>Bienvenida</a:t>
            </a:r>
          </a:p>
          <a:p>
            <a:pPr>
              <a:lnSpc>
                <a:spcPts val="1800"/>
              </a:lnSpc>
              <a:spcBef>
                <a:spcPts val="0"/>
              </a:spcBef>
              <a:spcAft>
                <a:spcPts val="900"/>
              </a:spcAft>
            </a:pPr>
            <a:r>
              <a:rPr sz="1800" b="0">
                <a:latin typeface="Alegreya Sans Medium"/>
              </a:rPr>
              <a:t>Ofrenda</a:t>
            </a:r>
          </a:p>
          <a:p>
            <a:pPr>
              <a:lnSpc>
                <a:spcPts val="1800"/>
              </a:lnSpc>
              <a:spcBef>
                <a:spcPts val="0"/>
              </a:spcBef>
              <a:spcAft>
                <a:spcPts val="900"/>
              </a:spcAft>
            </a:pPr>
            <a:r>
              <a:rPr sz="1800" b="0">
                <a:latin typeface="Alegreya Sans Medium"/>
              </a:rPr>
              <a:t>Lectura</a:t>
            </a:r>
          </a:p>
          <a:p>
            <a:pPr>
              <a:lnSpc>
                <a:spcPts val="1800"/>
              </a:lnSpc>
              <a:spcBef>
                <a:spcPts val="0"/>
              </a:spcBef>
              <a:spcAft>
                <a:spcPts val="900"/>
              </a:spcAft>
            </a:pPr>
            <a:r>
              <a:rPr sz="1800" b="0">
                <a:latin typeface="Alegreya Sans Medium"/>
              </a:rPr>
              <a:t>Oración</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800" b="0">
                <a:latin typeface="Alegreya Sans Medium"/>
              </a:rPr>
              <a:t>Cena del Señor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800" b="0">
                <a:latin typeface="Alegreya Sans Medium"/>
              </a:rPr>
              <a:t>Sermón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800" b="0">
                <a:latin typeface="Alegreya Sans Medium"/>
              </a:rPr>
              <a:t>Oración</a:t>
            </a:r>
          </a:p>
        </p:txBody>
      </p:sp>
      <p:pic>
        <p:nvPicPr>
          <p:cNvPr id="24" name="Picture 23" descr="eh-xcircle-white.png"/>
          <p:cNvPicPr>
            <a:picLocks noChangeAspect="1"/>
          </p:cNvPicPr>
          <p:nvPr/>
        </p:nvPicPr>
        <p:blipFill>
          <a:blip r:embed="rId5"/>
          <a:stretch>
            <a:fillRect/>
          </a:stretch>
        </p:blipFill>
        <p:spPr>
          <a:xfrm>
            <a:off x="658368" y="3218688"/>
            <a:ext cx="365760" cy="3657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podium.jpg"/>
          <p:cNvPicPr>
            <a:picLocks noGrp="1" noChangeAspect="1"/>
          </p:cNvPicPr>
          <p:nvPr>
            <p:ph type="pic" sz="quarter" idx="10"/>
          </p:nvPr>
        </p:nvPicPr>
        <p:blipFill>
          <a:blip r:embed="rId2"/>
          <a:srcRect/>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sp>
        <p:nvSpPr>
          <p:cNvPr id="4" name="Content Placeholder 3"/>
          <p:cNvSpPr>
            <a:spLocks noGrp="1"/>
          </p:cNvSpPr>
          <p:nvPr>
            <p:ph sz="quarter" idx="18"/>
          </p:nvPr>
        </p:nvSpPr>
        <p:spPr/>
        <p:txBody>
          <a:bodyPr/>
          <a:lstStyle/>
          <a:p>
            <a:r>
              <a:t> </a:t>
            </a:r>
          </a:p>
        </p:txBody>
      </p:sp>
      <p:sp>
        <p:nvSpPr>
          <p:cNvPr id="5" name="Text Placeholder 4"/>
          <p:cNvSpPr>
            <a:spLocks noGrp="1"/>
          </p:cNvSpPr>
          <p:nvPr>
            <p:ph type="body" sz="quarter" idx="12"/>
          </p:nvPr>
        </p:nvSpPr>
        <p:spPr>
          <a:xfrm>
            <a:off x="3200400" y="2308860"/>
            <a:ext cx="4297680" cy="1097280"/>
          </a:xfrm>
        </p:spPr>
        <p:txBody>
          <a:bodyPr wrap="square">
            <a:noAutofit/>
          </a:bodyPr>
          <a:lstStyle/>
          <a:p>
            <a:r>
              <a:rPr sz="4900" b="0" i="0">
                <a:latin typeface="Avenir Next LT Pro"/>
              </a:rPr>
              <a:t>JOHN 17:1-10</a:t>
            </a:r>
          </a:p>
        </p:txBody>
      </p:sp>
      <p:sp>
        <p:nvSpPr>
          <p:cNvPr id="6" name="Text Placeholder 5"/>
          <p:cNvSpPr>
            <a:spLocks noGrp="1"/>
          </p:cNvSpPr>
          <p:nvPr>
            <p:ph type="body" sz="quarter" idx="13"/>
          </p:nvPr>
        </p:nvSpPr>
        <p:spPr>
          <a:xfrm>
            <a:off x="3063240" y="1394460"/>
            <a:ext cx="4572000" cy="914400"/>
          </a:xfrm>
        </p:spPr>
        <p:txBody>
          <a:bodyPr wrap="square">
            <a:noAutofit/>
          </a:bodyPr>
          <a:lstStyle/>
          <a:p>
            <a:r>
              <a:rPr sz="6300" b="1" i="0">
                <a:latin typeface="Avenir Next LT Pro"/>
              </a:rPr>
              <a:t>READING</a:t>
            </a:r>
          </a:p>
        </p:txBody>
      </p:sp>
      <p:sp>
        <p:nvSpPr>
          <p:cNvPr id="7" name="Text Placeholder 6"/>
          <p:cNvSpPr>
            <a:spLocks noGrp="1"/>
          </p:cNvSpPr>
          <p:nvPr>
            <p:ph type="body" sz="quarter" idx="15"/>
          </p:nvPr>
        </p:nvSpPr>
        <p:spPr>
          <a:xfrm>
            <a:off x="3520440" y="4009644"/>
            <a:ext cx="3657600" cy="365760"/>
          </a:xfrm>
        </p:spPr>
        <p:txBody>
          <a:bodyPr wrap="square">
            <a:noAutofit/>
          </a:bodyPr>
          <a:lstStyle/>
          <a:p>
            <a:r>
              <a:rPr sz="1600" b="0" i="0">
                <a:latin typeface="Avenir Next LT Pro"/>
              </a:rPr>
              <a:t>“HAVE THIS LETTER READ TO ALL”</a:t>
            </a:r>
          </a:p>
        </p:txBody>
      </p:sp>
      <p:sp>
        <p:nvSpPr>
          <p:cNvPr id="9" name="Text Placeholder 8"/>
          <p:cNvSpPr>
            <a:spLocks noGrp="1"/>
          </p:cNvSpPr>
          <p:nvPr>
            <p:ph type="body" sz="quarter" idx="20"/>
          </p:nvPr>
        </p:nvSpPr>
        <p:spPr>
          <a:xfrm>
            <a:off x="3977639" y="4320540"/>
            <a:ext cx="2743200" cy="457200"/>
          </a:xfrm>
        </p:spPr>
        <p:txBody>
          <a:bodyPr wrap="square">
            <a:noAutofit/>
          </a:bodyPr>
          <a:lstStyle/>
          <a:p>
            <a:r>
              <a:rPr sz="1600" b="0" i="0">
                <a:latin typeface="Avenir Next LT Pro"/>
              </a:rPr>
              <a:t>1 THESSALONIANS 5:27</a:t>
            </a:r>
          </a:p>
        </p:txBody>
      </p:sp>
      <p:pic>
        <p:nvPicPr>
          <p:cNvPr id="10" name="Picture Placeholder 9" descr="eh20-eng-432.png"/>
          <p:cNvPicPr>
            <a:picLocks noGrp="1" noChangeAspect="1"/>
          </p:cNvPicPr>
          <p:nvPr>
            <p:ph type="pic" sz="quarter" idx="19"/>
          </p:nvPr>
        </p:nvPicPr>
        <p:blipFill>
          <a:blip r:embed="rId3"/>
          <a:srcRect t="459" b="459"/>
          <a:stretch>
            <a:fillRect/>
          </a:stretch>
        </p:blipFill>
        <p:spPr>
          <a:xfrm>
            <a:off x="1668537" y="5029200"/>
            <a:ext cx="1828800" cy="457200"/>
          </a:xfrm>
        </p:spPr>
      </p:pic>
      <p:sp>
        <p:nvSpPr>
          <p:cNvPr id="11" name="Text Placeholder 10"/>
          <p:cNvSpPr>
            <a:spLocks noGrp="1"/>
          </p:cNvSpPr>
          <p:nvPr>
            <p:ph type="body" sz="quarter" idx="36"/>
          </p:nvPr>
        </p:nvSpPr>
        <p:spPr>
          <a:xfrm>
            <a:off x="621792" y="1223010"/>
            <a:ext cx="896112" cy="274320"/>
          </a:xfrm>
        </p:spPr>
        <p:txBody>
          <a:bodyPr/>
          <a:lstStyle/>
          <a:p>
            <a:r>
              <a:t> </a:t>
            </a:r>
          </a:p>
        </p:txBody>
      </p:sp>
      <p:sp>
        <p:nvSpPr>
          <p:cNvPr id="12" name="Text Placeholder 11"/>
          <p:cNvSpPr>
            <a:spLocks noGrp="1"/>
          </p:cNvSpPr>
          <p:nvPr>
            <p:ph type="body" sz="quarter" idx="21"/>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Collection</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600" b="0">
                <a:latin typeface="Avenir Next LT Pro"/>
              </a:rPr>
              <a:t>Prayer</a:t>
            </a:r>
          </a:p>
        </p:txBody>
      </p:sp>
      <p:sp>
        <p:nvSpPr>
          <p:cNvPr id="15" name="Text Placeholder 14"/>
          <p:cNvSpPr>
            <a:spLocks noGrp="1"/>
          </p:cNvSpPr>
          <p:nvPr>
            <p:ph type="body" sz="quarter" idx="25"/>
          </p:nvPr>
        </p:nvSpPr>
        <p:spPr/>
        <p:txBody>
          <a:bodyPr/>
          <a:lstStyle/>
          <a:p>
            <a:endParaRPr/>
          </a:p>
        </p:txBody>
      </p:sp>
      <p:sp>
        <p:nvSpPr>
          <p:cNvPr id="16" name="Text Placeholder 15"/>
          <p:cNvSpPr>
            <a:spLocks noGrp="1"/>
          </p:cNvSpPr>
          <p:nvPr>
            <p:ph type="body" sz="quarter" idx="26"/>
          </p:nvPr>
        </p:nvSpPr>
        <p:spPr>
          <a:xfrm>
            <a:off x="3200400" y="2308860"/>
            <a:ext cx="4297680" cy="1097280"/>
          </a:xfrm>
        </p:spPr>
        <p:txBody>
          <a:bodyPr wrap="square">
            <a:noAutofit/>
          </a:bodyPr>
          <a:lstStyle/>
          <a:p>
            <a:r>
              <a:rPr sz="6500" b="0" i="0">
                <a:latin typeface="Alegreya Sans Medium"/>
              </a:rPr>
              <a:t>JUAN 17:1-10</a:t>
            </a:r>
          </a:p>
        </p:txBody>
      </p:sp>
      <p:sp>
        <p:nvSpPr>
          <p:cNvPr id="17" name="Text Placeholder 16"/>
          <p:cNvSpPr>
            <a:spLocks noGrp="1"/>
          </p:cNvSpPr>
          <p:nvPr>
            <p:ph type="body" sz="quarter" idx="27"/>
          </p:nvPr>
        </p:nvSpPr>
        <p:spPr>
          <a:xfrm>
            <a:off x="3063240" y="1225296"/>
            <a:ext cx="4572000" cy="1097280"/>
          </a:xfrm>
        </p:spPr>
        <p:txBody>
          <a:bodyPr wrap="square">
            <a:noAutofit/>
          </a:bodyPr>
          <a:lstStyle/>
          <a:p>
            <a:r>
              <a:rPr sz="7200" b="1" i="0">
                <a:latin typeface="Alegreya Sans ExtraBold"/>
              </a:rPr>
              <a:t>LECTURA</a:t>
            </a:r>
          </a:p>
        </p:txBody>
      </p:sp>
      <p:sp>
        <p:nvSpPr>
          <p:cNvPr id="18" name="Text Placeholder 17"/>
          <p:cNvSpPr>
            <a:spLocks noGrp="1"/>
          </p:cNvSpPr>
          <p:nvPr>
            <p:ph type="body" sz="quarter" idx="28"/>
          </p:nvPr>
        </p:nvSpPr>
        <p:spPr>
          <a:xfrm>
            <a:off x="3520440" y="4009644"/>
            <a:ext cx="3657600" cy="457200"/>
          </a:xfrm>
        </p:spPr>
        <p:txBody>
          <a:bodyPr wrap="square">
            <a:noAutofit/>
          </a:bodyPr>
          <a:lstStyle/>
          <a:p>
            <a:r>
              <a:rPr sz="1800" b="0" i="0">
                <a:latin typeface="Alegreya Sans Medium"/>
              </a:rPr>
              <a:t>“QUE ESTA CARTA SE LEA A TODOS”</a:t>
            </a:r>
          </a:p>
        </p:txBody>
      </p:sp>
      <p:sp>
        <p:nvSpPr>
          <p:cNvPr id="20" name="Text Placeholder 19"/>
          <p:cNvSpPr>
            <a:spLocks noGrp="1"/>
          </p:cNvSpPr>
          <p:nvPr>
            <p:ph type="body" sz="quarter" idx="30"/>
          </p:nvPr>
        </p:nvSpPr>
        <p:spPr>
          <a:xfrm>
            <a:off x="3977639" y="4320540"/>
            <a:ext cx="2743200" cy="457200"/>
          </a:xfrm>
        </p:spPr>
        <p:txBody>
          <a:bodyPr wrap="square">
            <a:noAutofit/>
          </a:bodyPr>
          <a:lstStyle/>
          <a:p>
            <a:r>
              <a:rPr sz="1800" b="0" i="0">
                <a:latin typeface="Alegreya Sans Medium"/>
              </a:rPr>
              <a:t>1 TESALONICENSES 5:27</a:t>
            </a:r>
          </a:p>
        </p:txBody>
      </p:sp>
      <p:pic>
        <p:nvPicPr>
          <p:cNvPr id="21" name="Picture Placeholder 20" descr="eh20-esp-600.png"/>
          <p:cNvPicPr>
            <a:picLocks noGrp="1" noChangeAspect="1"/>
          </p:cNvPicPr>
          <p:nvPr>
            <p:ph type="pic" sz="quarter" idx="31"/>
          </p:nvPr>
        </p:nvPicPr>
        <p:blipFill>
          <a:blip r:embed="rId4"/>
          <a:srcRect t="331" b="331"/>
          <a:stretch>
            <a:fillRect/>
          </a:stretch>
        </p:blipFill>
        <p:spPr>
          <a:xfrm>
            <a:off x="1668537" y="5028697"/>
            <a:ext cx="1828800" cy="457200"/>
          </a:xfrm>
        </p:spPr>
      </p:pic>
      <p:sp>
        <p:nvSpPr>
          <p:cNvPr id="22" name="Text Placeholder 21"/>
          <p:cNvSpPr>
            <a:spLocks noGrp="1"/>
          </p:cNvSpPr>
          <p:nvPr>
            <p:ph type="body" sz="quarter" idx="37"/>
          </p:nvPr>
        </p:nvSpPr>
        <p:spPr>
          <a:xfrm>
            <a:off x="731519" y="1204722"/>
            <a:ext cx="786384" cy="274320"/>
          </a:xfrm>
        </p:spPr>
        <p:txBody>
          <a:bodyPr/>
          <a:lstStyle/>
          <a:p>
            <a:r>
              <a:t> </a:t>
            </a:r>
          </a:p>
        </p:txBody>
      </p:sp>
      <p:sp>
        <p:nvSpPr>
          <p:cNvPr id="23" name="Text Placeholder 22"/>
          <p:cNvSpPr>
            <a:spLocks noGrp="1"/>
          </p:cNvSpPr>
          <p:nvPr>
            <p:ph type="body" sz="quarter" idx="33"/>
          </p:nvPr>
        </p:nvSpPr>
        <p:spPr/>
        <p:txBody>
          <a:bodyPr/>
          <a:lstStyle/>
          <a:p>
            <a:pPr>
              <a:lnSpc>
                <a:spcPts val="1800"/>
              </a:lnSpc>
              <a:spcBef>
                <a:spcPts val="0"/>
              </a:spcBef>
              <a:spcAft>
                <a:spcPts val="900"/>
              </a:spcAft>
            </a:pPr>
            <a:r>
              <a:rPr sz="1800" b="0">
                <a:latin typeface="Alegreya Sans Medium"/>
              </a:rPr>
              <a:t>Bienvenida</a:t>
            </a:r>
          </a:p>
          <a:p>
            <a:pPr>
              <a:lnSpc>
                <a:spcPts val="1800"/>
              </a:lnSpc>
              <a:spcBef>
                <a:spcPts val="0"/>
              </a:spcBef>
              <a:spcAft>
                <a:spcPts val="900"/>
              </a:spcAft>
            </a:pPr>
            <a:r>
              <a:rPr sz="1800" b="0">
                <a:latin typeface="Alegreya Sans Medium"/>
              </a:rPr>
              <a:t>Ofrenda</a:t>
            </a:r>
          </a:p>
          <a:p>
            <a:pPr>
              <a:lnSpc>
                <a:spcPts val="1800"/>
              </a:lnSpc>
              <a:spcBef>
                <a:spcPts val="0"/>
              </a:spcBef>
              <a:spcAft>
                <a:spcPts val="900"/>
              </a:spcAft>
            </a:pPr>
            <a:r>
              <a:rPr sz="1800" b="0">
                <a:latin typeface="Alegreya Sans Medium"/>
              </a:rPr>
              <a:t>Lectura</a:t>
            </a:r>
          </a:p>
          <a:p>
            <a:pPr>
              <a:lnSpc>
                <a:spcPts val="1800"/>
              </a:lnSpc>
              <a:spcBef>
                <a:spcPts val="0"/>
              </a:spcBef>
              <a:spcAft>
                <a:spcPts val="900"/>
              </a:spcAft>
            </a:pPr>
            <a:r>
              <a:rPr sz="1800" b="0">
                <a:latin typeface="Alegreya Sans Medium"/>
              </a:rPr>
              <a:t>Oración</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800" b="0">
                <a:latin typeface="Alegreya Sans Medium"/>
              </a:rPr>
              <a:t>Cena del Señor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800" b="0">
                <a:latin typeface="Alegreya Sans Medium"/>
              </a:rPr>
              <a:t>Sermón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800" b="0">
                <a:latin typeface="Alegreya Sans Medium"/>
              </a:rPr>
              <a:t>Oración</a:t>
            </a:r>
          </a:p>
        </p:txBody>
      </p:sp>
      <p:pic>
        <p:nvPicPr>
          <p:cNvPr id="24" name="Picture 23" descr="eh-xcircle-white.png"/>
          <p:cNvPicPr>
            <a:picLocks noChangeAspect="1"/>
          </p:cNvPicPr>
          <p:nvPr/>
        </p:nvPicPr>
        <p:blipFill>
          <a:blip r:embed="rId5"/>
          <a:stretch>
            <a:fillRect/>
          </a:stretch>
        </p:blipFill>
        <p:spPr>
          <a:xfrm>
            <a:off x="658368" y="3218688"/>
            <a:ext cx="365760" cy="3657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prayer-wheat.jpg"/>
          <p:cNvPicPr>
            <a:picLocks noGrp="1" noChangeAspect="1"/>
          </p:cNvPicPr>
          <p:nvPr>
            <p:ph type="pic" sz="quarter" idx="10"/>
          </p:nvPr>
        </p:nvPicPr>
        <p:blipFill>
          <a:blip r:embed="rId2"/>
          <a:srcRect/>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sp>
        <p:nvSpPr>
          <p:cNvPr id="4" name="Content Placeholder 3"/>
          <p:cNvSpPr>
            <a:spLocks noGrp="1"/>
          </p:cNvSpPr>
          <p:nvPr>
            <p:ph sz="quarter" idx="18"/>
          </p:nvPr>
        </p:nvSpPr>
        <p:spPr/>
        <p:txBody>
          <a:bodyPr/>
          <a:lstStyle/>
          <a:p>
            <a:r>
              <a:t> </a:t>
            </a:r>
          </a:p>
        </p:txBody>
      </p:sp>
      <p:sp>
        <p:nvSpPr>
          <p:cNvPr id="6" name="Text Placeholder 5"/>
          <p:cNvSpPr>
            <a:spLocks noGrp="1"/>
          </p:cNvSpPr>
          <p:nvPr>
            <p:ph type="body" sz="quarter" idx="13"/>
          </p:nvPr>
        </p:nvSpPr>
        <p:spPr>
          <a:xfrm>
            <a:off x="3063240" y="1531620"/>
            <a:ext cx="4572000" cy="1645920"/>
          </a:xfrm>
        </p:spPr>
        <p:txBody>
          <a:bodyPr wrap="square">
            <a:noAutofit/>
          </a:bodyPr>
          <a:lstStyle/>
          <a:p>
            <a:r>
              <a:rPr sz="8000" b="1" i="0">
                <a:latin typeface="Avenir Next LT Pro"/>
              </a:rPr>
              <a:t>PRAYER</a:t>
            </a:r>
          </a:p>
        </p:txBody>
      </p:sp>
      <p:sp>
        <p:nvSpPr>
          <p:cNvPr id="7" name="Text Placeholder 6"/>
          <p:cNvSpPr>
            <a:spLocks noGrp="1"/>
          </p:cNvSpPr>
          <p:nvPr>
            <p:ph type="body" sz="quarter" idx="15"/>
          </p:nvPr>
        </p:nvSpPr>
        <p:spPr>
          <a:xfrm>
            <a:off x="3566160" y="3040380"/>
            <a:ext cx="3566160" cy="914400"/>
          </a:xfrm>
        </p:spPr>
        <p:txBody>
          <a:bodyPr wrap="square">
            <a:noAutofit/>
          </a:bodyPr>
          <a:lstStyle/>
          <a:p>
            <a:r>
              <a:rPr sz="2400" b="0" i="0">
                <a:latin typeface="Avenir Next LT Pro"/>
              </a:rPr>
              <a:t>“DEVOTE YOURSELVES TO PRAYER”</a:t>
            </a:r>
          </a:p>
        </p:txBody>
      </p:sp>
      <p:sp>
        <p:nvSpPr>
          <p:cNvPr id="9" name="Text Placeholder 8"/>
          <p:cNvSpPr>
            <a:spLocks noGrp="1"/>
          </p:cNvSpPr>
          <p:nvPr>
            <p:ph type="body" sz="quarter" idx="20"/>
          </p:nvPr>
        </p:nvSpPr>
        <p:spPr>
          <a:xfrm>
            <a:off x="3291840" y="3863339"/>
            <a:ext cx="4133087" cy="914400"/>
          </a:xfrm>
        </p:spPr>
        <p:txBody>
          <a:bodyPr wrap="square">
            <a:noAutofit/>
          </a:bodyPr>
          <a:lstStyle/>
          <a:p>
            <a:r>
              <a:rPr sz="2000" b="0" i="0">
                <a:latin typeface="Avenir Next LT Pro"/>
              </a:rPr>
              <a:t>COLOSSIANS 4:2</a:t>
            </a:r>
          </a:p>
        </p:txBody>
      </p:sp>
      <p:pic>
        <p:nvPicPr>
          <p:cNvPr id="10" name="Picture Placeholder 9" descr="eh20-eng-432.png"/>
          <p:cNvPicPr>
            <a:picLocks noGrp="1" noChangeAspect="1"/>
          </p:cNvPicPr>
          <p:nvPr>
            <p:ph type="pic" sz="quarter" idx="19"/>
          </p:nvPr>
        </p:nvPicPr>
        <p:blipFill>
          <a:blip r:embed="rId3"/>
          <a:srcRect t="459" b="459"/>
          <a:stretch>
            <a:fillRect/>
          </a:stretch>
        </p:blipFill>
        <p:spPr>
          <a:xfrm>
            <a:off x="1668537" y="5029200"/>
            <a:ext cx="1828800" cy="457200"/>
          </a:xfrm>
        </p:spPr>
      </p:pic>
      <p:sp>
        <p:nvSpPr>
          <p:cNvPr id="11" name="Text Placeholder 10"/>
          <p:cNvSpPr>
            <a:spLocks noGrp="1"/>
          </p:cNvSpPr>
          <p:nvPr>
            <p:ph type="body" sz="quarter" idx="36"/>
          </p:nvPr>
        </p:nvSpPr>
        <p:spPr>
          <a:xfrm>
            <a:off x="813815" y="1565910"/>
            <a:ext cx="704088" cy="274320"/>
          </a:xfrm>
        </p:spPr>
        <p:txBody>
          <a:bodyPr/>
          <a:lstStyle/>
          <a:p>
            <a:r>
              <a:t> </a:t>
            </a:r>
          </a:p>
        </p:txBody>
      </p:sp>
      <p:sp>
        <p:nvSpPr>
          <p:cNvPr id="12" name="Text Placeholder 11"/>
          <p:cNvSpPr>
            <a:spLocks noGrp="1"/>
          </p:cNvSpPr>
          <p:nvPr>
            <p:ph type="body" sz="quarter" idx="21"/>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Collection</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600" b="0">
                <a:latin typeface="Avenir Next LT Pro"/>
              </a:rPr>
              <a:t>Prayer</a:t>
            </a:r>
          </a:p>
        </p:txBody>
      </p:sp>
      <p:sp>
        <p:nvSpPr>
          <p:cNvPr id="15" name="Text Placeholder 14"/>
          <p:cNvSpPr>
            <a:spLocks noGrp="1"/>
          </p:cNvSpPr>
          <p:nvPr>
            <p:ph type="body" sz="quarter" idx="25"/>
          </p:nvPr>
        </p:nvSpPr>
        <p:spPr/>
        <p:txBody>
          <a:bodyPr/>
          <a:lstStyle/>
          <a:p>
            <a:endParaRPr/>
          </a:p>
        </p:txBody>
      </p:sp>
      <p:sp>
        <p:nvSpPr>
          <p:cNvPr id="17" name="Text Placeholder 16"/>
          <p:cNvSpPr>
            <a:spLocks noGrp="1"/>
          </p:cNvSpPr>
          <p:nvPr>
            <p:ph type="body" sz="quarter" idx="27"/>
          </p:nvPr>
        </p:nvSpPr>
        <p:spPr>
          <a:xfrm>
            <a:off x="3063240" y="1453896"/>
            <a:ext cx="4572000" cy="1645920"/>
          </a:xfrm>
        </p:spPr>
        <p:txBody>
          <a:bodyPr wrap="square">
            <a:noAutofit/>
          </a:bodyPr>
          <a:lstStyle/>
          <a:p>
            <a:r>
              <a:rPr sz="8000" b="1" i="0">
                <a:latin typeface="Alegreya Sans ExtraBold"/>
              </a:rPr>
              <a:t>ORACIÓN</a:t>
            </a:r>
          </a:p>
        </p:txBody>
      </p:sp>
      <p:sp>
        <p:nvSpPr>
          <p:cNvPr id="18" name="Text Placeholder 17"/>
          <p:cNvSpPr>
            <a:spLocks noGrp="1"/>
          </p:cNvSpPr>
          <p:nvPr>
            <p:ph type="body" sz="quarter" idx="28"/>
          </p:nvPr>
        </p:nvSpPr>
        <p:spPr>
          <a:xfrm>
            <a:off x="3566160" y="3040380"/>
            <a:ext cx="3566160" cy="914400"/>
          </a:xfrm>
        </p:spPr>
        <p:txBody>
          <a:bodyPr wrap="square">
            <a:noAutofit/>
          </a:bodyPr>
          <a:lstStyle/>
          <a:p>
            <a:r>
              <a:rPr sz="2600" b="0" i="0">
                <a:latin typeface="Alegreya Sans Medium"/>
              </a:rPr>
              <a:t>“PERSEVERAD EN LA ORACIÓN”</a:t>
            </a:r>
          </a:p>
        </p:txBody>
      </p:sp>
      <p:sp>
        <p:nvSpPr>
          <p:cNvPr id="20" name="Text Placeholder 19"/>
          <p:cNvSpPr>
            <a:spLocks noGrp="1"/>
          </p:cNvSpPr>
          <p:nvPr>
            <p:ph type="body" sz="quarter" idx="30"/>
          </p:nvPr>
        </p:nvSpPr>
        <p:spPr>
          <a:xfrm>
            <a:off x="3291840" y="3863339"/>
            <a:ext cx="4133087" cy="914400"/>
          </a:xfrm>
        </p:spPr>
        <p:txBody>
          <a:bodyPr wrap="square">
            <a:noAutofit/>
          </a:bodyPr>
          <a:lstStyle/>
          <a:p>
            <a:r>
              <a:rPr sz="2400" b="0" i="0">
                <a:latin typeface="Alegreya Sans Medium"/>
              </a:rPr>
              <a:t>COLOSENSES 4:2</a:t>
            </a:r>
          </a:p>
        </p:txBody>
      </p:sp>
      <p:pic>
        <p:nvPicPr>
          <p:cNvPr id="21" name="Picture Placeholder 20" descr="eh20-esp-600.png"/>
          <p:cNvPicPr>
            <a:picLocks noGrp="1" noChangeAspect="1"/>
          </p:cNvPicPr>
          <p:nvPr>
            <p:ph type="pic" sz="quarter" idx="31"/>
          </p:nvPr>
        </p:nvPicPr>
        <p:blipFill>
          <a:blip r:embed="rId4"/>
          <a:srcRect t="331" b="331"/>
          <a:stretch>
            <a:fillRect/>
          </a:stretch>
        </p:blipFill>
        <p:spPr>
          <a:xfrm>
            <a:off x="1668537" y="5028697"/>
            <a:ext cx="1828800" cy="457200"/>
          </a:xfrm>
        </p:spPr>
      </p:pic>
      <p:sp>
        <p:nvSpPr>
          <p:cNvPr id="22" name="Text Placeholder 21"/>
          <p:cNvSpPr>
            <a:spLocks noGrp="1"/>
          </p:cNvSpPr>
          <p:nvPr>
            <p:ph type="body" sz="quarter" idx="37"/>
          </p:nvPr>
        </p:nvSpPr>
        <p:spPr>
          <a:xfrm>
            <a:off x="685799" y="1547622"/>
            <a:ext cx="832104" cy="274320"/>
          </a:xfrm>
        </p:spPr>
        <p:txBody>
          <a:bodyPr/>
          <a:lstStyle/>
          <a:p>
            <a:r>
              <a:t> </a:t>
            </a:r>
          </a:p>
        </p:txBody>
      </p:sp>
      <p:sp>
        <p:nvSpPr>
          <p:cNvPr id="23" name="Text Placeholder 22"/>
          <p:cNvSpPr>
            <a:spLocks noGrp="1"/>
          </p:cNvSpPr>
          <p:nvPr>
            <p:ph type="body" sz="quarter" idx="33"/>
          </p:nvPr>
        </p:nvSpPr>
        <p:spPr/>
        <p:txBody>
          <a:bodyPr/>
          <a:lstStyle/>
          <a:p>
            <a:pPr>
              <a:lnSpc>
                <a:spcPts val="1800"/>
              </a:lnSpc>
              <a:spcBef>
                <a:spcPts val="0"/>
              </a:spcBef>
              <a:spcAft>
                <a:spcPts val="900"/>
              </a:spcAft>
            </a:pPr>
            <a:r>
              <a:rPr sz="1800" b="0">
                <a:latin typeface="Alegreya Sans Medium"/>
              </a:rPr>
              <a:t>Bienvenida</a:t>
            </a:r>
          </a:p>
          <a:p>
            <a:pPr>
              <a:lnSpc>
                <a:spcPts val="1800"/>
              </a:lnSpc>
              <a:spcBef>
                <a:spcPts val="0"/>
              </a:spcBef>
              <a:spcAft>
                <a:spcPts val="900"/>
              </a:spcAft>
            </a:pPr>
            <a:r>
              <a:rPr sz="1800" b="0">
                <a:latin typeface="Alegreya Sans Medium"/>
              </a:rPr>
              <a:t>Ofrenda</a:t>
            </a:r>
          </a:p>
          <a:p>
            <a:pPr>
              <a:lnSpc>
                <a:spcPts val="1800"/>
              </a:lnSpc>
              <a:spcBef>
                <a:spcPts val="0"/>
              </a:spcBef>
              <a:spcAft>
                <a:spcPts val="900"/>
              </a:spcAft>
            </a:pPr>
            <a:r>
              <a:rPr sz="1800" b="0">
                <a:latin typeface="Alegreya Sans Medium"/>
              </a:rPr>
              <a:t>Lectura</a:t>
            </a:r>
          </a:p>
          <a:p>
            <a:pPr>
              <a:lnSpc>
                <a:spcPts val="1800"/>
              </a:lnSpc>
              <a:spcBef>
                <a:spcPts val="0"/>
              </a:spcBef>
              <a:spcAft>
                <a:spcPts val="900"/>
              </a:spcAft>
            </a:pPr>
            <a:r>
              <a:rPr sz="1800" b="0">
                <a:latin typeface="Alegreya Sans Medium"/>
              </a:rPr>
              <a:t>Oración</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800" b="0">
                <a:latin typeface="Alegreya Sans Medium"/>
              </a:rPr>
              <a:t>Cena del Señor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800" b="0">
                <a:latin typeface="Alegreya Sans Medium"/>
              </a:rPr>
              <a:t>Sermón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800" b="0">
                <a:latin typeface="Alegreya Sans Medium"/>
              </a:rPr>
              <a:t>Oración</a:t>
            </a:r>
          </a:p>
        </p:txBody>
      </p:sp>
      <p:pic>
        <p:nvPicPr>
          <p:cNvPr id="24" name="Picture 23" descr="eh-xcircle-white.png"/>
          <p:cNvPicPr>
            <a:picLocks noChangeAspect="1"/>
          </p:cNvPicPr>
          <p:nvPr/>
        </p:nvPicPr>
        <p:blipFill>
          <a:blip r:embed="rId5"/>
          <a:stretch>
            <a:fillRect/>
          </a:stretch>
        </p:blipFill>
        <p:spPr>
          <a:xfrm>
            <a:off x="658368" y="3218688"/>
            <a:ext cx="365760" cy="3657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jpg"/>
          <p:cNvPicPr>
            <a:picLocks noGrp="1" noChangeAspect="1"/>
          </p:cNvPicPr>
          <p:nvPr>
            <p:ph type="pic" sz="quarter" idx="10"/>
          </p:nvPr>
        </p:nvPicPr>
        <p:blipFill>
          <a:blip r:embed="rId2"/>
          <a:srcRect/>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sp>
        <p:nvSpPr>
          <p:cNvPr id="4" name="Content Placeholder 3"/>
          <p:cNvSpPr>
            <a:spLocks noGrp="1"/>
          </p:cNvSpPr>
          <p:nvPr>
            <p:ph sz="quarter" idx="18"/>
          </p:nvPr>
        </p:nvSpPr>
        <p:spPr/>
        <p:txBody>
          <a:bodyPr/>
          <a:lstStyle/>
          <a:p>
            <a:r>
              <a:t> </a:t>
            </a:r>
          </a:p>
        </p:txBody>
      </p:sp>
      <p:sp>
        <p:nvSpPr>
          <p:cNvPr id="5" name="Text Placeholder 4"/>
          <p:cNvSpPr>
            <a:spLocks noGrp="1"/>
          </p:cNvSpPr>
          <p:nvPr>
            <p:ph type="body" sz="quarter" idx="12"/>
          </p:nvPr>
        </p:nvSpPr>
        <p:spPr>
          <a:xfrm>
            <a:off x="4206240" y="617220"/>
            <a:ext cx="2286000" cy="914400"/>
          </a:xfrm>
        </p:spPr>
        <p:txBody>
          <a:bodyPr wrap="square">
            <a:noAutofit/>
          </a:bodyPr>
          <a:lstStyle/>
          <a:p>
            <a:r>
              <a:rPr sz="6000" b="1" i="0">
                <a:latin typeface="Avenir Next LT Pro"/>
              </a:rPr>
              <a:t>534</a:t>
            </a:r>
          </a:p>
        </p:txBody>
      </p:sp>
      <p:sp>
        <p:nvSpPr>
          <p:cNvPr id="6" name="Text Placeholder 5"/>
          <p:cNvSpPr>
            <a:spLocks noGrp="1"/>
          </p:cNvSpPr>
          <p:nvPr>
            <p:ph type="body" sz="quarter" idx="13"/>
          </p:nvPr>
        </p:nvSpPr>
        <p:spPr>
          <a:xfrm>
            <a:off x="3429000" y="1531620"/>
            <a:ext cx="3840480" cy="1645920"/>
          </a:xfrm>
        </p:spPr>
        <p:txBody>
          <a:bodyPr wrap="square">
            <a:noAutofit/>
          </a:bodyPr>
          <a:lstStyle/>
          <a:p>
            <a:r>
              <a:rPr sz="3800" b="1" i="0">
                <a:latin typeface="Avenir Next LT Pro"/>
              </a:rPr>
              <a:t>PRAISE TO THE LORD, THE ALMIGHTY</a:t>
            </a:r>
          </a:p>
        </p:txBody>
      </p:sp>
      <p:sp>
        <p:nvSpPr>
          <p:cNvPr id="7" name="Text Placeholder 6"/>
          <p:cNvSpPr>
            <a:spLocks noGrp="1"/>
          </p:cNvSpPr>
          <p:nvPr>
            <p:ph type="body" sz="quarter" idx="15"/>
          </p:nvPr>
        </p:nvSpPr>
        <p:spPr>
          <a:xfrm>
            <a:off x="3749039" y="3954780"/>
            <a:ext cx="3200400" cy="640080"/>
          </a:xfrm>
        </p:spPr>
        <p:txBody>
          <a:bodyPr wrap="square">
            <a:noAutofit/>
          </a:bodyPr>
          <a:lstStyle/>
          <a:p>
            <a:r>
              <a:rPr sz="1900" b="0" i="0">
                <a:latin typeface="Avenir Next LT Pro"/>
              </a:rPr>
              <a:t>“SINGING...TO THE LORD”
COLOSSIANS 3:16</a:t>
            </a:r>
          </a:p>
        </p:txBody>
      </p:sp>
      <p:sp>
        <p:nvSpPr>
          <p:cNvPr id="8" name="Text Placeholder 7"/>
          <p:cNvSpPr>
            <a:spLocks noGrp="1"/>
          </p:cNvSpPr>
          <p:nvPr>
            <p:ph type="body" sz="quarter" idx="16"/>
          </p:nvPr>
        </p:nvSpPr>
        <p:spPr/>
        <p:txBody>
          <a:bodyPr wrap="square">
            <a:noAutofit/>
          </a:bodyPr>
          <a:lstStyle/>
          <a:p>
            <a:r>
              <a:rPr sz="1200" b="0" i="0">
                <a:latin typeface="Avenir Next LT Pro"/>
              </a:rPr>
              <a:t>Words: Joachin Neander / tr. Catherine Winkworth
Music: Stralsund Gesangbuch / har. W. Sterndale Bennett</a:t>
            </a:r>
          </a:p>
        </p:txBody>
      </p:sp>
      <p:pic>
        <p:nvPicPr>
          <p:cNvPr id="10" name="Picture Placeholder 9" descr="eh20-eng-432.png"/>
          <p:cNvPicPr>
            <a:picLocks noGrp="1" noChangeAspect="1"/>
          </p:cNvPicPr>
          <p:nvPr>
            <p:ph type="pic" sz="quarter" idx="19"/>
          </p:nvPr>
        </p:nvPicPr>
        <p:blipFill>
          <a:blip r:embed="rId3"/>
          <a:srcRect t="459" b="459"/>
          <a:stretch>
            <a:fillRect/>
          </a:stretch>
        </p:blipFill>
        <p:spPr>
          <a:xfrm>
            <a:off x="1668537" y="5029200"/>
            <a:ext cx="1828800" cy="457200"/>
          </a:xfrm>
        </p:spPr>
      </p:pic>
      <p:sp>
        <p:nvSpPr>
          <p:cNvPr id="11" name="Text Placeholder 10"/>
          <p:cNvSpPr>
            <a:spLocks noGrp="1"/>
          </p:cNvSpPr>
          <p:nvPr>
            <p:ph type="body" sz="quarter" idx="36"/>
          </p:nvPr>
        </p:nvSpPr>
        <p:spPr>
          <a:xfrm>
            <a:off x="950976" y="1890522"/>
            <a:ext cx="566928" cy="274320"/>
          </a:xfrm>
        </p:spPr>
        <p:txBody>
          <a:bodyPr/>
          <a:lstStyle/>
          <a:p>
            <a:r>
              <a:t> </a:t>
            </a:r>
          </a:p>
        </p:txBody>
      </p:sp>
      <p:sp>
        <p:nvSpPr>
          <p:cNvPr id="12" name="Text Placeholder 11"/>
          <p:cNvSpPr>
            <a:spLocks noGrp="1"/>
          </p:cNvSpPr>
          <p:nvPr>
            <p:ph type="body" sz="quarter" idx="21"/>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Collection</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600" b="0">
                <a:latin typeface="Avenir Next LT Pro"/>
              </a:rPr>
              <a:t>Prayer</a:t>
            </a:r>
          </a:p>
        </p:txBody>
      </p:sp>
      <p:sp>
        <p:nvSpPr>
          <p:cNvPr id="16" name="Text Placeholder 15"/>
          <p:cNvSpPr>
            <a:spLocks noGrp="1"/>
          </p:cNvSpPr>
          <p:nvPr>
            <p:ph type="body" sz="quarter" idx="26"/>
          </p:nvPr>
        </p:nvSpPr>
        <p:spPr>
          <a:xfrm>
            <a:off x="4206240" y="617220"/>
            <a:ext cx="2286000" cy="914400"/>
          </a:xfrm>
        </p:spPr>
        <p:txBody>
          <a:bodyPr wrap="square">
            <a:noAutofit/>
          </a:bodyPr>
          <a:lstStyle/>
          <a:p>
            <a:r>
              <a:rPr sz="6000" b="1" i="0">
                <a:latin typeface="Avenir Next LT Pro"/>
              </a:rPr>
              <a:t>534</a:t>
            </a:r>
          </a:p>
        </p:txBody>
      </p:sp>
      <p:sp>
        <p:nvSpPr>
          <p:cNvPr id="17" name="Text Placeholder 16"/>
          <p:cNvSpPr>
            <a:spLocks noGrp="1"/>
          </p:cNvSpPr>
          <p:nvPr>
            <p:ph type="body" sz="quarter" idx="27"/>
          </p:nvPr>
        </p:nvSpPr>
        <p:spPr>
          <a:xfrm>
            <a:off x="3429000" y="1481328"/>
            <a:ext cx="3840480" cy="1645920"/>
          </a:xfrm>
        </p:spPr>
        <p:txBody>
          <a:bodyPr wrap="square">
            <a:noAutofit/>
          </a:bodyPr>
          <a:lstStyle/>
          <a:p>
            <a:r>
              <a:rPr sz="4000" b="1" i="0">
                <a:latin typeface="Alegreya Sans ExtraBold"/>
              </a:rPr>
              <a:t>GLORIA AL SEÑOR, EL CREADOR</a:t>
            </a:r>
          </a:p>
        </p:txBody>
      </p:sp>
      <p:sp>
        <p:nvSpPr>
          <p:cNvPr id="18" name="Text Placeholder 17"/>
          <p:cNvSpPr>
            <a:spLocks noGrp="1"/>
          </p:cNvSpPr>
          <p:nvPr>
            <p:ph type="body" sz="quarter" idx="28"/>
          </p:nvPr>
        </p:nvSpPr>
        <p:spPr>
          <a:xfrm>
            <a:off x="3749039" y="3913632"/>
            <a:ext cx="3200400" cy="822960"/>
          </a:xfrm>
        </p:spPr>
        <p:txBody>
          <a:bodyPr wrap="square">
            <a:noAutofit/>
          </a:bodyPr>
          <a:lstStyle/>
          <a:p>
            <a:r>
              <a:rPr sz="2200" b="0" i="0">
                <a:latin typeface="Alegreya Sans Medium"/>
              </a:rPr>
              <a:t>“CANTANDO...AL SEÑOR”
COLOSENSES 3:16</a:t>
            </a:r>
          </a:p>
        </p:txBody>
      </p:sp>
      <p:sp>
        <p:nvSpPr>
          <p:cNvPr id="19" name="Text Placeholder 18"/>
          <p:cNvSpPr>
            <a:spLocks noGrp="1"/>
          </p:cNvSpPr>
          <p:nvPr>
            <p:ph type="body" sz="quarter" idx="29"/>
          </p:nvPr>
        </p:nvSpPr>
        <p:spPr/>
        <p:txBody>
          <a:bodyPr wrap="square">
            <a:noAutofit/>
          </a:bodyPr>
          <a:lstStyle/>
          <a:p>
            <a:r>
              <a:rPr sz="1300" b="0" i="0">
                <a:latin typeface="Alegreya Sans Medium"/>
              </a:rPr>
              <a:t>Letra: Joachin Neander / tr. Catherine Winkworth
Música: Stralsund Gesangbuch / har. W. Sterndale Bennett</a:t>
            </a:r>
          </a:p>
        </p:txBody>
      </p:sp>
      <p:pic>
        <p:nvPicPr>
          <p:cNvPr id="21" name="Picture Placeholder 20" descr="eh20-esp-600.png"/>
          <p:cNvPicPr>
            <a:picLocks noGrp="1" noChangeAspect="1"/>
          </p:cNvPicPr>
          <p:nvPr>
            <p:ph type="pic" sz="quarter" idx="31"/>
          </p:nvPr>
        </p:nvPicPr>
        <p:blipFill>
          <a:blip r:embed="rId4"/>
          <a:srcRect t="331" b="331"/>
          <a:stretch>
            <a:fillRect/>
          </a:stretch>
        </p:blipFill>
        <p:spPr>
          <a:xfrm>
            <a:off x="1668537" y="5028697"/>
            <a:ext cx="1828800" cy="457200"/>
          </a:xfrm>
        </p:spPr>
      </p:pic>
      <p:sp>
        <p:nvSpPr>
          <p:cNvPr id="22" name="Text Placeholder 21"/>
          <p:cNvSpPr>
            <a:spLocks noGrp="1"/>
          </p:cNvSpPr>
          <p:nvPr>
            <p:ph type="body" sz="quarter" idx="37"/>
          </p:nvPr>
        </p:nvSpPr>
        <p:spPr>
          <a:xfrm>
            <a:off x="950976" y="1890522"/>
            <a:ext cx="566928" cy="274320"/>
          </a:xfrm>
        </p:spPr>
        <p:txBody>
          <a:bodyPr/>
          <a:lstStyle/>
          <a:p>
            <a:r>
              <a:t> </a:t>
            </a:r>
          </a:p>
        </p:txBody>
      </p:sp>
      <p:sp>
        <p:nvSpPr>
          <p:cNvPr id="23" name="Text Placeholder 22"/>
          <p:cNvSpPr>
            <a:spLocks noGrp="1"/>
          </p:cNvSpPr>
          <p:nvPr>
            <p:ph type="body" sz="quarter" idx="33"/>
          </p:nvPr>
        </p:nvSpPr>
        <p:spPr/>
        <p:txBody>
          <a:bodyPr/>
          <a:lstStyle/>
          <a:p>
            <a:pPr>
              <a:lnSpc>
                <a:spcPts val="1800"/>
              </a:lnSpc>
              <a:spcBef>
                <a:spcPts val="0"/>
              </a:spcBef>
              <a:spcAft>
                <a:spcPts val="900"/>
              </a:spcAft>
            </a:pPr>
            <a:r>
              <a:rPr sz="1800" b="0">
                <a:latin typeface="Alegreya Sans Medium"/>
              </a:rPr>
              <a:t>Bienvenida</a:t>
            </a:r>
          </a:p>
          <a:p>
            <a:pPr>
              <a:lnSpc>
                <a:spcPts val="1800"/>
              </a:lnSpc>
              <a:spcBef>
                <a:spcPts val="0"/>
              </a:spcBef>
              <a:spcAft>
                <a:spcPts val="900"/>
              </a:spcAft>
            </a:pPr>
            <a:r>
              <a:rPr sz="1800" b="0">
                <a:latin typeface="Alegreya Sans Medium"/>
              </a:rPr>
              <a:t>Ofrenda</a:t>
            </a:r>
          </a:p>
          <a:p>
            <a:pPr>
              <a:lnSpc>
                <a:spcPts val="1800"/>
              </a:lnSpc>
              <a:spcBef>
                <a:spcPts val="0"/>
              </a:spcBef>
              <a:spcAft>
                <a:spcPts val="900"/>
              </a:spcAft>
            </a:pPr>
            <a:r>
              <a:rPr sz="1800" b="0">
                <a:latin typeface="Alegreya Sans Medium"/>
              </a:rPr>
              <a:t>Lectura</a:t>
            </a:r>
          </a:p>
          <a:p>
            <a:pPr>
              <a:lnSpc>
                <a:spcPts val="1800"/>
              </a:lnSpc>
              <a:spcBef>
                <a:spcPts val="0"/>
              </a:spcBef>
              <a:spcAft>
                <a:spcPts val="900"/>
              </a:spcAft>
            </a:pPr>
            <a:r>
              <a:rPr sz="1800" b="0">
                <a:latin typeface="Alegreya Sans Medium"/>
              </a:rPr>
              <a:t>Oración</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800" b="0">
                <a:latin typeface="Alegreya Sans Medium"/>
              </a:rPr>
              <a:t>Cena del Señor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800" b="0">
                <a:latin typeface="Alegreya Sans Medium"/>
              </a:rPr>
              <a:t>Sermón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800" b="0">
                <a:latin typeface="Alegreya Sans Medium"/>
              </a:rPr>
              <a:t>Oración</a:t>
            </a:r>
          </a:p>
        </p:txBody>
      </p:sp>
      <p:pic>
        <p:nvPicPr>
          <p:cNvPr id="24" name="Picture 23" descr="eh-xcircle-white.png"/>
          <p:cNvPicPr>
            <a:picLocks noChangeAspect="1"/>
          </p:cNvPicPr>
          <p:nvPr/>
        </p:nvPicPr>
        <p:blipFill>
          <a:blip r:embed="rId5"/>
          <a:stretch>
            <a:fillRect/>
          </a:stretch>
        </p:blipFill>
        <p:spPr>
          <a:xfrm>
            <a:off x="658368" y="3218688"/>
            <a:ext cx="365760" cy="365760"/>
          </a:xfrm>
          <a:prstGeom prst="rect">
            <a:avLst/>
          </a:prstGeom>
        </p:spPr>
      </p:pic>
      <p:sp>
        <p:nvSpPr>
          <p:cNvPr id="25" name="Oval 24"/>
          <p:cNvSpPr/>
          <p:nvPr/>
        </p:nvSpPr>
        <p:spPr>
          <a:xfrm>
            <a:off x="4562856"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1</a:t>
            </a:r>
          </a:p>
        </p:txBody>
      </p:sp>
      <p:sp>
        <p:nvSpPr>
          <p:cNvPr id="26" name="Oval 25"/>
          <p:cNvSpPr/>
          <p:nvPr/>
        </p:nvSpPr>
        <p:spPr>
          <a:xfrm>
            <a:off x="4965192"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2</a:t>
            </a:r>
          </a:p>
        </p:txBody>
      </p:sp>
      <p:sp>
        <p:nvSpPr>
          <p:cNvPr id="27" name="Oval 26"/>
          <p:cNvSpPr/>
          <p:nvPr/>
        </p:nvSpPr>
        <p:spPr>
          <a:xfrm>
            <a:off x="5367528"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3</a:t>
            </a:r>
          </a:p>
        </p:txBody>
      </p:sp>
      <p:sp>
        <p:nvSpPr>
          <p:cNvPr id="28" name="Oval 27"/>
          <p:cNvSpPr/>
          <p:nvPr/>
        </p:nvSpPr>
        <p:spPr>
          <a:xfrm>
            <a:off x="5769864"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15"/>
          </p:nvPr>
        </p:nvSpPr>
        <p:spPr>
          <a:xfrm>
            <a:off x="-228600" y="5257800"/>
            <a:ext cx="914400" cy="365760"/>
          </a:xfrm>
          <a:noFill/>
        </p:spPr>
        <p:txBody>
          <a:bodyPr/>
          <a:lstStyle/>
          <a:p>
            <a:r>
              <a:t>534</a:t>
            </a:r>
          </a:p>
        </p:txBody>
      </p:sp>
      <p:pic>
        <p:nvPicPr>
          <p:cNvPr id="5" name="Picture Placeholder 4" descr="pftl-circle.png"/>
          <p:cNvPicPr>
            <a:picLocks noGrp="1" noChangeAspect="1"/>
          </p:cNvPicPr>
          <p:nvPr>
            <p:ph type="pic" sz="quarter" idx="14"/>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a:lstStyle/>
          <a:p>
            <a:r>
              <a:rPr sz="1600" b="1">
                <a:solidFill>
                  <a:srgbClr val="FFFFFF"/>
                </a:solidFill>
                <a:latin typeface="Avenir Next LT Pro"/>
              </a:rPr>
              <a:t>PRAISE TO THE LORD, THE ALMIGHTY • </a:t>
            </a:r>
            <a:r>
              <a:rPr sz="1800" b="1">
                <a:solidFill>
                  <a:srgbClr val="FFFFFF"/>
                </a:solidFill>
                <a:latin typeface="Alegreya Sans ExtraBold"/>
              </a:rPr>
              <a:t>GLORIA AL SEÑOR, EL CREADOR</a:t>
            </a:r>
          </a:p>
        </p:txBody>
      </p:sp>
      <p:sp>
        <p:nvSpPr>
          <p:cNvPr id="7" name="Text Placeholder 6"/>
          <p:cNvSpPr>
            <a:spLocks noGrp="1"/>
          </p:cNvSpPr>
          <p:nvPr>
            <p:ph type="body" sz="quarter" idx="17"/>
          </p:nvPr>
        </p:nvSpPr>
        <p:spPr>
          <a:xfrm>
            <a:off x="1280160" y="5486400"/>
            <a:ext cx="7315200" cy="180975"/>
          </a:xfrm>
        </p:spPr>
        <p:txBody>
          <a:bodyPr tIns="0" bIns="0"/>
          <a:lstStyle/>
          <a:p>
            <a:r>
              <a:rPr sz="800" b="0">
                <a:solidFill>
                  <a:srgbClr val="FFFFFF"/>
                </a:solidFill>
                <a:latin typeface="Avenir Next LT Pro"/>
              </a:rPr>
              <a:t>© 2003 The Paperless Hymnal™</a:t>
            </a:r>
          </a:p>
        </p:txBody>
      </p:sp>
      <p:pic>
        <p:nvPicPr>
          <p:cNvPr id="9" name="Picture Placeholder 8" descr="pftl-534-01.png"/>
          <p:cNvPicPr>
            <a:picLocks noGrp="1" noChangeAspect="1"/>
          </p:cNvPicPr>
          <p:nvPr>
            <p:ph type="pic" sz="quarter" idx="10"/>
          </p:nvPr>
        </p:nvPicPr>
        <p:blipFill>
          <a:blip r:embed="rId4"/>
          <a:srcRect l="8" r="8"/>
          <a:stretch>
            <a:fillRect/>
          </a:stretch>
        </p:blipFill>
        <p:spPr>
          <a:xfrm>
            <a:off x="1107867" y="114300"/>
            <a:ext cx="7476905"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4"/>
          </p:nvPr>
        </p:nvSpPr>
        <p:spPr>
          <a:xfrm>
            <a:off x="604947" y="425196"/>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604947"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604947"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7" name="Text Placeholder 16"/>
          <p:cNvSpPr>
            <a:spLocks noGrp="1"/>
          </p:cNvSpPr>
          <p:nvPr>
            <p:ph type="body" sz="quarter" idx="29"/>
          </p:nvPr>
        </p:nvSpPr>
        <p:spPr>
          <a:xfrm>
            <a:off x="604947"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534</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a:lstStyle/>
          <a:p>
            <a:r>
              <a:rPr sz="1600" b="1">
                <a:solidFill>
                  <a:srgbClr val="FFFFFF"/>
                </a:solidFill>
                <a:latin typeface="Avenir Next LT Pro"/>
              </a:rPr>
              <a:t>PRAISE TO THE LORD, THE ALMIGHTY • </a:t>
            </a:r>
            <a:r>
              <a:rPr sz="1800" b="1">
                <a:solidFill>
                  <a:srgbClr val="FFFFFF"/>
                </a:solidFill>
                <a:latin typeface="Alegreya Sans ExtraBold"/>
              </a:rPr>
              <a:t>GLORIA AL SEÑOR, EL CREADOR</a:t>
            </a:r>
          </a:p>
        </p:txBody>
      </p:sp>
      <p:sp>
        <p:nvSpPr>
          <p:cNvPr id="7" name="Text Placeholder 6"/>
          <p:cNvSpPr>
            <a:spLocks noGrp="1"/>
          </p:cNvSpPr>
          <p:nvPr>
            <p:ph type="body" sz="quarter" idx="17"/>
          </p:nvPr>
        </p:nvSpPr>
        <p:spPr>
          <a:xfrm>
            <a:off x="1280160" y="5486400"/>
            <a:ext cx="7315200" cy="180975"/>
          </a:xfrm>
        </p:spPr>
        <p:txBody>
          <a:bodyPr tIns="0" bIns="0"/>
          <a:lstStyle/>
          <a:p>
            <a:r>
              <a:rPr sz="800" b="0">
                <a:solidFill>
                  <a:srgbClr val="FFFFFF"/>
                </a:solidFill>
                <a:latin typeface="Avenir Next LT Pro"/>
              </a:rPr>
              <a:t>© 2003 The Paperless Hymnal™</a:t>
            </a:r>
          </a:p>
        </p:txBody>
      </p:sp>
      <p:pic>
        <p:nvPicPr>
          <p:cNvPr id="9" name="Picture Placeholder 8" descr="pftl-534-02.png"/>
          <p:cNvPicPr>
            <a:picLocks noGrp="1" noChangeAspect="1"/>
          </p:cNvPicPr>
          <p:nvPr>
            <p:ph type="pic" sz="quarter" idx="10"/>
          </p:nvPr>
        </p:nvPicPr>
        <p:blipFill>
          <a:blip r:embed="rId4"/>
          <a:srcRect l="8" r="8"/>
          <a:stretch>
            <a:fillRect/>
          </a:stretch>
        </p:blipFill>
        <p:spPr>
          <a:xfrm>
            <a:off x="1107867" y="114300"/>
            <a:ext cx="7476905"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604947" y="425196"/>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604947"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604947"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7" name="Text Placeholder 16"/>
          <p:cNvSpPr>
            <a:spLocks noGrp="1"/>
          </p:cNvSpPr>
          <p:nvPr>
            <p:ph type="body" sz="quarter" idx="29"/>
          </p:nvPr>
        </p:nvSpPr>
        <p:spPr>
          <a:xfrm>
            <a:off x="604947"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534</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a:lstStyle/>
          <a:p>
            <a:r>
              <a:rPr sz="1600" b="1">
                <a:solidFill>
                  <a:srgbClr val="FFFFFF"/>
                </a:solidFill>
                <a:latin typeface="Avenir Next LT Pro"/>
              </a:rPr>
              <a:t>PRAISE TO THE LORD, THE ALMIGHTY • </a:t>
            </a:r>
            <a:r>
              <a:rPr sz="1800" b="1">
                <a:solidFill>
                  <a:srgbClr val="FFFFFF"/>
                </a:solidFill>
                <a:latin typeface="Alegreya Sans ExtraBold"/>
              </a:rPr>
              <a:t>GLORIA AL SEÑOR, EL CREADOR</a:t>
            </a:r>
          </a:p>
        </p:txBody>
      </p:sp>
      <p:sp>
        <p:nvSpPr>
          <p:cNvPr id="7" name="Text Placeholder 6"/>
          <p:cNvSpPr>
            <a:spLocks noGrp="1"/>
          </p:cNvSpPr>
          <p:nvPr>
            <p:ph type="body" sz="quarter" idx="17"/>
          </p:nvPr>
        </p:nvSpPr>
        <p:spPr>
          <a:xfrm>
            <a:off x="1280160" y="5486400"/>
            <a:ext cx="7315200" cy="180975"/>
          </a:xfrm>
        </p:spPr>
        <p:txBody>
          <a:bodyPr tIns="0" bIns="0"/>
          <a:lstStyle/>
          <a:p>
            <a:r>
              <a:rPr sz="800" b="0">
                <a:solidFill>
                  <a:srgbClr val="FFFFFF"/>
                </a:solidFill>
                <a:latin typeface="Avenir Next LT Pro"/>
              </a:rPr>
              <a:t>© 2003 The Paperless Hymnal™</a:t>
            </a:r>
          </a:p>
        </p:txBody>
      </p:sp>
      <p:pic>
        <p:nvPicPr>
          <p:cNvPr id="9" name="Picture Placeholder 8" descr="pftl-534-03.png"/>
          <p:cNvPicPr>
            <a:picLocks noGrp="1" noChangeAspect="1"/>
          </p:cNvPicPr>
          <p:nvPr>
            <p:ph type="pic" sz="quarter" idx="10"/>
          </p:nvPr>
        </p:nvPicPr>
        <p:blipFill>
          <a:blip r:embed="rId4"/>
          <a:srcRect l="8" r="8"/>
          <a:stretch>
            <a:fillRect/>
          </a:stretch>
        </p:blipFill>
        <p:spPr>
          <a:xfrm>
            <a:off x="1107867" y="114300"/>
            <a:ext cx="7476905"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604947"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604947" y="864108"/>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604947"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7" name="Text Placeholder 16"/>
          <p:cNvSpPr>
            <a:spLocks noGrp="1"/>
          </p:cNvSpPr>
          <p:nvPr>
            <p:ph type="body" sz="quarter" idx="29"/>
          </p:nvPr>
        </p:nvSpPr>
        <p:spPr>
          <a:xfrm>
            <a:off x="604947"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534</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a:lstStyle/>
          <a:p>
            <a:r>
              <a:rPr sz="1600" b="1">
                <a:solidFill>
                  <a:srgbClr val="FFFFFF"/>
                </a:solidFill>
                <a:latin typeface="Avenir Next LT Pro"/>
              </a:rPr>
              <a:t>PRAISE TO THE LORD, THE ALMIGHTY • </a:t>
            </a:r>
            <a:r>
              <a:rPr sz="1800" b="1">
                <a:solidFill>
                  <a:srgbClr val="FFFFFF"/>
                </a:solidFill>
                <a:latin typeface="Alegreya Sans ExtraBold"/>
              </a:rPr>
              <a:t>GLORIA AL SEÑOR, EL CREADOR</a:t>
            </a:r>
          </a:p>
        </p:txBody>
      </p:sp>
      <p:sp>
        <p:nvSpPr>
          <p:cNvPr id="7" name="Text Placeholder 6"/>
          <p:cNvSpPr>
            <a:spLocks noGrp="1"/>
          </p:cNvSpPr>
          <p:nvPr>
            <p:ph type="body" sz="quarter" idx="17"/>
          </p:nvPr>
        </p:nvSpPr>
        <p:spPr>
          <a:xfrm>
            <a:off x="1280160" y="5486400"/>
            <a:ext cx="7315200" cy="180975"/>
          </a:xfrm>
        </p:spPr>
        <p:txBody>
          <a:bodyPr tIns="0" bIns="0"/>
          <a:lstStyle/>
          <a:p>
            <a:r>
              <a:rPr sz="800" b="0">
                <a:solidFill>
                  <a:srgbClr val="FFFFFF"/>
                </a:solidFill>
                <a:latin typeface="Avenir Next LT Pro"/>
              </a:rPr>
              <a:t>© 2003 The Paperless Hymnal™</a:t>
            </a:r>
          </a:p>
        </p:txBody>
      </p:sp>
      <p:pic>
        <p:nvPicPr>
          <p:cNvPr id="9" name="Picture Placeholder 8" descr="pftl-534-04.png"/>
          <p:cNvPicPr>
            <a:picLocks noGrp="1" noChangeAspect="1"/>
          </p:cNvPicPr>
          <p:nvPr>
            <p:ph type="pic" sz="quarter" idx="10"/>
          </p:nvPr>
        </p:nvPicPr>
        <p:blipFill>
          <a:blip r:embed="rId4"/>
          <a:srcRect l="8" r="8"/>
          <a:stretch>
            <a:fillRect/>
          </a:stretch>
        </p:blipFill>
        <p:spPr>
          <a:xfrm>
            <a:off x="1107867" y="114300"/>
            <a:ext cx="7476905"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604947"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604947" y="864108"/>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604947"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7" name="Text Placeholder 16"/>
          <p:cNvSpPr>
            <a:spLocks noGrp="1"/>
          </p:cNvSpPr>
          <p:nvPr>
            <p:ph type="body" sz="quarter" idx="29"/>
          </p:nvPr>
        </p:nvSpPr>
        <p:spPr>
          <a:xfrm>
            <a:off x="604947"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534</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a:lstStyle/>
          <a:p>
            <a:r>
              <a:rPr sz="1600" b="1">
                <a:solidFill>
                  <a:srgbClr val="FFFFFF"/>
                </a:solidFill>
                <a:latin typeface="Avenir Next LT Pro"/>
              </a:rPr>
              <a:t>PRAISE TO THE LORD, THE ALMIGHTY • </a:t>
            </a:r>
            <a:r>
              <a:rPr sz="1800" b="1">
                <a:solidFill>
                  <a:srgbClr val="FFFFFF"/>
                </a:solidFill>
                <a:latin typeface="Alegreya Sans ExtraBold"/>
              </a:rPr>
              <a:t>GLORIA AL SEÑOR, EL CREADOR</a:t>
            </a:r>
          </a:p>
        </p:txBody>
      </p:sp>
      <p:sp>
        <p:nvSpPr>
          <p:cNvPr id="7" name="Text Placeholder 6"/>
          <p:cNvSpPr>
            <a:spLocks noGrp="1"/>
          </p:cNvSpPr>
          <p:nvPr>
            <p:ph type="body" sz="quarter" idx="17"/>
          </p:nvPr>
        </p:nvSpPr>
        <p:spPr>
          <a:xfrm>
            <a:off x="1280160" y="5486400"/>
            <a:ext cx="7315200" cy="180975"/>
          </a:xfrm>
        </p:spPr>
        <p:txBody>
          <a:bodyPr tIns="0" bIns="0"/>
          <a:lstStyle/>
          <a:p>
            <a:r>
              <a:rPr sz="800" b="0">
                <a:solidFill>
                  <a:srgbClr val="FFFFFF"/>
                </a:solidFill>
                <a:latin typeface="Avenir Next LT Pro"/>
              </a:rPr>
              <a:t>© 2003 The Paperless Hymnal™</a:t>
            </a:r>
          </a:p>
        </p:txBody>
      </p:sp>
      <p:pic>
        <p:nvPicPr>
          <p:cNvPr id="9" name="Picture Placeholder 8" descr="pftl-534-05.png"/>
          <p:cNvPicPr>
            <a:picLocks noGrp="1" noChangeAspect="1"/>
          </p:cNvPicPr>
          <p:nvPr>
            <p:ph type="pic" sz="quarter" idx="10"/>
          </p:nvPr>
        </p:nvPicPr>
        <p:blipFill>
          <a:blip r:embed="rId4"/>
          <a:srcRect l="8" r="8"/>
          <a:stretch>
            <a:fillRect/>
          </a:stretch>
        </p:blipFill>
        <p:spPr>
          <a:xfrm>
            <a:off x="1107867" y="114300"/>
            <a:ext cx="7476905"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604947"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604947"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604947" y="1303020"/>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3</a:t>
            </a:r>
          </a:p>
        </p:txBody>
      </p:sp>
      <p:sp>
        <p:nvSpPr>
          <p:cNvPr id="17" name="Text Placeholder 16"/>
          <p:cNvSpPr>
            <a:spLocks noGrp="1"/>
          </p:cNvSpPr>
          <p:nvPr>
            <p:ph type="body" sz="quarter" idx="29"/>
          </p:nvPr>
        </p:nvSpPr>
        <p:spPr>
          <a:xfrm>
            <a:off x="604947"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534</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a:lstStyle/>
          <a:p>
            <a:r>
              <a:rPr sz="1600" b="1">
                <a:solidFill>
                  <a:srgbClr val="FFFFFF"/>
                </a:solidFill>
                <a:latin typeface="Avenir Next LT Pro"/>
              </a:rPr>
              <a:t>PRAISE TO THE LORD, THE ALMIGHTY • </a:t>
            </a:r>
            <a:r>
              <a:rPr sz="1800" b="1">
                <a:solidFill>
                  <a:srgbClr val="FFFFFF"/>
                </a:solidFill>
                <a:latin typeface="Alegreya Sans ExtraBold"/>
              </a:rPr>
              <a:t>GLORIA AL SEÑOR, EL CREADOR</a:t>
            </a:r>
          </a:p>
        </p:txBody>
      </p:sp>
      <p:sp>
        <p:nvSpPr>
          <p:cNvPr id="7" name="Text Placeholder 6"/>
          <p:cNvSpPr>
            <a:spLocks noGrp="1"/>
          </p:cNvSpPr>
          <p:nvPr>
            <p:ph type="body" sz="quarter" idx="17"/>
          </p:nvPr>
        </p:nvSpPr>
        <p:spPr>
          <a:xfrm>
            <a:off x="1280160" y="5486400"/>
            <a:ext cx="7315200" cy="180975"/>
          </a:xfrm>
        </p:spPr>
        <p:txBody>
          <a:bodyPr tIns="0" bIns="0"/>
          <a:lstStyle/>
          <a:p>
            <a:r>
              <a:rPr sz="800" b="0">
                <a:solidFill>
                  <a:srgbClr val="FFFFFF"/>
                </a:solidFill>
                <a:latin typeface="Avenir Next LT Pro"/>
              </a:rPr>
              <a:t>© 2003 The Paperless Hymnal™</a:t>
            </a:r>
          </a:p>
        </p:txBody>
      </p:sp>
      <p:pic>
        <p:nvPicPr>
          <p:cNvPr id="9" name="Picture Placeholder 8" descr="pftl-534-06.png"/>
          <p:cNvPicPr>
            <a:picLocks noGrp="1" noChangeAspect="1"/>
          </p:cNvPicPr>
          <p:nvPr>
            <p:ph type="pic" sz="quarter" idx="10"/>
          </p:nvPr>
        </p:nvPicPr>
        <p:blipFill>
          <a:blip r:embed="rId4"/>
          <a:srcRect l="8" r="8"/>
          <a:stretch>
            <a:fillRect/>
          </a:stretch>
        </p:blipFill>
        <p:spPr>
          <a:xfrm>
            <a:off x="1107867" y="114300"/>
            <a:ext cx="7476905"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604947"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604947"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604947" y="1303020"/>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3</a:t>
            </a:r>
          </a:p>
        </p:txBody>
      </p:sp>
      <p:sp>
        <p:nvSpPr>
          <p:cNvPr id="17" name="Text Placeholder 16"/>
          <p:cNvSpPr>
            <a:spLocks noGrp="1"/>
          </p:cNvSpPr>
          <p:nvPr>
            <p:ph type="body" sz="quarter" idx="29"/>
          </p:nvPr>
        </p:nvSpPr>
        <p:spPr>
          <a:xfrm>
            <a:off x="604947"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534</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a:lstStyle/>
          <a:p>
            <a:r>
              <a:rPr sz="1600" b="1">
                <a:solidFill>
                  <a:srgbClr val="FFFFFF"/>
                </a:solidFill>
                <a:latin typeface="Avenir Next LT Pro"/>
              </a:rPr>
              <a:t>PRAISE TO THE LORD, THE ALMIGHTY • </a:t>
            </a:r>
            <a:r>
              <a:rPr sz="1800" b="1">
                <a:solidFill>
                  <a:srgbClr val="FFFFFF"/>
                </a:solidFill>
                <a:latin typeface="Alegreya Sans ExtraBold"/>
              </a:rPr>
              <a:t>GLORIA AL SEÑOR, EL CREADOR</a:t>
            </a:r>
          </a:p>
        </p:txBody>
      </p:sp>
      <p:sp>
        <p:nvSpPr>
          <p:cNvPr id="7" name="Text Placeholder 6"/>
          <p:cNvSpPr>
            <a:spLocks noGrp="1"/>
          </p:cNvSpPr>
          <p:nvPr>
            <p:ph type="body" sz="quarter" idx="17"/>
          </p:nvPr>
        </p:nvSpPr>
        <p:spPr>
          <a:xfrm>
            <a:off x="1280160" y="5486400"/>
            <a:ext cx="7315200" cy="180975"/>
          </a:xfrm>
        </p:spPr>
        <p:txBody>
          <a:bodyPr tIns="0" bIns="0"/>
          <a:lstStyle/>
          <a:p>
            <a:r>
              <a:rPr sz="800" b="0">
                <a:solidFill>
                  <a:srgbClr val="FFFFFF"/>
                </a:solidFill>
                <a:latin typeface="Avenir Next LT Pro"/>
              </a:rPr>
              <a:t>© 2003 The Paperless Hymnal™</a:t>
            </a:r>
          </a:p>
        </p:txBody>
      </p:sp>
      <p:pic>
        <p:nvPicPr>
          <p:cNvPr id="9" name="Picture Placeholder 8" descr="pftl-534-07.png"/>
          <p:cNvPicPr>
            <a:picLocks noGrp="1" noChangeAspect="1"/>
          </p:cNvPicPr>
          <p:nvPr>
            <p:ph type="pic" sz="quarter" idx="10"/>
          </p:nvPr>
        </p:nvPicPr>
        <p:blipFill>
          <a:blip r:embed="rId4"/>
          <a:srcRect l="8" r="8"/>
          <a:stretch>
            <a:fillRect/>
          </a:stretch>
        </p:blipFill>
        <p:spPr>
          <a:xfrm>
            <a:off x="1107867" y="114300"/>
            <a:ext cx="7476905"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604947"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604947"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604947"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7" name="Text Placeholder 16"/>
          <p:cNvSpPr>
            <a:spLocks noGrp="1"/>
          </p:cNvSpPr>
          <p:nvPr>
            <p:ph type="body" sz="quarter" idx="29"/>
          </p:nvPr>
        </p:nvSpPr>
        <p:spPr>
          <a:xfrm>
            <a:off x="604947" y="1741932"/>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534</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a:lstStyle/>
          <a:p>
            <a:r>
              <a:rPr sz="1600" b="1">
                <a:solidFill>
                  <a:srgbClr val="FFFFFF"/>
                </a:solidFill>
                <a:latin typeface="Avenir Next LT Pro"/>
              </a:rPr>
              <a:t>PRAISE TO THE LORD, THE ALMIGHTY • </a:t>
            </a:r>
            <a:r>
              <a:rPr sz="1800" b="1">
                <a:solidFill>
                  <a:srgbClr val="FFFFFF"/>
                </a:solidFill>
                <a:latin typeface="Alegreya Sans ExtraBold"/>
              </a:rPr>
              <a:t>GLORIA AL SEÑOR, EL CREADOR</a:t>
            </a:r>
          </a:p>
        </p:txBody>
      </p:sp>
      <p:sp>
        <p:nvSpPr>
          <p:cNvPr id="7" name="Text Placeholder 6"/>
          <p:cNvSpPr>
            <a:spLocks noGrp="1"/>
          </p:cNvSpPr>
          <p:nvPr>
            <p:ph type="body" sz="quarter" idx="17"/>
          </p:nvPr>
        </p:nvSpPr>
        <p:spPr>
          <a:xfrm>
            <a:off x="1280160" y="5486400"/>
            <a:ext cx="7315200" cy="180975"/>
          </a:xfrm>
        </p:spPr>
        <p:txBody>
          <a:bodyPr tIns="0" bIns="0"/>
          <a:lstStyle/>
          <a:p>
            <a:r>
              <a:rPr sz="800" b="0">
                <a:solidFill>
                  <a:srgbClr val="FFFFFF"/>
                </a:solidFill>
                <a:latin typeface="Avenir Next LT Pro"/>
              </a:rPr>
              <a:t>© 2003 The Paperless Hymnal™</a:t>
            </a:r>
          </a:p>
        </p:txBody>
      </p:sp>
      <p:pic>
        <p:nvPicPr>
          <p:cNvPr id="9" name="Picture Placeholder 8" descr="pftl-534-08.png"/>
          <p:cNvPicPr>
            <a:picLocks noGrp="1" noChangeAspect="1"/>
          </p:cNvPicPr>
          <p:nvPr>
            <p:ph type="pic" sz="quarter" idx="10"/>
          </p:nvPr>
        </p:nvPicPr>
        <p:blipFill>
          <a:blip r:embed="rId4"/>
          <a:srcRect l="8" r="8"/>
          <a:stretch>
            <a:fillRect/>
          </a:stretch>
        </p:blipFill>
        <p:spPr>
          <a:xfrm>
            <a:off x="1107867" y="114300"/>
            <a:ext cx="7476905"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604947"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604947"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604947"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7" name="Text Placeholder 16"/>
          <p:cNvSpPr>
            <a:spLocks noGrp="1"/>
          </p:cNvSpPr>
          <p:nvPr>
            <p:ph type="body" sz="quarter" idx="29"/>
          </p:nvPr>
        </p:nvSpPr>
        <p:spPr>
          <a:xfrm>
            <a:off x="604947" y="1741932"/>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jpg"/>
          <p:cNvPicPr>
            <a:picLocks noGrp="1" noChangeAspect="1"/>
          </p:cNvPicPr>
          <p:nvPr>
            <p:ph type="pic" sz="quarter" idx="10"/>
          </p:nvPr>
        </p:nvPicPr>
        <p:blipFill>
          <a:blip r:embed="rId2"/>
          <a:srcRect/>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sp>
        <p:nvSpPr>
          <p:cNvPr id="4" name="Content Placeholder 3"/>
          <p:cNvSpPr>
            <a:spLocks noGrp="1"/>
          </p:cNvSpPr>
          <p:nvPr>
            <p:ph sz="quarter" idx="18"/>
          </p:nvPr>
        </p:nvSpPr>
        <p:spPr/>
        <p:txBody>
          <a:bodyPr/>
          <a:lstStyle/>
          <a:p>
            <a:r>
              <a:t> </a:t>
            </a:r>
          </a:p>
        </p:txBody>
      </p:sp>
      <p:sp>
        <p:nvSpPr>
          <p:cNvPr id="5" name="Text Placeholder 4"/>
          <p:cNvSpPr>
            <a:spLocks noGrp="1"/>
          </p:cNvSpPr>
          <p:nvPr>
            <p:ph type="body" sz="quarter" idx="12"/>
          </p:nvPr>
        </p:nvSpPr>
        <p:spPr>
          <a:xfrm>
            <a:off x="4206240" y="617220"/>
            <a:ext cx="2286000" cy="914400"/>
          </a:xfrm>
        </p:spPr>
        <p:txBody>
          <a:bodyPr wrap="square">
            <a:noAutofit/>
          </a:bodyPr>
          <a:lstStyle/>
          <a:p>
            <a:r>
              <a:rPr sz="6000" b="1" i="0">
                <a:latin typeface="Avenir Next LT Pro"/>
              </a:rPr>
              <a:t>12</a:t>
            </a:r>
          </a:p>
        </p:txBody>
      </p:sp>
      <p:sp>
        <p:nvSpPr>
          <p:cNvPr id="6" name="Text Placeholder 5"/>
          <p:cNvSpPr>
            <a:spLocks noGrp="1"/>
          </p:cNvSpPr>
          <p:nvPr>
            <p:ph type="body" sz="quarter" idx="13"/>
          </p:nvPr>
        </p:nvSpPr>
        <p:spPr>
          <a:xfrm>
            <a:off x="3429000" y="1531620"/>
            <a:ext cx="3840480" cy="1645920"/>
          </a:xfrm>
        </p:spPr>
        <p:txBody>
          <a:bodyPr wrap="square">
            <a:noAutofit/>
          </a:bodyPr>
          <a:lstStyle/>
          <a:p>
            <a:r>
              <a:rPr sz="3900" b="1" i="0">
                <a:latin typeface="Avenir Next LT Pro"/>
              </a:rPr>
              <a:t>ALAS! AND DID MY SAVIOR BLEED</a:t>
            </a:r>
          </a:p>
        </p:txBody>
      </p:sp>
      <p:sp>
        <p:nvSpPr>
          <p:cNvPr id="7" name="Text Placeholder 6"/>
          <p:cNvSpPr>
            <a:spLocks noGrp="1"/>
          </p:cNvSpPr>
          <p:nvPr>
            <p:ph type="body" sz="quarter" idx="15"/>
          </p:nvPr>
        </p:nvSpPr>
        <p:spPr>
          <a:xfrm>
            <a:off x="3749039" y="3954780"/>
            <a:ext cx="3200400" cy="640080"/>
          </a:xfrm>
        </p:spPr>
        <p:txBody>
          <a:bodyPr wrap="square">
            <a:noAutofit/>
          </a:bodyPr>
          <a:lstStyle/>
          <a:p>
            <a:r>
              <a:rPr sz="1900" b="0" i="0">
                <a:latin typeface="Avenir Next LT Pro"/>
              </a:rPr>
              <a:t>“SINGING...TO THE LORD”
COLOSSIANS 3:16</a:t>
            </a:r>
          </a:p>
        </p:txBody>
      </p:sp>
      <p:sp>
        <p:nvSpPr>
          <p:cNvPr id="8" name="Text Placeholder 7"/>
          <p:cNvSpPr>
            <a:spLocks noGrp="1"/>
          </p:cNvSpPr>
          <p:nvPr>
            <p:ph type="body" sz="quarter" idx="16"/>
          </p:nvPr>
        </p:nvSpPr>
        <p:spPr/>
        <p:txBody>
          <a:bodyPr wrap="square">
            <a:noAutofit/>
          </a:bodyPr>
          <a:lstStyle/>
          <a:p>
            <a:r>
              <a:rPr sz="1200" b="0" i="0">
                <a:latin typeface="Avenir Next LT Pro"/>
              </a:rPr>
              <a:t>Words by: Isaac Watts, chorus by Ralph E. Hudson
Music by: Ralph E. Hudson</a:t>
            </a:r>
          </a:p>
        </p:txBody>
      </p:sp>
      <p:pic>
        <p:nvPicPr>
          <p:cNvPr id="10" name="Picture Placeholder 9" descr="eh20-eng-432.png"/>
          <p:cNvPicPr>
            <a:picLocks noGrp="1" noChangeAspect="1"/>
          </p:cNvPicPr>
          <p:nvPr>
            <p:ph type="pic" sz="quarter" idx="19"/>
          </p:nvPr>
        </p:nvPicPr>
        <p:blipFill>
          <a:blip r:embed="rId3"/>
          <a:srcRect t="459" b="459"/>
          <a:stretch>
            <a:fillRect/>
          </a:stretch>
        </p:blipFill>
        <p:spPr>
          <a:xfrm>
            <a:off x="1668537" y="5029200"/>
            <a:ext cx="1828800" cy="457200"/>
          </a:xfrm>
        </p:spPr>
      </p:pic>
      <p:sp>
        <p:nvSpPr>
          <p:cNvPr id="11" name="Text Placeholder 10"/>
          <p:cNvSpPr>
            <a:spLocks noGrp="1"/>
          </p:cNvSpPr>
          <p:nvPr>
            <p:ph type="body" sz="quarter" idx="36"/>
          </p:nvPr>
        </p:nvSpPr>
        <p:spPr>
          <a:xfrm>
            <a:off x="1106424" y="2233422"/>
            <a:ext cx="411479" cy="274320"/>
          </a:xfrm>
        </p:spPr>
        <p:txBody>
          <a:bodyPr/>
          <a:lstStyle/>
          <a:p>
            <a:r>
              <a:t> </a:t>
            </a:r>
          </a:p>
        </p:txBody>
      </p:sp>
      <p:sp>
        <p:nvSpPr>
          <p:cNvPr id="12" name="Text Placeholder 11"/>
          <p:cNvSpPr>
            <a:spLocks noGrp="1"/>
          </p:cNvSpPr>
          <p:nvPr>
            <p:ph type="body" sz="quarter" idx="21"/>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Collection</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600" b="0">
                <a:latin typeface="Avenir Next LT Pro"/>
              </a:rPr>
              <a:t>Prayer</a:t>
            </a:r>
          </a:p>
        </p:txBody>
      </p:sp>
      <p:sp>
        <p:nvSpPr>
          <p:cNvPr id="16" name="Text Placeholder 15"/>
          <p:cNvSpPr>
            <a:spLocks noGrp="1"/>
          </p:cNvSpPr>
          <p:nvPr>
            <p:ph type="body" sz="quarter" idx="26"/>
          </p:nvPr>
        </p:nvSpPr>
        <p:spPr>
          <a:xfrm>
            <a:off x="4206240" y="617220"/>
            <a:ext cx="2286000" cy="914400"/>
          </a:xfrm>
        </p:spPr>
        <p:txBody>
          <a:bodyPr wrap="square">
            <a:noAutofit/>
          </a:bodyPr>
          <a:lstStyle/>
          <a:p>
            <a:r>
              <a:rPr sz="6000" b="1" i="0">
                <a:latin typeface="Avenir Next LT Pro"/>
              </a:rPr>
              <a:t>12</a:t>
            </a:r>
          </a:p>
        </p:txBody>
      </p:sp>
      <p:sp>
        <p:nvSpPr>
          <p:cNvPr id="17" name="Text Placeholder 16"/>
          <p:cNvSpPr>
            <a:spLocks noGrp="1"/>
          </p:cNvSpPr>
          <p:nvPr>
            <p:ph type="body" sz="quarter" idx="27"/>
          </p:nvPr>
        </p:nvSpPr>
        <p:spPr>
          <a:xfrm>
            <a:off x="3429000" y="1481328"/>
            <a:ext cx="3840480" cy="1645920"/>
          </a:xfrm>
        </p:spPr>
        <p:txBody>
          <a:bodyPr wrap="square">
            <a:noAutofit/>
          </a:bodyPr>
          <a:lstStyle/>
          <a:p>
            <a:r>
              <a:rPr sz="5600" b="1" i="0">
                <a:latin typeface="Alegreya Sans ExtraBold"/>
              </a:rPr>
              <a:t>EN LA CRUZ</a:t>
            </a:r>
          </a:p>
        </p:txBody>
      </p:sp>
      <p:sp>
        <p:nvSpPr>
          <p:cNvPr id="18" name="Text Placeholder 17"/>
          <p:cNvSpPr>
            <a:spLocks noGrp="1"/>
          </p:cNvSpPr>
          <p:nvPr>
            <p:ph type="body" sz="quarter" idx="28"/>
          </p:nvPr>
        </p:nvSpPr>
        <p:spPr>
          <a:xfrm>
            <a:off x="3749039" y="3913632"/>
            <a:ext cx="3200400" cy="822960"/>
          </a:xfrm>
        </p:spPr>
        <p:txBody>
          <a:bodyPr wrap="square">
            <a:noAutofit/>
          </a:bodyPr>
          <a:lstStyle/>
          <a:p>
            <a:r>
              <a:rPr sz="2200" b="0" i="0">
                <a:latin typeface="Alegreya Sans Medium"/>
              </a:rPr>
              <a:t>“CANTANDO...AL SEÑOR”
COLOSENSES 3:16</a:t>
            </a:r>
          </a:p>
        </p:txBody>
      </p:sp>
      <p:sp>
        <p:nvSpPr>
          <p:cNvPr id="19" name="Text Placeholder 18"/>
          <p:cNvSpPr>
            <a:spLocks noGrp="1"/>
          </p:cNvSpPr>
          <p:nvPr>
            <p:ph type="body" sz="quarter" idx="29"/>
          </p:nvPr>
        </p:nvSpPr>
        <p:spPr/>
        <p:txBody>
          <a:bodyPr wrap="square">
            <a:noAutofit/>
          </a:bodyPr>
          <a:lstStyle/>
          <a:p>
            <a:r>
              <a:rPr sz="1300" b="0" i="0">
                <a:latin typeface="Alegreya Sans Medium"/>
              </a:rPr>
              <a:t>Palabras por: Isaac Watts, coro por: Ralph E. Hudson
Musica por: Ralph E. Hudson</a:t>
            </a:r>
          </a:p>
        </p:txBody>
      </p:sp>
      <p:pic>
        <p:nvPicPr>
          <p:cNvPr id="21" name="Picture Placeholder 20" descr="eh20-esp-600.png"/>
          <p:cNvPicPr>
            <a:picLocks noGrp="1" noChangeAspect="1"/>
          </p:cNvPicPr>
          <p:nvPr>
            <p:ph type="pic" sz="quarter" idx="31"/>
          </p:nvPr>
        </p:nvPicPr>
        <p:blipFill>
          <a:blip r:embed="rId4"/>
          <a:srcRect t="331" b="331"/>
          <a:stretch>
            <a:fillRect/>
          </a:stretch>
        </p:blipFill>
        <p:spPr>
          <a:xfrm>
            <a:off x="1668537" y="5028697"/>
            <a:ext cx="1828800" cy="457200"/>
          </a:xfrm>
        </p:spPr>
      </p:pic>
      <p:sp>
        <p:nvSpPr>
          <p:cNvPr id="22" name="Text Placeholder 21"/>
          <p:cNvSpPr>
            <a:spLocks noGrp="1"/>
          </p:cNvSpPr>
          <p:nvPr>
            <p:ph type="body" sz="quarter" idx="37"/>
          </p:nvPr>
        </p:nvSpPr>
        <p:spPr>
          <a:xfrm>
            <a:off x="1106424" y="2233422"/>
            <a:ext cx="411479" cy="274320"/>
          </a:xfrm>
        </p:spPr>
        <p:txBody>
          <a:bodyPr/>
          <a:lstStyle/>
          <a:p>
            <a:r>
              <a:t> </a:t>
            </a:r>
          </a:p>
        </p:txBody>
      </p:sp>
      <p:sp>
        <p:nvSpPr>
          <p:cNvPr id="23" name="Text Placeholder 22"/>
          <p:cNvSpPr>
            <a:spLocks noGrp="1"/>
          </p:cNvSpPr>
          <p:nvPr>
            <p:ph type="body" sz="quarter" idx="33"/>
          </p:nvPr>
        </p:nvSpPr>
        <p:spPr/>
        <p:txBody>
          <a:bodyPr/>
          <a:lstStyle/>
          <a:p>
            <a:pPr>
              <a:lnSpc>
                <a:spcPts val="1800"/>
              </a:lnSpc>
              <a:spcBef>
                <a:spcPts val="0"/>
              </a:spcBef>
              <a:spcAft>
                <a:spcPts val="900"/>
              </a:spcAft>
            </a:pPr>
            <a:r>
              <a:rPr sz="1800" b="0">
                <a:latin typeface="Alegreya Sans Medium"/>
              </a:rPr>
              <a:t>Bienvenida</a:t>
            </a:r>
          </a:p>
          <a:p>
            <a:pPr>
              <a:lnSpc>
                <a:spcPts val="1800"/>
              </a:lnSpc>
              <a:spcBef>
                <a:spcPts val="0"/>
              </a:spcBef>
              <a:spcAft>
                <a:spcPts val="900"/>
              </a:spcAft>
            </a:pPr>
            <a:r>
              <a:rPr sz="1800" b="0">
                <a:latin typeface="Alegreya Sans Medium"/>
              </a:rPr>
              <a:t>Ofrenda</a:t>
            </a:r>
          </a:p>
          <a:p>
            <a:pPr>
              <a:lnSpc>
                <a:spcPts val="1800"/>
              </a:lnSpc>
              <a:spcBef>
                <a:spcPts val="0"/>
              </a:spcBef>
              <a:spcAft>
                <a:spcPts val="900"/>
              </a:spcAft>
            </a:pPr>
            <a:r>
              <a:rPr sz="1800" b="0">
                <a:latin typeface="Alegreya Sans Medium"/>
              </a:rPr>
              <a:t>Lectura</a:t>
            </a:r>
          </a:p>
          <a:p>
            <a:pPr>
              <a:lnSpc>
                <a:spcPts val="1800"/>
              </a:lnSpc>
              <a:spcBef>
                <a:spcPts val="0"/>
              </a:spcBef>
              <a:spcAft>
                <a:spcPts val="900"/>
              </a:spcAft>
            </a:pPr>
            <a:r>
              <a:rPr sz="1800" b="0">
                <a:latin typeface="Alegreya Sans Medium"/>
              </a:rPr>
              <a:t>Oración</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800" b="0">
                <a:latin typeface="Alegreya Sans Medium"/>
              </a:rPr>
              <a:t>Cena del Señor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800" b="0">
                <a:latin typeface="Alegreya Sans Medium"/>
              </a:rPr>
              <a:t>Sermón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800" b="0">
                <a:latin typeface="Alegreya Sans Medium"/>
              </a:rPr>
              <a:t>Oración</a:t>
            </a:r>
          </a:p>
        </p:txBody>
      </p:sp>
      <p:pic>
        <p:nvPicPr>
          <p:cNvPr id="24" name="Picture 23" descr="eh-xcircle-white.png"/>
          <p:cNvPicPr>
            <a:picLocks noChangeAspect="1"/>
          </p:cNvPicPr>
          <p:nvPr/>
        </p:nvPicPr>
        <p:blipFill>
          <a:blip r:embed="rId5"/>
          <a:stretch>
            <a:fillRect/>
          </a:stretch>
        </p:blipFill>
        <p:spPr>
          <a:xfrm>
            <a:off x="658368" y="3218688"/>
            <a:ext cx="365760" cy="365760"/>
          </a:xfrm>
          <a:prstGeom prst="rect">
            <a:avLst/>
          </a:prstGeom>
        </p:spPr>
      </p:pic>
      <p:sp>
        <p:nvSpPr>
          <p:cNvPr id="25" name="Oval 24"/>
          <p:cNvSpPr/>
          <p:nvPr/>
        </p:nvSpPr>
        <p:spPr>
          <a:xfrm>
            <a:off x="4361688"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1</a:t>
            </a:r>
          </a:p>
        </p:txBody>
      </p:sp>
      <p:sp>
        <p:nvSpPr>
          <p:cNvPr id="26" name="Oval 25"/>
          <p:cNvSpPr/>
          <p:nvPr/>
        </p:nvSpPr>
        <p:spPr>
          <a:xfrm>
            <a:off x="4764024"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2</a:t>
            </a:r>
          </a:p>
        </p:txBody>
      </p:sp>
      <p:sp>
        <p:nvSpPr>
          <p:cNvPr id="27" name="Oval 26"/>
          <p:cNvSpPr/>
          <p:nvPr/>
        </p:nvSpPr>
        <p:spPr>
          <a:xfrm>
            <a:off x="5166360"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3</a:t>
            </a:r>
          </a:p>
        </p:txBody>
      </p:sp>
      <p:sp>
        <p:nvSpPr>
          <p:cNvPr id="28" name="Oval 27"/>
          <p:cNvSpPr/>
          <p:nvPr/>
        </p:nvSpPr>
        <p:spPr>
          <a:xfrm>
            <a:off x="5568696"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4</a:t>
            </a:r>
          </a:p>
        </p:txBody>
      </p:sp>
      <p:sp>
        <p:nvSpPr>
          <p:cNvPr id="29" name="Oval 28"/>
          <p:cNvSpPr/>
          <p:nvPr/>
        </p:nvSpPr>
        <p:spPr>
          <a:xfrm>
            <a:off x="5971032"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15"/>
          </p:nvPr>
        </p:nvSpPr>
        <p:spPr>
          <a:xfrm>
            <a:off x="-228600" y="5257800"/>
            <a:ext cx="914400" cy="365760"/>
          </a:xfrm>
          <a:noFill/>
        </p:spPr>
        <p:txBody>
          <a:bodyPr/>
          <a:lstStyle/>
          <a:p>
            <a:r>
              <a:t>12</a:t>
            </a:r>
          </a:p>
        </p:txBody>
      </p:sp>
      <p:pic>
        <p:nvPicPr>
          <p:cNvPr id="5" name="Picture Placeholder 4" descr="pftl-circle.png"/>
          <p:cNvPicPr>
            <a:picLocks noGrp="1" noChangeAspect="1"/>
          </p:cNvPicPr>
          <p:nvPr>
            <p:ph type="pic" sz="quarter" idx="14"/>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a:lstStyle/>
          <a:p>
            <a:r>
              <a:rPr sz="1600" b="1">
                <a:solidFill>
                  <a:srgbClr val="FFFFFF"/>
                </a:solidFill>
                <a:latin typeface="Avenir Next LT Pro"/>
              </a:rPr>
              <a:t>ALAS! AND DID MY SAVIOR BLEED • </a:t>
            </a:r>
            <a:r>
              <a:rPr sz="1800" b="1">
                <a:solidFill>
                  <a:srgbClr val="FFFFFF"/>
                </a:solidFill>
                <a:latin typeface="Alegreya Sans ExtraBold"/>
              </a:rPr>
              <a:t>EN LA CRUZ</a:t>
            </a:r>
          </a:p>
        </p:txBody>
      </p:sp>
      <p:sp>
        <p:nvSpPr>
          <p:cNvPr id="7" name="Text Placeholder 6"/>
          <p:cNvSpPr>
            <a:spLocks noGrp="1"/>
          </p:cNvSpPr>
          <p:nvPr>
            <p:ph type="body" sz="quarter" idx="17"/>
          </p:nvPr>
        </p:nvSpPr>
        <p:spPr>
          <a:xfrm>
            <a:off x="1280160" y="5486400"/>
            <a:ext cx="7315200" cy="180975"/>
          </a:xfrm>
        </p:spPr>
        <p:txBody>
          <a:bodyPr tIns="0" bIns="0"/>
          <a:lstStyle/>
          <a:p>
            <a:r>
              <a:rPr sz="800" b="0">
                <a:solidFill>
                  <a:srgbClr val="FFFFFF"/>
                </a:solidFill>
                <a:latin typeface="Avenir Next LT Pro"/>
              </a:rPr>
              <a:t>© 2001 The Paperless Hymnal™ • </a:t>
            </a:r>
            <a:r>
              <a:rPr sz="900" b="0">
                <a:solidFill>
                  <a:srgbClr val="FFFFFF"/>
                </a:solidFill>
                <a:latin typeface="Alegreya Sans Medium"/>
              </a:rPr>
              <a:t>Traducción Pedro Grado</a:t>
            </a:r>
          </a:p>
        </p:txBody>
      </p:sp>
      <p:pic>
        <p:nvPicPr>
          <p:cNvPr id="9" name="Picture Placeholder 8" descr="pftl-012-01.png"/>
          <p:cNvPicPr>
            <a:picLocks noGrp="1" noChangeAspect="1"/>
          </p:cNvPicPr>
          <p:nvPr>
            <p:ph type="pic" sz="quarter" idx="10"/>
          </p:nvPr>
        </p:nvPicPr>
        <p:blipFill>
          <a:blip r:embed="rId4"/>
          <a:srcRect t="11" b="11"/>
          <a:stretch>
            <a:fillRect/>
          </a:stretch>
        </p:blipFill>
        <p:spPr>
          <a:xfrm>
            <a:off x="944696" y="114300"/>
            <a:ext cx="7803247"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4"/>
          </p:nvPr>
        </p:nvSpPr>
        <p:spPr>
          <a:xfrm>
            <a:off x="441776" y="425196"/>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441776"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441776"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7" name="Text Placeholder 16"/>
          <p:cNvSpPr>
            <a:spLocks noGrp="1"/>
          </p:cNvSpPr>
          <p:nvPr>
            <p:ph type="body" sz="quarter" idx="29"/>
          </p:nvPr>
        </p:nvSpPr>
        <p:spPr>
          <a:xfrm>
            <a:off x="441776"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4</a:t>
            </a:r>
          </a:p>
        </p:txBody>
      </p:sp>
      <p:sp>
        <p:nvSpPr>
          <p:cNvPr id="18" name="Text Placeholder 17"/>
          <p:cNvSpPr>
            <a:spLocks noGrp="1"/>
          </p:cNvSpPr>
          <p:nvPr>
            <p:ph type="body" sz="quarter" idx="30"/>
          </p:nvPr>
        </p:nvSpPr>
        <p:spPr>
          <a:xfrm>
            <a:off x="441776" y="2180844"/>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12</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a:lstStyle/>
          <a:p>
            <a:r>
              <a:rPr sz="1600" b="1">
                <a:solidFill>
                  <a:srgbClr val="FFFFFF"/>
                </a:solidFill>
                <a:latin typeface="Avenir Next LT Pro"/>
              </a:rPr>
              <a:t>ALAS! AND DID MY SAVIOR BLEED • </a:t>
            </a:r>
            <a:r>
              <a:rPr sz="1800" b="1">
                <a:solidFill>
                  <a:srgbClr val="FFFFFF"/>
                </a:solidFill>
                <a:latin typeface="Alegreya Sans ExtraBold"/>
              </a:rPr>
              <a:t>EN LA CRUZ</a:t>
            </a:r>
          </a:p>
        </p:txBody>
      </p:sp>
      <p:sp>
        <p:nvSpPr>
          <p:cNvPr id="7" name="Text Placeholder 6"/>
          <p:cNvSpPr>
            <a:spLocks noGrp="1"/>
          </p:cNvSpPr>
          <p:nvPr>
            <p:ph type="body" sz="quarter" idx="17"/>
          </p:nvPr>
        </p:nvSpPr>
        <p:spPr>
          <a:xfrm>
            <a:off x="1280160" y="5486400"/>
            <a:ext cx="7315200" cy="180975"/>
          </a:xfrm>
        </p:spPr>
        <p:txBody>
          <a:bodyPr tIns="0" bIns="0"/>
          <a:lstStyle/>
          <a:p>
            <a:r>
              <a:rPr sz="800" b="0">
                <a:solidFill>
                  <a:srgbClr val="FFFFFF"/>
                </a:solidFill>
                <a:latin typeface="Avenir Next LT Pro"/>
              </a:rPr>
              <a:t>© 2001 The Paperless Hymnal™ • </a:t>
            </a:r>
            <a:r>
              <a:rPr sz="900" b="0">
                <a:solidFill>
                  <a:srgbClr val="FFFFFF"/>
                </a:solidFill>
                <a:latin typeface="Alegreya Sans Medium"/>
              </a:rPr>
              <a:t>Traducción Pedro Grado</a:t>
            </a:r>
          </a:p>
        </p:txBody>
      </p:sp>
      <p:pic>
        <p:nvPicPr>
          <p:cNvPr id="9" name="Picture Placeholder 8" descr="pftl-012-02.png"/>
          <p:cNvPicPr>
            <a:picLocks noGrp="1" noChangeAspect="1"/>
          </p:cNvPicPr>
          <p:nvPr>
            <p:ph type="pic" sz="quarter" idx="10"/>
          </p:nvPr>
        </p:nvPicPr>
        <p:blipFill>
          <a:blip r:embed="rId4"/>
          <a:srcRect t="11" b="11"/>
          <a:stretch>
            <a:fillRect/>
          </a:stretch>
        </p:blipFill>
        <p:spPr>
          <a:xfrm>
            <a:off x="944696" y="114300"/>
            <a:ext cx="7803247"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441776"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441776" y="864108"/>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441776"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7" name="Text Placeholder 16"/>
          <p:cNvSpPr>
            <a:spLocks noGrp="1"/>
          </p:cNvSpPr>
          <p:nvPr>
            <p:ph type="body" sz="quarter" idx="29"/>
          </p:nvPr>
        </p:nvSpPr>
        <p:spPr>
          <a:xfrm>
            <a:off x="441776"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4</a:t>
            </a:r>
          </a:p>
        </p:txBody>
      </p:sp>
      <p:sp>
        <p:nvSpPr>
          <p:cNvPr id="18" name="Text Placeholder 17"/>
          <p:cNvSpPr>
            <a:spLocks noGrp="1"/>
          </p:cNvSpPr>
          <p:nvPr>
            <p:ph type="body" sz="quarter" idx="30"/>
          </p:nvPr>
        </p:nvSpPr>
        <p:spPr>
          <a:xfrm>
            <a:off x="441776" y="2180844"/>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12</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a:lstStyle/>
          <a:p>
            <a:r>
              <a:rPr sz="1600" b="1">
                <a:solidFill>
                  <a:srgbClr val="FFFFFF"/>
                </a:solidFill>
                <a:latin typeface="Avenir Next LT Pro"/>
              </a:rPr>
              <a:t>ALAS! AND DID MY SAVIOR BLEED • </a:t>
            </a:r>
            <a:r>
              <a:rPr sz="1800" b="1">
                <a:solidFill>
                  <a:srgbClr val="FFFFFF"/>
                </a:solidFill>
                <a:latin typeface="Alegreya Sans ExtraBold"/>
              </a:rPr>
              <a:t>EN LA CRUZ</a:t>
            </a:r>
          </a:p>
        </p:txBody>
      </p:sp>
      <p:sp>
        <p:nvSpPr>
          <p:cNvPr id="7" name="Text Placeholder 6"/>
          <p:cNvSpPr>
            <a:spLocks noGrp="1"/>
          </p:cNvSpPr>
          <p:nvPr>
            <p:ph type="body" sz="quarter" idx="17"/>
          </p:nvPr>
        </p:nvSpPr>
        <p:spPr>
          <a:xfrm>
            <a:off x="1280160" y="5486400"/>
            <a:ext cx="7315200" cy="180975"/>
          </a:xfrm>
        </p:spPr>
        <p:txBody>
          <a:bodyPr tIns="0" bIns="0"/>
          <a:lstStyle/>
          <a:p>
            <a:r>
              <a:rPr sz="800" b="0">
                <a:solidFill>
                  <a:srgbClr val="FFFFFF"/>
                </a:solidFill>
                <a:latin typeface="Avenir Next LT Pro"/>
              </a:rPr>
              <a:t>© 2001 The Paperless Hymnal™ • </a:t>
            </a:r>
            <a:r>
              <a:rPr sz="900" b="0">
                <a:solidFill>
                  <a:srgbClr val="FFFFFF"/>
                </a:solidFill>
                <a:latin typeface="Alegreya Sans Medium"/>
              </a:rPr>
              <a:t>Traducción Pedro Grado</a:t>
            </a:r>
          </a:p>
        </p:txBody>
      </p:sp>
      <p:pic>
        <p:nvPicPr>
          <p:cNvPr id="9" name="Picture Placeholder 8" descr="pftl-012-03.png"/>
          <p:cNvPicPr>
            <a:picLocks noGrp="1" noChangeAspect="1"/>
          </p:cNvPicPr>
          <p:nvPr>
            <p:ph type="pic" sz="quarter" idx="10"/>
          </p:nvPr>
        </p:nvPicPr>
        <p:blipFill>
          <a:blip r:embed="rId4"/>
          <a:srcRect t="11" b="11"/>
          <a:stretch>
            <a:fillRect/>
          </a:stretch>
        </p:blipFill>
        <p:spPr>
          <a:xfrm>
            <a:off x="944696" y="114300"/>
            <a:ext cx="7803247"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441776"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441776"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441776" y="1303020"/>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3</a:t>
            </a:r>
          </a:p>
        </p:txBody>
      </p:sp>
      <p:sp>
        <p:nvSpPr>
          <p:cNvPr id="17" name="Text Placeholder 16"/>
          <p:cNvSpPr>
            <a:spLocks noGrp="1"/>
          </p:cNvSpPr>
          <p:nvPr>
            <p:ph type="body" sz="quarter" idx="29"/>
          </p:nvPr>
        </p:nvSpPr>
        <p:spPr>
          <a:xfrm>
            <a:off x="441776"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4</a:t>
            </a:r>
          </a:p>
        </p:txBody>
      </p:sp>
      <p:sp>
        <p:nvSpPr>
          <p:cNvPr id="18" name="Text Placeholder 17"/>
          <p:cNvSpPr>
            <a:spLocks noGrp="1"/>
          </p:cNvSpPr>
          <p:nvPr>
            <p:ph type="body" sz="quarter" idx="30"/>
          </p:nvPr>
        </p:nvSpPr>
        <p:spPr>
          <a:xfrm>
            <a:off x="441776" y="2180844"/>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12</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a:lstStyle/>
          <a:p>
            <a:r>
              <a:rPr sz="1600" b="1">
                <a:solidFill>
                  <a:srgbClr val="FFFFFF"/>
                </a:solidFill>
                <a:latin typeface="Avenir Next LT Pro"/>
              </a:rPr>
              <a:t>ALAS! AND DID MY SAVIOR BLEED • </a:t>
            </a:r>
            <a:r>
              <a:rPr sz="1800" b="1">
                <a:solidFill>
                  <a:srgbClr val="FFFFFF"/>
                </a:solidFill>
                <a:latin typeface="Alegreya Sans ExtraBold"/>
              </a:rPr>
              <a:t>EN LA CRUZ</a:t>
            </a:r>
          </a:p>
        </p:txBody>
      </p:sp>
      <p:sp>
        <p:nvSpPr>
          <p:cNvPr id="7" name="Text Placeholder 6"/>
          <p:cNvSpPr>
            <a:spLocks noGrp="1"/>
          </p:cNvSpPr>
          <p:nvPr>
            <p:ph type="body" sz="quarter" idx="17"/>
          </p:nvPr>
        </p:nvSpPr>
        <p:spPr>
          <a:xfrm>
            <a:off x="1280160" y="5486400"/>
            <a:ext cx="7315200" cy="180975"/>
          </a:xfrm>
        </p:spPr>
        <p:txBody>
          <a:bodyPr tIns="0" bIns="0"/>
          <a:lstStyle/>
          <a:p>
            <a:r>
              <a:rPr sz="800" b="0">
                <a:solidFill>
                  <a:srgbClr val="FFFFFF"/>
                </a:solidFill>
                <a:latin typeface="Avenir Next LT Pro"/>
              </a:rPr>
              <a:t>© 2001 The Paperless Hymnal™ • </a:t>
            </a:r>
            <a:r>
              <a:rPr sz="900" b="0">
                <a:solidFill>
                  <a:srgbClr val="FFFFFF"/>
                </a:solidFill>
                <a:latin typeface="Alegreya Sans Medium"/>
              </a:rPr>
              <a:t>Traducción Pedro Grado</a:t>
            </a:r>
          </a:p>
        </p:txBody>
      </p:sp>
      <p:pic>
        <p:nvPicPr>
          <p:cNvPr id="9" name="Picture Placeholder 8" descr="pftl-012-04.png"/>
          <p:cNvPicPr>
            <a:picLocks noGrp="1" noChangeAspect="1"/>
          </p:cNvPicPr>
          <p:nvPr>
            <p:ph type="pic" sz="quarter" idx="10"/>
          </p:nvPr>
        </p:nvPicPr>
        <p:blipFill>
          <a:blip r:embed="rId4"/>
          <a:srcRect t="11" b="11"/>
          <a:stretch>
            <a:fillRect/>
          </a:stretch>
        </p:blipFill>
        <p:spPr>
          <a:xfrm>
            <a:off x="944696" y="114300"/>
            <a:ext cx="7803247"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441776"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441776"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441776"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7" name="Text Placeholder 16"/>
          <p:cNvSpPr>
            <a:spLocks noGrp="1"/>
          </p:cNvSpPr>
          <p:nvPr>
            <p:ph type="body" sz="quarter" idx="29"/>
          </p:nvPr>
        </p:nvSpPr>
        <p:spPr>
          <a:xfrm>
            <a:off x="441776" y="1741932"/>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4</a:t>
            </a:r>
          </a:p>
        </p:txBody>
      </p:sp>
      <p:sp>
        <p:nvSpPr>
          <p:cNvPr id="18" name="Text Placeholder 17"/>
          <p:cNvSpPr>
            <a:spLocks noGrp="1"/>
          </p:cNvSpPr>
          <p:nvPr>
            <p:ph type="body" sz="quarter" idx="30"/>
          </p:nvPr>
        </p:nvSpPr>
        <p:spPr>
          <a:xfrm>
            <a:off x="441776" y="2180844"/>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12</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a:lstStyle/>
          <a:p>
            <a:r>
              <a:rPr sz="1600" b="1">
                <a:solidFill>
                  <a:srgbClr val="FFFFFF"/>
                </a:solidFill>
                <a:latin typeface="Avenir Next LT Pro"/>
              </a:rPr>
              <a:t>ALAS! AND DID MY SAVIOR BLEED • </a:t>
            </a:r>
            <a:r>
              <a:rPr sz="1800" b="1">
                <a:solidFill>
                  <a:srgbClr val="FFFFFF"/>
                </a:solidFill>
                <a:latin typeface="Alegreya Sans ExtraBold"/>
              </a:rPr>
              <a:t>EN LA CRUZ</a:t>
            </a:r>
          </a:p>
        </p:txBody>
      </p:sp>
      <p:sp>
        <p:nvSpPr>
          <p:cNvPr id="7" name="Text Placeholder 6"/>
          <p:cNvSpPr>
            <a:spLocks noGrp="1"/>
          </p:cNvSpPr>
          <p:nvPr>
            <p:ph type="body" sz="quarter" idx="17"/>
          </p:nvPr>
        </p:nvSpPr>
        <p:spPr>
          <a:xfrm>
            <a:off x="1280160" y="5486400"/>
            <a:ext cx="7315200" cy="180975"/>
          </a:xfrm>
        </p:spPr>
        <p:txBody>
          <a:bodyPr tIns="0" bIns="0"/>
          <a:lstStyle/>
          <a:p>
            <a:r>
              <a:rPr sz="800" b="0">
                <a:solidFill>
                  <a:srgbClr val="FFFFFF"/>
                </a:solidFill>
                <a:latin typeface="Avenir Next LT Pro"/>
              </a:rPr>
              <a:t>© 2001 The Paperless Hymnal™ • </a:t>
            </a:r>
            <a:r>
              <a:rPr sz="900" b="0">
                <a:solidFill>
                  <a:srgbClr val="FFFFFF"/>
                </a:solidFill>
                <a:latin typeface="Alegreya Sans Medium"/>
              </a:rPr>
              <a:t>Traducción Pedro Grado</a:t>
            </a:r>
          </a:p>
        </p:txBody>
      </p:sp>
      <p:pic>
        <p:nvPicPr>
          <p:cNvPr id="9" name="Picture Placeholder 8" descr="pftl-012-05.png"/>
          <p:cNvPicPr>
            <a:picLocks noGrp="1" noChangeAspect="1"/>
          </p:cNvPicPr>
          <p:nvPr>
            <p:ph type="pic" sz="quarter" idx="10"/>
          </p:nvPr>
        </p:nvPicPr>
        <p:blipFill>
          <a:blip r:embed="rId4"/>
          <a:srcRect t="11" b="11"/>
          <a:stretch>
            <a:fillRect/>
          </a:stretch>
        </p:blipFill>
        <p:spPr>
          <a:xfrm>
            <a:off x="944696" y="114300"/>
            <a:ext cx="7803247"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441776"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441776"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441776"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7" name="Text Placeholder 16"/>
          <p:cNvSpPr>
            <a:spLocks noGrp="1"/>
          </p:cNvSpPr>
          <p:nvPr>
            <p:ph type="body" sz="quarter" idx="29"/>
          </p:nvPr>
        </p:nvSpPr>
        <p:spPr>
          <a:xfrm>
            <a:off x="441776"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4</a:t>
            </a:r>
          </a:p>
        </p:txBody>
      </p:sp>
      <p:sp>
        <p:nvSpPr>
          <p:cNvPr id="18" name="Text Placeholder 17"/>
          <p:cNvSpPr>
            <a:spLocks noGrp="1"/>
          </p:cNvSpPr>
          <p:nvPr>
            <p:ph type="body" sz="quarter" idx="30"/>
          </p:nvPr>
        </p:nvSpPr>
        <p:spPr>
          <a:xfrm>
            <a:off x="441776" y="2180844"/>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upper-chalice.jpg"/>
          <p:cNvPicPr>
            <a:picLocks noGrp="1" noChangeAspect="1"/>
          </p:cNvPicPr>
          <p:nvPr>
            <p:ph type="pic" sz="quarter" idx="10"/>
          </p:nvPr>
        </p:nvPicPr>
        <p:blipFill>
          <a:blip r:embed="rId2"/>
          <a:srcRect/>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sp>
        <p:nvSpPr>
          <p:cNvPr id="4" name="Content Placeholder 3"/>
          <p:cNvSpPr>
            <a:spLocks noGrp="1"/>
          </p:cNvSpPr>
          <p:nvPr>
            <p:ph sz="quarter" idx="18"/>
          </p:nvPr>
        </p:nvSpPr>
        <p:spPr/>
        <p:txBody>
          <a:bodyPr/>
          <a:lstStyle/>
          <a:p>
            <a:r>
              <a:t> </a:t>
            </a:r>
          </a:p>
        </p:txBody>
      </p:sp>
      <p:sp>
        <p:nvSpPr>
          <p:cNvPr id="6" name="Text Placeholder 5"/>
          <p:cNvSpPr>
            <a:spLocks noGrp="1"/>
          </p:cNvSpPr>
          <p:nvPr>
            <p:ph type="body" sz="quarter" idx="13"/>
          </p:nvPr>
        </p:nvSpPr>
        <p:spPr>
          <a:xfrm>
            <a:off x="3063240" y="1330452"/>
            <a:ext cx="4572000" cy="1371600"/>
          </a:xfrm>
        </p:spPr>
        <p:txBody>
          <a:bodyPr wrap="square">
            <a:noAutofit/>
          </a:bodyPr>
          <a:lstStyle/>
          <a:p>
            <a:r>
              <a:rPr sz="7200" b="1" i="0">
                <a:latin typeface="Avenir Next LT Pro"/>
              </a:rPr>
              <a:t>LORD’S</a:t>
            </a:r>
          </a:p>
        </p:txBody>
      </p:sp>
      <p:sp>
        <p:nvSpPr>
          <p:cNvPr id="7" name="Text Placeholder 6"/>
          <p:cNvSpPr>
            <a:spLocks noGrp="1"/>
          </p:cNvSpPr>
          <p:nvPr>
            <p:ph type="body" sz="quarter" idx="15"/>
          </p:nvPr>
        </p:nvSpPr>
        <p:spPr>
          <a:xfrm>
            <a:off x="3355848" y="3589020"/>
            <a:ext cx="3986784" cy="914400"/>
          </a:xfrm>
        </p:spPr>
        <p:txBody>
          <a:bodyPr wrap="square">
            <a:noAutofit/>
          </a:bodyPr>
          <a:lstStyle/>
          <a:p>
            <a:r>
              <a:rPr sz="2200" b="0" i="0">
                <a:latin typeface="Avenir Next LT Pro"/>
              </a:rPr>
              <a:t>“DO THIS IN REMEMBRANCE OF ME” LUKE 22:19</a:t>
            </a:r>
          </a:p>
        </p:txBody>
      </p:sp>
      <p:sp>
        <p:nvSpPr>
          <p:cNvPr id="9" name="Text Placeholder 8"/>
          <p:cNvSpPr>
            <a:spLocks noGrp="1"/>
          </p:cNvSpPr>
          <p:nvPr>
            <p:ph type="body" sz="quarter" idx="20"/>
          </p:nvPr>
        </p:nvSpPr>
        <p:spPr>
          <a:xfrm>
            <a:off x="3063240" y="2354580"/>
            <a:ext cx="4572000" cy="2194560"/>
          </a:xfrm>
        </p:spPr>
        <p:txBody>
          <a:bodyPr wrap="square">
            <a:noAutofit/>
          </a:bodyPr>
          <a:lstStyle/>
          <a:p>
            <a:r>
              <a:rPr sz="7200" b="1" i="0">
                <a:latin typeface="Avenir Next LT Pro"/>
              </a:rPr>
              <a:t>SUPPER</a:t>
            </a:r>
          </a:p>
        </p:txBody>
      </p:sp>
      <p:pic>
        <p:nvPicPr>
          <p:cNvPr id="10" name="Picture Placeholder 9" descr="eh20-eng-432.png"/>
          <p:cNvPicPr>
            <a:picLocks noGrp="1" noChangeAspect="1"/>
          </p:cNvPicPr>
          <p:nvPr>
            <p:ph type="pic" sz="quarter" idx="19"/>
          </p:nvPr>
        </p:nvPicPr>
        <p:blipFill>
          <a:blip r:embed="rId3"/>
          <a:srcRect t="459" b="459"/>
          <a:stretch>
            <a:fillRect/>
          </a:stretch>
        </p:blipFill>
        <p:spPr>
          <a:xfrm>
            <a:off x="1668537" y="5029200"/>
            <a:ext cx="1828800" cy="457200"/>
          </a:xfrm>
        </p:spPr>
      </p:pic>
      <p:sp>
        <p:nvSpPr>
          <p:cNvPr id="11" name="Text Placeholder 10"/>
          <p:cNvSpPr>
            <a:spLocks noGrp="1"/>
          </p:cNvSpPr>
          <p:nvPr>
            <p:ph type="body" sz="quarter" idx="36"/>
          </p:nvPr>
        </p:nvSpPr>
        <p:spPr>
          <a:xfrm>
            <a:off x="146303" y="2594610"/>
            <a:ext cx="1371600" cy="274320"/>
          </a:xfrm>
        </p:spPr>
        <p:txBody>
          <a:bodyPr/>
          <a:lstStyle/>
          <a:p>
            <a:r>
              <a:t> </a:t>
            </a:r>
          </a:p>
        </p:txBody>
      </p:sp>
      <p:sp>
        <p:nvSpPr>
          <p:cNvPr id="12" name="Text Placeholder 11"/>
          <p:cNvSpPr>
            <a:spLocks noGrp="1"/>
          </p:cNvSpPr>
          <p:nvPr>
            <p:ph type="body" sz="quarter" idx="21"/>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Collection</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600" b="0">
                <a:latin typeface="Avenir Next LT Pro"/>
              </a:rPr>
              <a:t>Prayer</a:t>
            </a:r>
          </a:p>
        </p:txBody>
      </p:sp>
      <p:sp>
        <p:nvSpPr>
          <p:cNvPr id="15" name="Text Placeholder 14"/>
          <p:cNvSpPr>
            <a:spLocks noGrp="1"/>
          </p:cNvSpPr>
          <p:nvPr>
            <p:ph type="body" sz="quarter" idx="25"/>
          </p:nvPr>
        </p:nvSpPr>
        <p:spPr/>
        <p:txBody>
          <a:bodyPr wrap="square">
            <a:noAutofit/>
          </a:bodyPr>
          <a:lstStyle/>
          <a:p>
            <a:r>
              <a:rPr sz="2000" b="0" i="0">
                <a:latin typeface="Avenir Next LT Pro"/>
              </a:rPr>
              <a:t>Matt LaGrone</a:t>
            </a:r>
          </a:p>
        </p:txBody>
      </p:sp>
      <p:sp>
        <p:nvSpPr>
          <p:cNvPr id="17" name="Text Placeholder 16"/>
          <p:cNvSpPr>
            <a:spLocks noGrp="1"/>
          </p:cNvSpPr>
          <p:nvPr>
            <p:ph type="body" sz="quarter" idx="27"/>
          </p:nvPr>
        </p:nvSpPr>
        <p:spPr>
          <a:xfrm>
            <a:off x="3063240" y="1188720"/>
            <a:ext cx="4572000" cy="1371600"/>
          </a:xfrm>
        </p:spPr>
        <p:txBody>
          <a:bodyPr wrap="square">
            <a:noAutofit/>
          </a:bodyPr>
          <a:lstStyle/>
          <a:p>
            <a:r>
              <a:rPr sz="7200" b="1" i="0">
                <a:latin typeface="Alegreya Sans ExtraBold"/>
              </a:rPr>
              <a:t>CENA DEL</a:t>
            </a:r>
          </a:p>
        </p:txBody>
      </p:sp>
      <p:sp>
        <p:nvSpPr>
          <p:cNvPr id="18" name="Text Placeholder 17"/>
          <p:cNvSpPr>
            <a:spLocks noGrp="1"/>
          </p:cNvSpPr>
          <p:nvPr>
            <p:ph type="body" sz="quarter" idx="28"/>
          </p:nvPr>
        </p:nvSpPr>
        <p:spPr>
          <a:xfrm>
            <a:off x="3355848" y="3589020"/>
            <a:ext cx="3986784" cy="914400"/>
          </a:xfrm>
        </p:spPr>
        <p:txBody>
          <a:bodyPr wrap="square">
            <a:noAutofit/>
          </a:bodyPr>
          <a:lstStyle/>
          <a:p>
            <a:r>
              <a:rPr sz="2400" b="0" i="0">
                <a:latin typeface="Alegreya Sans Medium"/>
              </a:rPr>
              <a:t>“HACED ESTO EN MEMORIA DE MÍ” LUCAS 22:19</a:t>
            </a:r>
          </a:p>
        </p:txBody>
      </p:sp>
      <p:sp>
        <p:nvSpPr>
          <p:cNvPr id="20" name="Text Placeholder 19"/>
          <p:cNvSpPr>
            <a:spLocks noGrp="1"/>
          </p:cNvSpPr>
          <p:nvPr>
            <p:ph type="body" sz="quarter" idx="30"/>
          </p:nvPr>
        </p:nvSpPr>
        <p:spPr>
          <a:xfrm>
            <a:off x="3063240" y="2354580"/>
            <a:ext cx="4572000" cy="2194560"/>
          </a:xfrm>
        </p:spPr>
        <p:txBody>
          <a:bodyPr wrap="square">
            <a:noAutofit/>
          </a:bodyPr>
          <a:lstStyle/>
          <a:p>
            <a:r>
              <a:rPr sz="7200" b="1" i="0">
                <a:latin typeface="Alegreya Sans ExtraBold"/>
              </a:rPr>
              <a:t>SEÑOR</a:t>
            </a:r>
          </a:p>
        </p:txBody>
      </p:sp>
      <p:pic>
        <p:nvPicPr>
          <p:cNvPr id="21" name="Picture Placeholder 20" descr="eh20-esp-600.png"/>
          <p:cNvPicPr>
            <a:picLocks noGrp="1" noChangeAspect="1"/>
          </p:cNvPicPr>
          <p:nvPr>
            <p:ph type="pic" sz="quarter" idx="31"/>
          </p:nvPr>
        </p:nvPicPr>
        <p:blipFill>
          <a:blip r:embed="rId4"/>
          <a:srcRect t="331" b="331"/>
          <a:stretch>
            <a:fillRect/>
          </a:stretch>
        </p:blipFill>
        <p:spPr>
          <a:xfrm>
            <a:off x="1668537" y="5028697"/>
            <a:ext cx="1828800" cy="457200"/>
          </a:xfrm>
        </p:spPr>
      </p:pic>
      <p:sp>
        <p:nvSpPr>
          <p:cNvPr id="22" name="Text Placeholder 21"/>
          <p:cNvSpPr>
            <a:spLocks noGrp="1"/>
          </p:cNvSpPr>
          <p:nvPr>
            <p:ph type="body" sz="quarter" idx="37"/>
          </p:nvPr>
        </p:nvSpPr>
        <p:spPr>
          <a:xfrm>
            <a:off x="91439" y="2576322"/>
            <a:ext cx="1426464" cy="274320"/>
          </a:xfrm>
        </p:spPr>
        <p:txBody>
          <a:bodyPr/>
          <a:lstStyle/>
          <a:p>
            <a:r>
              <a:t> </a:t>
            </a:r>
          </a:p>
        </p:txBody>
      </p:sp>
      <p:sp>
        <p:nvSpPr>
          <p:cNvPr id="23" name="Text Placeholder 22"/>
          <p:cNvSpPr>
            <a:spLocks noGrp="1"/>
          </p:cNvSpPr>
          <p:nvPr>
            <p:ph type="body" sz="quarter" idx="33"/>
          </p:nvPr>
        </p:nvSpPr>
        <p:spPr/>
        <p:txBody>
          <a:bodyPr/>
          <a:lstStyle/>
          <a:p>
            <a:pPr>
              <a:lnSpc>
                <a:spcPts val="1800"/>
              </a:lnSpc>
              <a:spcBef>
                <a:spcPts val="0"/>
              </a:spcBef>
              <a:spcAft>
                <a:spcPts val="900"/>
              </a:spcAft>
            </a:pPr>
            <a:r>
              <a:rPr sz="1800" b="0">
                <a:latin typeface="Alegreya Sans Medium"/>
              </a:rPr>
              <a:t>Bienvenida</a:t>
            </a:r>
          </a:p>
          <a:p>
            <a:pPr>
              <a:lnSpc>
                <a:spcPts val="1800"/>
              </a:lnSpc>
              <a:spcBef>
                <a:spcPts val="0"/>
              </a:spcBef>
              <a:spcAft>
                <a:spcPts val="900"/>
              </a:spcAft>
            </a:pPr>
            <a:r>
              <a:rPr sz="1800" b="0">
                <a:latin typeface="Alegreya Sans Medium"/>
              </a:rPr>
              <a:t>Ofrenda</a:t>
            </a:r>
          </a:p>
          <a:p>
            <a:pPr>
              <a:lnSpc>
                <a:spcPts val="1800"/>
              </a:lnSpc>
              <a:spcBef>
                <a:spcPts val="0"/>
              </a:spcBef>
              <a:spcAft>
                <a:spcPts val="900"/>
              </a:spcAft>
            </a:pPr>
            <a:r>
              <a:rPr sz="1800" b="0">
                <a:latin typeface="Alegreya Sans Medium"/>
              </a:rPr>
              <a:t>Lectura</a:t>
            </a:r>
          </a:p>
          <a:p>
            <a:pPr>
              <a:lnSpc>
                <a:spcPts val="1800"/>
              </a:lnSpc>
              <a:spcBef>
                <a:spcPts val="0"/>
              </a:spcBef>
              <a:spcAft>
                <a:spcPts val="900"/>
              </a:spcAft>
            </a:pPr>
            <a:r>
              <a:rPr sz="1800" b="0">
                <a:latin typeface="Alegreya Sans Medium"/>
              </a:rPr>
              <a:t>Oración</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800" b="0">
                <a:latin typeface="Alegreya Sans Medium"/>
              </a:rPr>
              <a:t>Cena del Señor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800" b="0">
                <a:latin typeface="Alegreya Sans Medium"/>
              </a:rPr>
              <a:t>Sermón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800" b="0">
                <a:latin typeface="Alegreya Sans Medium"/>
              </a:rPr>
              <a:t>Oración</a:t>
            </a:r>
          </a:p>
        </p:txBody>
      </p:sp>
      <p:pic>
        <p:nvPicPr>
          <p:cNvPr id="24" name="Picture 23" descr="eh-xcircle-white.png"/>
          <p:cNvPicPr>
            <a:picLocks noChangeAspect="1"/>
          </p:cNvPicPr>
          <p:nvPr/>
        </p:nvPicPr>
        <p:blipFill>
          <a:blip r:embed="rId5"/>
          <a:stretch>
            <a:fillRect/>
          </a:stretch>
        </p:blipFill>
        <p:spPr>
          <a:xfrm>
            <a:off x="658368" y="3218688"/>
            <a:ext cx="365760" cy="365760"/>
          </a:xfrm>
          <a:prstGeom prst="rect">
            <a:avLst/>
          </a:prstGeom>
        </p:spPr>
      </p:pic>
    </p:spTree>
  </p:cSld>
  <p:clrMapOvr>
    <a:masterClrMapping/>
  </p:clrMapOvr>
  <p:transition spd="med" advTm="5000">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upper-chalice-zoom.jpg"/>
          <p:cNvPicPr>
            <a:picLocks noGrp="1" noChangeAspect="1"/>
          </p:cNvPicPr>
          <p:nvPr>
            <p:ph type="pic" sz="quarter" idx="10"/>
          </p:nvPr>
        </p:nvPicPr>
        <p:blipFill>
          <a:blip r:embed="rId2"/>
          <a:srcRect/>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sp>
        <p:nvSpPr>
          <p:cNvPr id="5" name="Text Placeholder 4"/>
          <p:cNvSpPr>
            <a:spLocks noGrp="1"/>
          </p:cNvSpPr>
          <p:nvPr>
            <p:ph type="body" sz="quarter" idx="12"/>
          </p:nvPr>
        </p:nvSpPr>
        <p:spPr>
          <a:xfrm>
            <a:off x="1828800" y="182880"/>
            <a:ext cx="7086600" cy="4800600"/>
          </a:xfrm>
        </p:spPr>
        <p:txBody>
          <a:bodyPr wrap="square">
            <a:noAutofit/>
          </a:bodyPr>
          <a:lstStyle/>
          <a:p>
            <a:pPr>
              <a:lnSpc>
                <a:spcPts val="2700"/>
              </a:lnSpc>
            </a:pPr>
            <a:r>
              <a:rPr sz="2200" b="0">
                <a:solidFill>
                  <a:srgbClr val="FFFFFF"/>
                </a:solidFill>
              </a:rPr>
              <a:t>For Christ has not entered the holy places made with hands, </a:t>
            </a:r>
            <a:r>
              <a:rPr sz="2200" b="0" i="1">
                <a:solidFill>
                  <a:srgbClr val="FFFFFF"/>
                </a:solidFill>
              </a:rPr>
              <a:t>which are</a:t>
            </a:r>
            <a:r>
              <a:rPr sz="2200" b="0">
                <a:solidFill>
                  <a:srgbClr val="FFFFFF"/>
                </a:solidFill>
              </a:rPr>
              <a:t> copies of the true, but into heaven itself, now to appear in the presence of God for us; not that He should offer Himself often, as the high priest enters the Most Holy Place every year with blood of another-- He then would have had to suffer often since the foundation of the world; but now, once at the end of the ages, He has appeared to put away sin by the sacrifice of Himself. And as it is appointed for men to die once, but after this the judgment, so Christ was offered once to bear the sins of many. To those who eagerly wait for Him He will appear a second time, apart from sin, for salvation.</a:t>
            </a:r>
            <a:endParaRPr sz="2200" b="0" i="0">
              <a:latin typeface="Avenir Next LT Pro"/>
            </a:endParaRPr>
          </a:p>
        </p:txBody>
      </p:sp>
      <p:sp>
        <p:nvSpPr>
          <p:cNvPr id="8" name="Text Placeholder 7"/>
          <p:cNvSpPr>
            <a:spLocks noGrp="1"/>
          </p:cNvSpPr>
          <p:nvPr>
            <p:ph type="body" sz="quarter" idx="16"/>
          </p:nvPr>
        </p:nvSpPr>
        <p:spPr>
          <a:xfrm>
            <a:off x="6583680" y="5120640"/>
            <a:ext cx="2377440" cy="365760"/>
          </a:xfrm>
        </p:spPr>
        <p:txBody>
          <a:bodyPr wrap="square">
            <a:noAutofit/>
          </a:bodyPr>
          <a:lstStyle/>
          <a:p>
            <a:pPr>
              <a:lnSpc>
                <a:spcPts val="1800"/>
              </a:lnSpc>
            </a:pPr>
            <a:r>
              <a:rPr sz="1800" b="0"/>
              <a:t>Hebrews 9:24-28</a:t>
            </a:r>
            <a:endParaRPr sz="1800" b="0" i="0">
              <a:latin typeface="Avenir Next LT Pro"/>
            </a:endParaRPr>
          </a:p>
        </p:txBody>
      </p:sp>
      <p:pic>
        <p:nvPicPr>
          <p:cNvPr id="10" name="Picture Placeholder 9" descr="eh20-eng-432.png"/>
          <p:cNvPicPr>
            <a:picLocks noGrp="1" noChangeAspect="1"/>
          </p:cNvPicPr>
          <p:nvPr>
            <p:ph type="pic" sz="quarter" idx="19"/>
          </p:nvPr>
        </p:nvPicPr>
        <p:blipFill>
          <a:blip r:embed="rId3"/>
          <a:srcRect t="459" b="459"/>
          <a:stretch>
            <a:fillRect/>
          </a:stretch>
        </p:blipFill>
        <p:spPr>
          <a:xfrm>
            <a:off x="1668537" y="5029200"/>
            <a:ext cx="1828800" cy="457200"/>
          </a:xfrm>
        </p:spPr>
      </p:pic>
      <p:sp>
        <p:nvSpPr>
          <p:cNvPr id="11" name="Text Placeholder 10"/>
          <p:cNvSpPr>
            <a:spLocks noGrp="1"/>
          </p:cNvSpPr>
          <p:nvPr>
            <p:ph type="body" sz="quarter" idx="36"/>
          </p:nvPr>
        </p:nvSpPr>
        <p:spPr>
          <a:xfrm>
            <a:off x="146303" y="2594610"/>
            <a:ext cx="1371600" cy="274320"/>
          </a:xfrm>
        </p:spPr>
        <p:txBody>
          <a:bodyPr/>
          <a:lstStyle/>
          <a:p>
            <a:r>
              <a:t> </a:t>
            </a:r>
          </a:p>
        </p:txBody>
      </p:sp>
      <p:sp>
        <p:nvSpPr>
          <p:cNvPr id="12" name="Text Placeholder 11"/>
          <p:cNvSpPr>
            <a:spLocks noGrp="1"/>
          </p:cNvSpPr>
          <p:nvPr>
            <p:ph type="body" sz="quarter" idx="21"/>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Collection</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600" b="0">
                <a:latin typeface="Avenir Next LT Pro"/>
              </a:rPr>
              <a:t>Prayer</a:t>
            </a:r>
          </a:p>
        </p:txBody>
      </p:sp>
      <p:sp>
        <p:nvSpPr>
          <p:cNvPr id="16" name="Text Placeholder 15"/>
          <p:cNvSpPr>
            <a:spLocks noGrp="1"/>
          </p:cNvSpPr>
          <p:nvPr>
            <p:ph type="body" sz="quarter" idx="26"/>
          </p:nvPr>
        </p:nvSpPr>
        <p:spPr>
          <a:xfrm>
            <a:off x="1828800" y="182880"/>
            <a:ext cx="7086600" cy="4800600"/>
          </a:xfrm>
        </p:spPr>
        <p:txBody>
          <a:bodyPr wrap="square">
            <a:noAutofit/>
          </a:bodyPr>
          <a:lstStyle/>
          <a:p>
            <a:pPr>
              <a:lnSpc>
                <a:spcPts val="2500"/>
              </a:lnSpc>
            </a:pPr>
            <a:r>
              <a:rPr sz="2000" b="0">
                <a:solidFill>
                  <a:srgbClr val="FFFFFF"/>
                </a:solidFill>
              </a:rPr>
              <a:t>Porque no entró Cristo en el santuario hecho de mano, figura del verdadero, sino en el cielo mismo para presentarse ahora por nosotros ante Dios; y no para ofrecerse muchas veces, como entra el sumo sacerdote en el Lugar Santísimo cada año con sangre ajena. De otra manera le hubiera sido necesario padecer muchas veces desde el principio del mundo; pero ahora, en la consumación de los siglos, se presentó una vez para siempre por el sacrificio de sí mismo para quitar de en medio el pecado. Y de la manera que está establecido para los hombres que mueran una sola vez, y después de esto el juicio, así también Cristo fue ofrecido una sola vez para llevar los pecados de muchos; y aparecerá por segunda vez, sin relación con el pecado, para salvar a los que le esperan.</a:t>
            </a:r>
            <a:endParaRPr sz="2000" b="0" i="0">
              <a:latin typeface="Alegreya Sans Medium"/>
            </a:endParaRPr>
          </a:p>
        </p:txBody>
      </p:sp>
      <p:sp>
        <p:nvSpPr>
          <p:cNvPr id="19" name="Text Placeholder 18"/>
          <p:cNvSpPr>
            <a:spLocks noGrp="1"/>
          </p:cNvSpPr>
          <p:nvPr>
            <p:ph type="body" sz="quarter" idx="29"/>
          </p:nvPr>
        </p:nvSpPr>
        <p:spPr>
          <a:xfrm>
            <a:off x="6583680" y="5120640"/>
            <a:ext cx="2377440" cy="365760"/>
          </a:xfrm>
        </p:spPr>
        <p:txBody>
          <a:bodyPr wrap="square">
            <a:noAutofit/>
          </a:bodyPr>
          <a:lstStyle/>
          <a:p>
            <a:pPr>
              <a:lnSpc>
                <a:spcPts val="1600"/>
              </a:lnSpc>
            </a:pPr>
            <a:r>
              <a:rPr sz="1600" b="0"/>
              <a:t>Hebreos 9:24-28</a:t>
            </a:r>
            <a:endParaRPr sz="1600" b="0" i="0">
              <a:latin typeface="Alegreya Sans Medium"/>
            </a:endParaRPr>
          </a:p>
        </p:txBody>
      </p:sp>
      <p:pic>
        <p:nvPicPr>
          <p:cNvPr id="21" name="Picture Placeholder 20" descr="eh20-esp-600.png"/>
          <p:cNvPicPr>
            <a:picLocks noGrp="1" noChangeAspect="1"/>
          </p:cNvPicPr>
          <p:nvPr>
            <p:ph type="pic" sz="quarter" idx="31"/>
          </p:nvPr>
        </p:nvPicPr>
        <p:blipFill>
          <a:blip r:embed="rId4"/>
          <a:srcRect t="331" b="331"/>
          <a:stretch>
            <a:fillRect/>
          </a:stretch>
        </p:blipFill>
        <p:spPr>
          <a:xfrm>
            <a:off x="1668537" y="5028697"/>
            <a:ext cx="1828800" cy="457200"/>
          </a:xfrm>
        </p:spPr>
      </p:pic>
      <p:sp>
        <p:nvSpPr>
          <p:cNvPr id="22" name="Text Placeholder 21"/>
          <p:cNvSpPr>
            <a:spLocks noGrp="1"/>
          </p:cNvSpPr>
          <p:nvPr>
            <p:ph type="body" sz="quarter" idx="37"/>
          </p:nvPr>
        </p:nvSpPr>
        <p:spPr>
          <a:xfrm>
            <a:off x="91439" y="2576322"/>
            <a:ext cx="1426464" cy="274320"/>
          </a:xfrm>
        </p:spPr>
        <p:txBody>
          <a:bodyPr/>
          <a:lstStyle/>
          <a:p>
            <a:r>
              <a:t> </a:t>
            </a:r>
          </a:p>
        </p:txBody>
      </p:sp>
      <p:sp>
        <p:nvSpPr>
          <p:cNvPr id="23" name="Text Placeholder 22"/>
          <p:cNvSpPr>
            <a:spLocks noGrp="1"/>
          </p:cNvSpPr>
          <p:nvPr>
            <p:ph type="body" sz="quarter" idx="33"/>
          </p:nvPr>
        </p:nvSpPr>
        <p:spPr/>
        <p:txBody>
          <a:bodyPr/>
          <a:lstStyle/>
          <a:p>
            <a:pPr>
              <a:lnSpc>
                <a:spcPts val="1800"/>
              </a:lnSpc>
              <a:spcBef>
                <a:spcPts val="0"/>
              </a:spcBef>
              <a:spcAft>
                <a:spcPts val="900"/>
              </a:spcAft>
            </a:pPr>
            <a:r>
              <a:rPr sz="1800" b="0">
                <a:latin typeface="Alegreya Sans Medium"/>
              </a:rPr>
              <a:t>Bienvenida</a:t>
            </a:r>
          </a:p>
          <a:p>
            <a:pPr>
              <a:lnSpc>
                <a:spcPts val="1800"/>
              </a:lnSpc>
              <a:spcBef>
                <a:spcPts val="0"/>
              </a:spcBef>
              <a:spcAft>
                <a:spcPts val="900"/>
              </a:spcAft>
            </a:pPr>
            <a:r>
              <a:rPr sz="1800" b="0">
                <a:latin typeface="Alegreya Sans Medium"/>
              </a:rPr>
              <a:t>Ofrenda</a:t>
            </a:r>
          </a:p>
          <a:p>
            <a:pPr>
              <a:lnSpc>
                <a:spcPts val="1800"/>
              </a:lnSpc>
              <a:spcBef>
                <a:spcPts val="0"/>
              </a:spcBef>
              <a:spcAft>
                <a:spcPts val="900"/>
              </a:spcAft>
            </a:pPr>
            <a:r>
              <a:rPr sz="1800" b="0">
                <a:latin typeface="Alegreya Sans Medium"/>
              </a:rPr>
              <a:t>Lectura</a:t>
            </a:r>
          </a:p>
          <a:p>
            <a:pPr>
              <a:lnSpc>
                <a:spcPts val="1800"/>
              </a:lnSpc>
              <a:spcBef>
                <a:spcPts val="0"/>
              </a:spcBef>
              <a:spcAft>
                <a:spcPts val="900"/>
              </a:spcAft>
            </a:pPr>
            <a:r>
              <a:rPr sz="1800" b="0">
                <a:latin typeface="Alegreya Sans Medium"/>
              </a:rPr>
              <a:t>Oración</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800" b="0">
                <a:latin typeface="Alegreya Sans Medium"/>
              </a:rPr>
              <a:t>Cena del Señor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800" b="0">
                <a:latin typeface="Alegreya Sans Medium"/>
              </a:rPr>
              <a:t>Sermón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800" b="0">
                <a:latin typeface="Alegreya Sans Medium"/>
              </a:rPr>
              <a:t>Oración</a:t>
            </a:r>
          </a:p>
        </p:txBody>
      </p:sp>
      <p:pic>
        <p:nvPicPr>
          <p:cNvPr id="24" name="Picture 23" descr="eh-xcircle-white.png"/>
          <p:cNvPicPr>
            <a:picLocks noChangeAspect="1"/>
          </p:cNvPicPr>
          <p:nvPr/>
        </p:nvPicPr>
        <p:blipFill>
          <a:blip r:embed="rId5"/>
          <a:stretch>
            <a:fillRect/>
          </a:stretch>
        </p:blipFill>
        <p:spPr>
          <a:xfrm>
            <a:off x="658368" y="3218688"/>
            <a:ext cx="365760" cy="36576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jpg"/>
          <p:cNvPicPr>
            <a:picLocks noGrp="1" noChangeAspect="1"/>
          </p:cNvPicPr>
          <p:nvPr>
            <p:ph type="pic" sz="quarter" idx="10"/>
          </p:nvPr>
        </p:nvPicPr>
        <p:blipFill>
          <a:blip r:embed="rId2"/>
          <a:srcRect/>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sp>
        <p:nvSpPr>
          <p:cNvPr id="4" name="Content Placeholder 3"/>
          <p:cNvSpPr>
            <a:spLocks noGrp="1"/>
          </p:cNvSpPr>
          <p:nvPr>
            <p:ph sz="quarter" idx="18"/>
          </p:nvPr>
        </p:nvSpPr>
        <p:spPr/>
        <p:txBody>
          <a:bodyPr/>
          <a:lstStyle/>
          <a:p>
            <a:r>
              <a:t> </a:t>
            </a:r>
          </a:p>
        </p:txBody>
      </p:sp>
      <p:sp>
        <p:nvSpPr>
          <p:cNvPr id="5" name="Text Placeholder 4"/>
          <p:cNvSpPr>
            <a:spLocks noGrp="1"/>
          </p:cNvSpPr>
          <p:nvPr>
            <p:ph type="body" sz="quarter" idx="12"/>
          </p:nvPr>
        </p:nvSpPr>
        <p:spPr>
          <a:xfrm>
            <a:off x="4206240" y="617220"/>
            <a:ext cx="2286000" cy="914400"/>
          </a:xfrm>
        </p:spPr>
        <p:txBody>
          <a:bodyPr wrap="square">
            <a:noAutofit/>
          </a:bodyPr>
          <a:lstStyle/>
          <a:p>
            <a:r>
              <a:rPr sz="6000" b="1" i="0">
                <a:latin typeface="Avenir Next LT Pro"/>
              </a:rPr>
              <a:t>408</a:t>
            </a:r>
          </a:p>
        </p:txBody>
      </p:sp>
      <p:sp>
        <p:nvSpPr>
          <p:cNvPr id="6" name="Text Placeholder 5"/>
          <p:cNvSpPr>
            <a:spLocks noGrp="1"/>
          </p:cNvSpPr>
          <p:nvPr>
            <p:ph type="body" sz="quarter" idx="13"/>
          </p:nvPr>
        </p:nvSpPr>
        <p:spPr>
          <a:xfrm>
            <a:off x="3429000" y="1531620"/>
            <a:ext cx="3840480" cy="1645920"/>
          </a:xfrm>
        </p:spPr>
        <p:txBody>
          <a:bodyPr wrap="square">
            <a:noAutofit/>
          </a:bodyPr>
          <a:lstStyle/>
          <a:p>
            <a:r>
              <a:rPr sz="3900" b="1" i="0">
                <a:latin typeface="Avenir Next LT Pro"/>
              </a:rPr>
              <a:t>LOW IN THE GRAVE HE LAY</a:t>
            </a:r>
          </a:p>
        </p:txBody>
      </p:sp>
      <p:sp>
        <p:nvSpPr>
          <p:cNvPr id="7" name="Text Placeholder 6"/>
          <p:cNvSpPr>
            <a:spLocks noGrp="1"/>
          </p:cNvSpPr>
          <p:nvPr>
            <p:ph type="body" sz="quarter" idx="15"/>
          </p:nvPr>
        </p:nvSpPr>
        <p:spPr>
          <a:xfrm>
            <a:off x="3749039" y="3954780"/>
            <a:ext cx="3200400" cy="640080"/>
          </a:xfrm>
        </p:spPr>
        <p:txBody>
          <a:bodyPr wrap="square">
            <a:noAutofit/>
          </a:bodyPr>
          <a:lstStyle/>
          <a:p>
            <a:r>
              <a:rPr sz="1900" b="0" i="0">
                <a:latin typeface="Avenir Next LT Pro"/>
              </a:rPr>
              <a:t>“SINGING...TO THE LORD”
COLOSSIANS 3:16</a:t>
            </a:r>
          </a:p>
        </p:txBody>
      </p:sp>
      <p:sp>
        <p:nvSpPr>
          <p:cNvPr id="8" name="Text Placeholder 7"/>
          <p:cNvSpPr>
            <a:spLocks noGrp="1"/>
          </p:cNvSpPr>
          <p:nvPr>
            <p:ph type="body" sz="quarter" idx="16"/>
          </p:nvPr>
        </p:nvSpPr>
        <p:spPr/>
        <p:txBody>
          <a:bodyPr wrap="square">
            <a:noAutofit/>
          </a:bodyPr>
          <a:lstStyle/>
          <a:p>
            <a:r>
              <a:rPr sz="1200" b="0" i="0">
                <a:latin typeface="Avenir Next LT Pro"/>
              </a:rPr>
              <a:t>Words and Music by: Robert Lowry</a:t>
            </a:r>
          </a:p>
        </p:txBody>
      </p:sp>
      <p:pic>
        <p:nvPicPr>
          <p:cNvPr id="10" name="Picture Placeholder 9" descr="eh20-eng-432.png"/>
          <p:cNvPicPr>
            <a:picLocks noGrp="1" noChangeAspect="1"/>
          </p:cNvPicPr>
          <p:nvPr>
            <p:ph type="pic" sz="quarter" idx="19"/>
          </p:nvPr>
        </p:nvPicPr>
        <p:blipFill>
          <a:blip r:embed="rId3"/>
          <a:srcRect t="459" b="459"/>
          <a:stretch>
            <a:fillRect/>
          </a:stretch>
        </p:blipFill>
        <p:spPr>
          <a:xfrm>
            <a:off x="1668537" y="5029200"/>
            <a:ext cx="1828800" cy="457200"/>
          </a:xfrm>
        </p:spPr>
      </p:pic>
      <p:sp>
        <p:nvSpPr>
          <p:cNvPr id="11" name="Text Placeholder 10"/>
          <p:cNvSpPr>
            <a:spLocks noGrp="1"/>
          </p:cNvSpPr>
          <p:nvPr>
            <p:ph type="body" sz="quarter" idx="36"/>
          </p:nvPr>
        </p:nvSpPr>
        <p:spPr>
          <a:xfrm>
            <a:off x="950976" y="2919222"/>
            <a:ext cx="566928" cy="274320"/>
          </a:xfrm>
        </p:spPr>
        <p:txBody>
          <a:bodyPr/>
          <a:lstStyle/>
          <a:p>
            <a:r>
              <a:t> </a:t>
            </a:r>
          </a:p>
        </p:txBody>
      </p:sp>
      <p:sp>
        <p:nvSpPr>
          <p:cNvPr id="12" name="Text Placeholder 11"/>
          <p:cNvSpPr>
            <a:spLocks noGrp="1"/>
          </p:cNvSpPr>
          <p:nvPr>
            <p:ph type="body" sz="quarter" idx="21"/>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Collection</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600" b="0">
                <a:latin typeface="Avenir Next LT Pro"/>
              </a:rPr>
              <a:t>Prayer</a:t>
            </a:r>
          </a:p>
        </p:txBody>
      </p:sp>
      <p:sp>
        <p:nvSpPr>
          <p:cNvPr id="16" name="Text Placeholder 15"/>
          <p:cNvSpPr>
            <a:spLocks noGrp="1"/>
          </p:cNvSpPr>
          <p:nvPr>
            <p:ph type="body" sz="quarter" idx="26"/>
          </p:nvPr>
        </p:nvSpPr>
        <p:spPr>
          <a:xfrm>
            <a:off x="4206240" y="617220"/>
            <a:ext cx="2286000" cy="914400"/>
          </a:xfrm>
        </p:spPr>
        <p:txBody>
          <a:bodyPr wrap="square">
            <a:noAutofit/>
          </a:bodyPr>
          <a:lstStyle/>
          <a:p>
            <a:r>
              <a:rPr sz="6000" b="1" i="0">
                <a:latin typeface="Avenir Next LT Pro"/>
              </a:rPr>
              <a:t>408</a:t>
            </a:r>
          </a:p>
        </p:txBody>
      </p:sp>
      <p:sp>
        <p:nvSpPr>
          <p:cNvPr id="17" name="Text Placeholder 16"/>
          <p:cNvSpPr>
            <a:spLocks noGrp="1"/>
          </p:cNvSpPr>
          <p:nvPr>
            <p:ph type="body" sz="quarter" idx="27"/>
          </p:nvPr>
        </p:nvSpPr>
        <p:spPr>
          <a:xfrm>
            <a:off x="3429000" y="1481328"/>
            <a:ext cx="3840480" cy="1645920"/>
          </a:xfrm>
        </p:spPr>
        <p:txBody>
          <a:bodyPr wrap="square">
            <a:noAutofit/>
          </a:bodyPr>
          <a:lstStyle/>
          <a:p>
            <a:r>
              <a:rPr sz="5500" b="1" i="0">
                <a:latin typeface="Alegreya Sans ExtraBold"/>
              </a:rPr>
              <a:t>LA TUMBA LE ENCERRÓ</a:t>
            </a:r>
          </a:p>
        </p:txBody>
      </p:sp>
      <p:sp>
        <p:nvSpPr>
          <p:cNvPr id="18" name="Text Placeholder 17"/>
          <p:cNvSpPr>
            <a:spLocks noGrp="1"/>
          </p:cNvSpPr>
          <p:nvPr>
            <p:ph type="body" sz="quarter" idx="28"/>
          </p:nvPr>
        </p:nvSpPr>
        <p:spPr>
          <a:xfrm>
            <a:off x="3749039" y="3913632"/>
            <a:ext cx="3200400" cy="822960"/>
          </a:xfrm>
        </p:spPr>
        <p:txBody>
          <a:bodyPr wrap="square">
            <a:noAutofit/>
          </a:bodyPr>
          <a:lstStyle/>
          <a:p>
            <a:r>
              <a:rPr sz="2200" b="0" i="0">
                <a:latin typeface="Alegreya Sans Medium"/>
              </a:rPr>
              <a:t>“CANTANDO...AL SEÑOR”
COLOSENSES 3:16</a:t>
            </a:r>
          </a:p>
        </p:txBody>
      </p:sp>
      <p:sp>
        <p:nvSpPr>
          <p:cNvPr id="19" name="Text Placeholder 18"/>
          <p:cNvSpPr>
            <a:spLocks noGrp="1"/>
          </p:cNvSpPr>
          <p:nvPr>
            <p:ph type="body" sz="quarter" idx="29"/>
          </p:nvPr>
        </p:nvSpPr>
        <p:spPr/>
        <p:txBody>
          <a:bodyPr wrap="square">
            <a:noAutofit/>
          </a:bodyPr>
          <a:lstStyle/>
          <a:p>
            <a:r>
              <a:rPr sz="1300" b="0" i="0">
                <a:latin typeface="Alegreya Sans Medium"/>
              </a:rPr>
              <a:t>Letra y música por: Robert Lowry</a:t>
            </a:r>
          </a:p>
        </p:txBody>
      </p:sp>
      <p:pic>
        <p:nvPicPr>
          <p:cNvPr id="21" name="Picture Placeholder 20" descr="eh20-esp-600.png"/>
          <p:cNvPicPr>
            <a:picLocks noGrp="1" noChangeAspect="1"/>
          </p:cNvPicPr>
          <p:nvPr>
            <p:ph type="pic" sz="quarter" idx="31"/>
          </p:nvPr>
        </p:nvPicPr>
        <p:blipFill>
          <a:blip r:embed="rId4"/>
          <a:srcRect t="331" b="331"/>
          <a:stretch>
            <a:fillRect/>
          </a:stretch>
        </p:blipFill>
        <p:spPr>
          <a:xfrm>
            <a:off x="1668537" y="5028697"/>
            <a:ext cx="1828800" cy="457200"/>
          </a:xfrm>
        </p:spPr>
      </p:pic>
      <p:sp>
        <p:nvSpPr>
          <p:cNvPr id="22" name="Text Placeholder 21"/>
          <p:cNvSpPr>
            <a:spLocks noGrp="1"/>
          </p:cNvSpPr>
          <p:nvPr>
            <p:ph type="body" sz="quarter" idx="37"/>
          </p:nvPr>
        </p:nvSpPr>
        <p:spPr>
          <a:xfrm>
            <a:off x="950976" y="2919222"/>
            <a:ext cx="566928" cy="274320"/>
          </a:xfrm>
        </p:spPr>
        <p:txBody>
          <a:bodyPr/>
          <a:lstStyle/>
          <a:p>
            <a:r>
              <a:t> </a:t>
            </a:r>
          </a:p>
        </p:txBody>
      </p:sp>
      <p:sp>
        <p:nvSpPr>
          <p:cNvPr id="23" name="Text Placeholder 22"/>
          <p:cNvSpPr>
            <a:spLocks noGrp="1"/>
          </p:cNvSpPr>
          <p:nvPr>
            <p:ph type="body" sz="quarter" idx="33"/>
          </p:nvPr>
        </p:nvSpPr>
        <p:spPr/>
        <p:txBody>
          <a:bodyPr/>
          <a:lstStyle/>
          <a:p>
            <a:pPr>
              <a:lnSpc>
                <a:spcPts val="1800"/>
              </a:lnSpc>
              <a:spcBef>
                <a:spcPts val="0"/>
              </a:spcBef>
              <a:spcAft>
                <a:spcPts val="900"/>
              </a:spcAft>
            </a:pPr>
            <a:r>
              <a:rPr sz="1800" b="0">
                <a:latin typeface="Alegreya Sans Medium"/>
              </a:rPr>
              <a:t>Bienvenida</a:t>
            </a:r>
          </a:p>
          <a:p>
            <a:pPr>
              <a:lnSpc>
                <a:spcPts val="1800"/>
              </a:lnSpc>
              <a:spcBef>
                <a:spcPts val="0"/>
              </a:spcBef>
              <a:spcAft>
                <a:spcPts val="900"/>
              </a:spcAft>
            </a:pPr>
            <a:r>
              <a:rPr sz="1800" b="0">
                <a:latin typeface="Alegreya Sans Medium"/>
              </a:rPr>
              <a:t>Ofrenda</a:t>
            </a:r>
          </a:p>
          <a:p>
            <a:pPr>
              <a:lnSpc>
                <a:spcPts val="1800"/>
              </a:lnSpc>
              <a:spcBef>
                <a:spcPts val="0"/>
              </a:spcBef>
              <a:spcAft>
                <a:spcPts val="900"/>
              </a:spcAft>
            </a:pPr>
            <a:r>
              <a:rPr sz="1800" b="0">
                <a:latin typeface="Alegreya Sans Medium"/>
              </a:rPr>
              <a:t>Lectura</a:t>
            </a:r>
          </a:p>
          <a:p>
            <a:pPr>
              <a:lnSpc>
                <a:spcPts val="1800"/>
              </a:lnSpc>
              <a:spcBef>
                <a:spcPts val="0"/>
              </a:spcBef>
              <a:spcAft>
                <a:spcPts val="900"/>
              </a:spcAft>
            </a:pPr>
            <a:r>
              <a:rPr sz="1800" b="0">
                <a:latin typeface="Alegreya Sans Medium"/>
              </a:rPr>
              <a:t>Oración</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800" b="0">
                <a:latin typeface="Alegreya Sans Medium"/>
              </a:rPr>
              <a:t>Cena del Señor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800" b="0">
                <a:latin typeface="Alegreya Sans Medium"/>
              </a:rPr>
              <a:t>Sermón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800" b="0">
                <a:latin typeface="Alegreya Sans Medium"/>
              </a:rPr>
              <a:t>Oración</a:t>
            </a:r>
          </a:p>
        </p:txBody>
      </p:sp>
      <p:pic>
        <p:nvPicPr>
          <p:cNvPr id="24" name="Picture 23" descr="eh-xcircle-white.png"/>
          <p:cNvPicPr>
            <a:picLocks noChangeAspect="1"/>
          </p:cNvPicPr>
          <p:nvPr/>
        </p:nvPicPr>
        <p:blipFill>
          <a:blip r:embed="rId5"/>
          <a:stretch>
            <a:fillRect/>
          </a:stretch>
        </p:blipFill>
        <p:spPr>
          <a:xfrm>
            <a:off x="658368" y="3218688"/>
            <a:ext cx="365760" cy="365760"/>
          </a:xfrm>
          <a:prstGeom prst="rect">
            <a:avLst/>
          </a:prstGeom>
        </p:spPr>
      </p:pic>
      <p:sp>
        <p:nvSpPr>
          <p:cNvPr id="25" name="Oval 24"/>
          <p:cNvSpPr/>
          <p:nvPr/>
        </p:nvSpPr>
        <p:spPr>
          <a:xfrm>
            <a:off x="4562856"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1</a:t>
            </a:r>
          </a:p>
        </p:txBody>
      </p:sp>
      <p:sp>
        <p:nvSpPr>
          <p:cNvPr id="26" name="Oval 25"/>
          <p:cNvSpPr/>
          <p:nvPr/>
        </p:nvSpPr>
        <p:spPr>
          <a:xfrm>
            <a:off x="4965192"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2</a:t>
            </a:r>
          </a:p>
        </p:txBody>
      </p:sp>
      <p:sp>
        <p:nvSpPr>
          <p:cNvPr id="27" name="Oval 26"/>
          <p:cNvSpPr/>
          <p:nvPr/>
        </p:nvSpPr>
        <p:spPr>
          <a:xfrm>
            <a:off x="5367528"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3</a:t>
            </a:r>
          </a:p>
        </p:txBody>
      </p:sp>
      <p:sp>
        <p:nvSpPr>
          <p:cNvPr id="28" name="Oval 27"/>
          <p:cNvSpPr/>
          <p:nvPr/>
        </p:nvSpPr>
        <p:spPr>
          <a:xfrm>
            <a:off x="5769864"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C</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0"/>
            <a:ext cx="1440180" cy="5715000"/>
          </a:xfrm>
        </p:spPr>
        <p:txBody>
          <a:bodyPr/>
          <a:lstStyle/>
          <a:p>
            <a:r>
              <a:t> </a:t>
            </a:r>
          </a:p>
        </p:txBody>
      </p:sp>
      <p:sp>
        <p:nvSpPr>
          <p:cNvPr id="4" name="Text Placeholder 3"/>
          <p:cNvSpPr>
            <a:spLocks noGrp="1"/>
          </p:cNvSpPr>
          <p:nvPr>
            <p:ph type="body" sz="quarter" idx="15"/>
          </p:nvPr>
        </p:nvSpPr>
        <p:spPr>
          <a:xfrm>
            <a:off x="114300" y="429837"/>
            <a:ext cx="914400" cy="365760"/>
          </a:xfrm>
          <a:noFill/>
        </p:spPr>
        <p:txBody>
          <a:bodyPr/>
          <a:lstStyle/>
          <a:p>
            <a:r>
              <a:t>408</a:t>
            </a:r>
          </a:p>
        </p:txBody>
      </p:sp>
      <p:pic>
        <p:nvPicPr>
          <p:cNvPr id="5" name="Picture Placeholder 4" descr="pftl-circle.png"/>
          <p:cNvPicPr>
            <a:picLocks noGrp="1" noChangeAspect="1"/>
          </p:cNvPicPr>
          <p:nvPr>
            <p:ph type="pic" sz="quarter" idx="14"/>
          </p:nvPr>
        </p:nvPicPr>
        <p:blipFill>
          <a:blip r:embed="rId3"/>
          <a:srcRect t="526" b="526"/>
          <a:stretch>
            <a:fillRect/>
          </a:stretch>
        </p:blipFill>
        <p:spPr>
          <a:xfrm>
            <a:off x="982980" y="429837"/>
            <a:ext cx="365760" cy="361915"/>
          </a:xfrm>
        </p:spPr>
      </p:pic>
      <p:sp>
        <p:nvSpPr>
          <p:cNvPr id="6" name="Text Placeholder 5"/>
          <p:cNvSpPr>
            <a:spLocks noGrp="1"/>
          </p:cNvSpPr>
          <p:nvPr>
            <p:ph type="body" sz="quarter" idx="16"/>
          </p:nvPr>
        </p:nvSpPr>
        <p:spPr>
          <a:xfrm>
            <a:off x="91440" y="887037"/>
            <a:ext cx="1257300" cy="1164831"/>
          </a:xfrm>
        </p:spPr>
        <p:txBody>
          <a:bodyPr/>
          <a:lstStyle/>
          <a:p>
            <a:r>
              <a:rPr b="1" dirty="0"/>
              <a:t>LOW IN THE GRAVE HE LAY</a:t>
            </a:r>
          </a:p>
        </p:txBody>
      </p:sp>
      <p:sp>
        <p:nvSpPr>
          <p:cNvPr id="7" name="Text Placeholder 6"/>
          <p:cNvSpPr>
            <a:spLocks noGrp="1"/>
          </p:cNvSpPr>
          <p:nvPr>
            <p:ph type="body" sz="quarter" idx="17"/>
          </p:nvPr>
        </p:nvSpPr>
        <p:spPr>
          <a:xfrm>
            <a:off x="91440" y="4422523"/>
            <a:ext cx="1257300" cy="365760"/>
          </a:xfrm>
        </p:spPr>
        <p:txBody>
          <a:bodyPr wrap="square" tIns="0" bIns="0">
            <a:noAutofit/>
          </a:bodyPr>
          <a:lstStyle/>
          <a:p>
            <a:r>
              <a:rPr sz="800" b="0" i="0"/>
              <a:t>© 2001 The Paperless Hymnal™</a:t>
            </a:r>
          </a:p>
        </p:txBody>
      </p:sp>
      <p:pic>
        <p:nvPicPr>
          <p:cNvPr id="9" name="Picture Placeholder 8" descr="pftl-408-01.png"/>
          <p:cNvPicPr>
            <a:picLocks noGrp="1" noChangeAspect="1"/>
          </p:cNvPicPr>
          <p:nvPr>
            <p:ph type="pic" sz="quarter" idx="10"/>
          </p:nvPr>
        </p:nvPicPr>
        <p:blipFill>
          <a:blip r:embed="rId4"/>
          <a:srcRect l="6" r="6"/>
          <a:stretch>
            <a:fillRect/>
          </a:stretch>
        </p:blipFill>
        <p:spPr>
          <a:xfrm>
            <a:off x="2171700" y="118941"/>
            <a:ext cx="6858000" cy="5477116"/>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982980" y="4831811"/>
            <a:ext cx="367371" cy="365760"/>
          </a:xfrm>
        </p:spPr>
      </p:pic>
      <p:sp>
        <p:nvSpPr>
          <p:cNvPr id="11" name="Text Placeholder 10"/>
          <p:cNvSpPr>
            <a:spLocks noGrp="1"/>
          </p:cNvSpPr>
          <p:nvPr>
            <p:ph type="body" sz="quarter" idx="21"/>
          </p:nvPr>
        </p:nvSpPr>
        <p:spPr>
          <a:xfrm>
            <a:off x="91440" y="2143308"/>
            <a:ext cx="1257300" cy="1165225"/>
          </a:xfrm>
        </p:spPr>
        <p:txBody>
          <a:bodyPr wrap="square">
            <a:noAutofit/>
          </a:bodyPr>
          <a:lstStyle/>
          <a:p>
            <a:r>
              <a:rPr sz="1800" b="1" i="0"/>
              <a:t>LA TUMBA LE ENCERRÓ</a:t>
            </a:r>
          </a:p>
        </p:txBody>
      </p:sp>
      <p:sp>
        <p:nvSpPr>
          <p:cNvPr id="12" name="Text Placeholder 11"/>
          <p:cNvSpPr>
            <a:spLocks noGrp="1"/>
          </p:cNvSpPr>
          <p:nvPr>
            <p:ph type="body" sz="quarter" idx="22"/>
          </p:nvPr>
        </p:nvSpPr>
        <p:spPr>
          <a:xfrm>
            <a:off x="91440" y="4009512"/>
            <a:ext cx="1257300" cy="365125"/>
          </a:xfrm>
        </p:spPr>
        <p:txBody>
          <a:bodyPr/>
          <a:lstStyle/>
          <a:p>
            <a:r>
              <a:t>Traducción G. P. Simmonds</a:t>
            </a:r>
          </a:p>
        </p:txBody>
      </p:sp>
      <p:sp>
        <p:nvSpPr>
          <p:cNvPr id="13" name="Content Placeholder 12"/>
          <p:cNvSpPr>
            <a:spLocks noGrp="1"/>
          </p:cNvSpPr>
          <p:nvPr>
            <p:ph sz="quarter" idx="42"/>
          </p:nvPr>
        </p:nvSpPr>
        <p:spPr>
          <a:xfrm>
            <a:off x="1668780" y="429837"/>
            <a:ext cx="365760" cy="1243584"/>
          </a:xfrm>
          <a:solidFill>
            <a:srgbClr val="1C81B9"/>
          </a:solidFill>
          <a:ln>
            <a:noFill/>
          </a:ln>
        </p:spPr>
        <p:txBody>
          <a:bodyPr/>
          <a:lstStyle/>
          <a:p>
            <a:r>
              <a:t> </a:t>
            </a:r>
          </a:p>
        </p:txBody>
      </p:sp>
      <p:sp>
        <p:nvSpPr>
          <p:cNvPr id="14" name="Text Placeholder 13"/>
          <p:cNvSpPr>
            <a:spLocks noGrp="1"/>
          </p:cNvSpPr>
          <p:nvPr>
            <p:ph type="body" sz="quarter" idx="24"/>
          </p:nvPr>
        </p:nvSpPr>
        <p:spPr>
          <a:xfrm>
            <a:off x="1668780" y="429837"/>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1</a:t>
            </a:r>
          </a:p>
        </p:txBody>
      </p:sp>
      <p:sp>
        <p:nvSpPr>
          <p:cNvPr id="16" name="Text Placeholder 15"/>
          <p:cNvSpPr>
            <a:spLocks noGrp="1"/>
          </p:cNvSpPr>
          <p:nvPr>
            <p:ph type="body" sz="quarter" idx="28"/>
          </p:nvPr>
        </p:nvSpPr>
        <p:spPr>
          <a:xfrm>
            <a:off x="1668780" y="1307661"/>
            <a:ext cx="365760" cy="365760"/>
          </a:xfrm>
          <a:solidFill>
            <a:srgbClr val="ED5959"/>
          </a:solidFill>
          <a:ln>
            <a:noFill/>
          </a:ln>
        </p:spPr>
        <p:txBody>
          <a:bodyPr lIns="0" tIns="0" rIns="0" bIns="0"/>
          <a:lstStyle/>
          <a:p>
            <a:pPr>
              <a:lnSpc>
                <a:spcPct val="90000"/>
              </a:lnSpc>
            </a:pPr>
            <a:r>
              <a:rPr sz="1600" b="1">
                <a:solidFill>
                  <a:srgbClr val="FFFFFF"/>
                </a:solidFill>
                <a:latin typeface="Avenir Next LT Pro"/>
              </a:rPr>
              <a:t>2</a:t>
            </a:r>
          </a:p>
        </p:txBody>
      </p:sp>
      <p:sp>
        <p:nvSpPr>
          <p:cNvPr id="18" name="Text Placeholder 17"/>
          <p:cNvSpPr>
            <a:spLocks noGrp="1"/>
          </p:cNvSpPr>
          <p:nvPr>
            <p:ph type="body" sz="quarter" idx="30"/>
          </p:nvPr>
        </p:nvSpPr>
        <p:spPr>
          <a:xfrm>
            <a:off x="1668780" y="2185485"/>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1668780" y="2624397"/>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26" name="Content Placeholder 25"/>
          <p:cNvSpPr>
            <a:spLocks noGrp="1"/>
          </p:cNvSpPr>
          <p:nvPr>
            <p:ph sz="quarter" idx="38"/>
          </p:nvPr>
        </p:nvSpPr>
        <p:spPr>
          <a:xfrm>
            <a:off x="1751076" y="868749"/>
            <a:ext cx="201168" cy="365760"/>
          </a:xfrm>
          <a:solidFill>
            <a:srgbClr val="FFFFFF"/>
          </a:solidFill>
          <a:ln>
            <a:noFill/>
          </a:ln>
        </p:spPr>
        <p:txBody>
          <a:bodyPr/>
          <a:lstStyle/>
          <a:p>
            <a:r>
              <a:t> </a:t>
            </a:r>
          </a:p>
        </p:txBody>
      </p:sp>
      <p:sp>
        <p:nvSpPr>
          <p:cNvPr id="27" name="Content Placeholder 26"/>
          <p:cNvSpPr>
            <a:spLocks noGrp="1"/>
          </p:cNvSpPr>
          <p:nvPr>
            <p:ph sz="quarter" idx="39"/>
          </p:nvPr>
        </p:nvSpPr>
        <p:spPr>
          <a:xfrm>
            <a:off x="1751076" y="1746573"/>
            <a:ext cx="201168" cy="365760"/>
          </a:xfrm>
          <a:solidFill>
            <a:srgbClr val="FFFFFF"/>
          </a:solidFill>
          <a:ln>
            <a:noFill/>
          </a:ln>
        </p:spPr>
        <p:txBody>
          <a:bodyPr/>
          <a:lstStyle/>
          <a:p>
            <a:r>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0"/>
            <a:ext cx="1440180" cy="5715000"/>
          </a:xfrm>
        </p:spPr>
        <p:txBody>
          <a:bodyPr/>
          <a:lstStyle/>
          <a:p>
            <a:r>
              <a:t> </a:t>
            </a:r>
          </a:p>
        </p:txBody>
      </p:sp>
      <p:sp>
        <p:nvSpPr>
          <p:cNvPr id="4" name="Text Placeholder 3"/>
          <p:cNvSpPr>
            <a:spLocks noGrp="1"/>
          </p:cNvSpPr>
          <p:nvPr>
            <p:ph type="body" sz="quarter" idx="15"/>
          </p:nvPr>
        </p:nvSpPr>
        <p:spPr>
          <a:xfrm>
            <a:off x="114300" y="429837"/>
            <a:ext cx="914400" cy="365760"/>
          </a:xfrm>
          <a:noFill/>
        </p:spPr>
        <p:txBody>
          <a:bodyPr/>
          <a:lstStyle/>
          <a:p>
            <a:r>
              <a:t>408</a:t>
            </a:r>
          </a:p>
        </p:txBody>
      </p:sp>
      <p:pic>
        <p:nvPicPr>
          <p:cNvPr id="5" name="Picture Placeholder 4" descr="pftl-circle.png"/>
          <p:cNvPicPr>
            <a:picLocks noGrp="1" noChangeAspect="1"/>
          </p:cNvPicPr>
          <p:nvPr>
            <p:ph type="pic" sz="quarter" idx="14"/>
          </p:nvPr>
        </p:nvPicPr>
        <p:blipFill>
          <a:blip r:embed="rId3"/>
          <a:srcRect t="526" b="526"/>
          <a:stretch>
            <a:fillRect/>
          </a:stretch>
        </p:blipFill>
        <p:spPr>
          <a:xfrm>
            <a:off x="982980" y="429837"/>
            <a:ext cx="365760" cy="361915"/>
          </a:xfrm>
        </p:spPr>
      </p:pic>
      <p:sp>
        <p:nvSpPr>
          <p:cNvPr id="6" name="Text Placeholder 5"/>
          <p:cNvSpPr>
            <a:spLocks noGrp="1"/>
          </p:cNvSpPr>
          <p:nvPr>
            <p:ph type="body" sz="quarter" idx="16"/>
          </p:nvPr>
        </p:nvSpPr>
        <p:spPr>
          <a:xfrm>
            <a:off x="91440" y="887037"/>
            <a:ext cx="1257300" cy="1164831"/>
          </a:xfrm>
        </p:spPr>
        <p:txBody>
          <a:bodyPr/>
          <a:lstStyle/>
          <a:p>
            <a:r>
              <a:rPr b="1" dirty="0"/>
              <a:t>LOW IN THE GRAVE HE LAY</a:t>
            </a:r>
          </a:p>
        </p:txBody>
      </p:sp>
      <p:sp>
        <p:nvSpPr>
          <p:cNvPr id="7" name="Text Placeholder 6"/>
          <p:cNvSpPr>
            <a:spLocks noGrp="1"/>
          </p:cNvSpPr>
          <p:nvPr>
            <p:ph type="body" sz="quarter" idx="17"/>
          </p:nvPr>
        </p:nvSpPr>
        <p:spPr>
          <a:xfrm>
            <a:off x="91440" y="4422523"/>
            <a:ext cx="1257300" cy="365760"/>
          </a:xfrm>
        </p:spPr>
        <p:txBody>
          <a:bodyPr wrap="square" tIns="0" bIns="0">
            <a:noAutofit/>
          </a:bodyPr>
          <a:lstStyle/>
          <a:p>
            <a:r>
              <a:rPr sz="800" b="0" i="0"/>
              <a:t>© 2001 The Paperless Hymnal™</a:t>
            </a:r>
          </a:p>
        </p:txBody>
      </p:sp>
      <p:pic>
        <p:nvPicPr>
          <p:cNvPr id="9" name="Picture Placeholder 8" descr="pftl-408-04.png"/>
          <p:cNvPicPr>
            <a:picLocks noGrp="1" noChangeAspect="1"/>
          </p:cNvPicPr>
          <p:nvPr>
            <p:ph type="pic" sz="quarter" idx="10"/>
          </p:nvPr>
        </p:nvPicPr>
        <p:blipFill>
          <a:blip r:embed="rId4"/>
          <a:srcRect l="6" r="6"/>
          <a:stretch>
            <a:fillRect/>
          </a:stretch>
        </p:blipFill>
        <p:spPr>
          <a:xfrm>
            <a:off x="2171700" y="118941"/>
            <a:ext cx="6858000" cy="5477116"/>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982980" y="4831811"/>
            <a:ext cx="367371" cy="365760"/>
          </a:xfrm>
        </p:spPr>
      </p:pic>
      <p:sp>
        <p:nvSpPr>
          <p:cNvPr id="11" name="Text Placeholder 10"/>
          <p:cNvSpPr>
            <a:spLocks noGrp="1"/>
          </p:cNvSpPr>
          <p:nvPr>
            <p:ph type="body" sz="quarter" idx="21"/>
          </p:nvPr>
        </p:nvSpPr>
        <p:spPr>
          <a:xfrm>
            <a:off x="91440" y="2143308"/>
            <a:ext cx="1257300" cy="1165225"/>
          </a:xfrm>
        </p:spPr>
        <p:txBody>
          <a:bodyPr wrap="square">
            <a:noAutofit/>
          </a:bodyPr>
          <a:lstStyle/>
          <a:p>
            <a:r>
              <a:rPr sz="1800" b="1" i="0"/>
              <a:t>LA TUMBA LE ENCERRÓ</a:t>
            </a:r>
          </a:p>
        </p:txBody>
      </p:sp>
      <p:sp>
        <p:nvSpPr>
          <p:cNvPr id="12" name="Text Placeholder 11"/>
          <p:cNvSpPr>
            <a:spLocks noGrp="1"/>
          </p:cNvSpPr>
          <p:nvPr>
            <p:ph type="body" sz="quarter" idx="22"/>
          </p:nvPr>
        </p:nvSpPr>
        <p:spPr>
          <a:xfrm>
            <a:off x="91440" y="4009512"/>
            <a:ext cx="1257300" cy="365125"/>
          </a:xfrm>
        </p:spPr>
        <p:txBody>
          <a:bodyPr/>
          <a:lstStyle/>
          <a:p>
            <a:r>
              <a:t>Traducción G. P. Simmonds</a:t>
            </a:r>
          </a:p>
        </p:txBody>
      </p:sp>
      <p:sp>
        <p:nvSpPr>
          <p:cNvPr id="13" name="Content Placeholder 12"/>
          <p:cNvSpPr>
            <a:spLocks noGrp="1"/>
          </p:cNvSpPr>
          <p:nvPr>
            <p:ph sz="quarter" idx="42"/>
          </p:nvPr>
        </p:nvSpPr>
        <p:spPr>
          <a:xfrm>
            <a:off x="1668780" y="1307661"/>
            <a:ext cx="365760" cy="1243584"/>
          </a:xfrm>
          <a:solidFill>
            <a:srgbClr val="1C81B9"/>
          </a:solidFill>
          <a:ln>
            <a:noFill/>
          </a:ln>
        </p:spPr>
        <p:txBody>
          <a:bodyPr/>
          <a:lstStyle/>
          <a:p>
            <a:r>
              <a:t> </a:t>
            </a:r>
          </a:p>
        </p:txBody>
      </p:sp>
      <p:sp>
        <p:nvSpPr>
          <p:cNvPr id="14" name="Text Placeholder 13"/>
          <p:cNvSpPr>
            <a:spLocks noGrp="1"/>
          </p:cNvSpPr>
          <p:nvPr>
            <p:ph type="body" sz="quarter" idx="24"/>
          </p:nvPr>
        </p:nvSpPr>
        <p:spPr>
          <a:xfrm>
            <a:off x="1668780" y="429837"/>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6" name="Text Placeholder 15"/>
          <p:cNvSpPr>
            <a:spLocks noGrp="1"/>
          </p:cNvSpPr>
          <p:nvPr>
            <p:ph type="body" sz="quarter" idx="28"/>
          </p:nvPr>
        </p:nvSpPr>
        <p:spPr>
          <a:xfrm>
            <a:off x="1668780" y="1307661"/>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2</a:t>
            </a:r>
          </a:p>
        </p:txBody>
      </p:sp>
      <p:sp>
        <p:nvSpPr>
          <p:cNvPr id="18" name="Text Placeholder 17"/>
          <p:cNvSpPr>
            <a:spLocks noGrp="1"/>
          </p:cNvSpPr>
          <p:nvPr>
            <p:ph type="body" sz="quarter" idx="30"/>
          </p:nvPr>
        </p:nvSpPr>
        <p:spPr>
          <a:xfrm>
            <a:off x="1668780" y="2185485"/>
            <a:ext cx="365760" cy="365760"/>
          </a:xfrm>
          <a:solidFill>
            <a:srgbClr val="ED5959"/>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1668780" y="2624397"/>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26" name="Content Placeholder 25"/>
          <p:cNvSpPr>
            <a:spLocks noGrp="1"/>
          </p:cNvSpPr>
          <p:nvPr>
            <p:ph sz="quarter" idx="38"/>
          </p:nvPr>
        </p:nvSpPr>
        <p:spPr>
          <a:xfrm>
            <a:off x="1751076" y="868749"/>
            <a:ext cx="201168" cy="365760"/>
          </a:xfrm>
          <a:solidFill>
            <a:srgbClr val="FFFFFF"/>
          </a:solidFill>
          <a:ln>
            <a:noFill/>
          </a:ln>
        </p:spPr>
        <p:txBody>
          <a:bodyPr/>
          <a:lstStyle/>
          <a:p>
            <a:r>
              <a:t> </a:t>
            </a:r>
          </a:p>
        </p:txBody>
      </p:sp>
      <p:sp>
        <p:nvSpPr>
          <p:cNvPr id="27" name="Content Placeholder 26"/>
          <p:cNvSpPr>
            <a:spLocks noGrp="1"/>
          </p:cNvSpPr>
          <p:nvPr>
            <p:ph sz="quarter" idx="39"/>
          </p:nvPr>
        </p:nvSpPr>
        <p:spPr>
          <a:xfrm>
            <a:off x="1751076" y="1746573"/>
            <a:ext cx="201168" cy="365760"/>
          </a:xfrm>
          <a:solidFill>
            <a:srgbClr val="FFFFFF"/>
          </a:solidFill>
          <a:ln>
            <a:noFill/>
          </a:ln>
        </p:spPr>
        <p:txBody>
          <a:bodyPr/>
          <a:lstStyle/>
          <a:p>
            <a:r>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0"/>
            <a:ext cx="1440180" cy="5715000"/>
          </a:xfrm>
        </p:spPr>
        <p:txBody>
          <a:bodyPr/>
          <a:lstStyle/>
          <a:p>
            <a:r>
              <a:t> </a:t>
            </a:r>
          </a:p>
        </p:txBody>
      </p:sp>
      <p:sp>
        <p:nvSpPr>
          <p:cNvPr id="4" name="Text Placeholder 3"/>
          <p:cNvSpPr>
            <a:spLocks noGrp="1"/>
          </p:cNvSpPr>
          <p:nvPr>
            <p:ph type="body" sz="quarter" idx="15"/>
          </p:nvPr>
        </p:nvSpPr>
        <p:spPr>
          <a:xfrm>
            <a:off x="114300" y="429837"/>
            <a:ext cx="914400" cy="365760"/>
          </a:xfrm>
          <a:noFill/>
        </p:spPr>
        <p:txBody>
          <a:bodyPr/>
          <a:lstStyle/>
          <a:p>
            <a:r>
              <a:t>408</a:t>
            </a:r>
          </a:p>
        </p:txBody>
      </p:sp>
      <p:pic>
        <p:nvPicPr>
          <p:cNvPr id="5" name="Picture Placeholder 4" descr="pftl-circle.png"/>
          <p:cNvPicPr>
            <a:picLocks noGrp="1" noChangeAspect="1"/>
          </p:cNvPicPr>
          <p:nvPr>
            <p:ph type="pic" sz="quarter" idx="14"/>
          </p:nvPr>
        </p:nvPicPr>
        <p:blipFill>
          <a:blip r:embed="rId3"/>
          <a:srcRect t="526" b="526"/>
          <a:stretch>
            <a:fillRect/>
          </a:stretch>
        </p:blipFill>
        <p:spPr>
          <a:xfrm>
            <a:off x="982980" y="429837"/>
            <a:ext cx="365760" cy="361915"/>
          </a:xfrm>
        </p:spPr>
      </p:pic>
      <p:sp>
        <p:nvSpPr>
          <p:cNvPr id="6" name="Text Placeholder 5"/>
          <p:cNvSpPr>
            <a:spLocks noGrp="1"/>
          </p:cNvSpPr>
          <p:nvPr>
            <p:ph type="body" sz="quarter" idx="16"/>
          </p:nvPr>
        </p:nvSpPr>
        <p:spPr>
          <a:xfrm>
            <a:off x="91440" y="887037"/>
            <a:ext cx="1257300" cy="1164831"/>
          </a:xfrm>
        </p:spPr>
        <p:txBody>
          <a:bodyPr/>
          <a:lstStyle/>
          <a:p>
            <a:r>
              <a:rPr b="1" dirty="0"/>
              <a:t>LOW IN THE GRAVE HE LAY</a:t>
            </a:r>
          </a:p>
        </p:txBody>
      </p:sp>
      <p:sp>
        <p:nvSpPr>
          <p:cNvPr id="7" name="Text Placeholder 6"/>
          <p:cNvSpPr>
            <a:spLocks noGrp="1"/>
          </p:cNvSpPr>
          <p:nvPr>
            <p:ph type="body" sz="quarter" idx="17"/>
          </p:nvPr>
        </p:nvSpPr>
        <p:spPr>
          <a:xfrm>
            <a:off x="91440" y="4422523"/>
            <a:ext cx="1257300" cy="365760"/>
          </a:xfrm>
        </p:spPr>
        <p:txBody>
          <a:bodyPr wrap="square" tIns="0" bIns="0">
            <a:noAutofit/>
          </a:bodyPr>
          <a:lstStyle/>
          <a:p>
            <a:r>
              <a:rPr sz="800" b="0" i="0"/>
              <a:t>© 2001 The Paperless Hymnal™</a:t>
            </a:r>
          </a:p>
        </p:txBody>
      </p:sp>
      <p:pic>
        <p:nvPicPr>
          <p:cNvPr id="9" name="Picture Placeholder 8" descr="pftl-408-07.png"/>
          <p:cNvPicPr>
            <a:picLocks noGrp="1" noChangeAspect="1"/>
          </p:cNvPicPr>
          <p:nvPr>
            <p:ph type="pic" sz="quarter" idx="10"/>
          </p:nvPr>
        </p:nvPicPr>
        <p:blipFill>
          <a:blip r:embed="rId4"/>
          <a:srcRect l="6" r="6"/>
          <a:stretch>
            <a:fillRect/>
          </a:stretch>
        </p:blipFill>
        <p:spPr>
          <a:xfrm>
            <a:off x="2171700" y="118941"/>
            <a:ext cx="6858000" cy="5477116"/>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982980" y="4831811"/>
            <a:ext cx="367371" cy="365760"/>
          </a:xfrm>
        </p:spPr>
      </p:pic>
      <p:sp>
        <p:nvSpPr>
          <p:cNvPr id="11" name="Text Placeholder 10"/>
          <p:cNvSpPr>
            <a:spLocks noGrp="1"/>
          </p:cNvSpPr>
          <p:nvPr>
            <p:ph type="body" sz="quarter" idx="21"/>
          </p:nvPr>
        </p:nvSpPr>
        <p:spPr>
          <a:xfrm>
            <a:off x="91440" y="2143308"/>
            <a:ext cx="1257300" cy="1165225"/>
          </a:xfrm>
        </p:spPr>
        <p:txBody>
          <a:bodyPr wrap="square">
            <a:noAutofit/>
          </a:bodyPr>
          <a:lstStyle/>
          <a:p>
            <a:r>
              <a:rPr sz="1800" b="1" i="0"/>
              <a:t>LA TUMBA LE ENCERRÓ</a:t>
            </a:r>
          </a:p>
        </p:txBody>
      </p:sp>
      <p:sp>
        <p:nvSpPr>
          <p:cNvPr id="12" name="Text Placeholder 11"/>
          <p:cNvSpPr>
            <a:spLocks noGrp="1"/>
          </p:cNvSpPr>
          <p:nvPr>
            <p:ph type="body" sz="quarter" idx="22"/>
          </p:nvPr>
        </p:nvSpPr>
        <p:spPr>
          <a:xfrm>
            <a:off x="91440" y="4009512"/>
            <a:ext cx="1257300" cy="365125"/>
          </a:xfrm>
        </p:spPr>
        <p:txBody>
          <a:bodyPr/>
          <a:lstStyle/>
          <a:p>
            <a:r>
              <a:t>Traducción G. P. Simmonds</a:t>
            </a:r>
          </a:p>
        </p:txBody>
      </p:sp>
      <p:sp>
        <p:nvSpPr>
          <p:cNvPr id="14" name="Text Placeholder 13"/>
          <p:cNvSpPr>
            <a:spLocks noGrp="1"/>
          </p:cNvSpPr>
          <p:nvPr>
            <p:ph type="body" sz="quarter" idx="24"/>
          </p:nvPr>
        </p:nvSpPr>
        <p:spPr>
          <a:xfrm>
            <a:off x="1668780" y="429837"/>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6" name="Text Placeholder 15"/>
          <p:cNvSpPr>
            <a:spLocks noGrp="1"/>
          </p:cNvSpPr>
          <p:nvPr>
            <p:ph type="body" sz="quarter" idx="28"/>
          </p:nvPr>
        </p:nvSpPr>
        <p:spPr>
          <a:xfrm>
            <a:off x="1668780" y="1307661"/>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8" name="Text Placeholder 17"/>
          <p:cNvSpPr>
            <a:spLocks noGrp="1"/>
          </p:cNvSpPr>
          <p:nvPr>
            <p:ph type="body" sz="quarter" idx="30"/>
          </p:nvPr>
        </p:nvSpPr>
        <p:spPr>
          <a:xfrm>
            <a:off x="1668780" y="2185485"/>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1668780" y="2624397"/>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26" name="Content Placeholder 25"/>
          <p:cNvSpPr>
            <a:spLocks noGrp="1"/>
          </p:cNvSpPr>
          <p:nvPr>
            <p:ph sz="quarter" idx="38"/>
          </p:nvPr>
        </p:nvSpPr>
        <p:spPr>
          <a:xfrm>
            <a:off x="1751076" y="868749"/>
            <a:ext cx="201168" cy="365760"/>
          </a:xfrm>
          <a:solidFill>
            <a:srgbClr val="FFFFFF"/>
          </a:solidFill>
          <a:ln>
            <a:noFill/>
          </a:ln>
        </p:spPr>
        <p:txBody>
          <a:bodyPr/>
          <a:lstStyle/>
          <a:p>
            <a:r>
              <a:t> </a:t>
            </a:r>
          </a:p>
        </p:txBody>
      </p:sp>
      <p:sp>
        <p:nvSpPr>
          <p:cNvPr id="27" name="Content Placeholder 26"/>
          <p:cNvSpPr>
            <a:spLocks noGrp="1"/>
          </p:cNvSpPr>
          <p:nvPr>
            <p:ph sz="quarter" idx="39"/>
          </p:nvPr>
        </p:nvSpPr>
        <p:spPr>
          <a:xfrm>
            <a:off x="1751076" y="1746573"/>
            <a:ext cx="201168" cy="365760"/>
          </a:xfrm>
          <a:solidFill>
            <a:srgbClr val="FFFFFF"/>
          </a:solidFill>
          <a:ln>
            <a:noFill/>
          </a:ln>
        </p:spPr>
        <p:txBody>
          <a:bodyPr/>
          <a:lstStyle/>
          <a:p>
            <a:r>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0"/>
            <a:ext cx="1440180" cy="5715000"/>
          </a:xfrm>
        </p:spPr>
        <p:txBody>
          <a:bodyPr/>
          <a:lstStyle/>
          <a:p>
            <a:r>
              <a:t> </a:t>
            </a:r>
          </a:p>
        </p:txBody>
      </p:sp>
      <p:sp>
        <p:nvSpPr>
          <p:cNvPr id="4" name="Text Placeholder 3"/>
          <p:cNvSpPr>
            <a:spLocks noGrp="1"/>
          </p:cNvSpPr>
          <p:nvPr>
            <p:ph type="body" sz="quarter" idx="15"/>
          </p:nvPr>
        </p:nvSpPr>
        <p:spPr>
          <a:xfrm>
            <a:off x="114300" y="429837"/>
            <a:ext cx="914400" cy="365760"/>
          </a:xfrm>
          <a:noFill/>
        </p:spPr>
        <p:txBody>
          <a:bodyPr/>
          <a:lstStyle/>
          <a:p>
            <a:r>
              <a:t>408</a:t>
            </a:r>
          </a:p>
        </p:txBody>
      </p:sp>
      <p:pic>
        <p:nvPicPr>
          <p:cNvPr id="5" name="Picture Placeholder 4" descr="pftl-circle.png"/>
          <p:cNvPicPr>
            <a:picLocks noGrp="1" noChangeAspect="1"/>
          </p:cNvPicPr>
          <p:nvPr>
            <p:ph type="pic" sz="quarter" idx="14"/>
          </p:nvPr>
        </p:nvPicPr>
        <p:blipFill>
          <a:blip r:embed="rId3"/>
          <a:srcRect t="526" b="526"/>
          <a:stretch>
            <a:fillRect/>
          </a:stretch>
        </p:blipFill>
        <p:spPr>
          <a:xfrm>
            <a:off x="982980" y="429837"/>
            <a:ext cx="365760" cy="361915"/>
          </a:xfrm>
        </p:spPr>
      </p:pic>
      <p:sp>
        <p:nvSpPr>
          <p:cNvPr id="6" name="Text Placeholder 5"/>
          <p:cNvSpPr>
            <a:spLocks noGrp="1"/>
          </p:cNvSpPr>
          <p:nvPr>
            <p:ph type="body" sz="quarter" idx="16"/>
          </p:nvPr>
        </p:nvSpPr>
        <p:spPr>
          <a:xfrm>
            <a:off x="91440" y="887037"/>
            <a:ext cx="1257300" cy="1164831"/>
          </a:xfrm>
        </p:spPr>
        <p:txBody>
          <a:bodyPr/>
          <a:lstStyle/>
          <a:p>
            <a:r>
              <a:rPr b="1" dirty="0"/>
              <a:t>LOW IN THE GRAVE HE LAY</a:t>
            </a:r>
          </a:p>
        </p:txBody>
      </p:sp>
      <p:sp>
        <p:nvSpPr>
          <p:cNvPr id="7" name="Text Placeholder 6"/>
          <p:cNvSpPr>
            <a:spLocks noGrp="1"/>
          </p:cNvSpPr>
          <p:nvPr>
            <p:ph type="body" sz="quarter" idx="17"/>
          </p:nvPr>
        </p:nvSpPr>
        <p:spPr>
          <a:xfrm>
            <a:off x="91440" y="4422523"/>
            <a:ext cx="1257300" cy="365760"/>
          </a:xfrm>
        </p:spPr>
        <p:txBody>
          <a:bodyPr wrap="square" tIns="0" bIns="0">
            <a:noAutofit/>
          </a:bodyPr>
          <a:lstStyle/>
          <a:p>
            <a:r>
              <a:rPr sz="800" b="0" i="0"/>
              <a:t>© 2001 The Paperless Hymnal™</a:t>
            </a:r>
          </a:p>
        </p:txBody>
      </p:sp>
      <p:pic>
        <p:nvPicPr>
          <p:cNvPr id="9" name="Picture Placeholder 8" descr="pftl-408-08.png"/>
          <p:cNvPicPr>
            <a:picLocks noGrp="1" noChangeAspect="1"/>
          </p:cNvPicPr>
          <p:nvPr>
            <p:ph type="pic" sz="quarter" idx="10"/>
          </p:nvPr>
        </p:nvPicPr>
        <p:blipFill>
          <a:blip r:embed="rId4"/>
          <a:srcRect l="6" r="6"/>
          <a:stretch>
            <a:fillRect/>
          </a:stretch>
        </p:blipFill>
        <p:spPr>
          <a:xfrm>
            <a:off x="2171700" y="118941"/>
            <a:ext cx="6858000" cy="5477116"/>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982980" y="4831811"/>
            <a:ext cx="367371" cy="365760"/>
          </a:xfrm>
        </p:spPr>
      </p:pic>
      <p:sp>
        <p:nvSpPr>
          <p:cNvPr id="11" name="Text Placeholder 10"/>
          <p:cNvSpPr>
            <a:spLocks noGrp="1"/>
          </p:cNvSpPr>
          <p:nvPr>
            <p:ph type="body" sz="quarter" idx="21"/>
          </p:nvPr>
        </p:nvSpPr>
        <p:spPr>
          <a:xfrm>
            <a:off x="91440" y="2143308"/>
            <a:ext cx="1257300" cy="1165225"/>
          </a:xfrm>
        </p:spPr>
        <p:txBody>
          <a:bodyPr wrap="square">
            <a:noAutofit/>
          </a:bodyPr>
          <a:lstStyle/>
          <a:p>
            <a:r>
              <a:rPr sz="1800" b="1" i="0"/>
              <a:t>LA TUMBA LE ENCERRÓ</a:t>
            </a:r>
          </a:p>
        </p:txBody>
      </p:sp>
      <p:sp>
        <p:nvSpPr>
          <p:cNvPr id="12" name="Text Placeholder 11"/>
          <p:cNvSpPr>
            <a:spLocks noGrp="1"/>
          </p:cNvSpPr>
          <p:nvPr>
            <p:ph type="body" sz="quarter" idx="22"/>
          </p:nvPr>
        </p:nvSpPr>
        <p:spPr>
          <a:xfrm>
            <a:off x="91440" y="4009512"/>
            <a:ext cx="1257300" cy="365125"/>
          </a:xfrm>
        </p:spPr>
        <p:txBody>
          <a:bodyPr/>
          <a:lstStyle/>
          <a:p>
            <a:r>
              <a:t>Traducción G. P. Simmonds</a:t>
            </a:r>
          </a:p>
        </p:txBody>
      </p:sp>
      <p:sp>
        <p:nvSpPr>
          <p:cNvPr id="14" name="Text Placeholder 13"/>
          <p:cNvSpPr>
            <a:spLocks noGrp="1"/>
          </p:cNvSpPr>
          <p:nvPr>
            <p:ph type="body" sz="quarter" idx="24"/>
          </p:nvPr>
        </p:nvSpPr>
        <p:spPr>
          <a:xfrm>
            <a:off x="1668780" y="429837"/>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6" name="Text Placeholder 15"/>
          <p:cNvSpPr>
            <a:spLocks noGrp="1"/>
          </p:cNvSpPr>
          <p:nvPr>
            <p:ph type="body" sz="quarter" idx="28"/>
          </p:nvPr>
        </p:nvSpPr>
        <p:spPr>
          <a:xfrm>
            <a:off x="1668780" y="1307661"/>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8" name="Text Placeholder 17"/>
          <p:cNvSpPr>
            <a:spLocks noGrp="1"/>
          </p:cNvSpPr>
          <p:nvPr>
            <p:ph type="body" sz="quarter" idx="30"/>
          </p:nvPr>
        </p:nvSpPr>
        <p:spPr>
          <a:xfrm>
            <a:off x="1668780" y="2185485"/>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1668780" y="2624397"/>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C</a:t>
            </a:r>
          </a:p>
        </p:txBody>
      </p:sp>
      <p:sp>
        <p:nvSpPr>
          <p:cNvPr id="26" name="Content Placeholder 25"/>
          <p:cNvSpPr>
            <a:spLocks noGrp="1"/>
          </p:cNvSpPr>
          <p:nvPr>
            <p:ph sz="quarter" idx="38"/>
          </p:nvPr>
        </p:nvSpPr>
        <p:spPr>
          <a:xfrm>
            <a:off x="1751076" y="868749"/>
            <a:ext cx="201168" cy="365760"/>
          </a:xfrm>
          <a:solidFill>
            <a:srgbClr val="FFFFFF"/>
          </a:solidFill>
          <a:ln>
            <a:noFill/>
          </a:ln>
        </p:spPr>
        <p:txBody>
          <a:bodyPr/>
          <a:lstStyle/>
          <a:p>
            <a:r>
              <a:t> </a:t>
            </a:r>
          </a:p>
        </p:txBody>
      </p:sp>
      <p:sp>
        <p:nvSpPr>
          <p:cNvPr id="27" name="Content Placeholder 26"/>
          <p:cNvSpPr>
            <a:spLocks noGrp="1"/>
          </p:cNvSpPr>
          <p:nvPr>
            <p:ph sz="quarter" idx="39"/>
          </p:nvPr>
        </p:nvSpPr>
        <p:spPr>
          <a:xfrm>
            <a:off x="1751076" y="1746573"/>
            <a:ext cx="201168" cy="365760"/>
          </a:xfrm>
          <a:solidFill>
            <a:srgbClr val="FFFFFF"/>
          </a:solidFill>
          <a:ln>
            <a:noFill/>
          </a:ln>
        </p:spPr>
        <p:txBody>
          <a:bodyPr/>
          <a:lstStyle/>
          <a:p>
            <a: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0"/>
            <a:ext cx="1440180" cy="5715000"/>
          </a:xfrm>
        </p:spPr>
        <p:txBody>
          <a:bodyPr/>
          <a:lstStyle/>
          <a:p>
            <a:r>
              <a:t> </a:t>
            </a:r>
          </a:p>
        </p:txBody>
      </p:sp>
      <p:sp>
        <p:nvSpPr>
          <p:cNvPr id="4" name="Text Placeholder 3"/>
          <p:cNvSpPr>
            <a:spLocks noGrp="1"/>
          </p:cNvSpPr>
          <p:nvPr>
            <p:ph type="body" sz="quarter" idx="15"/>
          </p:nvPr>
        </p:nvSpPr>
        <p:spPr>
          <a:xfrm>
            <a:off x="114300" y="429837"/>
            <a:ext cx="914400" cy="365760"/>
          </a:xfrm>
          <a:noFill/>
        </p:spPr>
        <p:txBody>
          <a:bodyPr/>
          <a:lstStyle/>
          <a:p>
            <a:r>
              <a:t>408</a:t>
            </a:r>
          </a:p>
        </p:txBody>
      </p:sp>
      <p:pic>
        <p:nvPicPr>
          <p:cNvPr id="5" name="Picture Placeholder 4" descr="pftl-circle.png"/>
          <p:cNvPicPr>
            <a:picLocks noGrp="1" noChangeAspect="1"/>
          </p:cNvPicPr>
          <p:nvPr>
            <p:ph type="pic" sz="quarter" idx="14"/>
          </p:nvPr>
        </p:nvPicPr>
        <p:blipFill>
          <a:blip r:embed="rId3"/>
          <a:srcRect t="526" b="526"/>
          <a:stretch>
            <a:fillRect/>
          </a:stretch>
        </p:blipFill>
        <p:spPr>
          <a:xfrm>
            <a:off x="982980" y="429837"/>
            <a:ext cx="365760" cy="361915"/>
          </a:xfrm>
        </p:spPr>
      </p:pic>
      <p:sp>
        <p:nvSpPr>
          <p:cNvPr id="6" name="Text Placeholder 5"/>
          <p:cNvSpPr>
            <a:spLocks noGrp="1"/>
          </p:cNvSpPr>
          <p:nvPr>
            <p:ph type="body" sz="quarter" idx="16"/>
          </p:nvPr>
        </p:nvSpPr>
        <p:spPr>
          <a:xfrm>
            <a:off x="91440" y="887037"/>
            <a:ext cx="1257300" cy="1164831"/>
          </a:xfrm>
        </p:spPr>
        <p:txBody>
          <a:bodyPr/>
          <a:lstStyle/>
          <a:p>
            <a:r>
              <a:rPr b="1" dirty="0"/>
              <a:t>LOW IN THE GRAVE HE LAY</a:t>
            </a:r>
          </a:p>
        </p:txBody>
      </p:sp>
      <p:sp>
        <p:nvSpPr>
          <p:cNvPr id="7" name="Text Placeholder 6"/>
          <p:cNvSpPr>
            <a:spLocks noGrp="1"/>
          </p:cNvSpPr>
          <p:nvPr>
            <p:ph type="body" sz="quarter" idx="17"/>
          </p:nvPr>
        </p:nvSpPr>
        <p:spPr>
          <a:xfrm>
            <a:off x="91440" y="4422523"/>
            <a:ext cx="1257300" cy="365760"/>
          </a:xfrm>
        </p:spPr>
        <p:txBody>
          <a:bodyPr wrap="square" tIns="0" bIns="0">
            <a:noAutofit/>
          </a:bodyPr>
          <a:lstStyle/>
          <a:p>
            <a:r>
              <a:rPr sz="800" b="0" i="0"/>
              <a:t>© 2001 The Paperless Hymnal™</a:t>
            </a:r>
          </a:p>
        </p:txBody>
      </p:sp>
      <p:pic>
        <p:nvPicPr>
          <p:cNvPr id="9" name="Picture Placeholder 8" descr="pftl-408-09.png"/>
          <p:cNvPicPr>
            <a:picLocks noGrp="1" noChangeAspect="1"/>
          </p:cNvPicPr>
          <p:nvPr>
            <p:ph type="pic" sz="quarter" idx="10"/>
          </p:nvPr>
        </p:nvPicPr>
        <p:blipFill>
          <a:blip r:embed="rId4"/>
          <a:srcRect l="6" r="6"/>
          <a:stretch>
            <a:fillRect/>
          </a:stretch>
        </p:blipFill>
        <p:spPr>
          <a:xfrm>
            <a:off x="2171700" y="118941"/>
            <a:ext cx="6858000" cy="5477116"/>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982980" y="4831811"/>
            <a:ext cx="367371" cy="365760"/>
          </a:xfrm>
        </p:spPr>
      </p:pic>
      <p:sp>
        <p:nvSpPr>
          <p:cNvPr id="11" name="Text Placeholder 10"/>
          <p:cNvSpPr>
            <a:spLocks noGrp="1"/>
          </p:cNvSpPr>
          <p:nvPr>
            <p:ph type="body" sz="quarter" idx="21"/>
          </p:nvPr>
        </p:nvSpPr>
        <p:spPr>
          <a:xfrm>
            <a:off x="91440" y="2143308"/>
            <a:ext cx="1257300" cy="1165225"/>
          </a:xfrm>
        </p:spPr>
        <p:txBody>
          <a:bodyPr wrap="square">
            <a:noAutofit/>
          </a:bodyPr>
          <a:lstStyle/>
          <a:p>
            <a:r>
              <a:rPr sz="1800" b="1" i="0"/>
              <a:t>LA TUMBA LE ENCERRÓ</a:t>
            </a:r>
          </a:p>
        </p:txBody>
      </p:sp>
      <p:sp>
        <p:nvSpPr>
          <p:cNvPr id="12" name="Text Placeholder 11"/>
          <p:cNvSpPr>
            <a:spLocks noGrp="1"/>
          </p:cNvSpPr>
          <p:nvPr>
            <p:ph type="body" sz="quarter" idx="22"/>
          </p:nvPr>
        </p:nvSpPr>
        <p:spPr>
          <a:xfrm>
            <a:off x="91440" y="4009512"/>
            <a:ext cx="1257300" cy="365125"/>
          </a:xfrm>
        </p:spPr>
        <p:txBody>
          <a:bodyPr/>
          <a:lstStyle/>
          <a:p>
            <a:r>
              <a:t>Traducción G. P. Simmonds</a:t>
            </a:r>
          </a:p>
        </p:txBody>
      </p:sp>
      <p:sp>
        <p:nvSpPr>
          <p:cNvPr id="14" name="Text Placeholder 13"/>
          <p:cNvSpPr>
            <a:spLocks noGrp="1"/>
          </p:cNvSpPr>
          <p:nvPr>
            <p:ph type="body" sz="quarter" idx="24"/>
          </p:nvPr>
        </p:nvSpPr>
        <p:spPr>
          <a:xfrm>
            <a:off x="1668780" y="429837"/>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6" name="Text Placeholder 15"/>
          <p:cNvSpPr>
            <a:spLocks noGrp="1"/>
          </p:cNvSpPr>
          <p:nvPr>
            <p:ph type="body" sz="quarter" idx="28"/>
          </p:nvPr>
        </p:nvSpPr>
        <p:spPr>
          <a:xfrm>
            <a:off x="1668780" y="1307661"/>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8" name="Text Placeholder 17"/>
          <p:cNvSpPr>
            <a:spLocks noGrp="1"/>
          </p:cNvSpPr>
          <p:nvPr>
            <p:ph type="body" sz="quarter" idx="30"/>
          </p:nvPr>
        </p:nvSpPr>
        <p:spPr>
          <a:xfrm>
            <a:off x="1668780" y="2185485"/>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1668780" y="2624397"/>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C</a:t>
            </a:r>
          </a:p>
        </p:txBody>
      </p:sp>
      <p:sp>
        <p:nvSpPr>
          <p:cNvPr id="26" name="Content Placeholder 25"/>
          <p:cNvSpPr>
            <a:spLocks noGrp="1"/>
          </p:cNvSpPr>
          <p:nvPr>
            <p:ph sz="quarter" idx="38"/>
          </p:nvPr>
        </p:nvSpPr>
        <p:spPr>
          <a:xfrm>
            <a:off x="1751076" y="868749"/>
            <a:ext cx="201168" cy="365760"/>
          </a:xfrm>
          <a:solidFill>
            <a:srgbClr val="FFFFFF"/>
          </a:solidFill>
          <a:ln>
            <a:noFill/>
          </a:ln>
        </p:spPr>
        <p:txBody>
          <a:bodyPr/>
          <a:lstStyle/>
          <a:p>
            <a:r>
              <a:t> </a:t>
            </a:r>
          </a:p>
        </p:txBody>
      </p:sp>
      <p:sp>
        <p:nvSpPr>
          <p:cNvPr id="27" name="Content Placeholder 26"/>
          <p:cNvSpPr>
            <a:spLocks noGrp="1"/>
          </p:cNvSpPr>
          <p:nvPr>
            <p:ph sz="quarter" idx="39"/>
          </p:nvPr>
        </p:nvSpPr>
        <p:spPr>
          <a:xfrm>
            <a:off x="1751076" y="1746573"/>
            <a:ext cx="201168" cy="365760"/>
          </a:xfrm>
          <a:solidFill>
            <a:srgbClr val="FFFFFF"/>
          </a:solidFill>
          <a:ln>
            <a:noFill/>
          </a:ln>
        </p:spPr>
        <p:txBody>
          <a:bodyPr/>
          <a:lstStyle/>
          <a:p>
            <a:r>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jpg"/>
          <p:cNvPicPr>
            <a:picLocks noGrp="1" noChangeAspect="1"/>
          </p:cNvPicPr>
          <p:nvPr>
            <p:ph type="pic" sz="quarter" idx="10"/>
          </p:nvPr>
        </p:nvPicPr>
        <p:blipFill>
          <a:blip r:embed="rId2"/>
          <a:srcRect/>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sp>
        <p:nvSpPr>
          <p:cNvPr id="4" name="Content Placeholder 3"/>
          <p:cNvSpPr>
            <a:spLocks noGrp="1"/>
          </p:cNvSpPr>
          <p:nvPr>
            <p:ph sz="quarter" idx="18"/>
          </p:nvPr>
        </p:nvSpPr>
        <p:spPr/>
        <p:txBody>
          <a:bodyPr/>
          <a:lstStyle/>
          <a:p>
            <a:r>
              <a:t> </a:t>
            </a:r>
          </a:p>
        </p:txBody>
      </p:sp>
      <p:sp>
        <p:nvSpPr>
          <p:cNvPr id="5" name="Text Placeholder 4"/>
          <p:cNvSpPr>
            <a:spLocks noGrp="1"/>
          </p:cNvSpPr>
          <p:nvPr>
            <p:ph type="body" sz="quarter" idx="12"/>
          </p:nvPr>
        </p:nvSpPr>
        <p:spPr>
          <a:xfrm>
            <a:off x="4206240" y="617220"/>
            <a:ext cx="2286000" cy="914400"/>
          </a:xfrm>
        </p:spPr>
        <p:txBody>
          <a:bodyPr wrap="square">
            <a:noAutofit/>
          </a:bodyPr>
          <a:lstStyle/>
          <a:p>
            <a:r>
              <a:rPr sz="6000" b="1" i="0">
                <a:latin typeface="Avenir Next LT Pro"/>
              </a:rPr>
              <a:t>67</a:t>
            </a:r>
          </a:p>
        </p:txBody>
      </p:sp>
      <p:sp>
        <p:nvSpPr>
          <p:cNvPr id="6" name="Text Placeholder 5"/>
          <p:cNvSpPr>
            <a:spLocks noGrp="1"/>
          </p:cNvSpPr>
          <p:nvPr>
            <p:ph type="body" sz="quarter" idx="13"/>
          </p:nvPr>
        </p:nvSpPr>
        <p:spPr>
          <a:xfrm>
            <a:off x="3429000" y="1531620"/>
            <a:ext cx="3840480" cy="1645920"/>
          </a:xfrm>
        </p:spPr>
        <p:txBody>
          <a:bodyPr wrap="square">
            <a:noAutofit/>
          </a:bodyPr>
          <a:lstStyle/>
          <a:p>
            <a:r>
              <a:rPr sz="3900" b="1" i="0">
                <a:latin typeface="Avenir Next LT Pro"/>
              </a:rPr>
              <a:t>BRING CHRIST YOUR BROKEN LIFE</a:t>
            </a:r>
          </a:p>
        </p:txBody>
      </p:sp>
      <p:sp>
        <p:nvSpPr>
          <p:cNvPr id="7" name="Text Placeholder 6"/>
          <p:cNvSpPr>
            <a:spLocks noGrp="1"/>
          </p:cNvSpPr>
          <p:nvPr>
            <p:ph type="body" sz="quarter" idx="15"/>
          </p:nvPr>
        </p:nvSpPr>
        <p:spPr>
          <a:xfrm>
            <a:off x="3749039" y="3954780"/>
            <a:ext cx="3200400" cy="640080"/>
          </a:xfrm>
        </p:spPr>
        <p:txBody>
          <a:bodyPr wrap="square">
            <a:noAutofit/>
          </a:bodyPr>
          <a:lstStyle/>
          <a:p>
            <a:r>
              <a:rPr sz="1900" b="0" i="0">
                <a:latin typeface="Avenir Next LT Pro"/>
              </a:rPr>
              <a:t>“SINGING...TO THE LORD”
COLOSSIANS 3:16</a:t>
            </a:r>
          </a:p>
        </p:txBody>
      </p:sp>
      <p:sp>
        <p:nvSpPr>
          <p:cNvPr id="8" name="Text Placeholder 7"/>
          <p:cNvSpPr>
            <a:spLocks noGrp="1"/>
          </p:cNvSpPr>
          <p:nvPr>
            <p:ph type="body" sz="quarter" idx="16"/>
          </p:nvPr>
        </p:nvSpPr>
        <p:spPr/>
        <p:txBody>
          <a:bodyPr wrap="square">
            <a:noAutofit/>
          </a:bodyPr>
          <a:lstStyle/>
          <a:p>
            <a:r>
              <a:rPr sz="1000" b="0" i="0">
                <a:latin typeface="Avenir Next LT Pro"/>
              </a:rPr>
              <a:t>Words: Thomas O. Chisholm / Music: Lloyd O. Sanderson
Copyright © 1935, Renewed 1963 by L. O. Sanderson, Leon B. Sanderson, Owner.
All rights reserved. Used by permission.</a:t>
            </a:r>
          </a:p>
        </p:txBody>
      </p:sp>
      <p:pic>
        <p:nvPicPr>
          <p:cNvPr id="10" name="Picture Placeholder 9" descr="eh20-eng-432.png"/>
          <p:cNvPicPr>
            <a:picLocks noGrp="1" noChangeAspect="1"/>
          </p:cNvPicPr>
          <p:nvPr>
            <p:ph type="pic" sz="quarter" idx="19"/>
          </p:nvPr>
        </p:nvPicPr>
        <p:blipFill>
          <a:blip r:embed="rId3"/>
          <a:srcRect t="459" b="459"/>
          <a:stretch>
            <a:fillRect/>
          </a:stretch>
        </p:blipFill>
        <p:spPr>
          <a:xfrm>
            <a:off x="1668537" y="5029200"/>
            <a:ext cx="1828800" cy="457200"/>
          </a:xfrm>
        </p:spPr>
      </p:pic>
      <p:sp>
        <p:nvSpPr>
          <p:cNvPr id="11" name="Text Placeholder 10"/>
          <p:cNvSpPr>
            <a:spLocks noGrp="1"/>
          </p:cNvSpPr>
          <p:nvPr>
            <p:ph type="body" sz="quarter" idx="36"/>
          </p:nvPr>
        </p:nvSpPr>
        <p:spPr>
          <a:xfrm>
            <a:off x="1106424" y="3947922"/>
            <a:ext cx="411479" cy="274320"/>
          </a:xfrm>
        </p:spPr>
        <p:txBody>
          <a:bodyPr/>
          <a:lstStyle/>
          <a:p>
            <a:r>
              <a:t> </a:t>
            </a:r>
          </a:p>
        </p:txBody>
      </p:sp>
      <p:sp>
        <p:nvSpPr>
          <p:cNvPr id="12" name="Text Placeholder 11"/>
          <p:cNvSpPr>
            <a:spLocks noGrp="1"/>
          </p:cNvSpPr>
          <p:nvPr>
            <p:ph type="body" sz="quarter" idx="21"/>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Collection</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600" b="0">
                <a:latin typeface="Avenir Next LT Pro"/>
              </a:rPr>
              <a:t>Prayer</a:t>
            </a:r>
          </a:p>
        </p:txBody>
      </p:sp>
      <p:sp>
        <p:nvSpPr>
          <p:cNvPr id="13" name="Text Placeholder 12"/>
          <p:cNvSpPr>
            <a:spLocks noGrp="1"/>
          </p:cNvSpPr>
          <p:nvPr>
            <p:ph type="body" sz="quarter" idx="38"/>
          </p:nvPr>
        </p:nvSpPr>
        <p:spPr>
          <a:xfrm>
            <a:off x="6766560" y="228600"/>
            <a:ext cx="2743200" cy="402336"/>
          </a:xfrm>
        </p:spPr>
        <p:txBody>
          <a:bodyPr wrap="square">
            <a:noAutofit/>
          </a:bodyPr>
          <a:lstStyle/>
          <a:p>
            <a:pPr algn="l"/>
            <a:r>
              <a:rPr sz="1800" b="0" i="0">
                <a:latin typeface="Avenir Next LT Pro"/>
              </a:rPr>
              <a:t>INVITATION SONG</a:t>
            </a:r>
          </a:p>
        </p:txBody>
      </p:sp>
      <p:sp>
        <p:nvSpPr>
          <p:cNvPr id="16" name="Text Placeholder 15"/>
          <p:cNvSpPr>
            <a:spLocks noGrp="1"/>
          </p:cNvSpPr>
          <p:nvPr>
            <p:ph type="body" sz="quarter" idx="26"/>
          </p:nvPr>
        </p:nvSpPr>
        <p:spPr>
          <a:xfrm>
            <a:off x="4206240" y="617220"/>
            <a:ext cx="2286000" cy="914400"/>
          </a:xfrm>
        </p:spPr>
        <p:txBody>
          <a:bodyPr wrap="square">
            <a:noAutofit/>
          </a:bodyPr>
          <a:lstStyle/>
          <a:p>
            <a:r>
              <a:rPr sz="6000" b="1" i="0">
                <a:latin typeface="Avenir Next LT Pro"/>
              </a:rPr>
              <a:t>67</a:t>
            </a:r>
          </a:p>
        </p:txBody>
      </p:sp>
      <p:sp>
        <p:nvSpPr>
          <p:cNvPr id="17" name="Text Placeholder 16"/>
          <p:cNvSpPr>
            <a:spLocks noGrp="1"/>
          </p:cNvSpPr>
          <p:nvPr>
            <p:ph type="body" sz="quarter" idx="27"/>
          </p:nvPr>
        </p:nvSpPr>
        <p:spPr>
          <a:xfrm>
            <a:off x="3429000" y="1481328"/>
            <a:ext cx="3840480" cy="1645920"/>
          </a:xfrm>
        </p:spPr>
        <p:txBody>
          <a:bodyPr wrap="square">
            <a:noAutofit/>
          </a:bodyPr>
          <a:lstStyle/>
          <a:p>
            <a:r>
              <a:rPr sz="5600" b="1" i="0">
                <a:latin typeface="Alegreya Sans ExtraBold"/>
              </a:rPr>
              <a:t>TU VIDA ROTA TRAE</a:t>
            </a:r>
          </a:p>
        </p:txBody>
      </p:sp>
      <p:sp>
        <p:nvSpPr>
          <p:cNvPr id="18" name="Text Placeholder 17"/>
          <p:cNvSpPr>
            <a:spLocks noGrp="1"/>
          </p:cNvSpPr>
          <p:nvPr>
            <p:ph type="body" sz="quarter" idx="28"/>
          </p:nvPr>
        </p:nvSpPr>
        <p:spPr>
          <a:xfrm>
            <a:off x="3749039" y="3913632"/>
            <a:ext cx="3200400" cy="822960"/>
          </a:xfrm>
        </p:spPr>
        <p:txBody>
          <a:bodyPr wrap="square">
            <a:noAutofit/>
          </a:bodyPr>
          <a:lstStyle/>
          <a:p>
            <a:r>
              <a:rPr sz="2200" b="0" i="0">
                <a:latin typeface="Alegreya Sans Medium"/>
              </a:rPr>
              <a:t>“CANTANDO...AL SEÑOR”
COLOSENSES 3:16</a:t>
            </a:r>
          </a:p>
        </p:txBody>
      </p:sp>
      <p:sp>
        <p:nvSpPr>
          <p:cNvPr id="19" name="Text Placeholder 18"/>
          <p:cNvSpPr>
            <a:spLocks noGrp="1"/>
          </p:cNvSpPr>
          <p:nvPr>
            <p:ph type="body" sz="quarter" idx="29"/>
          </p:nvPr>
        </p:nvSpPr>
        <p:spPr/>
        <p:txBody>
          <a:bodyPr wrap="square">
            <a:noAutofit/>
          </a:bodyPr>
          <a:lstStyle/>
          <a:p>
            <a:r>
              <a:rPr sz="1000" b="0" i="0">
                <a:latin typeface="Alegreya Sans Medium"/>
              </a:rPr>
              <a:t>Palabras: Thomas O. Chisholm / Música: Lloyd O. Sanderson
Los Derechos De Autor © 1935, Renovado 1963 por L. O. Sanderson, Leon B. Sanderson, Dueño.
Todos Los Derechos Reservados.Utilizado Por Permiso.</a:t>
            </a:r>
          </a:p>
        </p:txBody>
      </p:sp>
      <p:pic>
        <p:nvPicPr>
          <p:cNvPr id="21" name="Picture Placeholder 20" descr="eh20-esp-600.png"/>
          <p:cNvPicPr>
            <a:picLocks noGrp="1" noChangeAspect="1"/>
          </p:cNvPicPr>
          <p:nvPr>
            <p:ph type="pic" sz="quarter" idx="31"/>
          </p:nvPr>
        </p:nvPicPr>
        <p:blipFill>
          <a:blip r:embed="rId4"/>
          <a:srcRect t="331" b="331"/>
          <a:stretch>
            <a:fillRect/>
          </a:stretch>
        </p:blipFill>
        <p:spPr>
          <a:xfrm>
            <a:off x="1668537" y="5028697"/>
            <a:ext cx="1828800" cy="457200"/>
          </a:xfrm>
        </p:spPr>
      </p:pic>
      <p:sp>
        <p:nvSpPr>
          <p:cNvPr id="22" name="Text Placeholder 21"/>
          <p:cNvSpPr>
            <a:spLocks noGrp="1"/>
          </p:cNvSpPr>
          <p:nvPr>
            <p:ph type="body" sz="quarter" idx="37"/>
          </p:nvPr>
        </p:nvSpPr>
        <p:spPr>
          <a:xfrm>
            <a:off x="1106424" y="3947922"/>
            <a:ext cx="411479" cy="274320"/>
          </a:xfrm>
        </p:spPr>
        <p:txBody>
          <a:bodyPr/>
          <a:lstStyle/>
          <a:p>
            <a:r>
              <a:t> </a:t>
            </a:r>
          </a:p>
        </p:txBody>
      </p:sp>
      <p:sp>
        <p:nvSpPr>
          <p:cNvPr id="23" name="Text Placeholder 22"/>
          <p:cNvSpPr>
            <a:spLocks noGrp="1"/>
          </p:cNvSpPr>
          <p:nvPr>
            <p:ph type="body" sz="quarter" idx="33"/>
          </p:nvPr>
        </p:nvSpPr>
        <p:spPr/>
        <p:txBody>
          <a:bodyPr/>
          <a:lstStyle/>
          <a:p>
            <a:pPr>
              <a:lnSpc>
                <a:spcPts val="1800"/>
              </a:lnSpc>
              <a:spcBef>
                <a:spcPts val="0"/>
              </a:spcBef>
              <a:spcAft>
                <a:spcPts val="900"/>
              </a:spcAft>
            </a:pPr>
            <a:r>
              <a:rPr sz="1800" b="0">
                <a:latin typeface="Alegreya Sans Medium"/>
              </a:rPr>
              <a:t>Bienvenida</a:t>
            </a:r>
          </a:p>
          <a:p>
            <a:pPr>
              <a:lnSpc>
                <a:spcPts val="1800"/>
              </a:lnSpc>
              <a:spcBef>
                <a:spcPts val="0"/>
              </a:spcBef>
              <a:spcAft>
                <a:spcPts val="900"/>
              </a:spcAft>
            </a:pPr>
            <a:r>
              <a:rPr sz="1800" b="0">
                <a:latin typeface="Alegreya Sans Medium"/>
              </a:rPr>
              <a:t>Ofrenda</a:t>
            </a:r>
          </a:p>
          <a:p>
            <a:pPr>
              <a:lnSpc>
                <a:spcPts val="1800"/>
              </a:lnSpc>
              <a:spcBef>
                <a:spcPts val="0"/>
              </a:spcBef>
              <a:spcAft>
                <a:spcPts val="900"/>
              </a:spcAft>
            </a:pPr>
            <a:r>
              <a:rPr sz="1800" b="0">
                <a:latin typeface="Alegreya Sans Medium"/>
              </a:rPr>
              <a:t>Lectura</a:t>
            </a:r>
          </a:p>
          <a:p>
            <a:pPr>
              <a:lnSpc>
                <a:spcPts val="1800"/>
              </a:lnSpc>
              <a:spcBef>
                <a:spcPts val="0"/>
              </a:spcBef>
              <a:spcAft>
                <a:spcPts val="900"/>
              </a:spcAft>
            </a:pPr>
            <a:r>
              <a:rPr sz="1800" b="0">
                <a:latin typeface="Alegreya Sans Medium"/>
              </a:rPr>
              <a:t>Oración</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800" b="0">
                <a:latin typeface="Alegreya Sans Medium"/>
              </a:rPr>
              <a:t>Cena del Señor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800" b="0">
                <a:latin typeface="Alegreya Sans Medium"/>
              </a:rPr>
              <a:t>Sermón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800" b="0">
                <a:latin typeface="Alegreya Sans Medium"/>
              </a:rPr>
              <a:t>Oración</a:t>
            </a:r>
          </a:p>
        </p:txBody>
      </p:sp>
      <p:sp>
        <p:nvSpPr>
          <p:cNvPr id="24" name="Text Placeholder 23"/>
          <p:cNvSpPr>
            <a:spLocks noGrp="1"/>
          </p:cNvSpPr>
          <p:nvPr>
            <p:ph type="body" sz="quarter" idx="39"/>
          </p:nvPr>
        </p:nvSpPr>
        <p:spPr>
          <a:xfrm>
            <a:off x="6766560" y="228600"/>
            <a:ext cx="2743200" cy="402336"/>
          </a:xfrm>
        </p:spPr>
        <p:txBody>
          <a:bodyPr wrap="square">
            <a:noAutofit/>
          </a:bodyPr>
          <a:lstStyle/>
          <a:p>
            <a:pPr algn="l"/>
            <a:r>
              <a:rPr sz="1800" b="0" i="0">
                <a:latin typeface="Alegreya Sans Medium"/>
              </a:rPr>
              <a:t>HIMNO DE INVITACIÓN</a:t>
            </a:r>
          </a:p>
        </p:txBody>
      </p:sp>
      <p:pic>
        <p:nvPicPr>
          <p:cNvPr id="25" name="Picture 24" descr="eh-xcircle-white.png"/>
          <p:cNvPicPr>
            <a:picLocks noChangeAspect="1"/>
          </p:cNvPicPr>
          <p:nvPr/>
        </p:nvPicPr>
        <p:blipFill>
          <a:blip r:embed="rId5"/>
          <a:stretch>
            <a:fillRect/>
          </a:stretch>
        </p:blipFill>
        <p:spPr>
          <a:xfrm>
            <a:off x="658368" y="3218688"/>
            <a:ext cx="365760" cy="365760"/>
          </a:xfrm>
          <a:prstGeom prst="rect">
            <a:avLst/>
          </a:prstGeom>
        </p:spPr>
      </p:pic>
      <p:sp>
        <p:nvSpPr>
          <p:cNvPr id="26" name="Oval 25"/>
          <p:cNvSpPr/>
          <p:nvPr/>
        </p:nvSpPr>
        <p:spPr>
          <a:xfrm>
            <a:off x="4562856"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1</a:t>
            </a:r>
          </a:p>
        </p:txBody>
      </p:sp>
      <p:sp>
        <p:nvSpPr>
          <p:cNvPr id="27" name="Oval 26"/>
          <p:cNvSpPr/>
          <p:nvPr/>
        </p:nvSpPr>
        <p:spPr>
          <a:xfrm>
            <a:off x="4965192"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2</a:t>
            </a:r>
          </a:p>
        </p:txBody>
      </p:sp>
      <p:sp>
        <p:nvSpPr>
          <p:cNvPr id="28" name="Oval 27"/>
          <p:cNvSpPr/>
          <p:nvPr/>
        </p:nvSpPr>
        <p:spPr>
          <a:xfrm>
            <a:off x="5367528" y="3406140"/>
            <a:ext cx="365760" cy="365760"/>
          </a:xfrm>
          <a:prstGeom prst="ellipse">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3</a:t>
            </a:r>
          </a:p>
        </p:txBody>
      </p:sp>
      <p:sp>
        <p:nvSpPr>
          <p:cNvPr id="29" name="Oval 28"/>
          <p:cNvSpPr/>
          <p:nvPr/>
        </p:nvSpPr>
        <p:spPr>
          <a:xfrm>
            <a:off x="5769864"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4</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jpg"/>
          <p:cNvPicPr>
            <a:picLocks noGrp="1" noChangeAspect="1"/>
          </p:cNvPicPr>
          <p:nvPr>
            <p:ph type="pic" sz="quarter" idx="10"/>
          </p:nvPr>
        </p:nvPicPr>
        <p:blipFill>
          <a:blip r:embed="rId2"/>
          <a:srcRect/>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sp>
        <p:nvSpPr>
          <p:cNvPr id="4" name="Content Placeholder 3"/>
          <p:cNvSpPr>
            <a:spLocks noGrp="1"/>
          </p:cNvSpPr>
          <p:nvPr>
            <p:ph sz="quarter" idx="18"/>
          </p:nvPr>
        </p:nvSpPr>
        <p:spPr/>
        <p:txBody>
          <a:bodyPr/>
          <a:lstStyle/>
          <a:p>
            <a:r>
              <a:t> </a:t>
            </a:r>
          </a:p>
        </p:txBody>
      </p:sp>
      <p:sp>
        <p:nvSpPr>
          <p:cNvPr id="5" name="Text Placeholder 4"/>
          <p:cNvSpPr>
            <a:spLocks noGrp="1"/>
          </p:cNvSpPr>
          <p:nvPr>
            <p:ph type="body" sz="quarter" idx="12"/>
          </p:nvPr>
        </p:nvSpPr>
        <p:spPr>
          <a:xfrm>
            <a:off x="4206240" y="617220"/>
            <a:ext cx="2286000" cy="914400"/>
          </a:xfrm>
        </p:spPr>
        <p:txBody>
          <a:bodyPr wrap="square">
            <a:noAutofit/>
          </a:bodyPr>
          <a:lstStyle/>
          <a:p>
            <a:r>
              <a:rPr sz="6000" b="1" i="0">
                <a:latin typeface="Avenir Next LT Pro"/>
              </a:rPr>
              <a:t>202</a:t>
            </a:r>
          </a:p>
        </p:txBody>
      </p:sp>
      <p:sp>
        <p:nvSpPr>
          <p:cNvPr id="6" name="Text Placeholder 5"/>
          <p:cNvSpPr>
            <a:spLocks noGrp="1"/>
          </p:cNvSpPr>
          <p:nvPr>
            <p:ph type="body" sz="quarter" idx="13"/>
          </p:nvPr>
        </p:nvSpPr>
        <p:spPr>
          <a:xfrm>
            <a:off x="3429000" y="1531620"/>
            <a:ext cx="3840480" cy="1645920"/>
          </a:xfrm>
        </p:spPr>
        <p:txBody>
          <a:bodyPr wrap="square">
            <a:noAutofit/>
          </a:bodyPr>
          <a:lstStyle/>
          <a:p>
            <a:r>
              <a:rPr sz="4800" b="1" i="0">
                <a:latin typeface="Avenir Next LT Pro"/>
              </a:rPr>
              <a:t>GOODNESS OF GOD</a:t>
            </a:r>
          </a:p>
        </p:txBody>
      </p:sp>
      <p:sp>
        <p:nvSpPr>
          <p:cNvPr id="7" name="Text Placeholder 6"/>
          <p:cNvSpPr>
            <a:spLocks noGrp="1"/>
          </p:cNvSpPr>
          <p:nvPr>
            <p:ph type="body" sz="quarter" idx="15"/>
          </p:nvPr>
        </p:nvSpPr>
        <p:spPr>
          <a:xfrm>
            <a:off x="3749039" y="3954780"/>
            <a:ext cx="3200400" cy="640080"/>
          </a:xfrm>
        </p:spPr>
        <p:txBody>
          <a:bodyPr wrap="square">
            <a:noAutofit/>
          </a:bodyPr>
          <a:lstStyle/>
          <a:p>
            <a:r>
              <a:rPr sz="1900" b="0" i="0">
                <a:latin typeface="Avenir Next LT Pro"/>
              </a:rPr>
              <a:t>“SINGING...TO THE LORD”
COLOSSIANS 3:16</a:t>
            </a:r>
          </a:p>
        </p:txBody>
      </p:sp>
      <p:sp>
        <p:nvSpPr>
          <p:cNvPr id="8" name="Text Placeholder 7"/>
          <p:cNvSpPr>
            <a:spLocks noGrp="1"/>
          </p:cNvSpPr>
          <p:nvPr>
            <p:ph type="body" sz="quarter" idx="16"/>
          </p:nvPr>
        </p:nvSpPr>
        <p:spPr/>
        <p:txBody>
          <a:bodyPr wrap="square">
            <a:noAutofit/>
          </a:bodyPr>
          <a:lstStyle/>
          <a:p>
            <a:r>
              <a:rPr sz="800" b="0" i="0">
                <a:latin typeface="Avenir Next LT Pro"/>
              </a:rPr>
              <a:t>Words and Music by: Jenn Johnson, Ed Cash, Jason Ingram, Ben Fielding, Brian Johnson
Arr. Mark Simons, Shane Coffman, Aneva Peirce
© Copyright 2019 Fellowship Music. (Admin. by Capitol CMG Publishing.)
All Rights Reserved. Used by Permission.</a:t>
            </a:r>
          </a:p>
        </p:txBody>
      </p:sp>
      <p:pic>
        <p:nvPicPr>
          <p:cNvPr id="10" name="Picture Placeholder 9" descr="eh20-eng-432.png"/>
          <p:cNvPicPr>
            <a:picLocks noGrp="1" noChangeAspect="1"/>
          </p:cNvPicPr>
          <p:nvPr>
            <p:ph type="pic" sz="quarter" idx="19"/>
          </p:nvPr>
        </p:nvPicPr>
        <p:blipFill>
          <a:blip r:embed="rId3"/>
          <a:srcRect t="459" b="459"/>
          <a:stretch>
            <a:fillRect/>
          </a:stretch>
        </p:blipFill>
        <p:spPr>
          <a:xfrm>
            <a:off x="1668537" y="5029200"/>
            <a:ext cx="1828800" cy="457200"/>
          </a:xfrm>
        </p:spPr>
      </p:pic>
      <p:sp>
        <p:nvSpPr>
          <p:cNvPr id="11" name="Text Placeholder 10"/>
          <p:cNvSpPr>
            <a:spLocks noGrp="1"/>
          </p:cNvSpPr>
          <p:nvPr>
            <p:ph type="body" sz="quarter" idx="36"/>
          </p:nvPr>
        </p:nvSpPr>
        <p:spPr>
          <a:xfrm>
            <a:off x="694944" y="3262122"/>
            <a:ext cx="822960" cy="274320"/>
          </a:xfrm>
        </p:spPr>
        <p:txBody>
          <a:bodyPr/>
          <a:lstStyle/>
          <a:p>
            <a:r>
              <a:t> </a:t>
            </a:r>
          </a:p>
        </p:txBody>
      </p:sp>
      <p:sp>
        <p:nvSpPr>
          <p:cNvPr id="12" name="Text Placeholder 11"/>
          <p:cNvSpPr>
            <a:spLocks noGrp="1"/>
          </p:cNvSpPr>
          <p:nvPr>
            <p:ph type="body" sz="quarter" idx="21"/>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Collection</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600" b="0">
                <a:latin typeface="Avenir Next LT Pro"/>
              </a:rPr>
              <a:t>Prayer</a:t>
            </a:r>
          </a:p>
        </p:txBody>
      </p:sp>
      <p:sp>
        <p:nvSpPr>
          <p:cNvPr id="16" name="Text Placeholder 15"/>
          <p:cNvSpPr>
            <a:spLocks noGrp="1"/>
          </p:cNvSpPr>
          <p:nvPr>
            <p:ph type="body" sz="quarter" idx="26"/>
          </p:nvPr>
        </p:nvSpPr>
        <p:spPr>
          <a:xfrm>
            <a:off x="4206240" y="617220"/>
            <a:ext cx="2286000" cy="914400"/>
          </a:xfrm>
        </p:spPr>
        <p:txBody>
          <a:bodyPr wrap="square">
            <a:noAutofit/>
          </a:bodyPr>
          <a:lstStyle/>
          <a:p>
            <a:r>
              <a:rPr sz="6000" b="1" i="0">
                <a:latin typeface="Avenir Next LT Pro"/>
              </a:rPr>
              <a:t>202</a:t>
            </a:r>
          </a:p>
        </p:txBody>
      </p:sp>
      <p:sp>
        <p:nvSpPr>
          <p:cNvPr id="17" name="Text Placeholder 16"/>
          <p:cNvSpPr>
            <a:spLocks noGrp="1"/>
          </p:cNvSpPr>
          <p:nvPr>
            <p:ph type="body" sz="quarter" idx="27"/>
          </p:nvPr>
        </p:nvSpPr>
        <p:spPr>
          <a:xfrm>
            <a:off x="3429000" y="1481328"/>
            <a:ext cx="3840480" cy="1645920"/>
          </a:xfrm>
        </p:spPr>
        <p:txBody>
          <a:bodyPr wrap="square">
            <a:noAutofit/>
          </a:bodyPr>
          <a:lstStyle/>
          <a:p>
            <a:r>
              <a:rPr sz="5600" b="1" i="0">
                <a:latin typeface="Alegreya Sans ExtraBold"/>
              </a:rPr>
              <a:t>LA BONDAD DE DIOS</a:t>
            </a:r>
          </a:p>
        </p:txBody>
      </p:sp>
      <p:sp>
        <p:nvSpPr>
          <p:cNvPr id="18" name="Text Placeholder 17"/>
          <p:cNvSpPr>
            <a:spLocks noGrp="1"/>
          </p:cNvSpPr>
          <p:nvPr>
            <p:ph type="body" sz="quarter" idx="28"/>
          </p:nvPr>
        </p:nvSpPr>
        <p:spPr>
          <a:xfrm>
            <a:off x="3749039" y="3913632"/>
            <a:ext cx="3200400" cy="822960"/>
          </a:xfrm>
        </p:spPr>
        <p:txBody>
          <a:bodyPr wrap="square">
            <a:noAutofit/>
          </a:bodyPr>
          <a:lstStyle/>
          <a:p>
            <a:r>
              <a:rPr sz="2200" b="0" i="0">
                <a:latin typeface="Alegreya Sans Medium"/>
              </a:rPr>
              <a:t>“CANTANDO...AL SEÑOR”
COLOSENSES 3:16</a:t>
            </a:r>
          </a:p>
        </p:txBody>
      </p:sp>
      <p:sp>
        <p:nvSpPr>
          <p:cNvPr id="19" name="Text Placeholder 18"/>
          <p:cNvSpPr>
            <a:spLocks noGrp="1"/>
          </p:cNvSpPr>
          <p:nvPr>
            <p:ph type="body" sz="quarter" idx="29"/>
          </p:nvPr>
        </p:nvSpPr>
        <p:spPr/>
        <p:txBody>
          <a:bodyPr wrap="square">
            <a:noAutofit/>
          </a:bodyPr>
          <a:lstStyle/>
          <a:p>
            <a:r>
              <a:rPr sz="800" b="0" i="0">
                <a:latin typeface="Alegreya Sans Medium"/>
              </a:rPr>
              <a:t>Letra y música: Jenn Johnson, Ed Cash, Jason Ingram, Ben Fielding, Brian Johnson
Arr. Mark Simons, Shane Coffman, Aneva Peirce
© Derechos del autor 2019 Fellowship Music. (Admin. por Capitol CMG Publishing.)
Todos los derechos reservados. Usado con permiso. </a:t>
            </a:r>
          </a:p>
        </p:txBody>
      </p:sp>
      <p:pic>
        <p:nvPicPr>
          <p:cNvPr id="21" name="Picture Placeholder 20" descr="eh20-esp-600.png"/>
          <p:cNvPicPr>
            <a:picLocks noGrp="1" noChangeAspect="1"/>
          </p:cNvPicPr>
          <p:nvPr>
            <p:ph type="pic" sz="quarter" idx="31"/>
          </p:nvPr>
        </p:nvPicPr>
        <p:blipFill>
          <a:blip r:embed="rId4"/>
          <a:srcRect t="331" b="331"/>
          <a:stretch>
            <a:fillRect/>
          </a:stretch>
        </p:blipFill>
        <p:spPr>
          <a:xfrm>
            <a:off x="1668537" y="5028697"/>
            <a:ext cx="1828800" cy="457200"/>
          </a:xfrm>
        </p:spPr>
      </p:pic>
      <p:sp>
        <p:nvSpPr>
          <p:cNvPr id="22" name="Text Placeholder 21"/>
          <p:cNvSpPr>
            <a:spLocks noGrp="1"/>
          </p:cNvSpPr>
          <p:nvPr>
            <p:ph type="body" sz="quarter" idx="37"/>
          </p:nvPr>
        </p:nvSpPr>
        <p:spPr>
          <a:xfrm>
            <a:off x="694944" y="3262122"/>
            <a:ext cx="822960" cy="274320"/>
          </a:xfrm>
        </p:spPr>
        <p:txBody>
          <a:bodyPr/>
          <a:lstStyle/>
          <a:p>
            <a:r>
              <a:t> </a:t>
            </a:r>
          </a:p>
        </p:txBody>
      </p:sp>
      <p:sp>
        <p:nvSpPr>
          <p:cNvPr id="23" name="Text Placeholder 22"/>
          <p:cNvSpPr>
            <a:spLocks noGrp="1"/>
          </p:cNvSpPr>
          <p:nvPr>
            <p:ph type="body" sz="quarter" idx="33"/>
          </p:nvPr>
        </p:nvSpPr>
        <p:spPr/>
        <p:txBody>
          <a:bodyPr/>
          <a:lstStyle/>
          <a:p>
            <a:pPr>
              <a:lnSpc>
                <a:spcPts val="1800"/>
              </a:lnSpc>
              <a:spcBef>
                <a:spcPts val="0"/>
              </a:spcBef>
              <a:spcAft>
                <a:spcPts val="900"/>
              </a:spcAft>
            </a:pPr>
            <a:r>
              <a:rPr sz="1800" b="0">
                <a:latin typeface="Alegreya Sans Medium"/>
              </a:rPr>
              <a:t>Bienvenida</a:t>
            </a:r>
          </a:p>
          <a:p>
            <a:pPr>
              <a:lnSpc>
                <a:spcPts val="1800"/>
              </a:lnSpc>
              <a:spcBef>
                <a:spcPts val="0"/>
              </a:spcBef>
              <a:spcAft>
                <a:spcPts val="900"/>
              </a:spcAft>
            </a:pPr>
            <a:r>
              <a:rPr sz="1800" b="0">
                <a:latin typeface="Alegreya Sans Medium"/>
              </a:rPr>
              <a:t>Ofrenda</a:t>
            </a:r>
          </a:p>
          <a:p>
            <a:pPr>
              <a:lnSpc>
                <a:spcPts val="1800"/>
              </a:lnSpc>
              <a:spcBef>
                <a:spcPts val="0"/>
              </a:spcBef>
              <a:spcAft>
                <a:spcPts val="900"/>
              </a:spcAft>
            </a:pPr>
            <a:r>
              <a:rPr sz="1800" b="0">
                <a:latin typeface="Alegreya Sans Medium"/>
              </a:rPr>
              <a:t>Lectura</a:t>
            </a:r>
          </a:p>
          <a:p>
            <a:pPr>
              <a:lnSpc>
                <a:spcPts val="1800"/>
              </a:lnSpc>
              <a:spcBef>
                <a:spcPts val="0"/>
              </a:spcBef>
              <a:spcAft>
                <a:spcPts val="900"/>
              </a:spcAft>
            </a:pPr>
            <a:r>
              <a:rPr sz="1800" b="0">
                <a:latin typeface="Alegreya Sans Medium"/>
              </a:rPr>
              <a:t>Oración</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800" b="0">
                <a:latin typeface="Alegreya Sans Medium"/>
              </a:rPr>
              <a:t>Cena del Señor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800" b="0">
                <a:latin typeface="Alegreya Sans Medium"/>
              </a:rPr>
              <a:t>Sermón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800" b="0">
                <a:latin typeface="Alegreya Sans Medium"/>
              </a:rPr>
              <a:t>Oración</a:t>
            </a:r>
          </a:p>
        </p:txBody>
      </p:sp>
      <p:pic>
        <p:nvPicPr>
          <p:cNvPr id="24" name="Picture 23" descr="eh-xcircle-white.png"/>
          <p:cNvPicPr>
            <a:picLocks noChangeAspect="1"/>
          </p:cNvPicPr>
          <p:nvPr/>
        </p:nvPicPr>
        <p:blipFill>
          <a:blip r:embed="rId5"/>
          <a:stretch>
            <a:fillRect/>
          </a:stretch>
        </p:blipFill>
        <p:spPr>
          <a:xfrm>
            <a:off x="658368" y="3218688"/>
            <a:ext cx="365760" cy="365760"/>
          </a:xfrm>
          <a:prstGeom prst="rect">
            <a:avLst/>
          </a:prstGeom>
        </p:spPr>
      </p:pic>
      <p:sp>
        <p:nvSpPr>
          <p:cNvPr id="25" name="Oval 24"/>
          <p:cNvSpPr/>
          <p:nvPr/>
        </p:nvSpPr>
        <p:spPr>
          <a:xfrm>
            <a:off x="4965192"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1</a:t>
            </a:r>
          </a:p>
        </p:txBody>
      </p:sp>
      <p:sp>
        <p:nvSpPr>
          <p:cNvPr id="26" name="Oval 25"/>
          <p:cNvSpPr/>
          <p:nvPr/>
        </p:nvSpPr>
        <p:spPr>
          <a:xfrm>
            <a:off x="5367528"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0"/>
            <a:ext cx="1440180" cy="5715000"/>
          </a:xfrm>
        </p:spPr>
        <p:txBody>
          <a:bodyPr/>
          <a:lstStyle/>
          <a:p>
            <a:r>
              <a:t> </a:t>
            </a:r>
          </a:p>
        </p:txBody>
      </p:sp>
      <p:sp>
        <p:nvSpPr>
          <p:cNvPr id="4" name="Text Placeholder 3"/>
          <p:cNvSpPr>
            <a:spLocks noGrp="1"/>
          </p:cNvSpPr>
          <p:nvPr>
            <p:ph type="body" sz="quarter" idx="15"/>
          </p:nvPr>
        </p:nvSpPr>
        <p:spPr>
          <a:xfrm>
            <a:off x="114300" y="425196"/>
            <a:ext cx="914400" cy="365760"/>
          </a:xfrm>
          <a:noFill/>
        </p:spPr>
        <p:txBody>
          <a:bodyPr/>
          <a:lstStyle/>
          <a:p>
            <a:r>
              <a:t>202</a:t>
            </a:r>
          </a:p>
        </p:txBody>
      </p:sp>
      <p:pic>
        <p:nvPicPr>
          <p:cNvPr id="5" name="Picture Placeholder 4" descr="eh-circle.png"/>
          <p:cNvPicPr>
            <a:picLocks noGrp="1" noChangeAspect="1"/>
          </p:cNvPicPr>
          <p:nvPr>
            <p:ph type="pic" sz="quarter" idx="14"/>
          </p:nvPr>
        </p:nvPicPr>
        <p:blipFill>
          <a:blip r:embed="rId3"/>
          <a:srcRect t="526" b="526"/>
          <a:stretch>
            <a:fillRect/>
          </a:stretch>
        </p:blipFill>
        <p:spPr>
          <a:xfrm>
            <a:off x="982980" y="425196"/>
            <a:ext cx="365760" cy="361915"/>
          </a:xfrm>
        </p:spPr>
      </p:pic>
      <p:sp>
        <p:nvSpPr>
          <p:cNvPr id="6" name="Text Placeholder 5"/>
          <p:cNvSpPr>
            <a:spLocks noGrp="1"/>
          </p:cNvSpPr>
          <p:nvPr>
            <p:ph type="body" sz="quarter" idx="16"/>
          </p:nvPr>
        </p:nvSpPr>
        <p:spPr>
          <a:xfrm>
            <a:off x="91440" y="882396"/>
            <a:ext cx="1257300" cy="1164831"/>
          </a:xfrm>
        </p:spPr>
        <p:txBody>
          <a:bodyPr/>
          <a:lstStyle/>
          <a:p>
            <a:r>
              <a:rPr sz="1600" b="1" dirty="0"/>
              <a:t>GOODNESS OF GOD</a:t>
            </a:r>
          </a:p>
        </p:txBody>
      </p:sp>
      <p:sp>
        <p:nvSpPr>
          <p:cNvPr id="7" name="Text Placeholder 6"/>
          <p:cNvSpPr>
            <a:spLocks noGrp="1"/>
          </p:cNvSpPr>
          <p:nvPr>
            <p:ph type="body" sz="quarter" idx="17"/>
          </p:nvPr>
        </p:nvSpPr>
        <p:spPr>
          <a:xfrm>
            <a:off x="91440" y="4422523"/>
            <a:ext cx="1257300" cy="365760"/>
          </a:xfrm>
        </p:spPr>
        <p:txBody>
          <a:bodyPr wrap="square" tIns="0" bIns="0">
            <a:noAutofit/>
          </a:bodyPr>
          <a:lstStyle/>
          <a:p>
            <a:r>
              <a:rPr sz="800" b="0" i="0"/>
              <a:t>Typeset R. J. Stevens Music</a:t>
            </a:r>
          </a:p>
        </p:txBody>
      </p:sp>
      <p:pic>
        <p:nvPicPr>
          <p:cNvPr id="9" name="Picture Placeholder 8" descr="eh-202-01.png"/>
          <p:cNvPicPr>
            <a:picLocks noGrp="1" noChangeAspect="1"/>
          </p:cNvPicPr>
          <p:nvPr>
            <p:ph type="pic" sz="quarter" idx="10"/>
          </p:nvPr>
        </p:nvPicPr>
        <p:blipFill>
          <a:blip r:embed="rId4"/>
          <a:srcRect l="5" r="5"/>
          <a:stretch>
            <a:fillRect/>
          </a:stretch>
        </p:blipFill>
        <p:spPr>
          <a:xfrm>
            <a:off x="2634881" y="114300"/>
            <a:ext cx="5931636" cy="5486400"/>
          </a:xfrm>
        </p:spPr>
      </p:pic>
      <p:pic>
        <p:nvPicPr>
          <p:cNvPr id="10" name="Picture Placeholder 9" descr="eh-circle.png"/>
          <p:cNvPicPr>
            <a:picLocks noGrp="1" noChangeAspect="1"/>
          </p:cNvPicPr>
          <p:nvPr>
            <p:ph type="pic" sz="quarter" idx="20"/>
          </p:nvPr>
        </p:nvPicPr>
        <p:blipFill>
          <a:blip r:embed="rId3"/>
          <a:srcRect t="219" b="219"/>
          <a:stretch>
            <a:fillRect/>
          </a:stretch>
        </p:blipFill>
        <p:spPr>
          <a:xfrm>
            <a:off x="982980" y="4831811"/>
            <a:ext cx="367371" cy="365760"/>
          </a:xfrm>
        </p:spPr>
      </p:pic>
      <p:sp>
        <p:nvSpPr>
          <p:cNvPr id="11" name="Text Placeholder 10"/>
          <p:cNvSpPr>
            <a:spLocks noGrp="1"/>
          </p:cNvSpPr>
          <p:nvPr>
            <p:ph type="body" sz="quarter" idx="21"/>
          </p:nvPr>
        </p:nvSpPr>
        <p:spPr>
          <a:xfrm>
            <a:off x="91440" y="2138667"/>
            <a:ext cx="1257300" cy="1165225"/>
          </a:xfrm>
        </p:spPr>
        <p:txBody>
          <a:bodyPr wrap="square">
            <a:noAutofit/>
          </a:bodyPr>
          <a:lstStyle/>
          <a:p>
            <a:r>
              <a:rPr sz="1800" b="1" i="0"/>
              <a:t>LA BONDAD DE DIOS</a:t>
            </a:r>
          </a:p>
        </p:txBody>
      </p:sp>
      <p:sp>
        <p:nvSpPr>
          <p:cNvPr id="14" name="Text Placeholder 13"/>
          <p:cNvSpPr>
            <a:spLocks noGrp="1"/>
          </p:cNvSpPr>
          <p:nvPr>
            <p:ph type="body" sz="quarter" idx="24"/>
          </p:nvPr>
        </p:nvSpPr>
        <p:spPr>
          <a:xfrm>
            <a:off x="2131961" y="425196"/>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131961"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131961"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131961"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0"/>
            <a:ext cx="1440180" cy="5715000"/>
          </a:xfrm>
        </p:spPr>
        <p:txBody>
          <a:bodyPr/>
          <a:lstStyle/>
          <a:p>
            <a:r>
              <a:t> </a:t>
            </a:r>
          </a:p>
        </p:txBody>
      </p:sp>
      <p:sp>
        <p:nvSpPr>
          <p:cNvPr id="4" name="Text Placeholder 3"/>
          <p:cNvSpPr>
            <a:spLocks noGrp="1"/>
          </p:cNvSpPr>
          <p:nvPr>
            <p:ph type="body" sz="quarter" idx="15"/>
          </p:nvPr>
        </p:nvSpPr>
        <p:spPr>
          <a:xfrm>
            <a:off x="114300" y="425196"/>
            <a:ext cx="914400" cy="365760"/>
          </a:xfrm>
          <a:noFill/>
        </p:spPr>
        <p:txBody>
          <a:bodyPr/>
          <a:lstStyle/>
          <a:p>
            <a:r>
              <a:t>202</a:t>
            </a:r>
          </a:p>
        </p:txBody>
      </p:sp>
      <p:pic>
        <p:nvPicPr>
          <p:cNvPr id="5" name="Picture Placeholder 4" descr="eh-circle.png"/>
          <p:cNvPicPr>
            <a:picLocks noGrp="1" noChangeAspect="1"/>
          </p:cNvPicPr>
          <p:nvPr>
            <p:ph type="pic" sz="quarter" idx="14"/>
          </p:nvPr>
        </p:nvPicPr>
        <p:blipFill>
          <a:blip r:embed="rId3"/>
          <a:srcRect t="526" b="526"/>
          <a:stretch>
            <a:fillRect/>
          </a:stretch>
        </p:blipFill>
        <p:spPr>
          <a:xfrm>
            <a:off x="982980" y="425196"/>
            <a:ext cx="365760" cy="361915"/>
          </a:xfrm>
        </p:spPr>
      </p:pic>
      <p:sp>
        <p:nvSpPr>
          <p:cNvPr id="6" name="Text Placeholder 5"/>
          <p:cNvSpPr>
            <a:spLocks noGrp="1"/>
          </p:cNvSpPr>
          <p:nvPr>
            <p:ph type="body" sz="quarter" idx="16"/>
          </p:nvPr>
        </p:nvSpPr>
        <p:spPr>
          <a:xfrm>
            <a:off x="91440" y="882396"/>
            <a:ext cx="1257300" cy="1164831"/>
          </a:xfrm>
        </p:spPr>
        <p:txBody>
          <a:bodyPr/>
          <a:lstStyle/>
          <a:p>
            <a:r>
              <a:rPr sz="1600" b="1" dirty="0"/>
              <a:t>GOODNESS OF GOD</a:t>
            </a:r>
          </a:p>
        </p:txBody>
      </p:sp>
      <p:sp>
        <p:nvSpPr>
          <p:cNvPr id="7" name="Text Placeholder 6"/>
          <p:cNvSpPr>
            <a:spLocks noGrp="1"/>
          </p:cNvSpPr>
          <p:nvPr>
            <p:ph type="body" sz="quarter" idx="17"/>
          </p:nvPr>
        </p:nvSpPr>
        <p:spPr>
          <a:xfrm>
            <a:off x="91440" y="4422523"/>
            <a:ext cx="1257300" cy="365760"/>
          </a:xfrm>
        </p:spPr>
        <p:txBody>
          <a:bodyPr wrap="square" tIns="0" bIns="0">
            <a:noAutofit/>
          </a:bodyPr>
          <a:lstStyle/>
          <a:p>
            <a:r>
              <a:rPr sz="800" b="0" i="0"/>
              <a:t>Typeset R. J. Stevens Music</a:t>
            </a:r>
          </a:p>
        </p:txBody>
      </p:sp>
      <p:pic>
        <p:nvPicPr>
          <p:cNvPr id="9" name="Picture Placeholder 8" descr="eh-202-02.png"/>
          <p:cNvPicPr>
            <a:picLocks noGrp="1" noChangeAspect="1"/>
          </p:cNvPicPr>
          <p:nvPr>
            <p:ph type="pic" sz="quarter" idx="10"/>
          </p:nvPr>
        </p:nvPicPr>
        <p:blipFill>
          <a:blip r:embed="rId4"/>
          <a:srcRect l="5" r="5"/>
          <a:stretch>
            <a:fillRect/>
          </a:stretch>
        </p:blipFill>
        <p:spPr>
          <a:xfrm>
            <a:off x="2634881" y="114300"/>
            <a:ext cx="5931636" cy="5486400"/>
          </a:xfrm>
        </p:spPr>
      </p:pic>
      <p:pic>
        <p:nvPicPr>
          <p:cNvPr id="10" name="Picture Placeholder 9" descr="eh-circle.png"/>
          <p:cNvPicPr>
            <a:picLocks noGrp="1" noChangeAspect="1"/>
          </p:cNvPicPr>
          <p:nvPr>
            <p:ph type="pic" sz="quarter" idx="20"/>
          </p:nvPr>
        </p:nvPicPr>
        <p:blipFill>
          <a:blip r:embed="rId3"/>
          <a:srcRect t="219" b="219"/>
          <a:stretch>
            <a:fillRect/>
          </a:stretch>
        </p:blipFill>
        <p:spPr>
          <a:xfrm>
            <a:off x="982980" y="4831811"/>
            <a:ext cx="367371" cy="365760"/>
          </a:xfrm>
        </p:spPr>
      </p:pic>
      <p:sp>
        <p:nvSpPr>
          <p:cNvPr id="11" name="Text Placeholder 10"/>
          <p:cNvSpPr>
            <a:spLocks noGrp="1"/>
          </p:cNvSpPr>
          <p:nvPr>
            <p:ph type="body" sz="quarter" idx="21"/>
          </p:nvPr>
        </p:nvSpPr>
        <p:spPr>
          <a:xfrm>
            <a:off x="91440" y="2138667"/>
            <a:ext cx="1257300" cy="1165225"/>
          </a:xfrm>
        </p:spPr>
        <p:txBody>
          <a:bodyPr wrap="square">
            <a:noAutofit/>
          </a:bodyPr>
          <a:lstStyle/>
          <a:p>
            <a:r>
              <a:rPr sz="1800" b="1" i="0"/>
              <a:t>LA BONDAD DE DIOS</a:t>
            </a:r>
          </a:p>
        </p:txBody>
      </p:sp>
      <p:sp>
        <p:nvSpPr>
          <p:cNvPr id="14" name="Text Placeholder 13"/>
          <p:cNvSpPr>
            <a:spLocks noGrp="1"/>
          </p:cNvSpPr>
          <p:nvPr>
            <p:ph type="body" sz="quarter" idx="24"/>
          </p:nvPr>
        </p:nvSpPr>
        <p:spPr>
          <a:xfrm>
            <a:off x="2131961" y="425196"/>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131961"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131961"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131961"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0"/>
            <a:ext cx="1440180" cy="5715000"/>
          </a:xfrm>
        </p:spPr>
        <p:txBody>
          <a:bodyPr/>
          <a:lstStyle/>
          <a:p>
            <a:r>
              <a:t> </a:t>
            </a:r>
          </a:p>
        </p:txBody>
      </p:sp>
      <p:sp>
        <p:nvSpPr>
          <p:cNvPr id="4" name="Text Placeholder 3"/>
          <p:cNvSpPr>
            <a:spLocks noGrp="1"/>
          </p:cNvSpPr>
          <p:nvPr>
            <p:ph type="body" sz="quarter" idx="15"/>
          </p:nvPr>
        </p:nvSpPr>
        <p:spPr>
          <a:xfrm>
            <a:off x="114300" y="425196"/>
            <a:ext cx="914400" cy="365760"/>
          </a:xfrm>
          <a:noFill/>
        </p:spPr>
        <p:txBody>
          <a:bodyPr/>
          <a:lstStyle/>
          <a:p>
            <a:r>
              <a:t>202</a:t>
            </a:r>
          </a:p>
        </p:txBody>
      </p:sp>
      <p:pic>
        <p:nvPicPr>
          <p:cNvPr id="5" name="Picture Placeholder 4" descr="eh-circle.png"/>
          <p:cNvPicPr>
            <a:picLocks noGrp="1" noChangeAspect="1"/>
          </p:cNvPicPr>
          <p:nvPr>
            <p:ph type="pic" sz="quarter" idx="14"/>
          </p:nvPr>
        </p:nvPicPr>
        <p:blipFill>
          <a:blip r:embed="rId3"/>
          <a:srcRect t="526" b="526"/>
          <a:stretch>
            <a:fillRect/>
          </a:stretch>
        </p:blipFill>
        <p:spPr>
          <a:xfrm>
            <a:off x="982980" y="425196"/>
            <a:ext cx="365760" cy="361915"/>
          </a:xfrm>
        </p:spPr>
      </p:pic>
      <p:sp>
        <p:nvSpPr>
          <p:cNvPr id="6" name="Text Placeholder 5"/>
          <p:cNvSpPr>
            <a:spLocks noGrp="1"/>
          </p:cNvSpPr>
          <p:nvPr>
            <p:ph type="body" sz="quarter" idx="16"/>
          </p:nvPr>
        </p:nvSpPr>
        <p:spPr>
          <a:xfrm>
            <a:off x="91440" y="882396"/>
            <a:ext cx="1257300" cy="1164831"/>
          </a:xfrm>
        </p:spPr>
        <p:txBody>
          <a:bodyPr/>
          <a:lstStyle/>
          <a:p>
            <a:r>
              <a:rPr sz="1600" b="1" dirty="0"/>
              <a:t>GOODNESS OF GOD</a:t>
            </a:r>
          </a:p>
        </p:txBody>
      </p:sp>
      <p:sp>
        <p:nvSpPr>
          <p:cNvPr id="7" name="Text Placeholder 6"/>
          <p:cNvSpPr>
            <a:spLocks noGrp="1"/>
          </p:cNvSpPr>
          <p:nvPr>
            <p:ph type="body" sz="quarter" idx="17"/>
          </p:nvPr>
        </p:nvSpPr>
        <p:spPr>
          <a:xfrm>
            <a:off x="91440" y="4422523"/>
            <a:ext cx="1257300" cy="365760"/>
          </a:xfrm>
        </p:spPr>
        <p:txBody>
          <a:bodyPr wrap="square" tIns="0" bIns="0">
            <a:noAutofit/>
          </a:bodyPr>
          <a:lstStyle/>
          <a:p>
            <a:r>
              <a:rPr sz="800" b="0" i="0"/>
              <a:t>Typeset R. J. Stevens Music</a:t>
            </a:r>
          </a:p>
        </p:txBody>
      </p:sp>
      <p:pic>
        <p:nvPicPr>
          <p:cNvPr id="9" name="Picture Placeholder 8" descr="eh-202-03.png"/>
          <p:cNvPicPr>
            <a:picLocks noGrp="1" noChangeAspect="1"/>
          </p:cNvPicPr>
          <p:nvPr>
            <p:ph type="pic" sz="quarter" idx="10"/>
          </p:nvPr>
        </p:nvPicPr>
        <p:blipFill>
          <a:blip r:embed="rId4"/>
          <a:srcRect l="5" r="5"/>
          <a:stretch>
            <a:fillRect/>
          </a:stretch>
        </p:blipFill>
        <p:spPr>
          <a:xfrm>
            <a:off x="2634881" y="114300"/>
            <a:ext cx="5931636" cy="5486400"/>
          </a:xfrm>
        </p:spPr>
      </p:pic>
      <p:pic>
        <p:nvPicPr>
          <p:cNvPr id="10" name="Picture Placeholder 9" descr="eh-circle.png"/>
          <p:cNvPicPr>
            <a:picLocks noGrp="1" noChangeAspect="1"/>
          </p:cNvPicPr>
          <p:nvPr>
            <p:ph type="pic" sz="quarter" idx="20"/>
          </p:nvPr>
        </p:nvPicPr>
        <p:blipFill>
          <a:blip r:embed="rId3"/>
          <a:srcRect t="219" b="219"/>
          <a:stretch>
            <a:fillRect/>
          </a:stretch>
        </p:blipFill>
        <p:spPr>
          <a:xfrm>
            <a:off x="982980" y="4831811"/>
            <a:ext cx="367371" cy="365760"/>
          </a:xfrm>
        </p:spPr>
      </p:pic>
      <p:sp>
        <p:nvSpPr>
          <p:cNvPr id="11" name="Text Placeholder 10"/>
          <p:cNvSpPr>
            <a:spLocks noGrp="1"/>
          </p:cNvSpPr>
          <p:nvPr>
            <p:ph type="body" sz="quarter" idx="21"/>
          </p:nvPr>
        </p:nvSpPr>
        <p:spPr>
          <a:xfrm>
            <a:off x="91440" y="2138667"/>
            <a:ext cx="1257300" cy="1165225"/>
          </a:xfrm>
        </p:spPr>
        <p:txBody>
          <a:bodyPr wrap="square">
            <a:noAutofit/>
          </a:bodyPr>
          <a:lstStyle/>
          <a:p>
            <a:r>
              <a:rPr sz="1800" b="1" i="0"/>
              <a:t>LA BONDAD DE DIOS</a:t>
            </a:r>
          </a:p>
        </p:txBody>
      </p:sp>
      <p:sp>
        <p:nvSpPr>
          <p:cNvPr id="14" name="Text Placeholder 13"/>
          <p:cNvSpPr>
            <a:spLocks noGrp="1"/>
          </p:cNvSpPr>
          <p:nvPr>
            <p:ph type="body" sz="quarter" idx="24"/>
          </p:nvPr>
        </p:nvSpPr>
        <p:spPr>
          <a:xfrm>
            <a:off x="2131961" y="425196"/>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131961"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131961"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131961"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0"/>
            <a:ext cx="1440180" cy="5715000"/>
          </a:xfrm>
        </p:spPr>
        <p:txBody>
          <a:bodyPr/>
          <a:lstStyle/>
          <a:p>
            <a:r>
              <a:t> </a:t>
            </a:r>
          </a:p>
        </p:txBody>
      </p:sp>
      <p:sp>
        <p:nvSpPr>
          <p:cNvPr id="4" name="Text Placeholder 3"/>
          <p:cNvSpPr>
            <a:spLocks noGrp="1"/>
          </p:cNvSpPr>
          <p:nvPr>
            <p:ph type="body" sz="quarter" idx="15"/>
          </p:nvPr>
        </p:nvSpPr>
        <p:spPr>
          <a:xfrm>
            <a:off x="114300" y="425196"/>
            <a:ext cx="914400" cy="365760"/>
          </a:xfrm>
          <a:noFill/>
        </p:spPr>
        <p:txBody>
          <a:bodyPr/>
          <a:lstStyle/>
          <a:p>
            <a:r>
              <a:t>202</a:t>
            </a:r>
          </a:p>
        </p:txBody>
      </p:sp>
      <p:pic>
        <p:nvPicPr>
          <p:cNvPr id="5" name="Picture Placeholder 4" descr="eh-circle.png"/>
          <p:cNvPicPr>
            <a:picLocks noGrp="1" noChangeAspect="1"/>
          </p:cNvPicPr>
          <p:nvPr>
            <p:ph type="pic" sz="quarter" idx="14"/>
          </p:nvPr>
        </p:nvPicPr>
        <p:blipFill>
          <a:blip r:embed="rId3"/>
          <a:srcRect t="526" b="526"/>
          <a:stretch>
            <a:fillRect/>
          </a:stretch>
        </p:blipFill>
        <p:spPr>
          <a:xfrm>
            <a:off x="982980" y="425196"/>
            <a:ext cx="365760" cy="361915"/>
          </a:xfrm>
        </p:spPr>
      </p:pic>
      <p:sp>
        <p:nvSpPr>
          <p:cNvPr id="6" name="Text Placeholder 5"/>
          <p:cNvSpPr>
            <a:spLocks noGrp="1"/>
          </p:cNvSpPr>
          <p:nvPr>
            <p:ph type="body" sz="quarter" idx="16"/>
          </p:nvPr>
        </p:nvSpPr>
        <p:spPr>
          <a:xfrm>
            <a:off x="91440" y="882396"/>
            <a:ext cx="1257300" cy="1164831"/>
          </a:xfrm>
        </p:spPr>
        <p:txBody>
          <a:bodyPr/>
          <a:lstStyle/>
          <a:p>
            <a:r>
              <a:rPr sz="1600" b="1" dirty="0"/>
              <a:t>GOODNESS OF GOD</a:t>
            </a:r>
          </a:p>
        </p:txBody>
      </p:sp>
      <p:sp>
        <p:nvSpPr>
          <p:cNvPr id="7" name="Text Placeholder 6"/>
          <p:cNvSpPr>
            <a:spLocks noGrp="1"/>
          </p:cNvSpPr>
          <p:nvPr>
            <p:ph type="body" sz="quarter" idx="17"/>
          </p:nvPr>
        </p:nvSpPr>
        <p:spPr>
          <a:xfrm>
            <a:off x="91440" y="4422523"/>
            <a:ext cx="1257300" cy="365760"/>
          </a:xfrm>
        </p:spPr>
        <p:txBody>
          <a:bodyPr wrap="square" tIns="0" bIns="0">
            <a:noAutofit/>
          </a:bodyPr>
          <a:lstStyle/>
          <a:p>
            <a:r>
              <a:rPr sz="800" b="0" i="0"/>
              <a:t>Typeset R. J. Stevens Music</a:t>
            </a:r>
          </a:p>
        </p:txBody>
      </p:sp>
      <p:pic>
        <p:nvPicPr>
          <p:cNvPr id="9" name="Picture Placeholder 8" descr="eh-202-04.png"/>
          <p:cNvPicPr>
            <a:picLocks noGrp="1" noChangeAspect="1"/>
          </p:cNvPicPr>
          <p:nvPr>
            <p:ph type="pic" sz="quarter" idx="10"/>
          </p:nvPr>
        </p:nvPicPr>
        <p:blipFill>
          <a:blip r:embed="rId4"/>
          <a:srcRect l="5" r="5"/>
          <a:stretch>
            <a:fillRect/>
          </a:stretch>
        </p:blipFill>
        <p:spPr>
          <a:xfrm>
            <a:off x="2634881" y="114300"/>
            <a:ext cx="5931636" cy="5486400"/>
          </a:xfrm>
        </p:spPr>
      </p:pic>
      <p:pic>
        <p:nvPicPr>
          <p:cNvPr id="10" name="Picture Placeholder 9" descr="eh-circle.png"/>
          <p:cNvPicPr>
            <a:picLocks noGrp="1" noChangeAspect="1"/>
          </p:cNvPicPr>
          <p:nvPr>
            <p:ph type="pic" sz="quarter" idx="20"/>
          </p:nvPr>
        </p:nvPicPr>
        <p:blipFill>
          <a:blip r:embed="rId3"/>
          <a:srcRect t="219" b="219"/>
          <a:stretch>
            <a:fillRect/>
          </a:stretch>
        </p:blipFill>
        <p:spPr>
          <a:xfrm>
            <a:off x="982980" y="4831811"/>
            <a:ext cx="367371" cy="365760"/>
          </a:xfrm>
        </p:spPr>
      </p:pic>
      <p:sp>
        <p:nvSpPr>
          <p:cNvPr id="11" name="Text Placeholder 10"/>
          <p:cNvSpPr>
            <a:spLocks noGrp="1"/>
          </p:cNvSpPr>
          <p:nvPr>
            <p:ph type="body" sz="quarter" idx="21"/>
          </p:nvPr>
        </p:nvSpPr>
        <p:spPr>
          <a:xfrm>
            <a:off x="91440" y="2138667"/>
            <a:ext cx="1257300" cy="1165225"/>
          </a:xfrm>
        </p:spPr>
        <p:txBody>
          <a:bodyPr wrap="square">
            <a:noAutofit/>
          </a:bodyPr>
          <a:lstStyle/>
          <a:p>
            <a:r>
              <a:rPr sz="1800" b="1" i="0"/>
              <a:t>LA BONDAD DE DIOS</a:t>
            </a:r>
          </a:p>
        </p:txBody>
      </p:sp>
      <p:sp>
        <p:nvSpPr>
          <p:cNvPr id="14" name="Text Placeholder 13"/>
          <p:cNvSpPr>
            <a:spLocks noGrp="1"/>
          </p:cNvSpPr>
          <p:nvPr>
            <p:ph type="body" sz="quarter" idx="24"/>
          </p:nvPr>
        </p:nvSpPr>
        <p:spPr>
          <a:xfrm>
            <a:off x="2131961"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131961" y="864108"/>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131961"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131961"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0"/>
            <a:ext cx="1440180" cy="5715000"/>
          </a:xfrm>
        </p:spPr>
        <p:txBody>
          <a:bodyPr/>
          <a:lstStyle/>
          <a:p>
            <a:r>
              <a:t> </a:t>
            </a:r>
          </a:p>
        </p:txBody>
      </p:sp>
      <p:sp>
        <p:nvSpPr>
          <p:cNvPr id="4" name="Text Placeholder 3"/>
          <p:cNvSpPr>
            <a:spLocks noGrp="1"/>
          </p:cNvSpPr>
          <p:nvPr>
            <p:ph type="body" sz="quarter" idx="15"/>
          </p:nvPr>
        </p:nvSpPr>
        <p:spPr>
          <a:xfrm>
            <a:off x="114300" y="425196"/>
            <a:ext cx="914400" cy="365760"/>
          </a:xfrm>
          <a:noFill/>
        </p:spPr>
        <p:txBody>
          <a:bodyPr/>
          <a:lstStyle/>
          <a:p>
            <a:r>
              <a:t>202</a:t>
            </a:r>
          </a:p>
        </p:txBody>
      </p:sp>
      <p:pic>
        <p:nvPicPr>
          <p:cNvPr id="5" name="Picture Placeholder 4" descr="eh-circle.png"/>
          <p:cNvPicPr>
            <a:picLocks noGrp="1" noChangeAspect="1"/>
          </p:cNvPicPr>
          <p:nvPr>
            <p:ph type="pic" sz="quarter" idx="14"/>
          </p:nvPr>
        </p:nvPicPr>
        <p:blipFill>
          <a:blip r:embed="rId3"/>
          <a:srcRect t="526" b="526"/>
          <a:stretch>
            <a:fillRect/>
          </a:stretch>
        </p:blipFill>
        <p:spPr>
          <a:xfrm>
            <a:off x="982980" y="425196"/>
            <a:ext cx="365760" cy="361915"/>
          </a:xfrm>
        </p:spPr>
      </p:pic>
      <p:sp>
        <p:nvSpPr>
          <p:cNvPr id="6" name="Text Placeholder 5"/>
          <p:cNvSpPr>
            <a:spLocks noGrp="1"/>
          </p:cNvSpPr>
          <p:nvPr>
            <p:ph type="body" sz="quarter" idx="16"/>
          </p:nvPr>
        </p:nvSpPr>
        <p:spPr>
          <a:xfrm>
            <a:off x="91440" y="882396"/>
            <a:ext cx="1257300" cy="1164831"/>
          </a:xfrm>
        </p:spPr>
        <p:txBody>
          <a:bodyPr/>
          <a:lstStyle/>
          <a:p>
            <a:r>
              <a:rPr sz="1600" b="1" dirty="0"/>
              <a:t>GOODNESS OF GOD</a:t>
            </a:r>
          </a:p>
        </p:txBody>
      </p:sp>
      <p:sp>
        <p:nvSpPr>
          <p:cNvPr id="7" name="Text Placeholder 6"/>
          <p:cNvSpPr>
            <a:spLocks noGrp="1"/>
          </p:cNvSpPr>
          <p:nvPr>
            <p:ph type="body" sz="quarter" idx="17"/>
          </p:nvPr>
        </p:nvSpPr>
        <p:spPr>
          <a:xfrm>
            <a:off x="91440" y="4422523"/>
            <a:ext cx="1257300" cy="365760"/>
          </a:xfrm>
        </p:spPr>
        <p:txBody>
          <a:bodyPr wrap="square" tIns="0" bIns="0">
            <a:noAutofit/>
          </a:bodyPr>
          <a:lstStyle/>
          <a:p>
            <a:r>
              <a:rPr sz="800" b="0" i="0"/>
              <a:t>Typeset R. J. Stevens Music</a:t>
            </a:r>
          </a:p>
        </p:txBody>
      </p:sp>
      <p:pic>
        <p:nvPicPr>
          <p:cNvPr id="9" name="Picture Placeholder 8" descr="eh-202-05.png"/>
          <p:cNvPicPr>
            <a:picLocks noGrp="1" noChangeAspect="1"/>
          </p:cNvPicPr>
          <p:nvPr>
            <p:ph type="pic" sz="quarter" idx="10"/>
          </p:nvPr>
        </p:nvPicPr>
        <p:blipFill>
          <a:blip r:embed="rId4"/>
          <a:srcRect l="5" r="5"/>
          <a:stretch>
            <a:fillRect/>
          </a:stretch>
        </p:blipFill>
        <p:spPr>
          <a:xfrm>
            <a:off x="2634881" y="114300"/>
            <a:ext cx="5931636" cy="5486400"/>
          </a:xfrm>
        </p:spPr>
      </p:pic>
      <p:pic>
        <p:nvPicPr>
          <p:cNvPr id="10" name="Picture Placeholder 9" descr="eh-circle.png"/>
          <p:cNvPicPr>
            <a:picLocks noGrp="1" noChangeAspect="1"/>
          </p:cNvPicPr>
          <p:nvPr>
            <p:ph type="pic" sz="quarter" idx="20"/>
          </p:nvPr>
        </p:nvPicPr>
        <p:blipFill>
          <a:blip r:embed="rId3"/>
          <a:srcRect t="219" b="219"/>
          <a:stretch>
            <a:fillRect/>
          </a:stretch>
        </p:blipFill>
        <p:spPr>
          <a:xfrm>
            <a:off x="982980" y="4831811"/>
            <a:ext cx="367371" cy="365760"/>
          </a:xfrm>
        </p:spPr>
      </p:pic>
      <p:sp>
        <p:nvSpPr>
          <p:cNvPr id="11" name="Text Placeholder 10"/>
          <p:cNvSpPr>
            <a:spLocks noGrp="1"/>
          </p:cNvSpPr>
          <p:nvPr>
            <p:ph type="body" sz="quarter" idx="21"/>
          </p:nvPr>
        </p:nvSpPr>
        <p:spPr>
          <a:xfrm>
            <a:off x="91440" y="2138667"/>
            <a:ext cx="1257300" cy="1165225"/>
          </a:xfrm>
        </p:spPr>
        <p:txBody>
          <a:bodyPr wrap="square">
            <a:noAutofit/>
          </a:bodyPr>
          <a:lstStyle/>
          <a:p>
            <a:r>
              <a:rPr sz="1800" b="1" i="0"/>
              <a:t>LA BONDAD DE DIOS</a:t>
            </a:r>
          </a:p>
        </p:txBody>
      </p:sp>
      <p:sp>
        <p:nvSpPr>
          <p:cNvPr id="14" name="Text Placeholder 13"/>
          <p:cNvSpPr>
            <a:spLocks noGrp="1"/>
          </p:cNvSpPr>
          <p:nvPr>
            <p:ph type="body" sz="quarter" idx="24"/>
          </p:nvPr>
        </p:nvSpPr>
        <p:spPr>
          <a:xfrm>
            <a:off x="2131961"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131961" y="864108"/>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131961"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131961"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0"/>
            <a:ext cx="1440180" cy="5715000"/>
          </a:xfrm>
        </p:spPr>
        <p:txBody>
          <a:bodyPr/>
          <a:lstStyle/>
          <a:p>
            <a:r>
              <a:t> </a:t>
            </a:r>
          </a:p>
        </p:txBody>
      </p:sp>
      <p:sp>
        <p:nvSpPr>
          <p:cNvPr id="4" name="Text Placeholder 3"/>
          <p:cNvSpPr>
            <a:spLocks noGrp="1"/>
          </p:cNvSpPr>
          <p:nvPr>
            <p:ph type="body" sz="quarter" idx="15"/>
          </p:nvPr>
        </p:nvSpPr>
        <p:spPr>
          <a:xfrm>
            <a:off x="114300" y="425196"/>
            <a:ext cx="914400" cy="365760"/>
          </a:xfrm>
          <a:noFill/>
        </p:spPr>
        <p:txBody>
          <a:bodyPr/>
          <a:lstStyle/>
          <a:p>
            <a:r>
              <a:t>202</a:t>
            </a:r>
          </a:p>
        </p:txBody>
      </p:sp>
      <p:pic>
        <p:nvPicPr>
          <p:cNvPr id="5" name="Picture Placeholder 4" descr="eh-circle.png"/>
          <p:cNvPicPr>
            <a:picLocks noGrp="1" noChangeAspect="1"/>
          </p:cNvPicPr>
          <p:nvPr>
            <p:ph type="pic" sz="quarter" idx="14"/>
          </p:nvPr>
        </p:nvPicPr>
        <p:blipFill>
          <a:blip r:embed="rId3"/>
          <a:srcRect t="526" b="526"/>
          <a:stretch>
            <a:fillRect/>
          </a:stretch>
        </p:blipFill>
        <p:spPr>
          <a:xfrm>
            <a:off x="982980" y="425196"/>
            <a:ext cx="365760" cy="361915"/>
          </a:xfrm>
        </p:spPr>
      </p:pic>
      <p:sp>
        <p:nvSpPr>
          <p:cNvPr id="6" name="Text Placeholder 5"/>
          <p:cNvSpPr>
            <a:spLocks noGrp="1"/>
          </p:cNvSpPr>
          <p:nvPr>
            <p:ph type="body" sz="quarter" idx="16"/>
          </p:nvPr>
        </p:nvSpPr>
        <p:spPr>
          <a:xfrm>
            <a:off x="91440" y="882396"/>
            <a:ext cx="1257300" cy="1164831"/>
          </a:xfrm>
        </p:spPr>
        <p:txBody>
          <a:bodyPr/>
          <a:lstStyle/>
          <a:p>
            <a:r>
              <a:rPr sz="1600" b="1" dirty="0"/>
              <a:t>GOODNESS OF GOD</a:t>
            </a:r>
          </a:p>
        </p:txBody>
      </p:sp>
      <p:sp>
        <p:nvSpPr>
          <p:cNvPr id="7" name="Text Placeholder 6"/>
          <p:cNvSpPr>
            <a:spLocks noGrp="1"/>
          </p:cNvSpPr>
          <p:nvPr>
            <p:ph type="body" sz="quarter" idx="17"/>
          </p:nvPr>
        </p:nvSpPr>
        <p:spPr>
          <a:xfrm>
            <a:off x="91440" y="4422523"/>
            <a:ext cx="1257300" cy="365760"/>
          </a:xfrm>
        </p:spPr>
        <p:txBody>
          <a:bodyPr wrap="square" tIns="0" bIns="0">
            <a:noAutofit/>
          </a:bodyPr>
          <a:lstStyle/>
          <a:p>
            <a:r>
              <a:rPr sz="800" b="0" i="0"/>
              <a:t>Typeset R. J. Stevens Music</a:t>
            </a:r>
          </a:p>
        </p:txBody>
      </p:sp>
      <p:pic>
        <p:nvPicPr>
          <p:cNvPr id="9" name="Picture Placeholder 8" descr="eh-202-06.png"/>
          <p:cNvPicPr>
            <a:picLocks noGrp="1" noChangeAspect="1"/>
          </p:cNvPicPr>
          <p:nvPr>
            <p:ph type="pic" sz="quarter" idx="10"/>
          </p:nvPr>
        </p:nvPicPr>
        <p:blipFill>
          <a:blip r:embed="rId4"/>
          <a:srcRect l="5" r="5"/>
          <a:stretch>
            <a:fillRect/>
          </a:stretch>
        </p:blipFill>
        <p:spPr>
          <a:xfrm>
            <a:off x="2634881" y="114300"/>
            <a:ext cx="5931636" cy="5486400"/>
          </a:xfrm>
        </p:spPr>
      </p:pic>
      <p:pic>
        <p:nvPicPr>
          <p:cNvPr id="10" name="Picture Placeholder 9" descr="eh-circle.png"/>
          <p:cNvPicPr>
            <a:picLocks noGrp="1" noChangeAspect="1"/>
          </p:cNvPicPr>
          <p:nvPr>
            <p:ph type="pic" sz="quarter" idx="20"/>
          </p:nvPr>
        </p:nvPicPr>
        <p:blipFill>
          <a:blip r:embed="rId3"/>
          <a:srcRect t="219" b="219"/>
          <a:stretch>
            <a:fillRect/>
          </a:stretch>
        </p:blipFill>
        <p:spPr>
          <a:xfrm>
            <a:off x="982980" y="4831811"/>
            <a:ext cx="367371" cy="365760"/>
          </a:xfrm>
        </p:spPr>
      </p:pic>
      <p:sp>
        <p:nvSpPr>
          <p:cNvPr id="11" name="Text Placeholder 10"/>
          <p:cNvSpPr>
            <a:spLocks noGrp="1"/>
          </p:cNvSpPr>
          <p:nvPr>
            <p:ph type="body" sz="quarter" idx="21"/>
          </p:nvPr>
        </p:nvSpPr>
        <p:spPr>
          <a:xfrm>
            <a:off x="91440" y="2138667"/>
            <a:ext cx="1257300" cy="1165225"/>
          </a:xfrm>
        </p:spPr>
        <p:txBody>
          <a:bodyPr wrap="square">
            <a:noAutofit/>
          </a:bodyPr>
          <a:lstStyle/>
          <a:p>
            <a:r>
              <a:rPr sz="1800" b="1" i="0"/>
              <a:t>LA BONDAD DE DIOS</a:t>
            </a:r>
          </a:p>
        </p:txBody>
      </p:sp>
      <p:sp>
        <p:nvSpPr>
          <p:cNvPr id="14" name="Text Placeholder 13"/>
          <p:cNvSpPr>
            <a:spLocks noGrp="1"/>
          </p:cNvSpPr>
          <p:nvPr>
            <p:ph type="body" sz="quarter" idx="24"/>
          </p:nvPr>
        </p:nvSpPr>
        <p:spPr>
          <a:xfrm>
            <a:off x="2131961"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131961"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131961" y="1303020"/>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131961"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0"/>
            <a:ext cx="1440180" cy="5715000"/>
          </a:xfrm>
        </p:spPr>
        <p:txBody>
          <a:bodyPr/>
          <a:lstStyle/>
          <a:p>
            <a:r>
              <a:t> </a:t>
            </a:r>
          </a:p>
        </p:txBody>
      </p:sp>
      <p:sp>
        <p:nvSpPr>
          <p:cNvPr id="4" name="Text Placeholder 3"/>
          <p:cNvSpPr>
            <a:spLocks noGrp="1"/>
          </p:cNvSpPr>
          <p:nvPr>
            <p:ph type="body" sz="quarter" idx="15"/>
          </p:nvPr>
        </p:nvSpPr>
        <p:spPr>
          <a:xfrm>
            <a:off x="114300" y="425196"/>
            <a:ext cx="914400" cy="365760"/>
          </a:xfrm>
          <a:noFill/>
        </p:spPr>
        <p:txBody>
          <a:bodyPr/>
          <a:lstStyle/>
          <a:p>
            <a:r>
              <a:t>202</a:t>
            </a:r>
          </a:p>
        </p:txBody>
      </p:sp>
      <p:pic>
        <p:nvPicPr>
          <p:cNvPr id="5" name="Picture Placeholder 4" descr="eh-circle.png"/>
          <p:cNvPicPr>
            <a:picLocks noGrp="1" noChangeAspect="1"/>
          </p:cNvPicPr>
          <p:nvPr>
            <p:ph type="pic" sz="quarter" idx="14"/>
          </p:nvPr>
        </p:nvPicPr>
        <p:blipFill>
          <a:blip r:embed="rId3"/>
          <a:srcRect t="526" b="526"/>
          <a:stretch>
            <a:fillRect/>
          </a:stretch>
        </p:blipFill>
        <p:spPr>
          <a:xfrm>
            <a:off x="982980" y="425196"/>
            <a:ext cx="365760" cy="361915"/>
          </a:xfrm>
        </p:spPr>
      </p:pic>
      <p:sp>
        <p:nvSpPr>
          <p:cNvPr id="6" name="Text Placeholder 5"/>
          <p:cNvSpPr>
            <a:spLocks noGrp="1"/>
          </p:cNvSpPr>
          <p:nvPr>
            <p:ph type="body" sz="quarter" idx="16"/>
          </p:nvPr>
        </p:nvSpPr>
        <p:spPr>
          <a:xfrm>
            <a:off x="91440" y="882396"/>
            <a:ext cx="1257300" cy="1164831"/>
          </a:xfrm>
        </p:spPr>
        <p:txBody>
          <a:bodyPr/>
          <a:lstStyle/>
          <a:p>
            <a:r>
              <a:rPr sz="1600" b="1" dirty="0"/>
              <a:t>GOODNESS OF GOD</a:t>
            </a:r>
          </a:p>
        </p:txBody>
      </p:sp>
      <p:sp>
        <p:nvSpPr>
          <p:cNvPr id="7" name="Text Placeholder 6"/>
          <p:cNvSpPr>
            <a:spLocks noGrp="1"/>
          </p:cNvSpPr>
          <p:nvPr>
            <p:ph type="body" sz="quarter" idx="17"/>
          </p:nvPr>
        </p:nvSpPr>
        <p:spPr>
          <a:xfrm>
            <a:off x="91440" y="4422523"/>
            <a:ext cx="1257300" cy="365760"/>
          </a:xfrm>
        </p:spPr>
        <p:txBody>
          <a:bodyPr wrap="square" tIns="0" bIns="0">
            <a:noAutofit/>
          </a:bodyPr>
          <a:lstStyle/>
          <a:p>
            <a:r>
              <a:rPr sz="800" b="0" i="0"/>
              <a:t>Typeset R. J. Stevens Music</a:t>
            </a:r>
          </a:p>
        </p:txBody>
      </p:sp>
      <p:pic>
        <p:nvPicPr>
          <p:cNvPr id="9" name="Picture Placeholder 8" descr="eh-202-07.png"/>
          <p:cNvPicPr>
            <a:picLocks noGrp="1" noChangeAspect="1"/>
          </p:cNvPicPr>
          <p:nvPr>
            <p:ph type="pic" sz="quarter" idx="10"/>
          </p:nvPr>
        </p:nvPicPr>
        <p:blipFill>
          <a:blip r:embed="rId4"/>
          <a:srcRect l="5" r="5"/>
          <a:stretch>
            <a:fillRect/>
          </a:stretch>
        </p:blipFill>
        <p:spPr>
          <a:xfrm>
            <a:off x="2634881" y="114300"/>
            <a:ext cx="5931636" cy="5486400"/>
          </a:xfrm>
        </p:spPr>
      </p:pic>
      <p:pic>
        <p:nvPicPr>
          <p:cNvPr id="10" name="Picture Placeholder 9" descr="eh-circle.png"/>
          <p:cNvPicPr>
            <a:picLocks noGrp="1" noChangeAspect="1"/>
          </p:cNvPicPr>
          <p:nvPr>
            <p:ph type="pic" sz="quarter" idx="20"/>
          </p:nvPr>
        </p:nvPicPr>
        <p:blipFill>
          <a:blip r:embed="rId3"/>
          <a:srcRect t="219" b="219"/>
          <a:stretch>
            <a:fillRect/>
          </a:stretch>
        </p:blipFill>
        <p:spPr>
          <a:xfrm>
            <a:off x="982980" y="4831811"/>
            <a:ext cx="367371" cy="365760"/>
          </a:xfrm>
        </p:spPr>
      </p:pic>
      <p:sp>
        <p:nvSpPr>
          <p:cNvPr id="11" name="Text Placeholder 10"/>
          <p:cNvSpPr>
            <a:spLocks noGrp="1"/>
          </p:cNvSpPr>
          <p:nvPr>
            <p:ph type="body" sz="quarter" idx="21"/>
          </p:nvPr>
        </p:nvSpPr>
        <p:spPr>
          <a:xfrm>
            <a:off x="91440" y="2138667"/>
            <a:ext cx="1257300" cy="1165225"/>
          </a:xfrm>
        </p:spPr>
        <p:txBody>
          <a:bodyPr wrap="square">
            <a:noAutofit/>
          </a:bodyPr>
          <a:lstStyle/>
          <a:p>
            <a:r>
              <a:rPr sz="1800" b="1" i="0"/>
              <a:t>LA BONDAD DE DIOS</a:t>
            </a:r>
          </a:p>
        </p:txBody>
      </p:sp>
      <p:sp>
        <p:nvSpPr>
          <p:cNvPr id="14" name="Text Placeholder 13"/>
          <p:cNvSpPr>
            <a:spLocks noGrp="1"/>
          </p:cNvSpPr>
          <p:nvPr>
            <p:ph type="body" sz="quarter" idx="24"/>
          </p:nvPr>
        </p:nvSpPr>
        <p:spPr>
          <a:xfrm>
            <a:off x="2131961"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131961"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131961" y="1303020"/>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131961"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0"/>
            <a:ext cx="1440180" cy="5715000"/>
          </a:xfrm>
        </p:spPr>
        <p:txBody>
          <a:bodyPr/>
          <a:lstStyle/>
          <a:p>
            <a:r>
              <a:t> </a:t>
            </a:r>
          </a:p>
        </p:txBody>
      </p:sp>
      <p:sp>
        <p:nvSpPr>
          <p:cNvPr id="4" name="Text Placeholder 3"/>
          <p:cNvSpPr>
            <a:spLocks noGrp="1"/>
          </p:cNvSpPr>
          <p:nvPr>
            <p:ph type="body" sz="quarter" idx="15"/>
          </p:nvPr>
        </p:nvSpPr>
        <p:spPr>
          <a:xfrm>
            <a:off x="114300" y="425196"/>
            <a:ext cx="914400" cy="365760"/>
          </a:xfrm>
          <a:noFill/>
        </p:spPr>
        <p:txBody>
          <a:bodyPr/>
          <a:lstStyle/>
          <a:p>
            <a:r>
              <a:t>202</a:t>
            </a:r>
          </a:p>
        </p:txBody>
      </p:sp>
      <p:pic>
        <p:nvPicPr>
          <p:cNvPr id="5" name="Picture Placeholder 4" descr="eh-circle.png"/>
          <p:cNvPicPr>
            <a:picLocks noGrp="1" noChangeAspect="1"/>
          </p:cNvPicPr>
          <p:nvPr>
            <p:ph type="pic" sz="quarter" idx="14"/>
          </p:nvPr>
        </p:nvPicPr>
        <p:blipFill>
          <a:blip r:embed="rId3"/>
          <a:srcRect t="526" b="526"/>
          <a:stretch>
            <a:fillRect/>
          </a:stretch>
        </p:blipFill>
        <p:spPr>
          <a:xfrm>
            <a:off x="982980" y="425196"/>
            <a:ext cx="365760" cy="361915"/>
          </a:xfrm>
        </p:spPr>
      </p:pic>
      <p:sp>
        <p:nvSpPr>
          <p:cNvPr id="6" name="Text Placeholder 5"/>
          <p:cNvSpPr>
            <a:spLocks noGrp="1"/>
          </p:cNvSpPr>
          <p:nvPr>
            <p:ph type="body" sz="quarter" idx="16"/>
          </p:nvPr>
        </p:nvSpPr>
        <p:spPr>
          <a:xfrm>
            <a:off x="91440" y="882396"/>
            <a:ext cx="1257300" cy="1164831"/>
          </a:xfrm>
        </p:spPr>
        <p:txBody>
          <a:bodyPr/>
          <a:lstStyle/>
          <a:p>
            <a:r>
              <a:rPr sz="1600" b="1" dirty="0"/>
              <a:t>GOODNESS OF GOD</a:t>
            </a:r>
          </a:p>
        </p:txBody>
      </p:sp>
      <p:sp>
        <p:nvSpPr>
          <p:cNvPr id="7" name="Text Placeholder 6"/>
          <p:cNvSpPr>
            <a:spLocks noGrp="1"/>
          </p:cNvSpPr>
          <p:nvPr>
            <p:ph type="body" sz="quarter" idx="17"/>
          </p:nvPr>
        </p:nvSpPr>
        <p:spPr>
          <a:xfrm>
            <a:off x="91440" y="4422523"/>
            <a:ext cx="1257300" cy="365760"/>
          </a:xfrm>
        </p:spPr>
        <p:txBody>
          <a:bodyPr wrap="square" tIns="0" bIns="0">
            <a:noAutofit/>
          </a:bodyPr>
          <a:lstStyle/>
          <a:p>
            <a:r>
              <a:rPr sz="800" b="0" i="0"/>
              <a:t>Typeset R. J. Stevens Music</a:t>
            </a:r>
          </a:p>
        </p:txBody>
      </p:sp>
      <p:pic>
        <p:nvPicPr>
          <p:cNvPr id="9" name="Picture Placeholder 8" descr="eh-202-08.png"/>
          <p:cNvPicPr>
            <a:picLocks noGrp="1" noChangeAspect="1"/>
          </p:cNvPicPr>
          <p:nvPr>
            <p:ph type="pic" sz="quarter" idx="10"/>
          </p:nvPr>
        </p:nvPicPr>
        <p:blipFill>
          <a:blip r:embed="rId4"/>
          <a:srcRect l="5" r="5"/>
          <a:stretch>
            <a:fillRect/>
          </a:stretch>
        </p:blipFill>
        <p:spPr>
          <a:xfrm>
            <a:off x="2634881" y="114300"/>
            <a:ext cx="5931636" cy="5486400"/>
          </a:xfrm>
        </p:spPr>
      </p:pic>
      <p:pic>
        <p:nvPicPr>
          <p:cNvPr id="10" name="Picture Placeholder 9" descr="eh-circle.png"/>
          <p:cNvPicPr>
            <a:picLocks noGrp="1" noChangeAspect="1"/>
          </p:cNvPicPr>
          <p:nvPr>
            <p:ph type="pic" sz="quarter" idx="20"/>
          </p:nvPr>
        </p:nvPicPr>
        <p:blipFill>
          <a:blip r:embed="rId3"/>
          <a:srcRect t="219" b="219"/>
          <a:stretch>
            <a:fillRect/>
          </a:stretch>
        </p:blipFill>
        <p:spPr>
          <a:xfrm>
            <a:off x="982980" y="4831811"/>
            <a:ext cx="367371" cy="365760"/>
          </a:xfrm>
        </p:spPr>
      </p:pic>
      <p:sp>
        <p:nvSpPr>
          <p:cNvPr id="11" name="Text Placeholder 10"/>
          <p:cNvSpPr>
            <a:spLocks noGrp="1"/>
          </p:cNvSpPr>
          <p:nvPr>
            <p:ph type="body" sz="quarter" idx="21"/>
          </p:nvPr>
        </p:nvSpPr>
        <p:spPr>
          <a:xfrm>
            <a:off x="91440" y="2138667"/>
            <a:ext cx="1257300" cy="1165225"/>
          </a:xfrm>
        </p:spPr>
        <p:txBody>
          <a:bodyPr wrap="square">
            <a:noAutofit/>
          </a:bodyPr>
          <a:lstStyle/>
          <a:p>
            <a:r>
              <a:rPr sz="1800" b="1" i="0"/>
              <a:t>LA BONDAD DE DIOS</a:t>
            </a:r>
          </a:p>
        </p:txBody>
      </p:sp>
      <p:sp>
        <p:nvSpPr>
          <p:cNvPr id="14" name="Text Placeholder 13"/>
          <p:cNvSpPr>
            <a:spLocks noGrp="1"/>
          </p:cNvSpPr>
          <p:nvPr>
            <p:ph type="body" sz="quarter" idx="24"/>
          </p:nvPr>
        </p:nvSpPr>
        <p:spPr>
          <a:xfrm>
            <a:off x="2131961"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131961"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131961" y="1303020"/>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131961"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0"/>
            <a:ext cx="1440180" cy="5715000"/>
          </a:xfrm>
        </p:spPr>
        <p:txBody>
          <a:bodyPr/>
          <a:lstStyle/>
          <a:p>
            <a:r>
              <a:t> </a:t>
            </a:r>
          </a:p>
        </p:txBody>
      </p:sp>
      <p:sp>
        <p:nvSpPr>
          <p:cNvPr id="4" name="Text Placeholder 3"/>
          <p:cNvSpPr>
            <a:spLocks noGrp="1"/>
          </p:cNvSpPr>
          <p:nvPr>
            <p:ph type="body" sz="quarter" idx="15"/>
          </p:nvPr>
        </p:nvSpPr>
        <p:spPr>
          <a:xfrm>
            <a:off x="114300" y="425196"/>
            <a:ext cx="914400" cy="365760"/>
          </a:xfrm>
          <a:noFill/>
        </p:spPr>
        <p:txBody>
          <a:bodyPr/>
          <a:lstStyle/>
          <a:p>
            <a:r>
              <a:t>202</a:t>
            </a:r>
          </a:p>
        </p:txBody>
      </p:sp>
      <p:pic>
        <p:nvPicPr>
          <p:cNvPr id="5" name="Picture Placeholder 4" descr="eh-circle.png"/>
          <p:cNvPicPr>
            <a:picLocks noGrp="1" noChangeAspect="1"/>
          </p:cNvPicPr>
          <p:nvPr>
            <p:ph type="pic" sz="quarter" idx="14"/>
          </p:nvPr>
        </p:nvPicPr>
        <p:blipFill>
          <a:blip r:embed="rId3"/>
          <a:srcRect t="526" b="526"/>
          <a:stretch>
            <a:fillRect/>
          </a:stretch>
        </p:blipFill>
        <p:spPr>
          <a:xfrm>
            <a:off x="982980" y="425196"/>
            <a:ext cx="365760" cy="361915"/>
          </a:xfrm>
        </p:spPr>
      </p:pic>
      <p:sp>
        <p:nvSpPr>
          <p:cNvPr id="6" name="Text Placeholder 5"/>
          <p:cNvSpPr>
            <a:spLocks noGrp="1"/>
          </p:cNvSpPr>
          <p:nvPr>
            <p:ph type="body" sz="quarter" idx="16"/>
          </p:nvPr>
        </p:nvSpPr>
        <p:spPr>
          <a:xfrm>
            <a:off x="91440" y="882396"/>
            <a:ext cx="1257300" cy="1164831"/>
          </a:xfrm>
        </p:spPr>
        <p:txBody>
          <a:bodyPr/>
          <a:lstStyle/>
          <a:p>
            <a:r>
              <a:rPr sz="1600" b="1" dirty="0"/>
              <a:t>GOODNESS OF GOD</a:t>
            </a:r>
          </a:p>
        </p:txBody>
      </p:sp>
      <p:sp>
        <p:nvSpPr>
          <p:cNvPr id="7" name="Text Placeholder 6"/>
          <p:cNvSpPr>
            <a:spLocks noGrp="1"/>
          </p:cNvSpPr>
          <p:nvPr>
            <p:ph type="body" sz="quarter" idx="17"/>
          </p:nvPr>
        </p:nvSpPr>
        <p:spPr>
          <a:xfrm>
            <a:off x="91440" y="4422523"/>
            <a:ext cx="1257300" cy="365760"/>
          </a:xfrm>
        </p:spPr>
        <p:txBody>
          <a:bodyPr wrap="square" tIns="0" bIns="0">
            <a:noAutofit/>
          </a:bodyPr>
          <a:lstStyle/>
          <a:p>
            <a:r>
              <a:rPr sz="800" b="0" i="0"/>
              <a:t>Typeset R. J. Stevens Music</a:t>
            </a:r>
          </a:p>
        </p:txBody>
      </p:sp>
      <p:pic>
        <p:nvPicPr>
          <p:cNvPr id="9" name="Picture Placeholder 8" descr="eh-202-04.png"/>
          <p:cNvPicPr>
            <a:picLocks noGrp="1" noChangeAspect="1"/>
          </p:cNvPicPr>
          <p:nvPr>
            <p:ph type="pic" sz="quarter" idx="10"/>
          </p:nvPr>
        </p:nvPicPr>
        <p:blipFill>
          <a:blip r:embed="rId4"/>
          <a:srcRect l="5" r="5"/>
          <a:stretch>
            <a:fillRect/>
          </a:stretch>
        </p:blipFill>
        <p:spPr>
          <a:xfrm>
            <a:off x="2634881" y="114300"/>
            <a:ext cx="5931636" cy="5486400"/>
          </a:xfrm>
        </p:spPr>
      </p:pic>
      <p:pic>
        <p:nvPicPr>
          <p:cNvPr id="10" name="Picture Placeholder 9" descr="eh-circle.png"/>
          <p:cNvPicPr>
            <a:picLocks noGrp="1" noChangeAspect="1"/>
          </p:cNvPicPr>
          <p:nvPr>
            <p:ph type="pic" sz="quarter" idx="20"/>
          </p:nvPr>
        </p:nvPicPr>
        <p:blipFill>
          <a:blip r:embed="rId3"/>
          <a:srcRect t="219" b="219"/>
          <a:stretch>
            <a:fillRect/>
          </a:stretch>
        </p:blipFill>
        <p:spPr>
          <a:xfrm>
            <a:off x="982980" y="4831811"/>
            <a:ext cx="367371" cy="365760"/>
          </a:xfrm>
        </p:spPr>
      </p:pic>
      <p:sp>
        <p:nvSpPr>
          <p:cNvPr id="11" name="Text Placeholder 10"/>
          <p:cNvSpPr>
            <a:spLocks noGrp="1"/>
          </p:cNvSpPr>
          <p:nvPr>
            <p:ph type="body" sz="quarter" idx="21"/>
          </p:nvPr>
        </p:nvSpPr>
        <p:spPr>
          <a:xfrm>
            <a:off x="91440" y="2138667"/>
            <a:ext cx="1257300" cy="1165225"/>
          </a:xfrm>
        </p:spPr>
        <p:txBody>
          <a:bodyPr wrap="square">
            <a:noAutofit/>
          </a:bodyPr>
          <a:lstStyle/>
          <a:p>
            <a:r>
              <a:rPr sz="1800" b="1" i="0"/>
              <a:t>LA BONDAD DE DIOS</a:t>
            </a:r>
          </a:p>
        </p:txBody>
      </p:sp>
      <p:sp>
        <p:nvSpPr>
          <p:cNvPr id="14" name="Text Placeholder 13"/>
          <p:cNvSpPr>
            <a:spLocks noGrp="1"/>
          </p:cNvSpPr>
          <p:nvPr>
            <p:ph type="body" sz="quarter" idx="24"/>
          </p:nvPr>
        </p:nvSpPr>
        <p:spPr>
          <a:xfrm>
            <a:off x="2131961"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131961"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131961"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131961" y="1741932"/>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0"/>
            <a:ext cx="1440180" cy="5715000"/>
          </a:xfrm>
        </p:spPr>
        <p:txBody>
          <a:bodyPr/>
          <a:lstStyle/>
          <a:p>
            <a:r>
              <a:t> </a:t>
            </a:r>
          </a:p>
        </p:txBody>
      </p:sp>
      <p:sp>
        <p:nvSpPr>
          <p:cNvPr id="4" name="Text Placeholder 3"/>
          <p:cNvSpPr>
            <a:spLocks noGrp="1"/>
          </p:cNvSpPr>
          <p:nvPr>
            <p:ph type="body" sz="quarter" idx="15"/>
          </p:nvPr>
        </p:nvSpPr>
        <p:spPr>
          <a:xfrm>
            <a:off x="114300" y="425196"/>
            <a:ext cx="914400" cy="365760"/>
          </a:xfrm>
          <a:noFill/>
        </p:spPr>
        <p:txBody>
          <a:bodyPr/>
          <a:lstStyle/>
          <a:p>
            <a:r>
              <a:t>202</a:t>
            </a:r>
          </a:p>
        </p:txBody>
      </p:sp>
      <p:pic>
        <p:nvPicPr>
          <p:cNvPr id="5" name="Picture Placeholder 4" descr="eh-circle.png"/>
          <p:cNvPicPr>
            <a:picLocks noGrp="1" noChangeAspect="1"/>
          </p:cNvPicPr>
          <p:nvPr>
            <p:ph type="pic" sz="quarter" idx="14"/>
          </p:nvPr>
        </p:nvPicPr>
        <p:blipFill>
          <a:blip r:embed="rId3"/>
          <a:srcRect t="526" b="526"/>
          <a:stretch>
            <a:fillRect/>
          </a:stretch>
        </p:blipFill>
        <p:spPr>
          <a:xfrm>
            <a:off x="982980" y="425196"/>
            <a:ext cx="365760" cy="361915"/>
          </a:xfrm>
        </p:spPr>
      </p:pic>
      <p:sp>
        <p:nvSpPr>
          <p:cNvPr id="6" name="Text Placeholder 5"/>
          <p:cNvSpPr>
            <a:spLocks noGrp="1"/>
          </p:cNvSpPr>
          <p:nvPr>
            <p:ph type="body" sz="quarter" idx="16"/>
          </p:nvPr>
        </p:nvSpPr>
        <p:spPr>
          <a:xfrm>
            <a:off x="91440" y="882396"/>
            <a:ext cx="1257300" cy="1164831"/>
          </a:xfrm>
        </p:spPr>
        <p:txBody>
          <a:bodyPr/>
          <a:lstStyle/>
          <a:p>
            <a:r>
              <a:rPr sz="1600" b="1" dirty="0"/>
              <a:t>GOODNESS OF GOD</a:t>
            </a:r>
          </a:p>
        </p:txBody>
      </p:sp>
      <p:sp>
        <p:nvSpPr>
          <p:cNvPr id="7" name="Text Placeholder 6"/>
          <p:cNvSpPr>
            <a:spLocks noGrp="1"/>
          </p:cNvSpPr>
          <p:nvPr>
            <p:ph type="body" sz="quarter" idx="17"/>
          </p:nvPr>
        </p:nvSpPr>
        <p:spPr>
          <a:xfrm>
            <a:off x="91440" y="4422523"/>
            <a:ext cx="1257300" cy="365760"/>
          </a:xfrm>
        </p:spPr>
        <p:txBody>
          <a:bodyPr wrap="square" tIns="0" bIns="0">
            <a:noAutofit/>
          </a:bodyPr>
          <a:lstStyle/>
          <a:p>
            <a:r>
              <a:rPr sz="800" b="0" i="0"/>
              <a:t>Typeset R. J. Stevens Music</a:t>
            </a:r>
          </a:p>
        </p:txBody>
      </p:sp>
      <p:pic>
        <p:nvPicPr>
          <p:cNvPr id="9" name="Picture Placeholder 8" descr="eh-202-10.png"/>
          <p:cNvPicPr>
            <a:picLocks noGrp="1" noChangeAspect="1"/>
          </p:cNvPicPr>
          <p:nvPr>
            <p:ph type="pic" sz="quarter" idx="10"/>
          </p:nvPr>
        </p:nvPicPr>
        <p:blipFill>
          <a:blip r:embed="rId4"/>
          <a:srcRect l="5" r="5"/>
          <a:stretch>
            <a:fillRect/>
          </a:stretch>
        </p:blipFill>
        <p:spPr>
          <a:xfrm>
            <a:off x="2634881" y="114300"/>
            <a:ext cx="5931636" cy="5486400"/>
          </a:xfrm>
        </p:spPr>
      </p:pic>
      <p:pic>
        <p:nvPicPr>
          <p:cNvPr id="10" name="Picture Placeholder 9" descr="eh-circle.png"/>
          <p:cNvPicPr>
            <a:picLocks noGrp="1" noChangeAspect="1"/>
          </p:cNvPicPr>
          <p:nvPr>
            <p:ph type="pic" sz="quarter" idx="20"/>
          </p:nvPr>
        </p:nvPicPr>
        <p:blipFill>
          <a:blip r:embed="rId3"/>
          <a:srcRect t="219" b="219"/>
          <a:stretch>
            <a:fillRect/>
          </a:stretch>
        </p:blipFill>
        <p:spPr>
          <a:xfrm>
            <a:off x="982980" y="4831811"/>
            <a:ext cx="367371" cy="365760"/>
          </a:xfrm>
        </p:spPr>
      </p:pic>
      <p:sp>
        <p:nvSpPr>
          <p:cNvPr id="11" name="Text Placeholder 10"/>
          <p:cNvSpPr>
            <a:spLocks noGrp="1"/>
          </p:cNvSpPr>
          <p:nvPr>
            <p:ph type="body" sz="quarter" idx="21"/>
          </p:nvPr>
        </p:nvSpPr>
        <p:spPr>
          <a:xfrm>
            <a:off x="91440" y="2138667"/>
            <a:ext cx="1257300" cy="1165225"/>
          </a:xfrm>
        </p:spPr>
        <p:txBody>
          <a:bodyPr wrap="square">
            <a:noAutofit/>
          </a:bodyPr>
          <a:lstStyle/>
          <a:p>
            <a:r>
              <a:rPr sz="1800" b="1" i="0"/>
              <a:t>LA BONDAD DE DIOS</a:t>
            </a:r>
          </a:p>
        </p:txBody>
      </p:sp>
      <p:sp>
        <p:nvSpPr>
          <p:cNvPr id="14" name="Text Placeholder 13"/>
          <p:cNvSpPr>
            <a:spLocks noGrp="1"/>
          </p:cNvSpPr>
          <p:nvPr>
            <p:ph type="body" sz="quarter" idx="24"/>
          </p:nvPr>
        </p:nvSpPr>
        <p:spPr>
          <a:xfrm>
            <a:off x="2131961"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131961"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131961"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131961" y="1741932"/>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0"/>
            <a:ext cx="1440180" cy="5715000"/>
          </a:xfrm>
        </p:spPr>
        <p:txBody>
          <a:bodyPr/>
          <a:lstStyle/>
          <a:p>
            <a:r>
              <a:t> </a:t>
            </a:r>
          </a:p>
        </p:txBody>
      </p:sp>
      <p:sp>
        <p:nvSpPr>
          <p:cNvPr id="4" name="Text Placeholder 3"/>
          <p:cNvSpPr>
            <a:spLocks noGrp="1"/>
          </p:cNvSpPr>
          <p:nvPr>
            <p:ph type="body" sz="quarter" idx="15"/>
          </p:nvPr>
        </p:nvSpPr>
        <p:spPr>
          <a:xfrm>
            <a:off x="114300" y="425196"/>
            <a:ext cx="914400" cy="365760"/>
          </a:xfrm>
          <a:noFill/>
        </p:spPr>
        <p:txBody>
          <a:bodyPr/>
          <a:lstStyle/>
          <a:p>
            <a:r>
              <a:t>202</a:t>
            </a:r>
          </a:p>
        </p:txBody>
      </p:sp>
      <p:pic>
        <p:nvPicPr>
          <p:cNvPr id="5" name="Picture Placeholder 4" descr="eh-circle.png"/>
          <p:cNvPicPr>
            <a:picLocks noGrp="1" noChangeAspect="1"/>
          </p:cNvPicPr>
          <p:nvPr>
            <p:ph type="pic" sz="quarter" idx="14"/>
          </p:nvPr>
        </p:nvPicPr>
        <p:blipFill>
          <a:blip r:embed="rId3"/>
          <a:srcRect t="526" b="526"/>
          <a:stretch>
            <a:fillRect/>
          </a:stretch>
        </p:blipFill>
        <p:spPr>
          <a:xfrm>
            <a:off x="982980" y="425196"/>
            <a:ext cx="365760" cy="361915"/>
          </a:xfrm>
        </p:spPr>
      </p:pic>
      <p:sp>
        <p:nvSpPr>
          <p:cNvPr id="6" name="Text Placeholder 5"/>
          <p:cNvSpPr>
            <a:spLocks noGrp="1"/>
          </p:cNvSpPr>
          <p:nvPr>
            <p:ph type="body" sz="quarter" idx="16"/>
          </p:nvPr>
        </p:nvSpPr>
        <p:spPr>
          <a:xfrm>
            <a:off x="91440" y="882396"/>
            <a:ext cx="1257300" cy="1164831"/>
          </a:xfrm>
        </p:spPr>
        <p:txBody>
          <a:bodyPr/>
          <a:lstStyle/>
          <a:p>
            <a:r>
              <a:rPr sz="1600" b="1" dirty="0"/>
              <a:t>GOODNESS OF GOD</a:t>
            </a:r>
          </a:p>
        </p:txBody>
      </p:sp>
      <p:sp>
        <p:nvSpPr>
          <p:cNvPr id="7" name="Text Placeholder 6"/>
          <p:cNvSpPr>
            <a:spLocks noGrp="1"/>
          </p:cNvSpPr>
          <p:nvPr>
            <p:ph type="body" sz="quarter" idx="17"/>
          </p:nvPr>
        </p:nvSpPr>
        <p:spPr>
          <a:xfrm>
            <a:off x="91440" y="4422523"/>
            <a:ext cx="1257300" cy="365760"/>
          </a:xfrm>
        </p:spPr>
        <p:txBody>
          <a:bodyPr wrap="square" tIns="0" bIns="0">
            <a:noAutofit/>
          </a:bodyPr>
          <a:lstStyle/>
          <a:p>
            <a:r>
              <a:rPr sz="800" b="0" i="0"/>
              <a:t>Typeset R. J. Stevens Music</a:t>
            </a:r>
          </a:p>
        </p:txBody>
      </p:sp>
      <p:pic>
        <p:nvPicPr>
          <p:cNvPr id="9" name="Picture Placeholder 8" descr="eh-202-11.png"/>
          <p:cNvPicPr>
            <a:picLocks noGrp="1" noChangeAspect="1"/>
          </p:cNvPicPr>
          <p:nvPr>
            <p:ph type="pic" sz="quarter" idx="10"/>
          </p:nvPr>
        </p:nvPicPr>
        <p:blipFill>
          <a:blip r:embed="rId4"/>
          <a:srcRect l="5" r="5"/>
          <a:stretch>
            <a:fillRect/>
          </a:stretch>
        </p:blipFill>
        <p:spPr>
          <a:xfrm>
            <a:off x="2634881" y="114300"/>
            <a:ext cx="5931636" cy="5486400"/>
          </a:xfrm>
        </p:spPr>
      </p:pic>
      <p:pic>
        <p:nvPicPr>
          <p:cNvPr id="10" name="Picture Placeholder 9" descr="eh-circle.png"/>
          <p:cNvPicPr>
            <a:picLocks noGrp="1" noChangeAspect="1"/>
          </p:cNvPicPr>
          <p:nvPr>
            <p:ph type="pic" sz="quarter" idx="20"/>
          </p:nvPr>
        </p:nvPicPr>
        <p:blipFill>
          <a:blip r:embed="rId3"/>
          <a:srcRect t="219" b="219"/>
          <a:stretch>
            <a:fillRect/>
          </a:stretch>
        </p:blipFill>
        <p:spPr>
          <a:xfrm>
            <a:off x="982980" y="4831811"/>
            <a:ext cx="367371" cy="365760"/>
          </a:xfrm>
        </p:spPr>
      </p:pic>
      <p:sp>
        <p:nvSpPr>
          <p:cNvPr id="11" name="Text Placeholder 10"/>
          <p:cNvSpPr>
            <a:spLocks noGrp="1"/>
          </p:cNvSpPr>
          <p:nvPr>
            <p:ph type="body" sz="quarter" idx="21"/>
          </p:nvPr>
        </p:nvSpPr>
        <p:spPr>
          <a:xfrm>
            <a:off x="91440" y="2138667"/>
            <a:ext cx="1257300" cy="1165225"/>
          </a:xfrm>
        </p:spPr>
        <p:txBody>
          <a:bodyPr wrap="square">
            <a:noAutofit/>
          </a:bodyPr>
          <a:lstStyle/>
          <a:p>
            <a:r>
              <a:rPr sz="1800" b="1" i="0"/>
              <a:t>LA BONDAD DE DIOS</a:t>
            </a:r>
          </a:p>
        </p:txBody>
      </p:sp>
      <p:sp>
        <p:nvSpPr>
          <p:cNvPr id="14" name="Text Placeholder 13"/>
          <p:cNvSpPr>
            <a:spLocks noGrp="1"/>
          </p:cNvSpPr>
          <p:nvPr>
            <p:ph type="body" sz="quarter" idx="24"/>
          </p:nvPr>
        </p:nvSpPr>
        <p:spPr>
          <a:xfrm>
            <a:off x="2131961"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131961"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131961"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131961" y="1741932"/>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ermon-notes.jpg"/>
          <p:cNvPicPr>
            <a:picLocks noGrp="1" noChangeAspect="1"/>
          </p:cNvPicPr>
          <p:nvPr>
            <p:ph type="pic" sz="quarter" idx="10"/>
          </p:nvPr>
        </p:nvPicPr>
        <p:blipFill>
          <a:blip r:embed="rId2"/>
          <a:srcRect/>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sp>
        <p:nvSpPr>
          <p:cNvPr id="4" name="Content Placeholder 3"/>
          <p:cNvSpPr>
            <a:spLocks noGrp="1"/>
          </p:cNvSpPr>
          <p:nvPr>
            <p:ph sz="quarter" idx="18"/>
          </p:nvPr>
        </p:nvSpPr>
        <p:spPr/>
        <p:txBody>
          <a:bodyPr/>
          <a:lstStyle/>
          <a:p>
            <a:r>
              <a:t> </a:t>
            </a:r>
          </a:p>
        </p:txBody>
      </p:sp>
      <p:sp>
        <p:nvSpPr>
          <p:cNvPr id="6" name="Text Placeholder 5"/>
          <p:cNvSpPr>
            <a:spLocks noGrp="1"/>
          </p:cNvSpPr>
          <p:nvPr>
            <p:ph type="body" sz="quarter" idx="13"/>
          </p:nvPr>
        </p:nvSpPr>
        <p:spPr>
          <a:xfrm>
            <a:off x="3063240" y="1531620"/>
            <a:ext cx="4572000" cy="1645920"/>
          </a:xfrm>
        </p:spPr>
        <p:txBody>
          <a:bodyPr wrap="square">
            <a:noAutofit/>
          </a:bodyPr>
          <a:lstStyle/>
          <a:p>
            <a:r>
              <a:rPr sz="7200" b="1" i="0">
                <a:latin typeface="Avenir Next LT Pro"/>
              </a:rPr>
              <a:t>SERMON</a:t>
            </a:r>
          </a:p>
        </p:txBody>
      </p:sp>
      <p:sp>
        <p:nvSpPr>
          <p:cNvPr id="7" name="Text Placeholder 6"/>
          <p:cNvSpPr>
            <a:spLocks noGrp="1"/>
          </p:cNvSpPr>
          <p:nvPr>
            <p:ph type="body" sz="quarter" idx="15"/>
          </p:nvPr>
        </p:nvSpPr>
        <p:spPr>
          <a:xfrm>
            <a:off x="3172968" y="3044952"/>
            <a:ext cx="4370832" cy="914400"/>
          </a:xfrm>
        </p:spPr>
        <p:txBody>
          <a:bodyPr wrap="square">
            <a:noAutofit/>
          </a:bodyPr>
          <a:lstStyle/>
          <a:p>
            <a:r>
              <a:rPr sz="2400" b="0" i="0">
                <a:latin typeface="Avenir Next LT Pro"/>
              </a:rPr>
              <a:t>“HE COMMANDED US TO PREACH TO THE PEOPLE”</a:t>
            </a:r>
          </a:p>
        </p:txBody>
      </p:sp>
      <p:sp>
        <p:nvSpPr>
          <p:cNvPr id="9" name="Text Placeholder 8"/>
          <p:cNvSpPr>
            <a:spLocks noGrp="1"/>
          </p:cNvSpPr>
          <p:nvPr>
            <p:ph type="body" sz="quarter" idx="20"/>
          </p:nvPr>
        </p:nvSpPr>
        <p:spPr>
          <a:xfrm>
            <a:off x="3291840" y="3863339"/>
            <a:ext cx="4133087" cy="914400"/>
          </a:xfrm>
        </p:spPr>
        <p:txBody>
          <a:bodyPr wrap="square">
            <a:noAutofit/>
          </a:bodyPr>
          <a:lstStyle/>
          <a:p>
            <a:r>
              <a:rPr sz="2000" b="0" i="0">
                <a:latin typeface="Avenir Next LT Pro"/>
              </a:rPr>
              <a:t>ACTS 10:42</a:t>
            </a:r>
          </a:p>
        </p:txBody>
      </p:sp>
      <p:pic>
        <p:nvPicPr>
          <p:cNvPr id="10" name="Picture Placeholder 9" descr="eh20-eng-432.png"/>
          <p:cNvPicPr>
            <a:picLocks noGrp="1" noChangeAspect="1"/>
          </p:cNvPicPr>
          <p:nvPr>
            <p:ph type="pic" sz="quarter" idx="19"/>
          </p:nvPr>
        </p:nvPicPr>
        <p:blipFill>
          <a:blip r:embed="rId3"/>
          <a:srcRect t="459" b="459"/>
          <a:stretch>
            <a:fillRect/>
          </a:stretch>
        </p:blipFill>
        <p:spPr>
          <a:xfrm>
            <a:off x="1668537" y="5029200"/>
            <a:ext cx="1828800" cy="457200"/>
          </a:xfrm>
        </p:spPr>
      </p:pic>
      <p:sp>
        <p:nvSpPr>
          <p:cNvPr id="11" name="Text Placeholder 10"/>
          <p:cNvSpPr>
            <a:spLocks noGrp="1"/>
          </p:cNvSpPr>
          <p:nvPr>
            <p:ph type="body" sz="quarter" idx="36"/>
          </p:nvPr>
        </p:nvSpPr>
        <p:spPr>
          <a:xfrm>
            <a:off x="685799" y="3623310"/>
            <a:ext cx="832104" cy="274320"/>
          </a:xfrm>
        </p:spPr>
        <p:txBody>
          <a:bodyPr/>
          <a:lstStyle/>
          <a:p>
            <a:r>
              <a:t> </a:t>
            </a:r>
          </a:p>
        </p:txBody>
      </p:sp>
      <p:sp>
        <p:nvSpPr>
          <p:cNvPr id="12" name="Text Placeholder 11"/>
          <p:cNvSpPr>
            <a:spLocks noGrp="1"/>
          </p:cNvSpPr>
          <p:nvPr>
            <p:ph type="body" sz="quarter" idx="21"/>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Collection</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600" b="0">
                <a:latin typeface="Avenir Next LT Pro"/>
              </a:rPr>
              <a:t>Prayer</a:t>
            </a:r>
          </a:p>
        </p:txBody>
      </p:sp>
      <p:sp>
        <p:nvSpPr>
          <p:cNvPr id="15" name="Text Placeholder 14"/>
          <p:cNvSpPr>
            <a:spLocks noGrp="1"/>
          </p:cNvSpPr>
          <p:nvPr>
            <p:ph type="body" sz="quarter" idx="25"/>
          </p:nvPr>
        </p:nvSpPr>
        <p:spPr/>
        <p:txBody>
          <a:bodyPr wrap="square">
            <a:noAutofit/>
          </a:bodyPr>
          <a:lstStyle/>
          <a:p>
            <a:r>
              <a:rPr sz="2000" b="0" i="0">
                <a:latin typeface="Avenir Next LT Pro"/>
              </a:rPr>
              <a:t>Phillip Shumake</a:t>
            </a:r>
          </a:p>
        </p:txBody>
      </p:sp>
      <p:sp>
        <p:nvSpPr>
          <p:cNvPr id="17" name="Text Placeholder 16"/>
          <p:cNvSpPr>
            <a:spLocks noGrp="1"/>
          </p:cNvSpPr>
          <p:nvPr>
            <p:ph type="body" sz="quarter" idx="27"/>
          </p:nvPr>
        </p:nvSpPr>
        <p:spPr>
          <a:xfrm>
            <a:off x="3063240" y="1453896"/>
            <a:ext cx="4572000" cy="1645920"/>
          </a:xfrm>
        </p:spPr>
        <p:txBody>
          <a:bodyPr wrap="square">
            <a:noAutofit/>
          </a:bodyPr>
          <a:lstStyle/>
          <a:p>
            <a:r>
              <a:rPr sz="8000" b="1" i="0">
                <a:latin typeface="Alegreya Sans ExtraBold"/>
              </a:rPr>
              <a:t>SERMÓN</a:t>
            </a:r>
          </a:p>
        </p:txBody>
      </p:sp>
      <p:sp>
        <p:nvSpPr>
          <p:cNvPr id="18" name="Text Placeholder 17"/>
          <p:cNvSpPr>
            <a:spLocks noGrp="1"/>
          </p:cNvSpPr>
          <p:nvPr>
            <p:ph type="body" sz="quarter" idx="28"/>
          </p:nvPr>
        </p:nvSpPr>
        <p:spPr>
          <a:xfrm>
            <a:off x="3172968" y="3008376"/>
            <a:ext cx="4370832" cy="914400"/>
          </a:xfrm>
        </p:spPr>
        <p:txBody>
          <a:bodyPr wrap="square">
            <a:noAutofit/>
          </a:bodyPr>
          <a:lstStyle/>
          <a:p>
            <a:r>
              <a:rPr sz="2600" b="0" i="0">
                <a:latin typeface="Alegreya Sans Medium"/>
              </a:rPr>
              <a:t>“NOS MANDÓ QUE PREDICÁSEMOS AL PUEBLO”</a:t>
            </a:r>
          </a:p>
        </p:txBody>
      </p:sp>
      <p:sp>
        <p:nvSpPr>
          <p:cNvPr id="20" name="Text Placeholder 19"/>
          <p:cNvSpPr>
            <a:spLocks noGrp="1"/>
          </p:cNvSpPr>
          <p:nvPr>
            <p:ph type="body" sz="quarter" idx="30"/>
          </p:nvPr>
        </p:nvSpPr>
        <p:spPr>
          <a:xfrm>
            <a:off x="3291840" y="3840480"/>
            <a:ext cx="4133087" cy="914400"/>
          </a:xfrm>
        </p:spPr>
        <p:txBody>
          <a:bodyPr wrap="square">
            <a:noAutofit/>
          </a:bodyPr>
          <a:lstStyle/>
          <a:p>
            <a:r>
              <a:rPr sz="2400" b="0" i="0">
                <a:latin typeface="Alegreya Sans Medium"/>
              </a:rPr>
              <a:t>HECHOS 10:42</a:t>
            </a:r>
          </a:p>
        </p:txBody>
      </p:sp>
      <p:pic>
        <p:nvPicPr>
          <p:cNvPr id="21" name="Picture Placeholder 20" descr="eh20-esp-600.png"/>
          <p:cNvPicPr>
            <a:picLocks noGrp="1" noChangeAspect="1"/>
          </p:cNvPicPr>
          <p:nvPr>
            <p:ph type="pic" sz="quarter" idx="31"/>
          </p:nvPr>
        </p:nvPicPr>
        <p:blipFill>
          <a:blip r:embed="rId4"/>
          <a:srcRect t="331" b="331"/>
          <a:stretch>
            <a:fillRect/>
          </a:stretch>
        </p:blipFill>
        <p:spPr>
          <a:xfrm>
            <a:off x="1668537" y="5028697"/>
            <a:ext cx="1828800" cy="457200"/>
          </a:xfrm>
        </p:spPr>
      </p:pic>
      <p:sp>
        <p:nvSpPr>
          <p:cNvPr id="22" name="Text Placeholder 21"/>
          <p:cNvSpPr>
            <a:spLocks noGrp="1"/>
          </p:cNvSpPr>
          <p:nvPr>
            <p:ph type="body" sz="quarter" idx="37"/>
          </p:nvPr>
        </p:nvSpPr>
        <p:spPr>
          <a:xfrm>
            <a:off x="685799" y="3605022"/>
            <a:ext cx="832104" cy="274320"/>
          </a:xfrm>
        </p:spPr>
        <p:txBody>
          <a:bodyPr/>
          <a:lstStyle/>
          <a:p>
            <a:r>
              <a:t> </a:t>
            </a:r>
          </a:p>
        </p:txBody>
      </p:sp>
      <p:sp>
        <p:nvSpPr>
          <p:cNvPr id="23" name="Text Placeholder 22"/>
          <p:cNvSpPr>
            <a:spLocks noGrp="1"/>
          </p:cNvSpPr>
          <p:nvPr>
            <p:ph type="body" sz="quarter" idx="33"/>
          </p:nvPr>
        </p:nvSpPr>
        <p:spPr/>
        <p:txBody>
          <a:bodyPr/>
          <a:lstStyle/>
          <a:p>
            <a:pPr>
              <a:lnSpc>
                <a:spcPts val="1800"/>
              </a:lnSpc>
              <a:spcBef>
                <a:spcPts val="0"/>
              </a:spcBef>
              <a:spcAft>
                <a:spcPts val="900"/>
              </a:spcAft>
            </a:pPr>
            <a:r>
              <a:rPr sz="1800" b="0">
                <a:latin typeface="Alegreya Sans Medium"/>
              </a:rPr>
              <a:t>Bienvenida</a:t>
            </a:r>
          </a:p>
          <a:p>
            <a:pPr>
              <a:lnSpc>
                <a:spcPts val="1800"/>
              </a:lnSpc>
              <a:spcBef>
                <a:spcPts val="0"/>
              </a:spcBef>
              <a:spcAft>
                <a:spcPts val="900"/>
              </a:spcAft>
            </a:pPr>
            <a:r>
              <a:rPr sz="1800" b="0">
                <a:latin typeface="Alegreya Sans Medium"/>
              </a:rPr>
              <a:t>Ofrenda</a:t>
            </a:r>
          </a:p>
          <a:p>
            <a:pPr>
              <a:lnSpc>
                <a:spcPts val="1800"/>
              </a:lnSpc>
              <a:spcBef>
                <a:spcPts val="0"/>
              </a:spcBef>
              <a:spcAft>
                <a:spcPts val="900"/>
              </a:spcAft>
            </a:pPr>
            <a:r>
              <a:rPr sz="1800" b="0">
                <a:latin typeface="Alegreya Sans Medium"/>
              </a:rPr>
              <a:t>Lectura</a:t>
            </a:r>
          </a:p>
          <a:p>
            <a:pPr>
              <a:lnSpc>
                <a:spcPts val="1800"/>
              </a:lnSpc>
              <a:spcBef>
                <a:spcPts val="0"/>
              </a:spcBef>
              <a:spcAft>
                <a:spcPts val="900"/>
              </a:spcAft>
            </a:pPr>
            <a:r>
              <a:rPr sz="1800" b="0">
                <a:latin typeface="Alegreya Sans Medium"/>
              </a:rPr>
              <a:t>Oración</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800" b="0">
                <a:latin typeface="Alegreya Sans Medium"/>
              </a:rPr>
              <a:t>Cena del Señor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800" b="0">
                <a:latin typeface="Alegreya Sans Medium"/>
              </a:rPr>
              <a:t>Sermón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800" b="0">
                <a:latin typeface="Alegreya Sans Medium"/>
              </a:rPr>
              <a:t>Oración</a:t>
            </a:r>
          </a:p>
        </p:txBody>
      </p:sp>
      <p:pic>
        <p:nvPicPr>
          <p:cNvPr id="24" name="Picture 23" descr="eh-xcircle-white.png"/>
          <p:cNvPicPr>
            <a:picLocks noChangeAspect="1"/>
          </p:cNvPicPr>
          <p:nvPr/>
        </p:nvPicPr>
        <p:blipFill>
          <a:blip r:embed="rId5"/>
          <a:stretch>
            <a:fillRect/>
          </a:stretch>
        </p:blipFill>
        <p:spPr>
          <a:xfrm>
            <a:off x="658368" y="3218688"/>
            <a:ext cx="365760" cy="365760"/>
          </a:xfrm>
          <a:prstGeom prst="rect">
            <a:avLst/>
          </a:prstGeom>
        </p:spPr>
      </p:pic>
    </p:spTree>
  </p:cSld>
  <p:clrMapOvr>
    <a:masterClrMapping/>
  </p:clrMapOvr>
  <p:transition spd="med" advTm="5000">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40467A-F719-4CE7-2846-C018F553B109}"/>
              </a:ext>
            </a:extLst>
          </p:cNvPr>
          <p:cNvPicPr>
            <a:picLocks noChangeAspect="1"/>
          </p:cNvPicPr>
          <p:nvPr/>
        </p:nvPicPr>
        <p:blipFill>
          <a:blip r:embed="rId3"/>
          <a:stretch>
            <a:fillRect/>
          </a:stretch>
        </p:blipFill>
        <p:spPr>
          <a:xfrm>
            <a:off x="0" y="0"/>
            <a:ext cx="9144000" cy="5715000"/>
          </a:xfrm>
          <a:prstGeom prst="rect">
            <a:avLst/>
          </a:prstGeom>
        </p:spPr>
      </p:pic>
    </p:spTree>
    <p:extLst>
      <p:ext uri="{BB962C8B-B14F-4D97-AF65-F5344CB8AC3E}">
        <p14:creationId xmlns:p14="http://schemas.microsoft.com/office/powerpoint/2010/main" val="1974921003"/>
      </p:ext>
    </p:extLst>
  </p:cSld>
  <p:clrMapOvr>
    <a:masterClrMapping/>
  </p:clrMapOvr>
  <p:transition>
    <p:circl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EF13A4-6DBB-B04D-13D2-FCDC13893339}"/>
              </a:ext>
            </a:extLst>
          </p:cNvPr>
          <p:cNvSpPr txBox="1"/>
          <p:nvPr/>
        </p:nvSpPr>
        <p:spPr>
          <a:xfrm>
            <a:off x="540727" y="206894"/>
            <a:ext cx="8062546"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1"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Paul’s Master Class</a:t>
            </a:r>
          </a:p>
        </p:txBody>
      </p:sp>
      <p:sp>
        <p:nvSpPr>
          <p:cNvPr id="3" name="TextBox 2">
            <a:extLst>
              <a:ext uri="{FF2B5EF4-FFF2-40B4-BE49-F238E27FC236}">
                <a16:creationId xmlns:a16="http://schemas.microsoft.com/office/drawing/2014/main" id="{FA894B6F-172A-4C21-E0B5-551FBCD379F7}"/>
              </a:ext>
            </a:extLst>
          </p:cNvPr>
          <p:cNvSpPr txBox="1"/>
          <p:nvPr/>
        </p:nvSpPr>
        <p:spPr>
          <a:xfrm>
            <a:off x="540727" y="1037872"/>
            <a:ext cx="8062546" cy="4431470"/>
          </a:xfrm>
          <a:prstGeom prst="rect">
            <a:avLst/>
          </a:prstGeom>
          <a:noFill/>
        </p:spPr>
        <p:txBody>
          <a:bodyPr wrap="square" rtlCol="0">
            <a:spAutoFit/>
          </a:bodyPr>
          <a:lstStyle/>
          <a:p>
            <a:pPr marL="0" marR="0" lvl="0" indent="0" algn="l" defTabSz="457200" rtl="0" eaLnBrk="1" fontAlgn="auto" latinLnBrk="0" hangingPunct="1">
              <a:lnSpc>
                <a:spcPts val="3400"/>
              </a:lnSpc>
              <a:spcBef>
                <a:spcPts val="0"/>
              </a:spcBef>
              <a:spcAft>
                <a:spcPts val="0"/>
              </a:spcAft>
              <a:buClrTx/>
              <a:buSzTx/>
              <a:buFontTx/>
              <a:buNone/>
              <a:tabLst/>
              <a:defRPr/>
            </a:pPr>
            <a:r>
              <a:rPr kumimoji="0" lang="en-US" sz="26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Now, brethren, we wish to make known to you the </a:t>
            </a:r>
            <a:br>
              <a:rPr kumimoji="0" lang="en-US" sz="26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br>
            <a:r>
              <a:rPr kumimoji="0" lang="en-US" sz="26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grace of God which has been given in the churches of Macedonia, </a:t>
            </a:r>
            <a:r>
              <a:rPr kumimoji="0" lang="en-US" sz="2600" b="0" i="0" u="none" strike="noStrike" kern="1200" cap="none" spc="0" normalizeH="0" baseline="30000" noProof="0" dirty="0">
                <a:ln>
                  <a:noFill/>
                </a:ln>
                <a:solidFill>
                  <a:prstClr val="white"/>
                </a:solidFill>
                <a:effectLst/>
                <a:uLnTx/>
                <a:uFillTx/>
                <a:latin typeface="Calibri" panose="020F0502020204030204" pitchFamily="34" charset="0"/>
                <a:ea typeface="+mn-ea"/>
                <a:cs typeface="Calibri" panose="020F0502020204030204" pitchFamily="34" charset="0"/>
              </a:rPr>
              <a:t>2</a:t>
            </a:r>
            <a:r>
              <a:rPr kumimoji="0" lang="en-US" sz="26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that in a great ordeal of affliction their abundance of joy and their deep poverty overflowed in the wealth of their liberality. </a:t>
            </a:r>
            <a:r>
              <a:rPr kumimoji="0" lang="en-US" sz="2600" b="0" i="0" u="none" strike="noStrike" kern="1200" cap="none" spc="0" normalizeH="0" baseline="30000" noProof="0" dirty="0">
                <a:ln>
                  <a:noFill/>
                </a:ln>
                <a:solidFill>
                  <a:prstClr val="white"/>
                </a:solidFill>
                <a:effectLst/>
                <a:uLnTx/>
                <a:uFillTx/>
                <a:latin typeface="Calibri" panose="020F0502020204030204" pitchFamily="34" charset="0"/>
                <a:ea typeface="+mn-ea"/>
                <a:cs typeface="Calibri" panose="020F0502020204030204" pitchFamily="34" charset="0"/>
              </a:rPr>
              <a:t>3</a:t>
            </a:r>
            <a:r>
              <a:rPr kumimoji="0" lang="en-US" sz="26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For I testify that according to their ability, and beyond their ability, they gave of their own accord, </a:t>
            </a:r>
            <a:r>
              <a:rPr kumimoji="0" lang="en-US" sz="2600" b="0" i="0" u="none" strike="noStrike" kern="1200" cap="none" spc="0" normalizeH="0" baseline="30000" noProof="0" dirty="0">
                <a:ln>
                  <a:noFill/>
                </a:ln>
                <a:solidFill>
                  <a:prstClr val="white"/>
                </a:solidFill>
                <a:effectLst/>
                <a:uLnTx/>
                <a:uFillTx/>
                <a:latin typeface="Calibri" panose="020F0502020204030204" pitchFamily="34" charset="0"/>
                <a:ea typeface="+mn-ea"/>
                <a:cs typeface="Calibri" panose="020F0502020204030204" pitchFamily="34" charset="0"/>
              </a:rPr>
              <a:t>4</a:t>
            </a:r>
            <a:r>
              <a:rPr kumimoji="0" lang="en-US" sz="26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begging us with much urging for the favor of participation in the support of the saints, </a:t>
            </a:r>
            <a:r>
              <a:rPr kumimoji="0" lang="en-US" sz="2600" b="0" i="0" u="none" strike="noStrike" kern="1200" cap="none" spc="0" normalizeH="0" baseline="30000" noProof="0" dirty="0">
                <a:ln>
                  <a:noFill/>
                </a:ln>
                <a:solidFill>
                  <a:prstClr val="white"/>
                </a:solidFill>
                <a:effectLst/>
                <a:uLnTx/>
                <a:uFillTx/>
                <a:latin typeface="Calibri" panose="020F0502020204030204" pitchFamily="34" charset="0"/>
                <a:ea typeface="+mn-ea"/>
                <a:cs typeface="Calibri" panose="020F0502020204030204" pitchFamily="34" charset="0"/>
              </a:rPr>
              <a:t>5</a:t>
            </a:r>
            <a:r>
              <a:rPr kumimoji="0" lang="en-US" sz="26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and this, </a:t>
            </a:r>
            <a:br>
              <a:rPr kumimoji="0" lang="en-US" sz="26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br>
            <a:r>
              <a:rPr kumimoji="0" lang="en-US" sz="26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not as we had expected, but they first gave themselves to </a:t>
            </a:r>
            <a:br>
              <a:rPr kumimoji="0" lang="en-US" sz="26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br>
            <a:r>
              <a:rPr kumimoji="0" lang="en-US" sz="26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the Lord and to us by the will of God.</a:t>
            </a:r>
          </a:p>
        </p:txBody>
      </p:sp>
      <p:pic>
        <p:nvPicPr>
          <p:cNvPr id="4" name="Picture 3" descr="A yellow rectangular object with black background&#10;&#10;AI-generated content may be incorrect.">
            <a:extLst>
              <a:ext uri="{FF2B5EF4-FFF2-40B4-BE49-F238E27FC236}">
                <a16:creationId xmlns:a16="http://schemas.microsoft.com/office/drawing/2014/main" id="{65E91646-CFF0-69D3-68A6-78FFDEFE81BD}"/>
              </a:ext>
            </a:extLst>
          </p:cNvPr>
          <p:cNvPicPr>
            <a:picLocks/>
          </p:cNvPicPr>
          <p:nvPr/>
        </p:nvPicPr>
        <p:blipFill>
          <a:blip r:embed="rId3"/>
          <a:stretch>
            <a:fillRect/>
          </a:stretch>
        </p:blipFill>
        <p:spPr>
          <a:xfrm>
            <a:off x="398917" y="1886790"/>
            <a:ext cx="2194560" cy="118872"/>
          </a:xfrm>
          <a:prstGeom prst="rect">
            <a:avLst/>
          </a:prstGeom>
        </p:spPr>
      </p:pic>
      <p:pic>
        <p:nvPicPr>
          <p:cNvPr id="5" name="Picture 4" descr="A yellow rectangular object with black background&#10;&#10;AI-generated content may be incorrect.">
            <a:extLst>
              <a:ext uri="{FF2B5EF4-FFF2-40B4-BE49-F238E27FC236}">
                <a16:creationId xmlns:a16="http://schemas.microsoft.com/office/drawing/2014/main" id="{0A2E62FC-5D34-FF2B-3CFF-A896AF1A16D3}"/>
              </a:ext>
            </a:extLst>
          </p:cNvPr>
          <p:cNvPicPr>
            <a:picLocks/>
          </p:cNvPicPr>
          <p:nvPr/>
        </p:nvPicPr>
        <p:blipFill>
          <a:blip r:embed="rId3"/>
          <a:stretch>
            <a:fillRect/>
          </a:stretch>
        </p:blipFill>
        <p:spPr>
          <a:xfrm>
            <a:off x="2271962" y="2745540"/>
            <a:ext cx="914400" cy="91440"/>
          </a:xfrm>
          <a:prstGeom prst="rect">
            <a:avLst/>
          </a:prstGeom>
        </p:spPr>
      </p:pic>
      <p:pic>
        <p:nvPicPr>
          <p:cNvPr id="6" name="Picture 5" descr="A yellow rectangular object with black background&#10;&#10;AI-generated content may be incorrect.">
            <a:extLst>
              <a:ext uri="{FF2B5EF4-FFF2-40B4-BE49-F238E27FC236}">
                <a16:creationId xmlns:a16="http://schemas.microsoft.com/office/drawing/2014/main" id="{E04B5770-55BF-FD5E-4BC1-C0293AE66F52}"/>
              </a:ext>
            </a:extLst>
          </p:cNvPr>
          <p:cNvPicPr>
            <a:picLocks/>
          </p:cNvPicPr>
          <p:nvPr/>
        </p:nvPicPr>
        <p:blipFill>
          <a:blip r:embed="rId3"/>
          <a:stretch>
            <a:fillRect/>
          </a:stretch>
        </p:blipFill>
        <p:spPr>
          <a:xfrm>
            <a:off x="4223665" y="2729543"/>
            <a:ext cx="2011680" cy="91440"/>
          </a:xfrm>
          <a:prstGeom prst="rect">
            <a:avLst/>
          </a:prstGeom>
        </p:spPr>
      </p:pic>
      <p:pic>
        <p:nvPicPr>
          <p:cNvPr id="7" name="Picture 6" descr="A yellow rectangular object with black background&#10;&#10;AI-generated content may be incorrect.">
            <a:extLst>
              <a:ext uri="{FF2B5EF4-FFF2-40B4-BE49-F238E27FC236}">
                <a16:creationId xmlns:a16="http://schemas.microsoft.com/office/drawing/2014/main" id="{AA529B5C-946F-EB84-C4CD-9BD172C71A3C}"/>
              </a:ext>
            </a:extLst>
          </p:cNvPr>
          <p:cNvPicPr>
            <a:picLocks/>
          </p:cNvPicPr>
          <p:nvPr/>
        </p:nvPicPr>
        <p:blipFill>
          <a:blip r:embed="rId3"/>
          <a:stretch>
            <a:fillRect/>
          </a:stretch>
        </p:blipFill>
        <p:spPr>
          <a:xfrm>
            <a:off x="3097873" y="3164231"/>
            <a:ext cx="1463040" cy="118872"/>
          </a:xfrm>
          <a:prstGeom prst="rect">
            <a:avLst/>
          </a:prstGeom>
        </p:spPr>
      </p:pic>
      <p:pic>
        <p:nvPicPr>
          <p:cNvPr id="8" name="Picture 7" descr="A yellow rectangular object with black background&#10;&#10;AI-generated content may be incorrect.">
            <a:extLst>
              <a:ext uri="{FF2B5EF4-FFF2-40B4-BE49-F238E27FC236}">
                <a16:creationId xmlns:a16="http://schemas.microsoft.com/office/drawing/2014/main" id="{BF50750D-8999-C22E-3B7D-3CFC12CB7C0A}"/>
              </a:ext>
            </a:extLst>
          </p:cNvPr>
          <p:cNvPicPr>
            <a:picLocks/>
          </p:cNvPicPr>
          <p:nvPr/>
        </p:nvPicPr>
        <p:blipFill>
          <a:blip r:embed="rId3"/>
          <a:stretch>
            <a:fillRect/>
          </a:stretch>
        </p:blipFill>
        <p:spPr>
          <a:xfrm>
            <a:off x="3127369" y="3576858"/>
            <a:ext cx="2926080" cy="118872"/>
          </a:xfrm>
          <a:prstGeom prst="rect">
            <a:avLst/>
          </a:prstGeom>
        </p:spPr>
      </p:pic>
      <p:pic>
        <p:nvPicPr>
          <p:cNvPr id="9" name="Picture 8" descr="A yellow rectangular object with black background&#10;&#10;AI-generated content may be incorrect.">
            <a:extLst>
              <a:ext uri="{FF2B5EF4-FFF2-40B4-BE49-F238E27FC236}">
                <a16:creationId xmlns:a16="http://schemas.microsoft.com/office/drawing/2014/main" id="{0393F393-BD2B-A831-DDD1-7B798430C543}"/>
              </a:ext>
            </a:extLst>
          </p:cNvPr>
          <p:cNvPicPr>
            <a:picLocks/>
          </p:cNvPicPr>
          <p:nvPr/>
        </p:nvPicPr>
        <p:blipFill>
          <a:blip r:embed="rId3"/>
          <a:stretch>
            <a:fillRect/>
          </a:stretch>
        </p:blipFill>
        <p:spPr>
          <a:xfrm>
            <a:off x="2454842" y="4043089"/>
            <a:ext cx="1463040" cy="118872"/>
          </a:xfrm>
          <a:prstGeom prst="rect">
            <a:avLst/>
          </a:prstGeom>
        </p:spPr>
      </p:pic>
      <p:pic>
        <p:nvPicPr>
          <p:cNvPr id="10" name="Picture 9" descr="A yellow rectangular object with black background&#10;&#10;AI-generated content may be incorrect.">
            <a:extLst>
              <a:ext uri="{FF2B5EF4-FFF2-40B4-BE49-F238E27FC236}">
                <a16:creationId xmlns:a16="http://schemas.microsoft.com/office/drawing/2014/main" id="{17E40B6A-D498-30F7-0A22-1C13F319431E}"/>
              </a:ext>
            </a:extLst>
          </p:cNvPr>
          <p:cNvPicPr>
            <a:picLocks/>
          </p:cNvPicPr>
          <p:nvPr/>
        </p:nvPicPr>
        <p:blipFill>
          <a:blip r:embed="rId3"/>
          <a:stretch>
            <a:fillRect/>
          </a:stretch>
        </p:blipFill>
        <p:spPr>
          <a:xfrm>
            <a:off x="3191988" y="4453832"/>
            <a:ext cx="2926080" cy="118872"/>
          </a:xfrm>
          <a:prstGeom prst="rect">
            <a:avLst/>
          </a:prstGeom>
        </p:spPr>
      </p:pic>
      <p:pic>
        <p:nvPicPr>
          <p:cNvPr id="11" name="Picture 10" descr="A yellow rectangular object with black background&#10;&#10;AI-generated content may be incorrect.">
            <a:extLst>
              <a:ext uri="{FF2B5EF4-FFF2-40B4-BE49-F238E27FC236}">
                <a16:creationId xmlns:a16="http://schemas.microsoft.com/office/drawing/2014/main" id="{E3CE730A-03DA-2458-9490-DC8271384F60}"/>
              </a:ext>
            </a:extLst>
          </p:cNvPr>
          <p:cNvPicPr>
            <a:picLocks/>
          </p:cNvPicPr>
          <p:nvPr/>
        </p:nvPicPr>
        <p:blipFill>
          <a:blip r:embed="rId3"/>
          <a:stretch>
            <a:fillRect/>
          </a:stretch>
        </p:blipFill>
        <p:spPr>
          <a:xfrm>
            <a:off x="5011230" y="4902151"/>
            <a:ext cx="2926080" cy="118872"/>
          </a:xfrm>
          <a:prstGeom prst="rect">
            <a:avLst/>
          </a:prstGeom>
        </p:spPr>
      </p:pic>
      <p:pic>
        <p:nvPicPr>
          <p:cNvPr id="12" name="Picture 11" descr="A yellow rectangular object with black background&#10;&#10;AI-generated content may be incorrect.">
            <a:extLst>
              <a:ext uri="{FF2B5EF4-FFF2-40B4-BE49-F238E27FC236}">
                <a16:creationId xmlns:a16="http://schemas.microsoft.com/office/drawing/2014/main" id="{E86FE203-64D7-A336-2735-BB99692A4A44}"/>
              </a:ext>
            </a:extLst>
          </p:cNvPr>
          <p:cNvPicPr>
            <a:picLocks/>
          </p:cNvPicPr>
          <p:nvPr/>
        </p:nvPicPr>
        <p:blipFill>
          <a:blip r:embed="rId3"/>
          <a:stretch>
            <a:fillRect/>
          </a:stretch>
        </p:blipFill>
        <p:spPr>
          <a:xfrm>
            <a:off x="398917" y="5339202"/>
            <a:ext cx="1463040" cy="118872"/>
          </a:xfrm>
          <a:prstGeom prst="rect">
            <a:avLst/>
          </a:prstGeom>
        </p:spPr>
      </p:pic>
      <p:pic>
        <p:nvPicPr>
          <p:cNvPr id="13" name="Picture 12" descr="A yellow rectangular object with black background&#10;&#10;AI-generated content may be incorrect.">
            <a:extLst>
              <a:ext uri="{FF2B5EF4-FFF2-40B4-BE49-F238E27FC236}">
                <a16:creationId xmlns:a16="http://schemas.microsoft.com/office/drawing/2014/main" id="{2D967AD1-0A50-C368-9E1A-1D59E4E72050}"/>
              </a:ext>
            </a:extLst>
          </p:cNvPr>
          <p:cNvPicPr>
            <a:picLocks/>
          </p:cNvPicPr>
          <p:nvPr/>
        </p:nvPicPr>
        <p:blipFill>
          <a:blip r:embed="rId3"/>
          <a:stretch>
            <a:fillRect/>
          </a:stretch>
        </p:blipFill>
        <p:spPr>
          <a:xfrm>
            <a:off x="2271962" y="5339202"/>
            <a:ext cx="914400" cy="91440"/>
          </a:xfrm>
          <a:prstGeom prst="rect">
            <a:avLst/>
          </a:prstGeom>
        </p:spPr>
      </p:pic>
      <p:pic>
        <p:nvPicPr>
          <p:cNvPr id="14" name="Picture 13" descr="A yellow rectangular object with black background&#10;&#10;AI-generated content may be incorrect.">
            <a:extLst>
              <a:ext uri="{FF2B5EF4-FFF2-40B4-BE49-F238E27FC236}">
                <a16:creationId xmlns:a16="http://schemas.microsoft.com/office/drawing/2014/main" id="{7264770C-82BC-ED5A-5D87-A2BA13F5B498}"/>
              </a:ext>
            </a:extLst>
          </p:cNvPr>
          <p:cNvPicPr>
            <a:picLocks/>
          </p:cNvPicPr>
          <p:nvPr/>
        </p:nvPicPr>
        <p:blipFill>
          <a:blip r:embed="rId3"/>
          <a:stretch>
            <a:fillRect/>
          </a:stretch>
        </p:blipFill>
        <p:spPr>
          <a:xfrm>
            <a:off x="516529" y="4886862"/>
            <a:ext cx="3383280" cy="118872"/>
          </a:xfrm>
          <a:prstGeom prst="rect">
            <a:avLst/>
          </a:prstGeom>
        </p:spPr>
      </p:pic>
    </p:spTree>
    <p:extLst>
      <p:ext uri="{BB962C8B-B14F-4D97-AF65-F5344CB8AC3E}">
        <p14:creationId xmlns:p14="http://schemas.microsoft.com/office/powerpoint/2010/main" val="104032681"/>
      </p:ext>
    </p:extLst>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left)">
                                      <p:cBhvr>
                                        <p:cTn id="52" dur="50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50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wipe(left)">
                                      <p:cBhvr>
                                        <p:cTn id="6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9DAB4C-0B56-E4E5-81C2-C0D8C8B622DF}"/>
              </a:ext>
            </a:extLst>
          </p:cNvPr>
          <p:cNvSpPr txBox="1"/>
          <p:nvPr/>
        </p:nvSpPr>
        <p:spPr>
          <a:xfrm>
            <a:off x="540727" y="206894"/>
            <a:ext cx="8062546"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1"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Everyone Needs Reminders</a:t>
            </a:r>
          </a:p>
        </p:txBody>
      </p:sp>
      <p:sp>
        <p:nvSpPr>
          <p:cNvPr id="15" name="TextBox 14">
            <a:extLst>
              <a:ext uri="{FF2B5EF4-FFF2-40B4-BE49-F238E27FC236}">
                <a16:creationId xmlns:a16="http://schemas.microsoft.com/office/drawing/2014/main" id="{12702CE1-E4AF-B581-345F-B13B7FAEC2EA}"/>
              </a:ext>
            </a:extLst>
          </p:cNvPr>
          <p:cNvSpPr txBox="1"/>
          <p:nvPr/>
        </p:nvSpPr>
        <p:spPr>
          <a:xfrm>
            <a:off x="329380" y="1031066"/>
            <a:ext cx="4655575"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Reminders To Abound In…</a:t>
            </a:r>
          </a:p>
        </p:txBody>
      </p:sp>
      <p:grpSp>
        <p:nvGrpSpPr>
          <p:cNvPr id="18" name="Group 17">
            <a:extLst>
              <a:ext uri="{FF2B5EF4-FFF2-40B4-BE49-F238E27FC236}">
                <a16:creationId xmlns:a16="http://schemas.microsoft.com/office/drawing/2014/main" id="{31393DAB-57B8-0490-7A45-137F10F2FB83}"/>
              </a:ext>
            </a:extLst>
          </p:cNvPr>
          <p:cNvGrpSpPr/>
          <p:nvPr/>
        </p:nvGrpSpPr>
        <p:grpSpPr>
          <a:xfrm>
            <a:off x="453464" y="2269356"/>
            <a:ext cx="3431505" cy="595959"/>
            <a:chOff x="1056967" y="2211028"/>
            <a:chExt cx="3431505" cy="595959"/>
          </a:xfrm>
        </p:grpSpPr>
        <p:pic>
          <p:nvPicPr>
            <p:cNvPr id="19" name="Graphic 18" descr="Badge Tick1 with solid fill">
              <a:extLst>
                <a:ext uri="{FF2B5EF4-FFF2-40B4-BE49-F238E27FC236}">
                  <a16:creationId xmlns:a16="http://schemas.microsoft.com/office/drawing/2014/main" id="{23EDDC40-0608-0675-9D6B-66B4B77012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6967" y="2211028"/>
              <a:ext cx="594360" cy="594360"/>
            </a:xfrm>
            <a:prstGeom prst="rect">
              <a:avLst/>
            </a:prstGeom>
          </p:spPr>
        </p:pic>
        <p:sp>
          <p:nvSpPr>
            <p:cNvPr id="20" name="TextBox 19">
              <a:extLst>
                <a:ext uri="{FF2B5EF4-FFF2-40B4-BE49-F238E27FC236}">
                  <a16:creationId xmlns:a16="http://schemas.microsoft.com/office/drawing/2014/main" id="{4D2B0A6D-8A7F-26B0-247F-A846F897B0BF}"/>
                </a:ext>
              </a:extLst>
            </p:cNvPr>
            <p:cNvSpPr txBox="1"/>
            <p:nvPr/>
          </p:nvSpPr>
          <p:spPr>
            <a:xfrm>
              <a:off x="1742767" y="2222212"/>
              <a:ext cx="2745705" cy="58477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Utterance</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grpSp>
        <p:nvGrpSpPr>
          <p:cNvPr id="21" name="Group 20">
            <a:extLst>
              <a:ext uri="{FF2B5EF4-FFF2-40B4-BE49-F238E27FC236}">
                <a16:creationId xmlns:a16="http://schemas.microsoft.com/office/drawing/2014/main" id="{EC8E5B35-F7D7-0685-BF47-955BFF6674D1}"/>
              </a:ext>
            </a:extLst>
          </p:cNvPr>
          <p:cNvGrpSpPr/>
          <p:nvPr/>
        </p:nvGrpSpPr>
        <p:grpSpPr>
          <a:xfrm>
            <a:off x="3072580" y="1538852"/>
            <a:ext cx="2698955" cy="595959"/>
            <a:chOff x="1056967" y="2211028"/>
            <a:chExt cx="2698955" cy="595959"/>
          </a:xfrm>
        </p:grpSpPr>
        <p:pic>
          <p:nvPicPr>
            <p:cNvPr id="22" name="Graphic 21" descr="Badge Tick1 with solid fill">
              <a:extLst>
                <a:ext uri="{FF2B5EF4-FFF2-40B4-BE49-F238E27FC236}">
                  <a16:creationId xmlns:a16="http://schemas.microsoft.com/office/drawing/2014/main" id="{2FC996CB-3F07-5F15-A2FC-A39064B47A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6967" y="2211028"/>
              <a:ext cx="594360" cy="594360"/>
            </a:xfrm>
            <a:prstGeom prst="rect">
              <a:avLst/>
            </a:prstGeom>
          </p:spPr>
        </p:pic>
        <p:sp>
          <p:nvSpPr>
            <p:cNvPr id="23" name="TextBox 22">
              <a:extLst>
                <a:ext uri="{FF2B5EF4-FFF2-40B4-BE49-F238E27FC236}">
                  <a16:creationId xmlns:a16="http://schemas.microsoft.com/office/drawing/2014/main" id="{D8403051-E3FB-F164-9F24-3A641BF766C4}"/>
                </a:ext>
              </a:extLst>
            </p:cNvPr>
            <p:cNvSpPr txBox="1"/>
            <p:nvPr/>
          </p:nvSpPr>
          <p:spPr>
            <a:xfrm>
              <a:off x="1742767" y="2222212"/>
              <a:ext cx="2013155" cy="58477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Knowledge</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grpSp>
        <p:nvGrpSpPr>
          <p:cNvPr id="24" name="Group 23">
            <a:extLst>
              <a:ext uri="{FF2B5EF4-FFF2-40B4-BE49-F238E27FC236}">
                <a16:creationId xmlns:a16="http://schemas.microsoft.com/office/drawing/2014/main" id="{FE5F58DE-AC6F-1BD7-8F36-44D7935B0A91}"/>
              </a:ext>
            </a:extLst>
          </p:cNvPr>
          <p:cNvGrpSpPr/>
          <p:nvPr/>
        </p:nvGrpSpPr>
        <p:grpSpPr>
          <a:xfrm>
            <a:off x="3072580" y="2269356"/>
            <a:ext cx="2837145" cy="595959"/>
            <a:chOff x="1056967" y="2211028"/>
            <a:chExt cx="2837145" cy="595959"/>
          </a:xfrm>
        </p:grpSpPr>
        <p:pic>
          <p:nvPicPr>
            <p:cNvPr id="25" name="Graphic 24" descr="Badge Tick1 with solid fill">
              <a:extLst>
                <a:ext uri="{FF2B5EF4-FFF2-40B4-BE49-F238E27FC236}">
                  <a16:creationId xmlns:a16="http://schemas.microsoft.com/office/drawing/2014/main" id="{A25C1FB2-2613-5745-DD2D-2926A02F41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6967" y="2211028"/>
              <a:ext cx="594360" cy="594360"/>
            </a:xfrm>
            <a:prstGeom prst="rect">
              <a:avLst/>
            </a:prstGeom>
          </p:spPr>
        </p:pic>
        <p:sp>
          <p:nvSpPr>
            <p:cNvPr id="26" name="TextBox 25">
              <a:extLst>
                <a:ext uri="{FF2B5EF4-FFF2-40B4-BE49-F238E27FC236}">
                  <a16:creationId xmlns:a16="http://schemas.microsoft.com/office/drawing/2014/main" id="{1B2704F0-F093-4D19-CC97-D01E0D3B30DB}"/>
                </a:ext>
              </a:extLst>
            </p:cNvPr>
            <p:cNvSpPr txBox="1"/>
            <p:nvPr/>
          </p:nvSpPr>
          <p:spPr>
            <a:xfrm>
              <a:off x="1742767" y="2222212"/>
              <a:ext cx="2151345" cy="58477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Earnestness</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grpSp>
        <p:nvGrpSpPr>
          <p:cNvPr id="27" name="Group 26">
            <a:extLst>
              <a:ext uri="{FF2B5EF4-FFF2-40B4-BE49-F238E27FC236}">
                <a16:creationId xmlns:a16="http://schemas.microsoft.com/office/drawing/2014/main" id="{8706A955-9C44-8927-DA69-9903BC593B1C}"/>
              </a:ext>
            </a:extLst>
          </p:cNvPr>
          <p:cNvGrpSpPr/>
          <p:nvPr/>
        </p:nvGrpSpPr>
        <p:grpSpPr>
          <a:xfrm>
            <a:off x="6105831" y="1538852"/>
            <a:ext cx="2497443" cy="595959"/>
            <a:chOff x="1056967" y="2211028"/>
            <a:chExt cx="2497443" cy="595959"/>
          </a:xfrm>
        </p:grpSpPr>
        <p:pic>
          <p:nvPicPr>
            <p:cNvPr id="28" name="Graphic 27" descr="Badge Tick1 with solid fill">
              <a:extLst>
                <a:ext uri="{FF2B5EF4-FFF2-40B4-BE49-F238E27FC236}">
                  <a16:creationId xmlns:a16="http://schemas.microsoft.com/office/drawing/2014/main" id="{0D9A0DEF-1515-80D2-1FC6-A342CD209A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6967" y="2211028"/>
              <a:ext cx="594360" cy="594360"/>
            </a:xfrm>
            <a:prstGeom prst="rect">
              <a:avLst/>
            </a:prstGeom>
          </p:spPr>
        </p:pic>
        <p:sp>
          <p:nvSpPr>
            <p:cNvPr id="29" name="TextBox 28">
              <a:extLst>
                <a:ext uri="{FF2B5EF4-FFF2-40B4-BE49-F238E27FC236}">
                  <a16:creationId xmlns:a16="http://schemas.microsoft.com/office/drawing/2014/main" id="{F871C8DF-9EC3-C328-6A3B-19CE936B4C2F}"/>
                </a:ext>
              </a:extLst>
            </p:cNvPr>
            <p:cNvSpPr txBox="1"/>
            <p:nvPr/>
          </p:nvSpPr>
          <p:spPr>
            <a:xfrm>
              <a:off x="1742768" y="2222212"/>
              <a:ext cx="1811642" cy="58477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Love</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grpSp>
        <p:nvGrpSpPr>
          <p:cNvPr id="30" name="Group 29">
            <a:extLst>
              <a:ext uri="{FF2B5EF4-FFF2-40B4-BE49-F238E27FC236}">
                <a16:creationId xmlns:a16="http://schemas.microsoft.com/office/drawing/2014/main" id="{D1795497-F2FA-49D1-F9D0-EC8716EABB56}"/>
              </a:ext>
            </a:extLst>
          </p:cNvPr>
          <p:cNvGrpSpPr/>
          <p:nvPr/>
        </p:nvGrpSpPr>
        <p:grpSpPr>
          <a:xfrm>
            <a:off x="453463" y="1538852"/>
            <a:ext cx="2184041" cy="595959"/>
            <a:chOff x="1056967" y="2211028"/>
            <a:chExt cx="2184041" cy="595959"/>
          </a:xfrm>
        </p:grpSpPr>
        <p:pic>
          <p:nvPicPr>
            <p:cNvPr id="31" name="Graphic 30" descr="Badge Tick1 with solid fill">
              <a:extLst>
                <a:ext uri="{FF2B5EF4-FFF2-40B4-BE49-F238E27FC236}">
                  <a16:creationId xmlns:a16="http://schemas.microsoft.com/office/drawing/2014/main" id="{77C48A74-391D-4547-4865-E2EFA44751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6967" y="2211028"/>
              <a:ext cx="594360" cy="594360"/>
            </a:xfrm>
            <a:prstGeom prst="rect">
              <a:avLst/>
            </a:prstGeom>
          </p:spPr>
        </p:pic>
        <p:sp>
          <p:nvSpPr>
            <p:cNvPr id="32" name="TextBox 31">
              <a:extLst>
                <a:ext uri="{FF2B5EF4-FFF2-40B4-BE49-F238E27FC236}">
                  <a16:creationId xmlns:a16="http://schemas.microsoft.com/office/drawing/2014/main" id="{54CFFE2E-8215-569A-2887-ED9730B6240C}"/>
                </a:ext>
              </a:extLst>
            </p:cNvPr>
            <p:cNvSpPr txBox="1"/>
            <p:nvPr/>
          </p:nvSpPr>
          <p:spPr>
            <a:xfrm>
              <a:off x="1742767" y="2222212"/>
              <a:ext cx="1498241" cy="58477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Faith</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sp>
        <p:nvSpPr>
          <p:cNvPr id="33" name="TextBox 32">
            <a:extLst>
              <a:ext uri="{FF2B5EF4-FFF2-40B4-BE49-F238E27FC236}">
                <a16:creationId xmlns:a16="http://schemas.microsoft.com/office/drawing/2014/main" id="{7D632BD1-0B6F-D0D3-308F-B042B1C356ED}"/>
              </a:ext>
            </a:extLst>
          </p:cNvPr>
          <p:cNvSpPr txBox="1"/>
          <p:nvPr/>
        </p:nvSpPr>
        <p:spPr>
          <a:xfrm>
            <a:off x="326875" y="3267242"/>
            <a:ext cx="3431505"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Because of Jesus…</a:t>
            </a:r>
          </a:p>
        </p:txBody>
      </p:sp>
      <p:grpSp>
        <p:nvGrpSpPr>
          <p:cNvPr id="35" name="Group 34">
            <a:extLst>
              <a:ext uri="{FF2B5EF4-FFF2-40B4-BE49-F238E27FC236}">
                <a16:creationId xmlns:a16="http://schemas.microsoft.com/office/drawing/2014/main" id="{6847FE52-BE32-DE9D-EFE5-08D75741605B}"/>
              </a:ext>
            </a:extLst>
          </p:cNvPr>
          <p:cNvGrpSpPr/>
          <p:nvPr/>
        </p:nvGrpSpPr>
        <p:grpSpPr>
          <a:xfrm>
            <a:off x="6105831" y="2269356"/>
            <a:ext cx="2930015" cy="621216"/>
            <a:chOff x="6105831" y="2269356"/>
            <a:chExt cx="2930015" cy="621216"/>
          </a:xfrm>
        </p:grpSpPr>
        <p:grpSp>
          <p:nvGrpSpPr>
            <p:cNvPr id="17" name="Group 16">
              <a:extLst>
                <a:ext uri="{FF2B5EF4-FFF2-40B4-BE49-F238E27FC236}">
                  <a16:creationId xmlns:a16="http://schemas.microsoft.com/office/drawing/2014/main" id="{96386DCC-1302-C83F-5D26-951000943D13}"/>
                </a:ext>
              </a:extLst>
            </p:cNvPr>
            <p:cNvGrpSpPr/>
            <p:nvPr/>
          </p:nvGrpSpPr>
          <p:grpSpPr>
            <a:xfrm>
              <a:off x="6105831" y="2269356"/>
              <a:ext cx="2930015" cy="595959"/>
              <a:chOff x="1056967" y="2211028"/>
              <a:chExt cx="2930015" cy="595959"/>
            </a:xfrm>
          </p:grpSpPr>
          <p:pic>
            <p:nvPicPr>
              <p:cNvPr id="14" name="Graphic 13" descr="Badge Tick1 with solid fill">
                <a:extLst>
                  <a:ext uri="{FF2B5EF4-FFF2-40B4-BE49-F238E27FC236}">
                    <a16:creationId xmlns:a16="http://schemas.microsoft.com/office/drawing/2014/main" id="{F590B5E6-5093-9D5E-E898-E9A22A686E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56967" y="2211028"/>
                <a:ext cx="594360" cy="594360"/>
              </a:xfrm>
              <a:prstGeom prst="rect">
                <a:avLst/>
              </a:prstGeom>
            </p:spPr>
          </p:pic>
          <p:sp>
            <p:nvSpPr>
              <p:cNvPr id="16" name="TextBox 15">
                <a:extLst>
                  <a:ext uri="{FF2B5EF4-FFF2-40B4-BE49-F238E27FC236}">
                    <a16:creationId xmlns:a16="http://schemas.microsoft.com/office/drawing/2014/main" id="{12475C4A-E7DC-2A9E-9BE7-3296F219CDA9}"/>
                  </a:ext>
                </a:extLst>
              </p:cNvPr>
              <p:cNvSpPr txBox="1"/>
              <p:nvPr/>
            </p:nvSpPr>
            <p:spPr>
              <a:xfrm>
                <a:off x="1742767" y="2222212"/>
                <a:ext cx="2244215" cy="58477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Generosity</a:t>
                </a:r>
                <a:endParaRPr kumimoji="0" lang="en-US" sz="2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pic>
          <p:nvPicPr>
            <p:cNvPr id="34" name="Picture 33" descr="A yellow rectangular object with black background&#10;&#10;AI-generated content may be incorrect.">
              <a:extLst>
                <a:ext uri="{FF2B5EF4-FFF2-40B4-BE49-F238E27FC236}">
                  <a16:creationId xmlns:a16="http://schemas.microsoft.com/office/drawing/2014/main" id="{6DA3284C-AD56-3DF4-8783-EB7D8FBC31C4}"/>
                </a:ext>
              </a:extLst>
            </p:cNvPr>
            <p:cNvPicPr>
              <a:picLocks/>
            </p:cNvPicPr>
            <p:nvPr/>
          </p:nvPicPr>
          <p:blipFill>
            <a:blip r:embed="rId5"/>
            <a:stretch>
              <a:fillRect/>
            </a:stretch>
          </p:blipFill>
          <p:spPr>
            <a:xfrm>
              <a:off x="6791631" y="2799132"/>
              <a:ext cx="2011680" cy="91440"/>
            </a:xfrm>
            <a:prstGeom prst="rect">
              <a:avLst/>
            </a:prstGeom>
          </p:spPr>
        </p:pic>
      </p:grpSp>
      <p:sp>
        <p:nvSpPr>
          <p:cNvPr id="36" name="TextBox 35">
            <a:extLst>
              <a:ext uri="{FF2B5EF4-FFF2-40B4-BE49-F238E27FC236}">
                <a16:creationId xmlns:a16="http://schemas.microsoft.com/office/drawing/2014/main" id="{EC038D87-1D78-4B68-E355-A9D29AD64484}"/>
              </a:ext>
            </a:extLst>
          </p:cNvPr>
          <p:cNvSpPr txBox="1"/>
          <p:nvPr/>
        </p:nvSpPr>
        <p:spPr>
          <a:xfrm>
            <a:off x="491568" y="3792061"/>
            <a:ext cx="8495118" cy="138499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“For you know the grace of our Lord Jesus Christ, that though He was rich, yet for your sake He became poor, </a:t>
            </a:r>
            <a:br>
              <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br>
            <a:r>
              <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so that you through His poverty might become rich.”</a:t>
            </a:r>
            <a:endParaRPr kumimoji="0" lang="en-US" sz="2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Tree>
    <p:extLst>
      <p:ext uri="{BB962C8B-B14F-4D97-AF65-F5344CB8AC3E}">
        <p14:creationId xmlns:p14="http://schemas.microsoft.com/office/powerpoint/2010/main" val="2281566517"/>
      </p:ext>
    </p:extLst>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down)">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down)">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down)">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down)">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wipe(down)">
                                      <p:cBhvr>
                                        <p:cTn id="32" dur="5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wipe(down)">
                                      <p:cBhvr>
                                        <p:cTn id="37" dur="500"/>
                                        <p:tgtEl>
                                          <p:spTgt spid="3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500"/>
                                        <p:tgtEl>
                                          <p:spTgt spid="3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fade">
                                      <p:cBhvr>
                                        <p:cTn id="4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3" grpId="0"/>
      <p:bldP spid="3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39937-D9E8-F6DC-296B-E933E073F87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638A504-E200-FC23-510E-4598F1014121}"/>
              </a:ext>
            </a:extLst>
          </p:cNvPr>
          <p:cNvSpPr txBox="1"/>
          <p:nvPr/>
        </p:nvSpPr>
        <p:spPr>
          <a:xfrm>
            <a:off x="540727" y="206894"/>
            <a:ext cx="8062546"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1"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Everyone Needs Reminders</a:t>
            </a:r>
          </a:p>
        </p:txBody>
      </p:sp>
      <p:sp>
        <p:nvSpPr>
          <p:cNvPr id="33" name="TextBox 32">
            <a:extLst>
              <a:ext uri="{FF2B5EF4-FFF2-40B4-BE49-F238E27FC236}">
                <a16:creationId xmlns:a16="http://schemas.microsoft.com/office/drawing/2014/main" id="{265E79CC-FA0C-2F74-F5CA-B4105EEE49A9}"/>
              </a:ext>
            </a:extLst>
          </p:cNvPr>
          <p:cNvSpPr txBox="1"/>
          <p:nvPr/>
        </p:nvSpPr>
        <p:spPr>
          <a:xfrm>
            <a:off x="238362" y="1134435"/>
            <a:ext cx="4549925"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Reminders To Complete…</a:t>
            </a:r>
          </a:p>
        </p:txBody>
      </p:sp>
      <p:grpSp>
        <p:nvGrpSpPr>
          <p:cNvPr id="11" name="Group 10">
            <a:extLst>
              <a:ext uri="{FF2B5EF4-FFF2-40B4-BE49-F238E27FC236}">
                <a16:creationId xmlns:a16="http://schemas.microsoft.com/office/drawing/2014/main" id="{A5C3288E-50AE-563F-589F-2A4B1362F341}"/>
              </a:ext>
            </a:extLst>
          </p:cNvPr>
          <p:cNvGrpSpPr/>
          <p:nvPr/>
        </p:nvGrpSpPr>
        <p:grpSpPr>
          <a:xfrm>
            <a:off x="484191" y="1673667"/>
            <a:ext cx="7037486" cy="594360"/>
            <a:chOff x="484191" y="1673667"/>
            <a:chExt cx="7037486" cy="594360"/>
          </a:xfrm>
        </p:grpSpPr>
        <p:sp>
          <p:nvSpPr>
            <p:cNvPr id="36" name="TextBox 35">
              <a:extLst>
                <a:ext uri="{FF2B5EF4-FFF2-40B4-BE49-F238E27FC236}">
                  <a16:creationId xmlns:a16="http://schemas.microsoft.com/office/drawing/2014/main" id="{64DDC035-270F-7942-808E-350EF0F6A6B9}"/>
                </a:ext>
              </a:extLst>
            </p:cNvPr>
            <p:cNvSpPr txBox="1"/>
            <p:nvPr/>
          </p:nvSpPr>
          <p:spPr>
            <a:xfrm>
              <a:off x="1169991" y="1727287"/>
              <a:ext cx="6351686"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“the first to begin a year ago...” (8:10)</a:t>
              </a:r>
              <a:endParaRPr kumimoji="0" lang="en-US" sz="2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pic>
          <p:nvPicPr>
            <p:cNvPr id="5" name="Graphic 4" descr="Stopwatch 66% with solid fill">
              <a:extLst>
                <a:ext uri="{FF2B5EF4-FFF2-40B4-BE49-F238E27FC236}">
                  <a16:creationId xmlns:a16="http://schemas.microsoft.com/office/drawing/2014/main" id="{B8E8ADD5-7D67-D95F-7264-9AD1A187D3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4191" y="1673667"/>
              <a:ext cx="594360" cy="594360"/>
            </a:xfrm>
            <a:prstGeom prst="rect">
              <a:avLst/>
            </a:prstGeom>
          </p:spPr>
        </p:pic>
      </p:grpSp>
      <p:grpSp>
        <p:nvGrpSpPr>
          <p:cNvPr id="12" name="Group 11">
            <a:extLst>
              <a:ext uri="{FF2B5EF4-FFF2-40B4-BE49-F238E27FC236}">
                <a16:creationId xmlns:a16="http://schemas.microsoft.com/office/drawing/2014/main" id="{7C7DDC6B-2D51-F2A8-6B6E-FF91A7278151}"/>
              </a:ext>
            </a:extLst>
          </p:cNvPr>
          <p:cNvGrpSpPr/>
          <p:nvPr/>
        </p:nvGrpSpPr>
        <p:grpSpPr>
          <a:xfrm>
            <a:off x="484191" y="2339013"/>
            <a:ext cx="5611808" cy="594360"/>
            <a:chOff x="484191" y="2339013"/>
            <a:chExt cx="5611808" cy="594360"/>
          </a:xfrm>
        </p:grpSpPr>
        <p:sp>
          <p:nvSpPr>
            <p:cNvPr id="3" name="TextBox 2">
              <a:extLst>
                <a:ext uri="{FF2B5EF4-FFF2-40B4-BE49-F238E27FC236}">
                  <a16:creationId xmlns:a16="http://schemas.microsoft.com/office/drawing/2014/main" id="{B36923B3-9DB9-FB74-F646-C6E478EEB252}"/>
                </a:ext>
              </a:extLst>
            </p:cNvPr>
            <p:cNvSpPr txBox="1"/>
            <p:nvPr/>
          </p:nvSpPr>
          <p:spPr>
            <a:xfrm>
              <a:off x="1169991" y="2397953"/>
              <a:ext cx="4926008"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“now finish doing it...” (8:11)</a:t>
              </a:r>
              <a:endParaRPr kumimoji="0" lang="en-US" sz="2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pic>
          <p:nvPicPr>
            <p:cNvPr id="7" name="Graphic 6" descr="Stopwatch 66% with solid fill">
              <a:extLst>
                <a:ext uri="{FF2B5EF4-FFF2-40B4-BE49-F238E27FC236}">
                  <a16:creationId xmlns:a16="http://schemas.microsoft.com/office/drawing/2014/main" id="{DEE0CFDD-286A-45AC-0A26-50ED9D78AB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4191" y="2339013"/>
              <a:ext cx="594360" cy="594360"/>
            </a:xfrm>
            <a:prstGeom prst="rect">
              <a:avLst/>
            </a:prstGeom>
          </p:spPr>
        </p:pic>
      </p:grpSp>
      <p:grpSp>
        <p:nvGrpSpPr>
          <p:cNvPr id="13" name="Group 12">
            <a:extLst>
              <a:ext uri="{FF2B5EF4-FFF2-40B4-BE49-F238E27FC236}">
                <a16:creationId xmlns:a16="http://schemas.microsoft.com/office/drawing/2014/main" id="{D2D1C36F-BCC7-8B1D-049C-96A1D1F63EFA}"/>
              </a:ext>
            </a:extLst>
          </p:cNvPr>
          <p:cNvGrpSpPr/>
          <p:nvPr/>
        </p:nvGrpSpPr>
        <p:grpSpPr>
          <a:xfrm>
            <a:off x="484191" y="3004358"/>
            <a:ext cx="7858480" cy="594360"/>
            <a:chOff x="484191" y="3004358"/>
            <a:chExt cx="7858480" cy="594360"/>
          </a:xfrm>
        </p:grpSpPr>
        <p:sp>
          <p:nvSpPr>
            <p:cNvPr id="6" name="TextBox 5">
              <a:extLst>
                <a:ext uri="{FF2B5EF4-FFF2-40B4-BE49-F238E27FC236}">
                  <a16:creationId xmlns:a16="http://schemas.microsoft.com/office/drawing/2014/main" id="{1410B1C8-D41C-9937-D427-EE80462ABD95}"/>
                </a:ext>
              </a:extLst>
            </p:cNvPr>
            <p:cNvSpPr txBox="1"/>
            <p:nvPr/>
          </p:nvSpPr>
          <p:spPr>
            <a:xfrm>
              <a:off x="1169991" y="3068618"/>
              <a:ext cx="7172680"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“the completion of it by your ability...” (8:12)</a:t>
              </a:r>
              <a:endParaRPr kumimoji="0" lang="en-US" sz="2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pic>
          <p:nvPicPr>
            <p:cNvPr id="8" name="Graphic 7" descr="Stopwatch 66% with solid fill">
              <a:extLst>
                <a:ext uri="{FF2B5EF4-FFF2-40B4-BE49-F238E27FC236}">
                  <a16:creationId xmlns:a16="http://schemas.microsoft.com/office/drawing/2014/main" id="{BD15446C-843E-6082-FA4B-09DF28D058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4191" y="3004358"/>
              <a:ext cx="594360" cy="594360"/>
            </a:xfrm>
            <a:prstGeom prst="rect">
              <a:avLst/>
            </a:prstGeom>
          </p:spPr>
        </p:pic>
      </p:grpSp>
      <p:sp>
        <p:nvSpPr>
          <p:cNvPr id="9" name="TextBox 8">
            <a:extLst>
              <a:ext uri="{FF2B5EF4-FFF2-40B4-BE49-F238E27FC236}">
                <a16:creationId xmlns:a16="http://schemas.microsoft.com/office/drawing/2014/main" id="{DBF1E130-410A-849B-81D0-F69E0C956C4A}"/>
              </a:ext>
            </a:extLst>
          </p:cNvPr>
          <p:cNvSpPr txBox="1"/>
          <p:nvPr/>
        </p:nvSpPr>
        <p:spPr>
          <a:xfrm>
            <a:off x="238362" y="3811829"/>
            <a:ext cx="6309922"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Understanding What Pleases God…</a:t>
            </a:r>
          </a:p>
        </p:txBody>
      </p:sp>
      <p:sp>
        <p:nvSpPr>
          <p:cNvPr id="10" name="TextBox 9">
            <a:extLst>
              <a:ext uri="{FF2B5EF4-FFF2-40B4-BE49-F238E27FC236}">
                <a16:creationId xmlns:a16="http://schemas.microsoft.com/office/drawing/2014/main" id="{01D4F7D9-85D9-87BF-729F-4434C2D8F440}"/>
              </a:ext>
            </a:extLst>
          </p:cNvPr>
          <p:cNvSpPr txBox="1"/>
          <p:nvPr/>
        </p:nvSpPr>
        <p:spPr>
          <a:xfrm>
            <a:off x="540728" y="4283673"/>
            <a:ext cx="8495118" cy="138499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“For if the readiness is present, it is acceptable according to what a person has, not according to what he does </a:t>
            </a:r>
            <a:br>
              <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br>
            <a:r>
              <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not have.” (8:12)</a:t>
            </a:r>
            <a:endParaRPr kumimoji="0" lang="en-US" sz="24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Tree>
    <p:extLst>
      <p:ext uri="{BB962C8B-B14F-4D97-AF65-F5344CB8AC3E}">
        <p14:creationId xmlns:p14="http://schemas.microsoft.com/office/powerpoint/2010/main" val="3998797856"/>
      </p:ext>
    </p:extLst>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ppt_x"/>
                                          </p:val>
                                        </p:tav>
                                        <p:tav tm="100000">
                                          <p:val>
                                            <p:strVal val="#ppt_x"/>
                                          </p:val>
                                        </p:tav>
                                      </p:tavLst>
                                    </p:anim>
                                    <p:anim calcmode="lin" valueType="num">
                                      <p:cBhvr additive="base">
                                        <p:cTn id="1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additive="base">
                                        <p:cTn id="24" dur="500" fill="hold"/>
                                        <p:tgtEl>
                                          <p:spTgt spid="13"/>
                                        </p:tgtEl>
                                        <p:attrNameLst>
                                          <p:attrName>ppt_x</p:attrName>
                                        </p:attrNameLst>
                                      </p:cBhvr>
                                      <p:tavLst>
                                        <p:tav tm="0">
                                          <p:val>
                                            <p:strVal val="#ppt_x"/>
                                          </p:val>
                                        </p:tav>
                                        <p:tav tm="100000">
                                          <p:val>
                                            <p:strVal val="#ppt_x"/>
                                          </p:val>
                                        </p:tav>
                                      </p:tavLst>
                                    </p:anim>
                                    <p:anim calcmode="lin" valueType="num">
                                      <p:cBhvr additive="base">
                                        <p:cTn id="25"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9" grpId="0"/>
      <p:bldP spid="1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B9DB7D8-D117-6479-2162-FA0960C14AD1}"/>
              </a:ext>
            </a:extLst>
          </p:cNvPr>
          <p:cNvGrpSpPr/>
          <p:nvPr/>
        </p:nvGrpSpPr>
        <p:grpSpPr>
          <a:xfrm>
            <a:off x="834647" y="4755880"/>
            <a:ext cx="7699753" cy="584775"/>
            <a:chOff x="987047" y="3249705"/>
            <a:chExt cx="7699753" cy="584775"/>
          </a:xfrm>
        </p:grpSpPr>
        <p:sp>
          <p:nvSpPr>
            <p:cNvPr id="3" name="TextBox 2">
              <a:extLst>
                <a:ext uri="{FF2B5EF4-FFF2-40B4-BE49-F238E27FC236}">
                  <a16:creationId xmlns:a16="http://schemas.microsoft.com/office/drawing/2014/main" id="{75CEBFC7-C388-345E-673E-F24384B89C0E}"/>
                </a:ext>
              </a:extLst>
            </p:cNvPr>
            <p:cNvSpPr txBox="1"/>
            <p:nvPr/>
          </p:nvSpPr>
          <p:spPr>
            <a:xfrm>
              <a:off x="987047" y="3249705"/>
              <a:ext cx="1527553" cy="58477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G</a:t>
              </a:r>
              <a:r>
                <a:rPr kumimoji="0" lang="en-US" sz="2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REEDY</a:t>
              </a:r>
            </a:p>
          </p:txBody>
        </p:sp>
        <p:sp>
          <p:nvSpPr>
            <p:cNvPr id="4" name="TextBox 3">
              <a:extLst>
                <a:ext uri="{FF2B5EF4-FFF2-40B4-BE49-F238E27FC236}">
                  <a16:creationId xmlns:a16="http://schemas.microsoft.com/office/drawing/2014/main" id="{99DC35E6-0F13-1C49-C387-5FA93EA351E8}"/>
                </a:ext>
              </a:extLst>
            </p:cNvPr>
            <p:cNvSpPr txBox="1"/>
            <p:nvPr/>
          </p:nvSpPr>
          <p:spPr>
            <a:xfrm>
              <a:off x="6825343" y="3249705"/>
              <a:ext cx="1861457" cy="58477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N</a:t>
              </a:r>
              <a:r>
                <a:rPr kumimoji="0" lang="en-US" sz="2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EEDLESS</a:t>
              </a:r>
            </a:p>
          </p:txBody>
        </p:sp>
        <p:sp>
          <p:nvSpPr>
            <p:cNvPr id="5" name="Up-Down Arrow 4">
              <a:extLst>
                <a:ext uri="{FF2B5EF4-FFF2-40B4-BE49-F238E27FC236}">
                  <a16:creationId xmlns:a16="http://schemas.microsoft.com/office/drawing/2014/main" id="{D704E454-91AC-D4A7-FAFD-48CDE637EAD7}"/>
                </a:ext>
              </a:extLst>
            </p:cNvPr>
            <p:cNvSpPr/>
            <p:nvPr/>
          </p:nvSpPr>
          <p:spPr>
            <a:xfrm rot="5400000">
              <a:off x="4369744" y="1484749"/>
              <a:ext cx="404401" cy="4114689"/>
            </a:xfrm>
            <a:prstGeom prst="upDown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6" name="TextBox 5">
            <a:extLst>
              <a:ext uri="{FF2B5EF4-FFF2-40B4-BE49-F238E27FC236}">
                <a16:creationId xmlns:a16="http://schemas.microsoft.com/office/drawing/2014/main" id="{C39A89D5-D82C-CBD3-06B4-78FB228CC79C}"/>
              </a:ext>
            </a:extLst>
          </p:cNvPr>
          <p:cNvSpPr txBox="1"/>
          <p:nvPr/>
        </p:nvSpPr>
        <p:spPr>
          <a:xfrm>
            <a:off x="491568" y="1530333"/>
            <a:ext cx="8495118" cy="310854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“For this is not for the ease of others and for your affliction, but by way of equality— </a:t>
            </a:r>
            <a:r>
              <a:rPr kumimoji="0" lang="en-US" sz="2800" b="0" i="0" u="none" strike="noStrike" kern="1200" cap="none" spc="0" normalizeH="0" baseline="3000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14</a:t>
            </a:r>
            <a:r>
              <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 at this present time your abundance being a supply for their need, so that their abundance also may become a supply for your need, that there may be equality; </a:t>
            </a:r>
            <a:r>
              <a:rPr kumimoji="0" lang="en-US" sz="2800" b="0" i="0" u="none" strike="noStrike" kern="1200" cap="none" spc="0" normalizeH="0" baseline="3000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15</a:t>
            </a:r>
            <a:r>
              <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 as it is written, “</a:t>
            </a:r>
            <a:r>
              <a:rPr kumimoji="0" lang="en-US" sz="2800" b="0" i="0" u="none" strike="noStrike" kern="1200" cap="small"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He who gathered much did not have too much, and he who gathered little had no lack.”</a:t>
            </a:r>
            <a:endParaRPr kumimoji="0" lang="en-US" sz="2400" b="0" i="0" u="none" strike="noStrike" kern="1200" cap="small"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7" name="TextBox 6">
            <a:extLst>
              <a:ext uri="{FF2B5EF4-FFF2-40B4-BE49-F238E27FC236}">
                <a16:creationId xmlns:a16="http://schemas.microsoft.com/office/drawing/2014/main" id="{1E02EA47-7FD1-3BA0-56FB-6118A596116E}"/>
              </a:ext>
            </a:extLst>
          </p:cNvPr>
          <p:cNvSpPr txBox="1"/>
          <p:nvPr/>
        </p:nvSpPr>
        <p:spPr>
          <a:xfrm>
            <a:off x="540727" y="206894"/>
            <a:ext cx="8062546" cy="132343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1"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Generosity Responds To Needs </a:t>
            </a:r>
            <a:br>
              <a:rPr kumimoji="0" lang="en-US" sz="4000" b="0" i="1"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br>
            <a:r>
              <a:rPr kumimoji="0" lang="en-US" sz="4000" b="0" i="1"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In Light of Our Abundance</a:t>
            </a:r>
          </a:p>
        </p:txBody>
      </p:sp>
      <p:pic>
        <p:nvPicPr>
          <p:cNvPr id="8" name="Picture 7" descr="A yellow rectangular object with black background&#10;&#10;AI-generated content may be incorrect.">
            <a:extLst>
              <a:ext uri="{FF2B5EF4-FFF2-40B4-BE49-F238E27FC236}">
                <a16:creationId xmlns:a16="http://schemas.microsoft.com/office/drawing/2014/main" id="{F45715B5-A29B-92F3-9CC7-D88DFD556435}"/>
              </a:ext>
            </a:extLst>
          </p:cNvPr>
          <p:cNvPicPr>
            <a:picLocks/>
          </p:cNvPicPr>
          <p:nvPr/>
        </p:nvPicPr>
        <p:blipFill>
          <a:blip r:embed="rId2"/>
          <a:stretch>
            <a:fillRect/>
          </a:stretch>
        </p:blipFill>
        <p:spPr>
          <a:xfrm>
            <a:off x="586385" y="2808052"/>
            <a:ext cx="2377440" cy="91440"/>
          </a:xfrm>
          <a:prstGeom prst="rect">
            <a:avLst/>
          </a:prstGeom>
        </p:spPr>
      </p:pic>
      <p:pic>
        <p:nvPicPr>
          <p:cNvPr id="9" name="Picture 8" descr="A yellow rectangular object with black background&#10;&#10;AI-generated content may be incorrect.">
            <a:extLst>
              <a:ext uri="{FF2B5EF4-FFF2-40B4-BE49-F238E27FC236}">
                <a16:creationId xmlns:a16="http://schemas.microsoft.com/office/drawing/2014/main" id="{54FCDFF2-BB59-8F04-666F-358F7EE8882C}"/>
              </a:ext>
            </a:extLst>
          </p:cNvPr>
          <p:cNvPicPr>
            <a:picLocks/>
          </p:cNvPicPr>
          <p:nvPr/>
        </p:nvPicPr>
        <p:blipFill>
          <a:blip r:embed="rId2"/>
          <a:stretch>
            <a:fillRect/>
          </a:stretch>
        </p:blipFill>
        <p:spPr>
          <a:xfrm>
            <a:off x="5483505" y="2808052"/>
            <a:ext cx="1828800" cy="91440"/>
          </a:xfrm>
          <a:prstGeom prst="rect">
            <a:avLst/>
          </a:prstGeom>
        </p:spPr>
      </p:pic>
    </p:spTree>
    <p:extLst>
      <p:ext uri="{BB962C8B-B14F-4D97-AF65-F5344CB8AC3E}">
        <p14:creationId xmlns:p14="http://schemas.microsoft.com/office/powerpoint/2010/main" val="4049484704"/>
      </p:ext>
    </p:extLst>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ppt_x"/>
                                          </p:val>
                                        </p:tav>
                                        <p:tav tm="100000">
                                          <p:val>
                                            <p:strVal val="#ppt_x"/>
                                          </p:val>
                                        </p:tav>
                                      </p:tavLst>
                                    </p:anim>
                                    <p:anim calcmode="lin" valueType="num">
                                      <p:cBhvr additive="base">
                                        <p:cTn id="2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C5BA03-279C-EE64-96AC-EC583378C07C}"/>
              </a:ext>
            </a:extLst>
          </p:cNvPr>
          <p:cNvSpPr txBox="1"/>
          <p:nvPr/>
        </p:nvSpPr>
        <p:spPr>
          <a:xfrm>
            <a:off x="2956560" y="950705"/>
            <a:ext cx="5801360"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1"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The Genius of Generosity</a:t>
            </a:r>
          </a:p>
        </p:txBody>
      </p:sp>
      <p:sp>
        <p:nvSpPr>
          <p:cNvPr id="3" name="TextBox 2">
            <a:extLst>
              <a:ext uri="{FF2B5EF4-FFF2-40B4-BE49-F238E27FC236}">
                <a16:creationId xmlns:a16="http://schemas.microsoft.com/office/drawing/2014/main" id="{D399F97C-85FC-7E0E-C273-076A630F0636}"/>
              </a:ext>
            </a:extLst>
          </p:cNvPr>
          <p:cNvSpPr txBox="1"/>
          <p:nvPr/>
        </p:nvSpPr>
        <p:spPr>
          <a:xfrm>
            <a:off x="3423921" y="2102028"/>
            <a:ext cx="5179352" cy="230832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0" i="1"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God teaches us generosity because it simultaneously redirects our hearts and provides for His people. </a:t>
            </a:r>
          </a:p>
        </p:txBody>
      </p:sp>
      <p:pic>
        <p:nvPicPr>
          <p:cNvPr id="9" name="Picture 8">
            <a:extLst>
              <a:ext uri="{FF2B5EF4-FFF2-40B4-BE49-F238E27FC236}">
                <a16:creationId xmlns:a16="http://schemas.microsoft.com/office/drawing/2014/main" id="{659D5AFD-9092-2EBB-A649-92744AB82366}"/>
              </a:ext>
            </a:extLst>
          </p:cNvPr>
          <p:cNvPicPr>
            <a:picLocks noChangeAspect="1"/>
          </p:cNvPicPr>
          <p:nvPr/>
        </p:nvPicPr>
        <p:blipFill>
          <a:blip r:embed="rId3"/>
          <a:stretch>
            <a:fillRect/>
          </a:stretch>
        </p:blipFill>
        <p:spPr>
          <a:xfrm>
            <a:off x="0" y="0"/>
            <a:ext cx="3802395" cy="5715000"/>
          </a:xfrm>
          <a:prstGeom prst="rect">
            <a:avLst/>
          </a:prstGeom>
        </p:spPr>
      </p:pic>
    </p:spTree>
    <p:extLst>
      <p:ext uri="{BB962C8B-B14F-4D97-AF65-F5344CB8AC3E}">
        <p14:creationId xmlns:p14="http://schemas.microsoft.com/office/powerpoint/2010/main" val="1576372430"/>
      </p:ext>
    </p:extLst>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97C0ACA-B48C-F6A1-4CA0-25B1E5F59808}"/>
              </a:ext>
            </a:extLst>
          </p:cNvPr>
          <p:cNvSpPr txBox="1"/>
          <p:nvPr/>
        </p:nvSpPr>
        <p:spPr>
          <a:xfrm>
            <a:off x="540727" y="206894"/>
            <a:ext cx="8062546"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1"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 Generous Heart…</a:t>
            </a:r>
          </a:p>
        </p:txBody>
      </p:sp>
      <p:grpSp>
        <p:nvGrpSpPr>
          <p:cNvPr id="14" name="Group 13">
            <a:extLst>
              <a:ext uri="{FF2B5EF4-FFF2-40B4-BE49-F238E27FC236}">
                <a16:creationId xmlns:a16="http://schemas.microsoft.com/office/drawing/2014/main" id="{0DC82127-857D-9750-050F-7028333DC267}"/>
              </a:ext>
            </a:extLst>
          </p:cNvPr>
          <p:cNvGrpSpPr/>
          <p:nvPr/>
        </p:nvGrpSpPr>
        <p:grpSpPr>
          <a:xfrm>
            <a:off x="742950" y="1257599"/>
            <a:ext cx="7973060" cy="646331"/>
            <a:chOff x="742950" y="1257599"/>
            <a:chExt cx="7973060" cy="646331"/>
          </a:xfrm>
        </p:grpSpPr>
        <p:sp>
          <p:nvSpPr>
            <p:cNvPr id="6" name="TextBox 5">
              <a:extLst>
                <a:ext uri="{FF2B5EF4-FFF2-40B4-BE49-F238E27FC236}">
                  <a16:creationId xmlns:a16="http://schemas.microsoft.com/office/drawing/2014/main" id="{0DE911A3-D73C-DEEF-5CF5-406E58232343}"/>
                </a:ext>
              </a:extLst>
            </p:cNvPr>
            <p:cNvSpPr txBox="1"/>
            <p:nvPr/>
          </p:nvSpPr>
          <p:spPr>
            <a:xfrm>
              <a:off x="1272247" y="1257599"/>
              <a:ext cx="7443763"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600" b="0" i="1"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Generous people give </a:t>
              </a:r>
              <a:r>
                <a:rPr kumimoji="0" lang="en-US" sz="3600" b="0" i="1"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thoughtfully.</a:t>
              </a:r>
            </a:p>
          </p:txBody>
        </p:sp>
        <p:pic>
          <p:nvPicPr>
            <p:cNvPr id="9" name="Picture 8">
              <a:extLst>
                <a:ext uri="{FF2B5EF4-FFF2-40B4-BE49-F238E27FC236}">
                  <a16:creationId xmlns:a16="http://schemas.microsoft.com/office/drawing/2014/main" id="{3FD5DDD9-FD26-1ECF-D09C-611BD1FDC41D}"/>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
                      </a14:imgEffect>
                    </a14:imgLayer>
                  </a14:imgProps>
                </a:ext>
              </a:extLst>
            </a:blip>
            <a:stretch>
              <a:fillRect/>
            </a:stretch>
          </p:blipFill>
          <p:spPr>
            <a:xfrm>
              <a:off x="742950" y="1422776"/>
              <a:ext cx="394970" cy="315976"/>
            </a:xfrm>
            <a:prstGeom prst="rect">
              <a:avLst/>
            </a:prstGeom>
          </p:spPr>
        </p:pic>
      </p:grpSp>
      <p:grpSp>
        <p:nvGrpSpPr>
          <p:cNvPr id="15" name="Group 14">
            <a:extLst>
              <a:ext uri="{FF2B5EF4-FFF2-40B4-BE49-F238E27FC236}">
                <a16:creationId xmlns:a16="http://schemas.microsoft.com/office/drawing/2014/main" id="{BB8996EC-9944-F37F-5D36-A9F811225637}"/>
              </a:ext>
            </a:extLst>
          </p:cNvPr>
          <p:cNvGrpSpPr/>
          <p:nvPr/>
        </p:nvGrpSpPr>
        <p:grpSpPr>
          <a:xfrm>
            <a:off x="742950" y="2043794"/>
            <a:ext cx="7973060" cy="646331"/>
            <a:chOff x="742950" y="2043794"/>
            <a:chExt cx="7973060" cy="646331"/>
          </a:xfrm>
        </p:grpSpPr>
        <p:sp>
          <p:nvSpPr>
            <p:cNvPr id="2" name="TextBox 1">
              <a:extLst>
                <a:ext uri="{FF2B5EF4-FFF2-40B4-BE49-F238E27FC236}">
                  <a16:creationId xmlns:a16="http://schemas.microsoft.com/office/drawing/2014/main" id="{B72E1FC8-E2FF-9D8D-42BD-E72BC73B315E}"/>
                </a:ext>
              </a:extLst>
            </p:cNvPr>
            <p:cNvSpPr txBox="1"/>
            <p:nvPr/>
          </p:nvSpPr>
          <p:spPr>
            <a:xfrm>
              <a:off x="1272247" y="2043794"/>
              <a:ext cx="7443763"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600" b="0" i="1"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Generous people give </a:t>
              </a:r>
              <a:r>
                <a:rPr kumimoji="0" lang="en-US" sz="3600" b="0" i="1"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willingly.</a:t>
              </a:r>
            </a:p>
          </p:txBody>
        </p:sp>
        <p:pic>
          <p:nvPicPr>
            <p:cNvPr id="10" name="Picture 9">
              <a:extLst>
                <a:ext uri="{FF2B5EF4-FFF2-40B4-BE49-F238E27FC236}">
                  <a16:creationId xmlns:a16="http://schemas.microsoft.com/office/drawing/2014/main" id="{4E519C55-3629-7820-0B80-671C13EE5C90}"/>
                </a:ext>
              </a:extLst>
            </p:cNvPr>
            <p:cNvPicPr>
              <a:picLocks noChangeAspect="1"/>
            </p:cNvPicPr>
            <p:nvPr/>
          </p:nvPicPr>
          <p:blipFill>
            <a:blip r:embed="rId3">
              <a:extLst>
                <a:ext uri="{BEBA8EAE-BF5A-486C-A8C5-ECC9F3942E4B}">
                  <a14:imgProps xmlns:a14="http://schemas.microsoft.com/office/drawing/2010/main">
                    <a14:imgLayer r:embed="rId5">
                      <a14:imgEffect>
                        <a14:brightnessContrast bright="10000"/>
                      </a14:imgEffect>
                    </a14:imgLayer>
                  </a14:imgProps>
                </a:ext>
              </a:extLst>
            </a:blip>
            <a:stretch>
              <a:fillRect/>
            </a:stretch>
          </p:blipFill>
          <p:spPr>
            <a:xfrm>
              <a:off x="742950" y="2208971"/>
              <a:ext cx="394970" cy="315976"/>
            </a:xfrm>
            <a:prstGeom prst="rect">
              <a:avLst/>
            </a:prstGeom>
          </p:spPr>
        </p:pic>
      </p:grpSp>
      <p:grpSp>
        <p:nvGrpSpPr>
          <p:cNvPr id="16" name="Group 15">
            <a:extLst>
              <a:ext uri="{FF2B5EF4-FFF2-40B4-BE49-F238E27FC236}">
                <a16:creationId xmlns:a16="http://schemas.microsoft.com/office/drawing/2014/main" id="{0286761D-41B6-83D7-6151-B18399E14784}"/>
              </a:ext>
            </a:extLst>
          </p:cNvPr>
          <p:cNvGrpSpPr/>
          <p:nvPr/>
        </p:nvGrpSpPr>
        <p:grpSpPr>
          <a:xfrm>
            <a:off x="742950" y="2829989"/>
            <a:ext cx="7973060" cy="646331"/>
            <a:chOff x="742950" y="2829989"/>
            <a:chExt cx="7973060" cy="646331"/>
          </a:xfrm>
        </p:grpSpPr>
        <p:sp>
          <p:nvSpPr>
            <p:cNvPr id="7" name="TextBox 6">
              <a:extLst>
                <a:ext uri="{FF2B5EF4-FFF2-40B4-BE49-F238E27FC236}">
                  <a16:creationId xmlns:a16="http://schemas.microsoft.com/office/drawing/2014/main" id="{2C3B4848-47B2-BE39-A054-C1D36A350CBE}"/>
                </a:ext>
              </a:extLst>
            </p:cNvPr>
            <p:cNvSpPr txBox="1"/>
            <p:nvPr/>
          </p:nvSpPr>
          <p:spPr>
            <a:xfrm>
              <a:off x="1272247" y="2829989"/>
              <a:ext cx="7443763"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600" b="0" i="1"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Generous people give </a:t>
              </a:r>
              <a:r>
                <a:rPr kumimoji="0" lang="en-US" sz="3600" b="0" i="1"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cheerfully.</a:t>
              </a:r>
            </a:p>
          </p:txBody>
        </p:sp>
        <p:pic>
          <p:nvPicPr>
            <p:cNvPr id="11" name="Picture 10">
              <a:extLst>
                <a:ext uri="{FF2B5EF4-FFF2-40B4-BE49-F238E27FC236}">
                  <a16:creationId xmlns:a16="http://schemas.microsoft.com/office/drawing/2014/main" id="{584C5FB2-7FC1-B8B7-E3C9-600A9DE09730}"/>
                </a:ext>
              </a:extLst>
            </p:cNvPr>
            <p:cNvPicPr>
              <a:picLocks noChangeAspect="1"/>
            </p:cNvPicPr>
            <p:nvPr/>
          </p:nvPicPr>
          <p:blipFill>
            <a:blip r:embed="rId3">
              <a:extLst>
                <a:ext uri="{BEBA8EAE-BF5A-486C-A8C5-ECC9F3942E4B}">
                  <a14:imgProps xmlns:a14="http://schemas.microsoft.com/office/drawing/2010/main">
                    <a14:imgLayer r:embed="rId6">
                      <a14:imgEffect>
                        <a14:brightnessContrast bright="10000"/>
                      </a14:imgEffect>
                    </a14:imgLayer>
                  </a14:imgProps>
                </a:ext>
              </a:extLst>
            </a:blip>
            <a:stretch>
              <a:fillRect/>
            </a:stretch>
          </p:blipFill>
          <p:spPr>
            <a:xfrm>
              <a:off x="742950" y="2995166"/>
              <a:ext cx="394970" cy="315976"/>
            </a:xfrm>
            <a:prstGeom prst="rect">
              <a:avLst/>
            </a:prstGeom>
          </p:spPr>
        </p:pic>
      </p:grpSp>
      <p:grpSp>
        <p:nvGrpSpPr>
          <p:cNvPr id="17" name="Group 16">
            <a:extLst>
              <a:ext uri="{FF2B5EF4-FFF2-40B4-BE49-F238E27FC236}">
                <a16:creationId xmlns:a16="http://schemas.microsoft.com/office/drawing/2014/main" id="{D846C61A-2811-9D8F-1442-7B573BE24507}"/>
              </a:ext>
            </a:extLst>
          </p:cNvPr>
          <p:cNvGrpSpPr/>
          <p:nvPr/>
        </p:nvGrpSpPr>
        <p:grpSpPr>
          <a:xfrm>
            <a:off x="742950" y="3616184"/>
            <a:ext cx="7973060" cy="646331"/>
            <a:chOff x="742950" y="3616184"/>
            <a:chExt cx="7973060" cy="646331"/>
          </a:xfrm>
        </p:grpSpPr>
        <p:sp>
          <p:nvSpPr>
            <p:cNvPr id="3" name="TextBox 2">
              <a:extLst>
                <a:ext uri="{FF2B5EF4-FFF2-40B4-BE49-F238E27FC236}">
                  <a16:creationId xmlns:a16="http://schemas.microsoft.com/office/drawing/2014/main" id="{47E2C635-262D-20CA-0868-3BC0B4723565}"/>
                </a:ext>
              </a:extLst>
            </p:cNvPr>
            <p:cNvSpPr txBox="1"/>
            <p:nvPr/>
          </p:nvSpPr>
          <p:spPr>
            <a:xfrm>
              <a:off x="1272247" y="3616184"/>
              <a:ext cx="7443763"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600" b="0" i="1"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Generous people give </a:t>
              </a:r>
              <a:r>
                <a:rPr kumimoji="0" lang="en-US" sz="3600" b="0" i="1"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proportionally.</a:t>
              </a:r>
            </a:p>
          </p:txBody>
        </p:sp>
        <p:pic>
          <p:nvPicPr>
            <p:cNvPr id="12" name="Picture 11">
              <a:extLst>
                <a:ext uri="{FF2B5EF4-FFF2-40B4-BE49-F238E27FC236}">
                  <a16:creationId xmlns:a16="http://schemas.microsoft.com/office/drawing/2014/main" id="{DB0F5035-1B9E-77CD-0351-7A547B6E98AC}"/>
                </a:ext>
              </a:extLst>
            </p:cNvPr>
            <p:cNvPicPr>
              <a:picLocks noChangeAspect="1"/>
            </p:cNvPicPr>
            <p:nvPr/>
          </p:nvPicPr>
          <p:blipFill>
            <a:blip r:embed="rId3">
              <a:extLst>
                <a:ext uri="{BEBA8EAE-BF5A-486C-A8C5-ECC9F3942E4B}">
                  <a14:imgProps xmlns:a14="http://schemas.microsoft.com/office/drawing/2010/main">
                    <a14:imgLayer r:embed="rId7">
                      <a14:imgEffect>
                        <a14:brightnessContrast bright="10000"/>
                      </a14:imgEffect>
                    </a14:imgLayer>
                  </a14:imgProps>
                </a:ext>
              </a:extLst>
            </a:blip>
            <a:stretch>
              <a:fillRect/>
            </a:stretch>
          </p:blipFill>
          <p:spPr>
            <a:xfrm>
              <a:off x="742950" y="3781361"/>
              <a:ext cx="394970" cy="315976"/>
            </a:xfrm>
            <a:prstGeom prst="rect">
              <a:avLst/>
            </a:prstGeom>
          </p:spPr>
        </p:pic>
      </p:grpSp>
      <p:grpSp>
        <p:nvGrpSpPr>
          <p:cNvPr id="18" name="Group 17">
            <a:extLst>
              <a:ext uri="{FF2B5EF4-FFF2-40B4-BE49-F238E27FC236}">
                <a16:creationId xmlns:a16="http://schemas.microsoft.com/office/drawing/2014/main" id="{6CA84602-9CA2-562A-F64C-E93E039895B6}"/>
              </a:ext>
            </a:extLst>
          </p:cNvPr>
          <p:cNvGrpSpPr/>
          <p:nvPr/>
        </p:nvGrpSpPr>
        <p:grpSpPr>
          <a:xfrm>
            <a:off x="742950" y="4402379"/>
            <a:ext cx="7973060" cy="646331"/>
            <a:chOff x="742950" y="4402379"/>
            <a:chExt cx="7973060" cy="646331"/>
          </a:xfrm>
        </p:grpSpPr>
        <p:sp>
          <p:nvSpPr>
            <p:cNvPr id="4" name="TextBox 3">
              <a:extLst>
                <a:ext uri="{FF2B5EF4-FFF2-40B4-BE49-F238E27FC236}">
                  <a16:creationId xmlns:a16="http://schemas.microsoft.com/office/drawing/2014/main" id="{41AFD8EE-94F6-EBFF-6DDD-5F054C7F138D}"/>
                </a:ext>
              </a:extLst>
            </p:cNvPr>
            <p:cNvSpPr txBox="1"/>
            <p:nvPr/>
          </p:nvSpPr>
          <p:spPr>
            <a:xfrm>
              <a:off x="1272247" y="4402379"/>
              <a:ext cx="7443763"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600" b="0" i="1"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Generous people give </a:t>
              </a:r>
              <a:r>
                <a:rPr kumimoji="0" lang="en-US" sz="3600" b="0" i="1"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sacrificially.</a:t>
              </a:r>
            </a:p>
          </p:txBody>
        </p:sp>
        <p:pic>
          <p:nvPicPr>
            <p:cNvPr id="13" name="Picture 12">
              <a:extLst>
                <a:ext uri="{FF2B5EF4-FFF2-40B4-BE49-F238E27FC236}">
                  <a16:creationId xmlns:a16="http://schemas.microsoft.com/office/drawing/2014/main" id="{C99A2D02-DBC3-D0F4-253F-501350C37D60}"/>
                </a:ext>
              </a:extLst>
            </p:cNvPr>
            <p:cNvPicPr>
              <a:picLocks noChangeAspect="1"/>
            </p:cNvPicPr>
            <p:nvPr/>
          </p:nvPicPr>
          <p:blipFill>
            <a:blip r:embed="rId3">
              <a:extLst>
                <a:ext uri="{BEBA8EAE-BF5A-486C-A8C5-ECC9F3942E4B}">
                  <a14:imgProps xmlns:a14="http://schemas.microsoft.com/office/drawing/2010/main">
                    <a14:imgLayer r:embed="rId8">
                      <a14:imgEffect>
                        <a14:brightnessContrast bright="10000"/>
                      </a14:imgEffect>
                    </a14:imgLayer>
                  </a14:imgProps>
                </a:ext>
              </a:extLst>
            </a:blip>
            <a:stretch>
              <a:fillRect/>
            </a:stretch>
          </p:blipFill>
          <p:spPr>
            <a:xfrm>
              <a:off x="742950" y="4566538"/>
              <a:ext cx="394970" cy="315976"/>
            </a:xfrm>
            <a:prstGeom prst="rect">
              <a:avLst/>
            </a:prstGeom>
          </p:spPr>
        </p:pic>
      </p:grpSp>
    </p:spTree>
    <p:extLst>
      <p:ext uri="{BB962C8B-B14F-4D97-AF65-F5344CB8AC3E}">
        <p14:creationId xmlns:p14="http://schemas.microsoft.com/office/powerpoint/2010/main" val="1761232525"/>
      </p:ext>
    </p:extLst>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B7A9F8-D9DC-F8BE-4F5A-EEB0A59C189C}"/>
              </a:ext>
            </a:extLst>
          </p:cNvPr>
          <p:cNvSpPr txBox="1"/>
          <p:nvPr/>
        </p:nvSpPr>
        <p:spPr>
          <a:xfrm>
            <a:off x="540727" y="1150862"/>
            <a:ext cx="8062546"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0" i="1"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Generous Christians Know…</a:t>
            </a:r>
          </a:p>
        </p:txBody>
      </p:sp>
      <p:grpSp>
        <p:nvGrpSpPr>
          <p:cNvPr id="6" name="Group 5">
            <a:extLst>
              <a:ext uri="{FF2B5EF4-FFF2-40B4-BE49-F238E27FC236}">
                <a16:creationId xmlns:a16="http://schemas.microsoft.com/office/drawing/2014/main" id="{8207F7A9-2FB6-1D9F-4139-66F514507885}"/>
              </a:ext>
            </a:extLst>
          </p:cNvPr>
          <p:cNvGrpSpPr/>
          <p:nvPr/>
        </p:nvGrpSpPr>
        <p:grpSpPr>
          <a:xfrm>
            <a:off x="540727" y="2044486"/>
            <a:ext cx="8062546" cy="1569660"/>
            <a:chOff x="540727" y="2044486"/>
            <a:chExt cx="8062546" cy="1569660"/>
          </a:xfrm>
        </p:grpSpPr>
        <p:sp>
          <p:nvSpPr>
            <p:cNvPr id="2" name="TextBox 1">
              <a:extLst>
                <a:ext uri="{FF2B5EF4-FFF2-40B4-BE49-F238E27FC236}">
                  <a16:creationId xmlns:a16="http://schemas.microsoft.com/office/drawing/2014/main" id="{9CD937C7-F52A-8E87-A22D-9606BA8AB3CF}"/>
                </a:ext>
              </a:extLst>
            </p:cNvPr>
            <p:cNvSpPr txBox="1"/>
            <p:nvPr/>
          </p:nvSpPr>
          <p:spPr>
            <a:xfrm>
              <a:off x="540727" y="2044486"/>
              <a:ext cx="8062546" cy="156966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800" b="0" i="1"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It’s all </a:t>
              </a:r>
              <a:r>
                <a:rPr kumimoji="0" lang="en-US" sz="4800" b="1" i="1"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from God, </a:t>
              </a:r>
              <a:br>
                <a:rPr kumimoji="0" lang="en-US" sz="4800" b="1" i="1"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br>
              <a:r>
                <a:rPr kumimoji="0" lang="en-US" sz="4800" b="0" i="1"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so it’s all </a:t>
              </a:r>
              <a:r>
                <a:rPr kumimoji="0" lang="en-US" sz="4800" b="1" i="1"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for God.</a:t>
              </a:r>
            </a:p>
          </p:txBody>
        </p:sp>
        <p:pic>
          <p:nvPicPr>
            <p:cNvPr id="4" name="Picture 3" descr="A yellow rectangular object with black background&#10;&#10;AI-generated content may be incorrect.">
              <a:extLst>
                <a:ext uri="{FF2B5EF4-FFF2-40B4-BE49-F238E27FC236}">
                  <a16:creationId xmlns:a16="http://schemas.microsoft.com/office/drawing/2014/main" id="{1E19752E-8117-78A4-94D0-5F6E1EE5CC5C}"/>
                </a:ext>
              </a:extLst>
            </p:cNvPr>
            <p:cNvPicPr>
              <a:picLocks/>
            </p:cNvPicPr>
            <p:nvPr/>
          </p:nvPicPr>
          <p:blipFill>
            <a:blip r:embed="rId3"/>
            <a:stretch>
              <a:fillRect/>
            </a:stretch>
          </p:blipFill>
          <p:spPr>
            <a:xfrm>
              <a:off x="4158117" y="2710444"/>
              <a:ext cx="2194560" cy="118872"/>
            </a:xfrm>
            <a:prstGeom prst="rect">
              <a:avLst/>
            </a:prstGeom>
          </p:spPr>
        </p:pic>
        <p:pic>
          <p:nvPicPr>
            <p:cNvPr id="5" name="Picture 4" descr="A yellow rectangular object with black background&#10;&#10;AI-generated content may be incorrect.">
              <a:extLst>
                <a:ext uri="{FF2B5EF4-FFF2-40B4-BE49-F238E27FC236}">
                  <a16:creationId xmlns:a16="http://schemas.microsoft.com/office/drawing/2014/main" id="{1329B992-BC12-A47C-0E0D-9FECA0833A8B}"/>
                </a:ext>
              </a:extLst>
            </p:cNvPr>
            <p:cNvPicPr>
              <a:picLocks/>
            </p:cNvPicPr>
            <p:nvPr/>
          </p:nvPicPr>
          <p:blipFill>
            <a:blip r:embed="rId3"/>
            <a:stretch>
              <a:fillRect/>
            </a:stretch>
          </p:blipFill>
          <p:spPr>
            <a:xfrm>
              <a:off x="4706757" y="3447014"/>
              <a:ext cx="2011680" cy="118872"/>
            </a:xfrm>
            <a:prstGeom prst="rect">
              <a:avLst/>
            </a:prstGeom>
          </p:spPr>
        </p:pic>
      </p:grpSp>
    </p:spTree>
    <p:extLst>
      <p:ext uri="{BB962C8B-B14F-4D97-AF65-F5344CB8AC3E}">
        <p14:creationId xmlns:p14="http://schemas.microsoft.com/office/powerpoint/2010/main" val="2124842504"/>
      </p:ext>
    </p:extLst>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1E795-19AE-91AF-46D1-09F3B798070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7C53D6B-2EDE-E6CE-8F93-63C93B56DE8F}"/>
              </a:ext>
            </a:extLst>
          </p:cNvPr>
          <p:cNvPicPr>
            <a:picLocks noChangeAspect="1"/>
          </p:cNvPicPr>
          <p:nvPr/>
        </p:nvPicPr>
        <p:blipFill>
          <a:blip r:embed="rId3"/>
          <a:stretch>
            <a:fillRect/>
          </a:stretch>
        </p:blipFill>
        <p:spPr>
          <a:xfrm>
            <a:off x="0" y="0"/>
            <a:ext cx="9144000" cy="5715000"/>
          </a:xfrm>
          <a:prstGeom prst="rect">
            <a:avLst/>
          </a:prstGeom>
        </p:spPr>
      </p:pic>
    </p:spTree>
    <p:extLst>
      <p:ext uri="{BB962C8B-B14F-4D97-AF65-F5344CB8AC3E}">
        <p14:creationId xmlns:p14="http://schemas.microsoft.com/office/powerpoint/2010/main" val="4008802230"/>
      </p:ext>
    </p:extLst>
  </p:cSld>
  <p:clrMapOvr>
    <a:masterClrMapping/>
  </p:clrMapOvr>
  <p:transition>
    <p:circl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67</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a:lstStyle/>
          <a:p>
            <a:r>
              <a:rPr sz="1600" b="1">
                <a:solidFill>
                  <a:srgbClr val="FFFFFF"/>
                </a:solidFill>
                <a:latin typeface="Avenir Next LT Pro"/>
              </a:rPr>
              <a:t>BRING CHRIST YOUR BROKEN LIFE • </a:t>
            </a:r>
            <a:r>
              <a:rPr sz="1800" b="1">
                <a:solidFill>
                  <a:srgbClr val="FFFFFF"/>
                </a:solidFill>
                <a:latin typeface="Alegreya Sans ExtraBold"/>
              </a:rPr>
              <a:t>TU VIDA ROTA TRAE</a:t>
            </a:r>
          </a:p>
        </p:txBody>
      </p:sp>
      <p:sp>
        <p:nvSpPr>
          <p:cNvPr id="7" name="Text Placeholder 6"/>
          <p:cNvSpPr>
            <a:spLocks noGrp="1"/>
          </p:cNvSpPr>
          <p:nvPr>
            <p:ph type="body" sz="quarter" idx="17"/>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067-01.png"/>
          <p:cNvPicPr>
            <a:picLocks noGrp="1" noChangeAspect="1"/>
          </p:cNvPicPr>
          <p:nvPr>
            <p:ph type="pic" sz="quarter" idx="10"/>
          </p:nvPr>
        </p:nvPicPr>
        <p:blipFill>
          <a:blip r:embed="rId4"/>
          <a:srcRect t="15" b="15"/>
          <a:stretch>
            <a:fillRect/>
          </a:stretch>
        </p:blipFill>
        <p:spPr>
          <a:xfrm>
            <a:off x="917945" y="114300"/>
            <a:ext cx="7856748"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415025" y="425196"/>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415025"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415025"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4</a:t>
            </a:r>
          </a:p>
        </p:txBody>
      </p:sp>
      <p:sp>
        <p:nvSpPr>
          <p:cNvPr id="26" name="Content Placeholder 25"/>
          <p:cNvSpPr>
            <a:spLocks noGrp="1"/>
          </p:cNvSpPr>
          <p:nvPr>
            <p:ph sz="quarter" idx="38"/>
          </p:nvPr>
        </p:nvSpPr>
        <p:spPr>
          <a:xfrm>
            <a:off x="497321" y="1303020"/>
            <a:ext cx="201168" cy="365760"/>
          </a:xfrm>
          <a:solidFill>
            <a:srgbClr val="FFFFFF"/>
          </a:solidFill>
          <a:ln>
            <a:noFill/>
          </a:ln>
        </p:spPr>
        <p:txBody>
          <a:bodyPr/>
          <a:lstStyle/>
          <a:p>
            <a:r>
              <a:t>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67</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a:lstStyle/>
          <a:p>
            <a:r>
              <a:rPr sz="1600" b="1">
                <a:solidFill>
                  <a:srgbClr val="FFFFFF"/>
                </a:solidFill>
                <a:latin typeface="Avenir Next LT Pro"/>
              </a:rPr>
              <a:t>BRING CHRIST YOUR BROKEN LIFE • </a:t>
            </a:r>
            <a:r>
              <a:rPr sz="1800" b="1">
                <a:solidFill>
                  <a:srgbClr val="FFFFFF"/>
                </a:solidFill>
                <a:latin typeface="Alegreya Sans ExtraBold"/>
              </a:rPr>
              <a:t>TU VIDA ROTA TRAE</a:t>
            </a:r>
          </a:p>
        </p:txBody>
      </p:sp>
      <p:sp>
        <p:nvSpPr>
          <p:cNvPr id="7" name="Text Placeholder 6"/>
          <p:cNvSpPr>
            <a:spLocks noGrp="1"/>
          </p:cNvSpPr>
          <p:nvPr>
            <p:ph type="body" sz="quarter" idx="17"/>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067-02.png"/>
          <p:cNvPicPr>
            <a:picLocks noGrp="1" noChangeAspect="1"/>
          </p:cNvPicPr>
          <p:nvPr>
            <p:ph type="pic" sz="quarter" idx="10"/>
          </p:nvPr>
        </p:nvPicPr>
        <p:blipFill>
          <a:blip r:embed="rId4"/>
          <a:srcRect t="15" b="15"/>
          <a:stretch>
            <a:fillRect/>
          </a:stretch>
        </p:blipFill>
        <p:spPr>
          <a:xfrm>
            <a:off x="917945" y="114300"/>
            <a:ext cx="7856748"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415025" y="425196"/>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415025"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415025"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4</a:t>
            </a:r>
          </a:p>
        </p:txBody>
      </p:sp>
      <p:sp>
        <p:nvSpPr>
          <p:cNvPr id="26" name="Content Placeholder 25"/>
          <p:cNvSpPr>
            <a:spLocks noGrp="1"/>
          </p:cNvSpPr>
          <p:nvPr>
            <p:ph sz="quarter" idx="38"/>
          </p:nvPr>
        </p:nvSpPr>
        <p:spPr>
          <a:xfrm>
            <a:off x="497321" y="1303020"/>
            <a:ext cx="201168" cy="365760"/>
          </a:xfrm>
          <a:solidFill>
            <a:srgbClr val="FFFFFF"/>
          </a:solidFill>
          <a:ln>
            <a:noFill/>
          </a:ln>
        </p:spPr>
        <p:txBody>
          <a:bodyPr/>
          <a:lstStyle/>
          <a:p>
            <a:r>
              <a:t>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67</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a:lstStyle/>
          <a:p>
            <a:r>
              <a:rPr sz="1600" b="1">
                <a:solidFill>
                  <a:srgbClr val="FFFFFF"/>
                </a:solidFill>
                <a:latin typeface="Avenir Next LT Pro"/>
              </a:rPr>
              <a:t>BRING CHRIST YOUR BROKEN LIFE • </a:t>
            </a:r>
            <a:r>
              <a:rPr sz="1800" b="1">
                <a:solidFill>
                  <a:srgbClr val="FFFFFF"/>
                </a:solidFill>
                <a:latin typeface="Alegreya Sans ExtraBold"/>
              </a:rPr>
              <a:t>TU VIDA ROTA TRAE</a:t>
            </a:r>
          </a:p>
        </p:txBody>
      </p:sp>
      <p:sp>
        <p:nvSpPr>
          <p:cNvPr id="7" name="Text Placeholder 6"/>
          <p:cNvSpPr>
            <a:spLocks noGrp="1"/>
          </p:cNvSpPr>
          <p:nvPr>
            <p:ph type="body" sz="quarter" idx="17"/>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067-03.png"/>
          <p:cNvPicPr>
            <a:picLocks noGrp="1" noChangeAspect="1"/>
          </p:cNvPicPr>
          <p:nvPr>
            <p:ph type="pic" sz="quarter" idx="10"/>
          </p:nvPr>
        </p:nvPicPr>
        <p:blipFill>
          <a:blip r:embed="rId4"/>
          <a:srcRect t="15" b="15"/>
          <a:stretch>
            <a:fillRect/>
          </a:stretch>
        </p:blipFill>
        <p:spPr>
          <a:xfrm>
            <a:off x="917945" y="114300"/>
            <a:ext cx="7856748"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415025"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415025" y="864108"/>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415025"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4</a:t>
            </a:r>
          </a:p>
        </p:txBody>
      </p:sp>
      <p:sp>
        <p:nvSpPr>
          <p:cNvPr id="26" name="Content Placeholder 25"/>
          <p:cNvSpPr>
            <a:spLocks noGrp="1"/>
          </p:cNvSpPr>
          <p:nvPr>
            <p:ph sz="quarter" idx="38"/>
          </p:nvPr>
        </p:nvSpPr>
        <p:spPr>
          <a:xfrm>
            <a:off x="497321" y="1303020"/>
            <a:ext cx="201168" cy="365760"/>
          </a:xfrm>
          <a:solidFill>
            <a:srgbClr val="FFFFFF"/>
          </a:solidFill>
          <a:ln>
            <a:noFill/>
          </a:ln>
        </p:spPr>
        <p:txBody>
          <a:bodyPr/>
          <a:lstStyle/>
          <a:p>
            <a:r>
              <a:t>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67</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a:lstStyle/>
          <a:p>
            <a:r>
              <a:rPr sz="1600" b="1">
                <a:solidFill>
                  <a:srgbClr val="FFFFFF"/>
                </a:solidFill>
                <a:latin typeface="Avenir Next LT Pro"/>
              </a:rPr>
              <a:t>BRING CHRIST YOUR BROKEN LIFE • </a:t>
            </a:r>
            <a:r>
              <a:rPr sz="1800" b="1">
                <a:solidFill>
                  <a:srgbClr val="FFFFFF"/>
                </a:solidFill>
                <a:latin typeface="Alegreya Sans ExtraBold"/>
              </a:rPr>
              <a:t>TU VIDA ROTA TRAE</a:t>
            </a:r>
          </a:p>
        </p:txBody>
      </p:sp>
      <p:sp>
        <p:nvSpPr>
          <p:cNvPr id="7" name="Text Placeholder 6"/>
          <p:cNvSpPr>
            <a:spLocks noGrp="1"/>
          </p:cNvSpPr>
          <p:nvPr>
            <p:ph type="body" sz="quarter" idx="17"/>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067-04.png"/>
          <p:cNvPicPr>
            <a:picLocks noGrp="1" noChangeAspect="1"/>
          </p:cNvPicPr>
          <p:nvPr>
            <p:ph type="pic" sz="quarter" idx="10"/>
          </p:nvPr>
        </p:nvPicPr>
        <p:blipFill>
          <a:blip r:embed="rId4"/>
          <a:srcRect t="15" b="15"/>
          <a:stretch>
            <a:fillRect/>
          </a:stretch>
        </p:blipFill>
        <p:spPr>
          <a:xfrm>
            <a:off x="917945" y="114300"/>
            <a:ext cx="7856748"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3" name="Content Placeholder 12"/>
          <p:cNvSpPr>
            <a:spLocks noGrp="1"/>
          </p:cNvSpPr>
          <p:nvPr>
            <p:ph sz="quarter" idx="42"/>
          </p:nvPr>
        </p:nvSpPr>
        <p:spPr>
          <a:xfrm>
            <a:off x="415025" y="864108"/>
            <a:ext cx="365760" cy="1243584"/>
          </a:xfrm>
          <a:solidFill>
            <a:srgbClr val="1C81B9"/>
          </a:solidFill>
          <a:ln>
            <a:noFill/>
          </a:ln>
        </p:spPr>
        <p:txBody>
          <a:bodyPr/>
          <a:lstStyle/>
          <a:p>
            <a:r>
              <a:t> </a:t>
            </a:r>
          </a:p>
        </p:txBody>
      </p:sp>
      <p:sp>
        <p:nvSpPr>
          <p:cNvPr id="14" name="Text Placeholder 13"/>
          <p:cNvSpPr>
            <a:spLocks noGrp="1"/>
          </p:cNvSpPr>
          <p:nvPr>
            <p:ph type="body" sz="quarter" idx="26"/>
          </p:nvPr>
        </p:nvSpPr>
        <p:spPr>
          <a:xfrm>
            <a:off x="415025"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415025" y="864108"/>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415025" y="1741932"/>
            <a:ext cx="365760" cy="365760"/>
          </a:xfrm>
          <a:solidFill>
            <a:srgbClr val="ED5959"/>
          </a:solidFill>
          <a:ln>
            <a:noFill/>
          </a:ln>
        </p:spPr>
        <p:txBody>
          <a:bodyPr lIns="0" tIns="0" rIns="0" bIns="0"/>
          <a:lstStyle/>
          <a:p>
            <a:pPr>
              <a:lnSpc>
                <a:spcPct val="90000"/>
              </a:lnSpc>
            </a:pPr>
            <a:r>
              <a:rPr sz="1600" b="1">
                <a:solidFill>
                  <a:srgbClr val="FFFFFF"/>
                </a:solidFill>
                <a:latin typeface="Avenir Next LT Pro"/>
              </a:rPr>
              <a:t>4</a:t>
            </a:r>
          </a:p>
        </p:txBody>
      </p:sp>
      <p:sp>
        <p:nvSpPr>
          <p:cNvPr id="26" name="Content Placeholder 25"/>
          <p:cNvSpPr>
            <a:spLocks noGrp="1"/>
          </p:cNvSpPr>
          <p:nvPr>
            <p:ph sz="quarter" idx="38"/>
          </p:nvPr>
        </p:nvSpPr>
        <p:spPr>
          <a:xfrm>
            <a:off x="497321" y="1303020"/>
            <a:ext cx="201168" cy="365760"/>
          </a:xfrm>
          <a:solidFill>
            <a:srgbClr val="FFFFFF"/>
          </a:solidFill>
          <a:ln>
            <a:noFill/>
          </a:ln>
        </p:spPr>
        <p:txBody>
          <a:bodyPr/>
          <a:lstStyle/>
          <a:p>
            <a:r>
              <a:t>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67</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a:lstStyle/>
          <a:p>
            <a:r>
              <a:rPr sz="1600" b="1">
                <a:solidFill>
                  <a:srgbClr val="FFFFFF"/>
                </a:solidFill>
                <a:latin typeface="Avenir Next LT Pro"/>
              </a:rPr>
              <a:t>BRING CHRIST YOUR BROKEN LIFE • </a:t>
            </a:r>
            <a:r>
              <a:rPr sz="1800" b="1">
                <a:solidFill>
                  <a:srgbClr val="FFFFFF"/>
                </a:solidFill>
                <a:latin typeface="Alegreya Sans ExtraBold"/>
              </a:rPr>
              <a:t>TU VIDA ROTA TRAE</a:t>
            </a:r>
          </a:p>
        </p:txBody>
      </p:sp>
      <p:sp>
        <p:nvSpPr>
          <p:cNvPr id="7" name="Text Placeholder 6"/>
          <p:cNvSpPr>
            <a:spLocks noGrp="1"/>
          </p:cNvSpPr>
          <p:nvPr>
            <p:ph type="body" sz="quarter" idx="17"/>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067-07.png"/>
          <p:cNvPicPr>
            <a:picLocks noGrp="1" noChangeAspect="1"/>
          </p:cNvPicPr>
          <p:nvPr>
            <p:ph type="pic" sz="quarter" idx="10"/>
          </p:nvPr>
        </p:nvPicPr>
        <p:blipFill>
          <a:blip r:embed="rId4"/>
          <a:srcRect t="15" b="15"/>
          <a:stretch>
            <a:fillRect/>
          </a:stretch>
        </p:blipFill>
        <p:spPr>
          <a:xfrm>
            <a:off x="917945" y="114300"/>
            <a:ext cx="7856748"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415025"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415025"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415025" y="1741932"/>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4</a:t>
            </a:r>
          </a:p>
        </p:txBody>
      </p:sp>
      <p:sp>
        <p:nvSpPr>
          <p:cNvPr id="26" name="Content Placeholder 25"/>
          <p:cNvSpPr>
            <a:spLocks noGrp="1"/>
          </p:cNvSpPr>
          <p:nvPr>
            <p:ph sz="quarter" idx="38"/>
          </p:nvPr>
        </p:nvSpPr>
        <p:spPr>
          <a:xfrm>
            <a:off x="497321" y="1303020"/>
            <a:ext cx="201168" cy="365760"/>
          </a:xfrm>
          <a:solidFill>
            <a:srgbClr val="FFFFFF"/>
          </a:solidFill>
          <a:ln>
            <a:noFill/>
          </a:ln>
        </p:spPr>
        <p:txBody>
          <a:bodyPr/>
          <a:lstStyle/>
          <a:p>
            <a:r>
              <a:t>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67</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a:lstStyle/>
          <a:p>
            <a:r>
              <a:rPr sz="1600" b="1">
                <a:solidFill>
                  <a:srgbClr val="FFFFFF"/>
                </a:solidFill>
                <a:latin typeface="Avenir Next LT Pro"/>
              </a:rPr>
              <a:t>BRING CHRIST YOUR BROKEN LIFE • </a:t>
            </a:r>
            <a:r>
              <a:rPr sz="1800" b="1">
                <a:solidFill>
                  <a:srgbClr val="FFFFFF"/>
                </a:solidFill>
                <a:latin typeface="Alegreya Sans ExtraBold"/>
              </a:rPr>
              <a:t>TU VIDA ROTA TRAE</a:t>
            </a:r>
          </a:p>
        </p:txBody>
      </p:sp>
      <p:sp>
        <p:nvSpPr>
          <p:cNvPr id="7" name="Text Placeholder 6"/>
          <p:cNvSpPr>
            <a:spLocks noGrp="1"/>
          </p:cNvSpPr>
          <p:nvPr>
            <p:ph type="body" sz="quarter" idx="17"/>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067-08.png"/>
          <p:cNvPicPr>
            <a:picLocks noGrp="1" noChangeAspect="1"/>
          </p:cNvPicPr>
          <p:nvPr>
            <p:ph type="pic" sz="quarter" idx="10"/>
          </p:nvPr>
        </p:nvPicPr>
        <p:blipFill>
          <a:blip r:embed="rId4"/>
          <a:srcRect t="15" b="15"/>
          <a:stretch>
            <a:fillRect/>
          </a:stretch>
        </p:blipFill>
        <p:spPr>
          <a:xfrm>
            <a:off x="917945" y="114300"/>
            <a:ext cx="7856748"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415025"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415025"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415025" y="1741932"/>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4</a:t>
            </a:r>
          </a:p>
        </p:txBody>
      </p:sp>
      <p:sp>
        <p:nvSpPr>
          <p:cNvPr id="26" name="Content Placeholder 25"/>
          <p:cNvSpPr>
            <a:spLocks noGrp="1"/>
          </p:cNvSpPr>
          <p:nvPr>
            <p:ph sz="quarter" idx="38"/>
          </p:nvPr>
        </p:nvSpPr>
        <p:spPr>
          <a:xfrm>
            <a:off x="497321" y="1303020"/>
            <a:ext cx="201168" cy="365760"/>
          </a:xfrm>
          <a:solidFill>
            <a:srgbClr val="FFFFFF"/>
          </a:solidFill>
          <a:ln>
            <a:noFill/>
          </a:ln>
        </p:spPr>
        <p:txBody>
          <a:bodyPr/>
          <a:lstStyle/>
          <a:p>
            <a:r>
              <a:t>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prayer-wheat.jpg"/>
          <p:cNvPicPr>
            <a:picLocks noGrp="1" noChangeAspect="1"/>
          </p:cNvPicPr>
          <p:nvPr>
            <p:ph type="pic" sz="quarter" idx="10"/>
          </p:nvPr>
        </p:nvPicPr>
        <p:blipFill>
          <a:blip r:embed="rId2"/>
          <a:srcRect/>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sp>
        <p:nvSpPr>
          <p:cNvPr id="4" name="Content Placeholder 3"/>
          <p:cNvSpPr>
            <a:spLocks noGrp="1"/>
          </p:cNvSpPr>
          <p:nvPr>
            <p:ph sz="quarter" idx="18"/>
          </p:nvPr>
        </p:nvSpPr>
        <p:spPr/>
        <p:txBody>
          <a:bodyPr/>
          <a:lstStyle/>
          <a:p>
            <a:r>
              <a:t> </a:t>
            </a:r>
          </a:p>
        </p:txBody>
      </p:sp>
      <p:sp>
        <p:nvSpPr>
          <p:cNvPr id="6" name="Text Placeholder 5"/>
          <p:cNvSpPr>
            <a:spLocks noGrp="1"/>
          </p:cNvSpPr>
          <p:nvPr>
            <p:ph type="body" sz="quarter" idx="13"/>
          </p:nvPr>
        </p:nvSpPr>
        <p:spPr>
          <a:xfrm>
            <a:off x="3063240" y="1531620"/>
            <a:ext cx="4572000" cy="1645920"/>
          </a:xfrm>
        </p:spPr>
        <p:txBody>
          <a:bodyPr wrap="square">
            <a:noAutofit/>
          </a:bodyPr>
          <a:lstStyle/>
          <a:p>
            <a:r>
              <a:rPr sz="8000" b="1" i="0">
                <a:latin typeface="Avenir Next LT Pro"/>
              </a:rPr>
              <a:t>PRAYER</a:t>
            </a:r>
          </a:p>
        </p:txBody>
      </p:sp>
      <p:sp>
        <p:nvSpPr>
          <p:cNvPr id="7" name="Text Placeholder 6"/>
          <p:cNvSpPr>
            <a:spLocks noGrp="1"/>
          </p:cNvSpPr>
          <p:nvPr>
            <p:ph type="body" sz="quarter" idx="15"/>
          </p:nvPr>
        </p:nvSpPr>
        <p:spPr>
          <a:xfrm>
            <a:off x="3566160" y="3040380"/>
            <a:ext cx="3566160" cy="914400"/>
          </a:xfrm>
        </p:spPr>
        <p:txBody>
          <a:bodyPr wrap="square">
            <a:noAutofit/>
          </a:bodyPr>
          <a:lstStyle/>
          <a:p>
            <a:r>
              <a:rPr sz="2400" b="0" i="0">
                <a:latin typeface="Avenir Next LT Pro"/>
              </a:rPr>
              <a:t>“DEVOTE YOURSELVES TO PRAYER”</a:t>
            </a:r>
          </a:p>
        </p:txBody>
      </p:sp>
      <p:sp>
        <p:nvSpPr>
          <p:cNvPr id="9" name="Text Placeholder 8"/>
          <p:cNvSpPr>
            <a:spLocks noGrp="1"/>
          </p:cNvSpPr>
          <p:nvPr>
            <p:ph type="body" sz="quarter" idx="20"/>
          </p:nvPr>
        </p:nvSpPr>
        <p:spPr>
          <a:xfrm>
            <a:off x="3291840" y="3863339"/>
            <a:ext cx="4133087" cy="914400"/>
          </a:xfrm>
        </p:spPr>
        <p:txBody>
          <a:bodyPr wrap="square">
            <a:noAutofit/>
          </a:bodyPr>
          <a:lstStyle/>
          <a:p>
            <a:r>
              <a:rPr sz="2000" b="0" i="0">
                <a:latin typeface="Avenir Next LT Pro"/>
              </a:rPr>
              <a:t>COLOSSIANS 4:2</a:t>
            </a:r>
          </a:p>
        </p:txBody>
      </p:sp>
      <p:pic>
        <p:nvPicPr>
          <p:cNvPr id="10" name="Picture Placeholder 9" descr="eh20-eng-432.png"/>
          <p:cNvPicPr>
            <a:picLocks noGrp="1" noChangeAspect="1"/>
          </p:cNvPicPr>
          <p:nvPr>
            <p:ph type="pic" sz="quarter" idx="19"/>
          </p:nvPr>
        </p:nvPicPr>
        <p:blipFill>
          <a:blip r:embed="rId3"/>
          <a:srcRect t="459" b="459"/>
          <a:stretch>
            <a:fillRect/>
          </a:stretch>
        </p:blipFill>
        <p:spPr>
          <a:xfrm>
            <a:off x="1668537" y="5029200"/>
            <a:ext cx="1828800" cy="457200"/>
          </a:xfrm>
        </p:spPr>
      </p:pic>
      <p:sp>
        <p:nvSpPr>
          <p:cNvPr id="11" name="Text Placeholder 10"/>
          <p:cNvSpPr>
            <a:spLocks noGrp="1"/>
          </p:cNvSpPr>
          <p:nvPr>
            <p:ph type="body" sz="quarter" idx="36"/>
          </p:nvPr>
        </p:nvSpPr>
        <p:spPr>
          <a:xfrm>
            <a:off x="813815" y="4309109"/>
            <a:ext cx="704088" cy="274320"/>
          </a:xfrm>
        </p:spPr>
        <p:txBody>
          <a:bodyPr/>
          <a:lstStyle/>
          <a:p>
            <a:r>
              <a:t> </a:t>
            </a:r>
          </a:p>
        </p:txBody>
      </p:sp>
      <p:sp>
        <p:nvSpPr>
          <p:cNvPr id="12" name="Text Placeholder 11"/>
          <p:cNvSpPr>
            <a:spLocks noGrp="1"/>
          </p:cNvSpPr>
          <p:nvPr>
            <p:ph type="body" sz="quarter" idx="21"/>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Collection</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600" b="0">
                <a:latin typeface="Avenir Next LT Pro"/>
              </a:rPr>
              <a:t>Prayer</a:t>
            </a:r>
          </a:p>
        </p:txBody>
      </p:sp>
      <p:sp>
        <p:nvSpPr>
          <p:cNvPr id="15" name="Text Placeholder 14"/>
          <p:cNvSpPr>
            <a:spLocks noGrp="1"/>
          </p:cNvSpPr>
          <p:nvPr>
            <p:ph type="body" sz="quarter" idx="25"/>
          </p:nvPr>
        </p:nvSpPr>
        <p:spPr/>
        <p:txBody>
          <a:bodyPr/>
          <a:lstStyle/>
          <a:p>
            <a:endParaRPr/>
          </a:p>
        </p:txBody>
      </p:sp>
      <p:sp>
        <p:nvSpPr>
          <p:cNvPr id="17" name="Text Placeholder 16"/>
          <p:cNvSpPr>
            <a:spLocks noGrp="1"/>
          </p:cNvSpPr>
          <p:nvPr>
            <p:ph type="body" sz="quarter" idx="27"/>
          </p:nvPr>
        </p:nvSpPr>
        <p:spPr>
          <a:xfrm>
            <a:off x="3063240" y="1453896"/>
            <a:ext cx="4572000" cy="1645920"/>
          </a:xfrm>
        </p:spPr>
        <p:txBody>
          <a:bodyPr wrap="square">
            <a:noAutofit/>
          </a:bodyPr>
          <a:lstStyle/>
          <a:p>
            <a:r>
              <a:rPr sz="8000" b="1" i="0">
                <a:latin typeface="Alegreya Sans ExtraBold"/>
              </a:rPr>
              <a:t>ORACIÓN</a:t>
            </a:r>
          </a:p>
        </p:txBody>
      </p:sp>
      <p:sp>
        <p:nvSpPr>
          <p:cNvPr id="18" name="Text Placeholder 17"/>
          <p:cNvSpPr>
            <a:spLocks noGrp="1"/>
          </p:cNvSpPr>
          <p:nvPr>
            <p:ph type="body" sz="quarter" idx="28"/>
          </p:nvPr>
        </p:nvSpPr>
        <p:spPr>
          <a:xfrm>
            <a:off x="3566160" y="3040380"/>
            <a:ext cx="3566160" cy="914400"/>
          </a:xfrm>
        </p:spPr>
        <p:txBody>
          <a:bodyPr wrap="square">
            <a:noAutofit/>
          </a:bodyPr>
          <a:lstStyle/>
          <a:p>
            <a:r>
              <a:rPr sz="2600" b="0" i="0">
                <a:latin typeface="Alegreya Sans Medium"/>
              </a:rPr>
              <a:t>“PERSEVERAD EN LA ORACIÓN”</a:t>
            </a:r>
          </a:p>
        </p:txBody>
      </p:sp>
      <p:sp>
        <p:nvSpPr>
          <p:cNvPr id="20" name="Text Placeholder 19"/>
          <p:cNvSpPr>
            <a:spLocks noGrp="1"/>
          </p:cNvSpPr>
          <p:nvPr>
            <p:ph type="body" sz="quarter" idx="30"/>
          </p:nvPr>
        </p:nvSpPr>
        <p:spPr>
          <a:xfrm>
            <a:off x="3291840" y="3863339"/>
            <a:ext cx="4133087" cy="914400"/>
          </a:xfrm>
        </p:spPr>
        <p:txBody>
          <a:bodyPr wrap="square">
            <a:noAutofit/>
          </a:bodyPr>
          <a:lstStyle/>
          <a:p>
            <a:r>
              <a:rPr sz="2400" b="0" i="0">
                <a:latin typeface="Alegreya Sans Medium"/>
              </a:rPr>
              <a:t>COLOSENSES 4:2</a:t>
            </a:r>
          </a:p>
        </p:txBody>
      </p:sp>
      <p:pic>
        <p:nvPicPr>
          <p:cNvPr id="21" name="Picture Placeholder 20" descr="eh20-esp-600.png"/>
          <p:cNvPicPr>
            <a:picLocks noGrp="1" noChangeAspect="1"/>
          </p:cNvPicPr>
          <p:nvPr>
            <p:ph type="pic" sz="quarter" idx="31"/>
          </p:nvPr>
        </p:nvPicPr>
        <p:blipFill>
          <a:blip r:embed="rId4"/>
          <a:srcRect t="331" b="331"/>
          <a:stretch>
            <a:fillRect/>
          </a:stretch>
        </p:blipFill>
        <p:spPr>
          <a:xfrm>
            <a:off x="1668537" y="5028697"/>
            <a:ext cx="1828800" cy="457200"/>
          </a:xfrm>
        </p:spPr>
      </p:pic>
      <p:sp>
        <p:nvSpPr>
          <p:cNvPr id="22" name="Text Placeholder 21"/>
          <p:cNvSpPr>
            <a:spLocks noGrp="1"/>
          </p:cNvSpPr>
          <p:nvPr>
            <p:ph type="body" sz="quarter" idx="37"/>
          </p:nvPr>
        </p:nvSpPr>
        <p:spPr>
          <a:xfrm>
            <a:off x="685799" y="4290822"/>
            <a:ext cx="832104" cy="274320"/>
          </a:xfrm>
        </p:spPr>
        <p:txBody>
          <a:bodyPr/>
          <a:lstStyle/>
          <a:p>
            <a:r>
              <a:t> </a:t>
            </a:r>
          </a:p>
        </p:txBody>
      </p:sp>
      <p:sp>
        <p:nvSpPr>
          <p:cNvPr id="23" name="Text Placeholder 22"/>
          <p:cNvSpPr>
            <a:spLocks noGrp="1"/>
          </p:cNvSpPr>
          <p:nvPr>
            <p:ph type="body" sz="quarter" idx="33"/>
          </p:nvPr>
        </p:nvSpPr>
        <p:spPr/>
        <p:txBody>
          <a:bodyPr/>
          <a:lstStyle/>
          <a:p>
            <a:pPr>
              <a:lnSpc>
                <a:spcPts val="1800"/>
              </a:lnSpc>
              <a:spcBef>
                <a:spcPts val="0"/>
              </a:spcBef>
              <a:spcAft>
                <a:spcPts val="900"/>
              </a:spcAft>
            </a:pPr>
            <a:r>
              <a:rPr sz="1800" b="0">
                <a:latin typeface="Alegreya Sans Medium"/>
              </a:rPr>
              <a:t>Bienvenida</a:t>
            </a:r>
          </a:p>
          <a:p>
            <a:pPr>
              <a:lnSpc>
                <a:spcPts val="1800"/>
              </a:lnSpc>
              <a:spcBef>
                <a:spcPts val="0"/>
              </a:spcBef>
              <a:spcAft>
                <a:spcPts val="900"/>
              </a:spcAft>
            </a:pPr>
            <a:r>
              <a:rPr sz="1800" b="0">
                <a:latin typeface="Alegreya Sans Medium"/>
              </a:rPr>
              <a:t>Ofrenda</a:t>
            </a:r>
          </a:p>
          <a:p>
            <a:pPr>
              <a:lnSpc>
                <a:spcPts val="1800"/>
              </a:lnSpc>
              <a:spcBef>
                <a:spcPts val="0"/>
              </a:spcBef>
              <a:spcAft>
                <a:spcPts val="900"/>
              </a:spcAft>
            </a:pPr>
            <a:r>
              <a:rPr sz="1800" b="0">
                <a:latin typeface="Alegreya Sans Medium"/>
              </a:rPr>
              <a:t>Lectura</a:t>
            </a:r>
          </a:p>
          <a:p>
            <a:pPr>
              <a:lnSpc>
                <a:spcPts val="1800"/>
              </a:lnSpc>
              <a:spcBef>
                <a:spcPts val="0"/>
              </a:spcBef>
              <a:spcAft>
                <a:spcPts val="900"/>
              </a:spcAft>
            </a:pPr>
            <a:r>
              <a:rPr sz="1800" b="0">
                <a:latin typeface="Alegreya Sans Medium"/>
              </a:rPr>
              <a:t>Oración</a:t>
            </a:r>
          </a:p>
          <a:p>
            <a:pPr>
              <a:lnSpc>
                <a:spcPts val="1800"/>
              </a:lnSpc>
              <a:spcBef>
                <a:spcPts val="100"/>
              </a:spcBef>
              <a:spcAft>
                <a:spcPts val="800"/>
              </a:spcAft>
            </a:pPr>
            <a:r>
              <a:rPr sz="1800" b="1">
                <a:latin typeface="Avenir Next LT Pro"/>
              </a:rPr>
              <a:t>534</a:t>
            </a:r>
          </a:p>
          <a:p>
            <a:pPr>
              <a:lnSpc>
                <a:spcPts val="1800"/>
              </a:lnSpc>
              <a:spcBef>
                <a:spcPts val="100"/>
              </a:spcBef>
              <a:spcAft>
                <a:spcPts val="800"/>
              </a:spcAft>
            </a:pPr>
            <a:r>
              <a:rPr sz="1800" b="1">
                <a:latin typeface="Avenir Next LT Pro"/>
              </a:rPr>
              <a:t>12</a:t>
            </a:r>
          </a:p>
          <a:p>
            <a:pPr>
              <a:lnSpc>
                <a:spcPts val="1800"/>
              </a:lnSpc>
              <a:spcBef>
                <a:spcPts val="0"/>
              </a:spcBef>
              <a:spcAft>
                <a:spcPts val="900"/>
              </a:spcAft>
            </a:pPr>
            <a:r>
              <a:rPr sz="1800" b="0">
                <a:latin typeface="Alegreya Sans Medium"/>
              </a:rPr>
              <a:t>Cena del Señor</a:t>
            </a:r>
          </a:p>
          <a:p>
            <a:pPr>
              <a:lnSpc>
                <a:spcPts val="1800"/>
              </a:lnSpc>
              <a:spcBef>
                <a:spcPts val="100"/>
              </a:spcBef>
              <a:spcAft>
                <a:spcPts val="800"/>
              </a:spcAft>
            </a:pPr>
            <a:r>
              <a:rPr sz="1800" b="1">
                <a:latin typeface="Avenir Next LT Pro"/>
              </a:rPr>
              <a:t>408</a:t>
            </a:r>
          </a:p>
          <a:p>
            <a:pPr>
              <a:lnSpc>
                <a:spcPts val="1800"/>
              </a:lnSpc>
              <a:spcBef>
                <a:spcPts val="100"/>
              </a:spcBef>
              <a:spcAft>
                <a:spcPts val="800"/>
              </a:spcAft>
            </a:pPr>
            <a:r>
              <a:rPr sz="1800" b="1">
                <a:latin typeface="Avenir Next LT Pro"/>
              </a:rPr>
              <a:t>202</a:t>
            </a:r>
          </a:p>
          <a:p>
            <a:pPr>
              <a:lnSpc>
                <a:spcPts val="1800"/>
              </a:lnSpc>
              <a:spcBef>
                <a:spcPts val="0"/>
              </a:spcBef>
              <a:spcAft>
                <a:spcPts val="900"/>
              </a:spcAft>
            </a:pPr>
            <a:r>
              <a:rPr sz="1800" b="0">
                <a:latin typeface="Alegreya Sans Medium"/>
              </a:rPr>
              <a:t>Sermón</a:t>
            </a:r>
          </a:p>
          <a:p>
            <a:pPr>
              <a:lnSpc>
                <a:spcPts val="1800"/>
              </a:lnSpc>
              <a:spcBef>
                <a:spcPts val="100"/>
              </a:spcBef>
              <a:spcAft>
                <a:spcPts val="800"/>
              </a:spcAft>
            </a:pPr>
            <a:r>
              <a:rPr sz="1800" b="1">
                <a:latin typeface="Avenir Next LT Pro"/>
              </a:rPr>
              <a:t>67</a:t>
            </a:r>
          </a:p>
          <a:p>
            <a:pPr>
              <a:lnSpc>
                <a:spcPts val="1800"/>
              </a:lnSpc>
              <a:spcBef>
                <a:spcPts val="0"/>
              </a:spcBef>
              <a:spcAft>
                <a:spcPts val="900"/>
              </a:spcAft>
            </a:pPr>
            <a:r>
              <a:rPr sz="1800" b="0">
                <a:latin typeface="Alegreya Sans Medium"/>
              </a:rPr>
              <a:t>Oración</a:t>
            </a:r>
          </a:p>
        </p:txBody>
      </p:sp>
      <p:pic>
        <p:nvPicPr>
          <p:cNvPr id="24" name="Picture 23" descr="eh-xcircle-white.png"/>
          <p:cNvPicPr>
            <a:picLocks noChangeAspect="1"/>
          </p:cNvPicPr>
          <p:nvPr/>
        </p:nvPicPr>
        <p:blipFill>
          <a:blip r:embed="rId5"/>
          <a:stretch>
            <a:fillRect/>
          </a:stretch>
        </p:blipFill>
        <p:spPr>
          <a:xfrm>
            <a:off x="658368" y="3218688"/>
            <a:ext cx="365760" cy="365760"/>
          </a:xfrm>
          <a:prstGeom prst="rect">
            <a:avLst/>
          </a:prstGeom>
        </p:spPr>
      </p:pic>
    </p:spTree>
  </p:cSld>
  <p:clrMapOvr>
    <a:masterClrMapping/>
  </p:clrMapOvr>
</p:sld>
</file>

<file path=ppt/theme/theme1.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6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162763</TotalTime>
  <Words>4183</Words>
  <Application>Microsoft Office PowerPoint</Application>
  <PresentationFormat>On-screen Show (16:10)</PresentationFormat>
  <Paragraphs>983</Paragraphs>
  <Slides>61</Slides>
  <Notes>9</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61</vt:i4>
      </vt:variant>
    </vt:vector>
  </HeadingPairs>
  <TitlesOfParts>
    <vt:vector size="74" baseType="lpstr">
      <vt:lpstr>Alegreya Sans ExtraBold</vt:lpstr>
      <vt:lpstr>Alegreya Sans Light</vt:lpstr>
      <vt:lpstr>Alegreya Sans Medium</vt:lpstr>
      <vt:lpstr>Aptos</vt:lpstr>
      <vt:lpstr>Aptos Display</vt:lpstr>
      <vt:lpstr>Arial</vt:lpstr>
      <vt:lpstr>Avenir Next LT Pro</vt:lpstr>
      <vt:lpstr>Calibri</vt:lpstr>
      <vt:lpstr>Calibri Light</vt:lpstr>
      <vt:lpstr>Century Gothic</vt:lpstr>
      <vt:lpstr>3_Custom Design</vt:lpstr>
      <vt:lpstr>6_Custom Design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Williams David</dc:creator>
  <cp:lastModifiedBy>David Williams</cp:lastModifiedBy>
  <cp:revision>630</cp:revision>
  <dcterms:created xsi:type="dcterms:W3CDTF">2019-05-01T02:25:12Z</dcterms:created>
  <dcterms:modified xsi:type="dcterms:W3CDTF">2026-07-19T02:31:12Z</dcterms:modified>
</cp:coreProperties>
</file>