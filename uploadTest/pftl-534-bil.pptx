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ham Eubanks" userId="9a173d7edfb93684" providerId="LiveId" clId="{B5D7463F-2C96-4239-BA61-59D5CAEBEAE6}"/>
    <pc:docChg chg="modSld">
      <pc:chgData name="Brigham Eubanks" userId="9a173d7edfb93684" providerId="LiveId" clId="{B5D7463F-2C96-4239-BA61-59D5CAEBEAE6}" dt="2025-03-01T23:00:03.430" v="87" actId="20577"/>
      <pc:docMkLst>
        <pc:docMk/>
      </pc:docMkLst>
      <pc:sldChg chg="modSp mod">
        <pc:chgData name="Brigham Eubanks" userId="9a173d7edfb93684" providerId="LiveId" clId="{B5D7463F-2C96-4239-BA61-59D5CAEBEAE6}" dt="2025-03-01T22:52:21.231" v="9" actId="20577"/>
        <pc:sldMkLst>
          <pc:docMk/>
          <pc:sldMk cId="0" sldId="256"/>
        </pc:sldMkLst>
        <pc:spChg chg="mod">
          <ac:chgData name="Brigham Eubanks" userId="9a173d7edfb93684" providerId="LiveId" clId="{B5D7463F-2C96-4239-BA61-59D5CAEBEAE6}" dt="2025-03-01T22:52:21.231" v="9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Brigham Eubanks" userId="9a173d7edfb93684" providerId="LiveId" clId="{B5D7463F-2C96-4239-BA61-59D5CAEBEAE6}" dt="2025-03-01T22:54:21.490" v="36" actId="20577"/>
        <pc:sldMkLst>
          <pc:docMk/>
          <pc:sldMk cId="0" sldId="257"/>
        </pc:sldMkLst>
        <pc:spChg chg="mod">
          <ac:chgData name="Brigham Eubanks" userId="9a173d7edfb93684" providerId="LiveId" clId="{B5D7463F-2C96-4239-BA61-59D5CAEBEAE6}" dt="2025-03-01T22:54:21.490" v="36" actId="20577"/>
          <ac:spMkLst>
            <pc:docMk/>
            <pc:sldMk cId="0" sldId="257"/>
            <ac:spMk id="3" creationId="{6D11BC40-EC5C-B04C-0308-A91CB4209FE6}"/>
          </ac:spMkLst>
        </pc:spChg>
        <pc:spChg chg="mod">
          <ac:chgData name="Brigham Eubanks" userId="9a173d7edfb93684" providerId="LiveId" clId="{B5D7463F-2C96-4239-BA61-59D5CAEBEAE6}" dt="2025-03-01T22:53:47.919" v="27" actId="20577"/>
          <ac:spMkLst>
            <pc:docMk/>
            <pc:sldMk cId="0" sldId="257"/>
            <ac:spMk id="4" creationId="{9E5DB953-BB2F-A3B1-C2B0-3680E48EDAEE}"/>
          </ac:spMkLst>
        </pc:spChg>
      </pc:sldChg>
      <pc:sldChg chg="modSp mod">
        <pc:chgData name="Brigham Eubanks" userId="9a173d7edfb93684" providerId="LiveId" clId="{B5D7463F-2C96-4239-BA61-59D5CAEBEAE6}" dt="2025-03-01T22:55:22.206" v="39" actId="20577"/>
        <pc:sldMkLst>
          <pc:docMk/>
          <pc:sldMk cId="0" sldId="258"/>
        </pc:sldMkLst>
        <pc:spChg chg="mod">
          <ac:chgData name="Brigham Eubanks" userId="9a173d7edfb93684" providerId="LiveId" clId="{B5D7463F-2C96-4239-BA61-59D5CAEBEAE6}" dt="2025-03-01T22:55:22.206" v="39" actId="20577"/>
          <ac:spMkLst>
            <pc:docMk/>
            <pc:sldMk cId="0" sldId="258"/>
            <ac:spMk id="4" creationId="{AC82F347-3B2B-9FEF-0EB6-6746543702E9}"/>
          </ac:spMkLst>
        </pc:spChg>
      </pc:sldChg>
      <pc:sldChg chg="modSp mod">
        <pc:chgData name="Brigham Eubanks" userId="9a173d7edfb93684" providerId="LiveId" clId="{B5D7463F-2C96-4239-BA61-59D5CAEBEAE6}" dt="2025-03-01T22:55:48.531" v="44" actId="6549"/>
        <pc:sldMkLst>
          <pc:docMk/>
          <pc:sldMk cId="0" sldId="259"/>
        </pc:sldMkLst>
        <pc:spChg chg="mod">
          <ac:chgData name="Brigham Eubanks" userId="9a173d7edfb93684" providerId="LiveId" clId="{B5D7463F-2C96-4239-BA61-59D5CAEBEAE6}" dt="2025-03-01T22:55:41.704" v="42" actId="20577"/>
          <ac:spMkLst>
            <pc:docMk/>
            <pc:sldMk cId="0" sldId="259"/>
            <ac:spMk id="3" creationId="{A463AC10-F997-C1E2-11A8-965DC00D3000}"/>
          </ac:spMkLst>
        </pc:spChg>
        <pc:spChg chg="mod">
          <ac:chgData name="Brigham Eubanks" userId="9a173d7edfb93684" providerId="LiveId" clId="{B5D7463F-2C96-4239-BA61-59D5CAEBEAE6}" dt="2025-03-01T22:55:48.531" v="44" actId="6549"/>
          <ac:spMkLst>
            <pc:docMk/>
            <pc:sldMk cId="0" sldId="259"/>
            <ac:spMk id="4" creationId="{B60462F7-3B72-B88B-1BE8-44CDDBE34C6E}"/>
          </ac:spMkLst>
        </pc:spChg>
      </pc:sldChg>
      <pc:sldChg chg="modSp mod">
        <pc:chgData name="Brigham Eubanks" userId="9a173d7edfb93684" providerId="LiveId" clId="{B5D7463F-2C96-4239-BA61-59D5CAEBEAE6}" dt="2025-03-01T22:56:23.986" v="49" actId="20577"/>
        <pc:sldMkLst>
          <pc:docMk/>
          <pc:sldMk cId="0" sldId="260"/>
        </pc:sldMkLst>
        <pc:spChg chg="mod">
          <ac:chgData name="Brigham Eubanks" userId="9a173d7edfb93684" providerId="LiveId" clId="{B5D7463F-2C96-4239-BA61-59D5CAEBEAE6}" dt="2025-03-01T22:56:23.986" v="49" actId="20577"/>
          <ac:spMkLst>
            <pc:docMk/>
            <pc:sldMk cId="0" sldId="260"/>
            <ac:spMk id="4" creationId="{378C4EDF-0694-39F3-CEFF-DD4B889EA25C}"/>
          </ac:spMkLst>
        </pc:spChg>
      </pc:sldChg>
      <pc:sldChg chg="modSp mod">
        <pc:chgData name="Brigham Eubanks" userId="9a173d7edfb93684" providerId="LiveId" clId="{B5D7463F-2C96-4239-BA61-59D5CAEBEAE6}" dt="2025-03-01T22:57:35.655" v="53" actId="20577"/>
        <pc:sldMkLst>
          <pc:docMk/>
          <pc:sldMk cId="0" sldId="261"/>
        </pc:sldMkLst>
        <pc:spChg chg="mod">
          <ac:chgData name="Brigham Eubanks" userId="9a173d7edfb93684" providerId="LiveId" clId="{B5D7463F-2C96-4239-BA61-59D5CAEBEAE6}" dt="2025-03-01T22:57:15.922" v="51" actId="20577"/>
          <ac:spMkLst>
            <pc:docMk/>
            <pc:sldMk cId="0" sldId="261"/>
            <ac:spMk id="3" creationId="{5AD02943-DCE6-0348-9F4B-3E5F32F7060A}"/>
          </ac:spMkLst>
        </pc:spChg>
        <pc:spChg chg="mod">
          <ac:chgData name="Brigham Eubanks" userId="9a173d7edfb93684" providerId="LiveId" clId="{B5D7463F-2C96-4239-BA61-59D5CAEBEAE6}" dt="2025-03-01T22:57:35.655" v="53" actId="20577"/>
          <ac:spMkLst>
            <pc:docMk/>
            <pc:sldMk cId="0" sldId="261"/>
            <ac:spMk id="4" creationId="{08C0535A-98BE-FA16-E218-2B1FD6D9F2F8}"/>
          </ac:spMkLst>
        </pc:spChg>
      </pc:sldChg>
      <pc:sldChg chg="modSp mod">
        <pc:chgData name="Brigham Eubanks" userId="9a173d7edfb93684" providerId="LiveId" clId="{B5D7463F-2C96-4239-BA61-59D5CAEBEAE6}" dt="2025-03-01T22:58:26.100" v="65" actId="20577"/>
        <pc:sldMkLst>
          <pc:docMk/>
          <pc:sldMk cId="0" sldId="262"/>
        </pc:sldMkLst>
        <pc:spChg chg="mod">
          <ac:chgData name="Brigham Eubanks" userId="9a173d7edfb93684" providerId="LiveId" clId="{B5D7463F-2C96-4239-BA61-59D5CAEBEAE6}" dt="2025-03-01T22:58:11.295" v="63" actId="20577"/>
          <ac:spMkLst>
            <pc:docMk/>
            <pc:sldMk cId="0" sldId="262"/>
            <ac:spMk id="3" creationId="{82DBFE03-33A1-1E68-C614-E0C0C429C2DD}"/>
          </ac:spMkLst>
        </pc:spChg>
        <pc:spChg chg="mod">
          <ac:chgData name="Brigham Eubanks" userId="9a173d7edfb93684" providerId="LiveId" clId="{B5D7463F-2C96-4239-BA61-59D5CAEBEAE6}" dt="2025-03-01T22:58:26.100" v="65" actId="20577"/>
          <ac:spMkLst>
            <pc:docMk/>
            <pc:sldMk cId="0" sldId="262"/>
            <ac:spMk id="4" creationId="{0D811C98-3A81-DCAB-F1D4-C7ED680FAD4A}"/>
          </ac:spMkLst>
        </pc:spChg>
      </pc:sldChg>
      <pc:sldChg chg="modSp mod">
        <pc:chgData name="Brigham Eubanks" userId="9a173d7edfb93684" providerId="LiveId" clId="{B5D7463F-2C96-4239-BA61-59D5CAEBEAE6}" dt="2025-03-01T22:59:08.690" v="80" actId="6549"/>
        <pc:sldMkLst>
          <pc:docMk/>
          <pc:sldMk cId="0" sldId="263"/>
        </pc:sldMkLst>
        <pc:spChg chg="mod">
          <ac:chgData name="Brigham Eubanks" userId="9a173d7edfb93684" providerId="LiveId" clId="{B5D7463F-2C96-4239-BA61-59D5CAEBEAE6}" dt="2025-03-01T22:58:43.925" v="72" actId="20577"/>
          <ac:spMkLst>
            <pc:docMk/>
            <pc:sldMk cId="0" sldId="263"/>
            <ac:spMk id="3" creationId="{B85C20FE-EAB9-B933-262F-0C18B4FC1664}"/>
          </ac:spMkLst>
        </pc:spChg>
        <pc:spChg chg="mod">
          <ac:chgData name="Brigham Eubanks" userId="9a173d7edfb93684" providerId="LiveId" clId="{B5D7463F-2C96-4239-BA61-59D5CAEBEAE6}" dt="2025-03-01T22:59:08.690" v="80" actId="6549"/>
          <ac:spMkLst>
            <pc:docMk/>
            <pc:sldMk cId="0" sldId="263"/>
            <ac:spMk id="4" creationId="{D00FE9B8-578C-9457-83DF-A692F94FE710}"/>
          </ac:spMkLst>
        </pc:spChg>
      </pc:sldChg>
      <pc:sldChg chg="modSp mod">
        <pc:chgData name="Brigham Eubanks" userId="9a173d7edfb93684" providerId="LiveId" clId="{B5D7463F-2C96-4239-BA61-59D5CAEBEAE6}" dt="2025-03-01T23:00:03.430" v="87" actId="20577"/>
        <pc:sldMkLst>
          <pc:docMk/>
          <pc:sldMk cId="0" sldId="264"/>
        </pc:sldMkLst>
        <pc:spChg chg="mod">
          <ac:chgData name="Brigham Eubanks" userId="9a173d7edfb93684" providerId="LiveId" clId="{B5D7463F-2C96-4239-BA61-59D5CAEBEAE6}" dt="2025-03-01T22:59:54.434" v="86" actId="20577"/>
          <ac:spMkLst>
            <pc:docMk/>
            <pc:sldMk cId="0" sldId="264"/>
            <ac:spMk id="3" creationId="{27AC1CA3-3F13-6DC0-5583-81890444F671}"/>
          </ac:spMkLst>
        </pc:spChg>
        <pc:spChg chg="mod">
          <ac:chgData name="Brigham Eubanks" userId="9a173d7edfb93684" providerId="LiveId" clId="{B5D7463F-2C96-4239-BA61-59D5CAEBEAE6}" dt="2025-03-01T23:00:03.430" v="87" actId="20577"/>
          <ac:spMkLst>
            <pc:docMk/>
            <pc:sldMk cId="0" sldId="264"/>
            <ac:spMk id="4" creationId="{F2CF6915-2628-BCEC-378C-37ACDB6CE2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280C6-5901-463C-84D3-6F60C383A43E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CD3B0-65D1-4D8A-A8F9-53CC61A81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16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2400x1800x534/pftl-534-001.png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2400x1800x534/pftl-534-002.png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2400x1800x534/pftl-534-003.png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2400x1800x534/pftl-534-004.png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2400x1800x534/pftl-534-005.png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2400x1800x534/pftl-534-006.png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2400x1800x534/pftl-534-007.png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2400x1800x534/pftl-534-008.png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3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7DB1C-B2FC-43E6-BA05-AC7BC5765B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906" y="779929"/>
            <a:ext cx="7342188" cy="97706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77CC16B-0626-48A1-A234-19BC78A66D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936" y="2259106"/>
            <a:ext cx="7342188" cy="294929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BB1F024-1999-4CF6-8ACE-712D5E9B4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36" y="5742738"/>
            <a:ext cx="7342188" cy="6901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Translation Copyright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9A4E8-6C02-436B-83AC-7BD3B9693B90}"/>
              </a:ext>
            </a:extLst>
          </p:cNvPr>
          <p:cNvSpPr txBox="1"/>
          <p:nvPr userDrawn="1"/>
        </p:nvSpPr>
        <p:spPr>
          <a:xfrm>
            <a:off x="896937" y="412376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Song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8A483-7924-46AB-BB6A-7A88C98E7E95}"/>
              </a:ext>
            </a:extLst>
          </p:cNvPr>
          <p:cNvSpPr txBox="1"/>
          <p:nvPr userDrawn="1"/>
        </p:nvSpPr>
        <p:spPr>
          <a:xfrm>
            <a:off x="896936" y="1913029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F924F-8996-4CD0-9D14-1DFA8B875B36}"/>
              </a:ext>
            </a:extLst>
          </p:cNvPr>
          <p:cNvSpPr txBox="1"/>
          <p:nvPr userDrawn="1"/>
        </p:nvSpPr>
        <p:spPr>
          <a:xfrm>
            <a:off x="896935" y="5341185"/>
            <a:ext cx="367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Spanish Translation Copyright (if any)</a:t>
            </a:r>
          </a:p>
        </p:txBody>
      </p:sp>
    </p:spTree>
    <p:extLst>
      <p:ext uri="{BB962C8B-B14F-4D97-AF65-F5344CB8AC3E}">
        <p14:creationId xmlns:p14="http://schemas.microsoft.com/office/powerpoint/2010/main" val="28845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8D797-DD7C-44E3-ABAA-A89AE0407B96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1A069-A54B-43D0-9640-B4690217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2FAFD-837E-456B-85BD-F661883A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1537-2377-47A8-A1DC-2AD6F7EAB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5AC5-77C0-42BD-B65C-C9F075B0F84C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C5F7A-9B59-4942-ABAC-E51980E56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95E82-9A30-43EB-A00C-492C4CCE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A7C8F-BBF1-4244-A020-C3735430B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5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/>
              <a:t>Gloria al Señor, el Creador</a:t>
            </a:r>
            <a:endParaRPr lang="es-E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ES" dirty="0"/>
              <a:t>Letra</a:t>
            </a:r>
            <a:r>
              <a:rPr dirty="0"/>
              <a:t>: </a:t>
            </a:r>
            <a:r>
              <a:rPr dirty="0" err="1"/>
              <a:t>Joachin</a:t>
            </a:r>
            <a:r>
              <a:rPr dirty="0"/>
              <a:t> Neander / tr. Catherine </a:t>
            </a:r>
            <a:r>
              <a:rPr dirty="0" err="1"/>
              <a:t>Winkworth</a:t>
            </a:r>
            <a:endParaRPr dirty="0"/>
          </a:p>
          <a:p>
            <a:r>
              <a:rPr dirty="0"/>
              <a:t>M</a:t>
            </a:r>
            <a:r>
              <a:rPr lang="es-ES" dirty="0" err="1"/>
              <a:t>úsica</a:t>
            </a:r>
            <a:r>
              <a:rPr dirty="0"/>
              <a:t>: Stralsund </a:t>
            </a:r>
            <a:r>
              <a:rPr dirty="0" err="1"/>
              <a:t>Gesangbuch</a:t>
            </a:r>
            <a:r>
              <a:rPr dirty="0"/>
              <a:t> / </a:t>
            </a:r>
            <a:r>
              <a:rPr dirty="0" err="1"/>
              <a:t>har</a:t>
            </a:r>
            <a:r>
              <a:rPr dirty="0"/>
              <a:t>. W. Sterndale Bennett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826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11BC40-EC5C-B04C-0308-A91CB4209FE6}"/>
              </a:ext>
            </a:extLst>
          </p:cNvPr>
          <p:cNvSpPr txBox="1"/>
          <p:nvPr/>
        </p:nvSpPr>
        <p:spPr>
          <a:xfrm>
            <a:off x="1097280" y="1471749"/>
            <a:ext cx="93007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</a:t>
            </a:r>
            <a:r>
              <a:rPr lang="es-ES" sz="2200" dirty="0" err="1">
                <a:latin typeface="Alegreya Sans Medium" panose="00000600000000000000" pitchFamily="50" charset="0"/>
              </a:rPr>
              <a:t>Glo</a:t>
            </a:r>
            <a:r>
              <a:rPr lang="es-ES" sz="2200" dirty="0">
                <a:latin typeface="Alegreya Sans Medium" panose="00000600000000000000" pitchFamily="50" charset="0"/>
              </a:rPr>
              <a:t> - </a:t>
            </a:r>
            <a:r>
              <a:rPr lang="es-ES" sz="2200" dirty="0" err="1">
                <a:latin typeface="Alegreya Sans Medium" panose="00000600000000000000" pitchFamily="50" charset="0"/>
              </a:rPr>
              <a:t>ria</a:t>
            </a:r>
            <a:r>
              <a:rPr lang="es-ES" sz="2200" dirty="0">
                <a:latin typeface="Alegreya Sans Medium" panose="00000600000000000000" pitchFamily="50" charset="0"/>
              </a:rPr>
              <a:t> al  Se  -  ñor,     el Crea -  </a:t>
            </a:r>
            <a:r>
              <a:rPr lang="es-ES" sz="2200" dirty="0" err="1">
                <a:latin typeface="Alegreya Sans Medium" panose="00000600000000000000" pitchFamily="50" charset="0"/>
              </a:rPr>
              <a:t>dor</a:t>
            </a:r>
            <a:r>
              <a:rPr lang="es-ES" sz="2200" dirty="0">
                <a:latin typeface="Alegreya Sans Medium" panose="00000600000000000000" pitchFamily="50" charset="0"/>
              </a:rPr>
              <a:t>       y      el       Rey    so - be  - </a:t>
            </a:r>
            <a:r>
              <a:rPr lang="es-ES" sz="2200" dirty="0" err="1">
                <a:latin typeface="Alegreya Sans Medium" panose="00000600000000000000" pitchFamily="50" charset="0"/>
              </a:rPr>
              <a:t>ra</a:t>
            </a:r>
            <a:r>
              <a:rPr lang="es-ES" sz="2200" dirty="0">
                <a:latin typeface="Alegreya Sans Medium" panose="00000600000000000000" pitchFamily="50" charset="0"/>
              </a:rPr>
              <a:t>      -        no!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5DB953-BB2F-A3B1-C2B0-3680E48EDAEE}"/>
              </a:ext>
            </a:extLst>
          </p:cNvPr>
          <p:cNvSpPr txBox="1"/>
          <p:nvPr/>
        </p:nvSpPr>
        <p:spPr>
          <a:xfrm>
            <a:off x="696686" y="4389496"/>
            <a:ext cx="84473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¡Oh mi al-</a:t>
            </a:r>
            <a:r>
              <a:rPr lang="es-ES" sz="2200" dirty="0" err="1">
                <a:latin typeface="Alegreya Sans Medium" panose="00000600000000000000" pitchFamily="50" charset="0"/>
              </a:rPr>
              <a:t>ma</a:t>
            </a:r>
            <a:r>
              <a:rPr lang="es-ES" sz="2200" dirty="0">
                <a:latin typeface="Alegreya Sans Medium" panose="00000600000000000000" pitchFamily="50" charset="0"/>
              </a:rPr>
              <a:t> a   -    </a:t>
            </a:r>
            <a:r>
              <a:rPr lang="es-ES" sz="2200" dirty="0" err="1">
                <a:latin typeface="Alegreya Sans Medium" panose="00000600000000000000" pitchFamily="50" charset="0"/>
              </a:rPr>
              <a:t>lá</a:t>
            </a:r>
            <a:r>
              <a:rPr lang="es-ES" sz="2200" dirty="0">
                <a:latin typeface="Alegreya Sans Medium" panose="00000600000000000000" pitchFamily="50" charset="0"/>
              </a:rPr>
              <a:t>   -  </a:t>
            </a:r>
            <a:r>
              <a:rPr lang="es-ES" sz="2200" dirty="0" err="1">
                <a:latin typeface="Alegreya Sans Medium" panose="00000600000000000000" pitchFamily="50" charset="0"/>
              </a:rPr>
              <a:t>ba</a:t>
            </a:r>
            <a:r>
              <a:rPr lang="es-ES" sz="2200" dirty="0">
                <a:latin typeface="Alegreya Sans Medium" panose="00000600000000000000" pitchFamily="50" charset="0"/>
              </a:rPr>
              <a:t>   -   lo;      es   tu    </a:t>
            </a:r>
            <a:r>
              <a:rPr lang="es-ES" sz="2200" dirty="0" err="1">
                <a:latin typeface="Alegreya Sans Medium" panose="00000600000000000000" pitchFamily="50" charset="0"/>
              </a:rPr>
              <a:t>sa</a:t>
            </a:r>
            <a:r>
              <a:rPr lang="es-ES" sz="2200" dirty="0">
                <a:latin typeface="Alegreya Sans Medium" panose="00000600000000000000" pitchFamily="50" charset="0"/>
              </a:rPr>
              <a:t>     -    </a:t>
            </a:r>
            <a:r>
              <a:rPr lang="es-ES" sz="2200" dirty="0" err="1">
                <a:latin typeface="Alegreya Sans Medium" panose="00000600000000000000" pitchFamily="50" charset="0"/>
              </a:rPr>
              <a:t>lud</a:t>
            </a:r>
            <a:r>
              <a:rPr lang="es-ES" sz="2200" dirty="0">
                <a:latin typeface="Alegreya Sans Medium" panose="00000600000000000000" pitchFamily="50" charset="0"/>
              </a:rPr>
              <a:t>           y      am - </a:t>
            </a:r>
            <a:r>
              <a:rPr lang="es-ES" sz="2200" dirty="0" err="1">
                <a:latin typeface="Alegreya Sans Medium" panose="00000600000000000000" pitchFamily="50" charset="0"/>
              </a:rPr>
              <a:t>pa</a:t>
            </a:r>
            <a:r>
              <a:rPr lang="es-ES" sz="2200" dirty="0">
                <a:latin typeface="Alegreya Sans Medium" panose="00000600000000000000" pitchFamily="50" charset="0"/>
              </a:rPr>
              <a:t>     -       ro!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788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8748F2-F0E0-0D60-5BE3-81693A5E4D62}"/>
              </a:ext>
            </a:extLst>
          </p:cNvPr>
          <p:cNvSpPr txBox="1"/>
          <p:nvPr/>
        </p:nvSpPr>
        <p:spPr>
          <a:xfrm>
            <a:off x="849086" y="1471749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Los       que          o       -      </a:t>
            </a:r>
            <a:r>
              <a:rPr lang="es-ES" sz="2200" dirty="0" err="1">
                <a:latin typeface="Alegreya Sans Medium" panose="00000600000000000000" pitchFamily="50" charset="0"/>
              </a:rPr>
              <a:t>ís</a:t>
            </a:r>
            <a:r>
              <a:rPr lang="es-ES" sz="2200" dirty="0">
                <a:latin typeface="Alegreya Sans Medium" panose="00000600000000000000" pitchFamily="50" charset="0"/>
              </a:rPr>
              <a:t>,           Aho  -  </a:t>
            </a:r>
            <a:r>
              <a:rPr lang="es-ES" sz="2200" dirty="0" err="1">
                <a:latin typeface="Alegreya Sans Medium" panose="00000600000000000000" pitchFamily="50" charset="0"/>
              </a:rPr>
              <a:t>ra</a:t>
            </a:r>
            <a:r>
              <a:rPr lang="es-ES" sz="2200" dirty="0">
                <a:latin typeface="Alegreya Sans Medium" panose="00000600000000000000" pitchFamily="50" charset="0"/>
              </a:rPr>
              <a:t>  a       Su        </a:t>
            </a:r>
            <a:r>
              <a:rPr lang="es-ES" sz="2200" dirty="0" err="1">
                <a:latin typeface="Alegreya Sans Medium" panose="00000600000000000000" pitchFamily="50" charset="0"/>
              </a:rPr>
              <a:t>tem</a:t>
            </a:r>
            <a:r>
              <a:rPr lang="es-ES" sz="2200" dirty="0">
                <a:latin typeface="Alegreya Sans Medium" panose="00000600000000000000" pitchFamily="50" charset="0"/>
              </a:rPr>
              <a:t>  -  </a:t>
            </a:r>
            <a:r>
              <a:rPr lang="es-ES" sz="2200" dirty="0" err="1">
                <a:latin typeface="Alegreya Sans Medium" panose="00000600000000000000" pitchFamily="50" charset="0"/>
              </a:rPr>
              <a:t>plo</a:t>
            </a:r>
            <a:r>
              <a:rPr lang="es-ES" sz="2200" dirty="0">
                <a:latin typeface="Alegreya Sans Medium" panose="00000600000000000000" pitchFamily="50" charset="0"/>
              </a:rPr>
              <a:t>         ve       -      </a:t>
            </a:r>
            <a:r>
              <a:rPr lang="es-ES" sz="2200" dirty="0" err="1">
                <a:latin typeface="Alegreya Sans Medium" panose="00000600000000000000" pitchFamily="50" charset="0"/>
              </a:rPr>
              <a:t>nid</a:t>
            </a:r>
            <a:r>
              <a:rPr lang="es-ES" sz="2200" dirty="0">
                <a:latin typeface="Alegreya Sans Medium" panose="00000600000000000000" pitchFamily="50" charset="0"/>
              </a:rPr>
              <a:t>,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82F347-3B2B-9FEF-0EB6-6746543702E9}"/>
              </a:ext>
            </a:extLst>
          </p:cNvPr>
          <p:cNvSpPr txBox="1"/>
          <p:nvPr/>
        </p:nvSpPr>
        <p:spPr>
          <a:xfrm>
            <a:off x="1023257" y="4415619"/>
            <a:ext cx="77332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U       -       </a:t>
            </a:r>
            <a:r>
              <a:rPr lang="en-US" sz="2200" dirty="0" err="1">
                <a:latin typeface="Alegreya Sans Medium" panose="00000600000000000000" pitchFamily="50" charset="0"/>
              </a:rPr>
              <a:t>ni</a:t>
            </a:r>
            <a:r>
              <a:rPr lang="en-US" sz="2200" dirty="0">
                <a:latin typeface="Alegreya Sans Medium" panose="00000600000000000000" pitchFamily="50" charset="0"/>
              </a:rPr>
              <a:t>     -   dos              a               </a:t>
            </a:r>
            <a:r>
              <a:rPr lang="en-US" sz="2200" dirty="0" err="1">
                <a:latin typeface="Alegreya Sans Medium" panose="00000600000000000000" pitchFamily="50" charset="0"/>
              </a:rPr>
              <a:t>a</a:t>
            </a:r>
            <a:r>
              <a:rPr lang="en-US" sz="2200" dirty="0">
                <a:latin typeface="Alegreya Sans Medium" panose="00000600000000000000" pitchFamily="50" charset="0"/>
              </a:rPr>
              <a:t>       -     do    -    </a:t>
            </a:r>
            <a:r>
              <a:rPr lang="en-US" sz="2200" dirty="0" err="1">
                <a:latin typeface="Alegreya Sans Medium" panose="00000600000000000000" pitchFamily="50" charset="0"/>
              </a:rPr>
              <a:t>rar</a:t>
            </a:r>
            <a:r>
              <a:rPr lang="en-US" sz="2200" dirty="0">
                <a:latin typeface="Alegreya Sans Medium" panose="00000600000000000000" pitchFamily="50" charset="0"/>
              </a:rPr>
              <a:t>                     -                      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940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63AC10-F997-C1E2-11A8-965DC00D3000}"/>
              </a:ext>
            </a:extLst>
          </p:cNvPr>
          <p:cNvSpPr txBox="1"/>
          <p:nvPr/>
        </p:nvSpPr>
        <p:spPr>
          <a:xfrm>
            <a:off x="1001486" y="1471749"/>
            <a:ext cx="88566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</a:t>
            </a:r>
            <a:r>
              <a:rPr lang="es-ES" sz="2200" dirty="0" err="1">
                <a:latin typeface="Alegreya Sans Medium" panose="00000600000000000000" pitchFamily="50" charset="0"/>
              </a:rPr>
              <a:t>Glo</a:t>
            </a:r>
            <a:r>
              <a:rPr lang="es-ES" sz="2200" dirty="0">
                <a:latin typeface="Alegreya Sans Medium" panose="00000600000000000000" pitchFamily="50" charset="0"/>
              </a:rPr>
              <a:t> - </a:t>
            </a:r>
            <a:r>
              <a:rPr lang="es-ES" sz="2200" dirty="0" err="1">
                <a:latin typeface="Alegreya Sans Medium" panose="00000600000000000000" pitchFamily="50" charset="0"/>
              </a:rPr>
              <a:t>ria</a:t>
            </a:r>
            <a:r>
              <a:rPr lang="es-ES" sz="2200" dirty="0">
                <a:latin typeface="Alegreya Sans Medium" panose="00000600000000000000" pitchFamily="50" charset="0"/>
              </a:rPr>
              <a:t> al  Se   -  ñor,    que  con   </a:t>
            </a:r>
            <a:r>
              <a:rPr lang="es-ES" sz="2200" dirty="0" err="1">
                <a:latin typeface="Alegreya Sans Medium" panose="00000600000000000000" pitchFamily="50" charset="0"/>
              </a:rPr>
              <a:t>sa</a:t>
            </a:r>
            <a:r>
              <a:rPr lang="es-ES" sz="2200" dirty="0">
                <a:latin typeface="Alegreya Sans Medium" panose="00000600000000000000" pitchFamily="50" charset="0"/>
              </a:rPr>
              <a:t>   -   </a:t>
            </a:r>
            <a:r>
              <a:rPr lang="es-ES" sz="2200" dirty="0" err="1">
                <a:latin typeface="Alegreya Sans Medium" panose="00000600000000000000" pitchFamily="50" charset="0"/>
              </a:rPr>
              <a:t>bi</a:t>
            </a:r>
            <a:r>
              <a:rPr lang="es-ES" sz="2200" dirty="0">
                <a:latin typeface="Alegreya Sans Medium" panose="00000600000000000000" pitchFamily="50" charset="0"/>
              </a:rPr>
              <a:t>   -   du  -  </a:t>
            </a:r>
            <a:r>
              <a:rPr lang="es-ES" sz="2200" dirty="0" err="1">
                <a:latin typeface="Alegreya Sans Medium" panose="00000600000000000000" pitchFamily="50" charset="0"/>
              </a:rPr>
              <a:t>rí</a:t>
            </a:r>
            <a:r>
              <a:rPr lang="es-ES" sz="2200" dirty="0">
                <a:latin typeface="Alegreya Sans Medium" panose="00000600000000000000" pitchFamily="50" charset="0"/>
              </a:rPr>
              <a:t>    -    a      </a:t>
            </a:r>
            <a:r>
              <a:rPr lang="es-ES" sz="2200" dirty="0" err="1">
                <a:latin typeface="Alegreya Sans Medium" panose="00000600000000000000" pitchFamily="50" charset="0"/>
              </a:rPr>
              <a:t>go</a:t>
            </a:r>
            <a:r>
              <a:rPr lang="es-ES" sz="2200" dirty="0">
                <a:latin typeface="Alegreya Sans Medium" panose="00000600000000000000" pitchFamily="50" charset="0"/>
              </a:rPr>
              <a:t>  -  </a:t>
            </a:r>
            <a:r>
              <a:rPr lang="es-ES" sz="2200" dirty="0" err="1">
                <a:latin typeface="Alegreya Sans Medium" panose="00000600000000000000" pitchFamily="50" charset="0"/>
              </a:rPr>
              <a:t>bier</a:t>
            </a:r>
            <a:r>
              <a:rPr lang="es-ES" sz="2200" dirty="0">
                <a:latin typeface="Alegreya Sans Medium" panose="00000600000000000000" pitchFamily="50" charset="0"/>
              </a:rPr>
              <a:t>    -   </a:t>
            </a:r>
            <a:r>
              <a:rPr lang="es-ES" sz="2200" dirty="0" err="1">
                <a:latin typeface="Alegreya Sans Medium" panose="00000600000000000000" pitchFamily="50" charset="0"/>
              </a:rPr>
              <a:t>na</a:t>
            </a:r>
            <a:r>
              <a:rPr lang="es-ES" sz="2200" dirty="0">
                <a:latin typeface="Alegreya Sans Medium" panose="00000600000000000000" pitchFamily="50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0462F7-3B72-B88B-1BE8-44CDDBE34C6E}"/>
              </a:ext>
            </a:extLst>
          </p:cNvPr>
          <p:cNvSpPr txBox="1"/>
          <p:nvPr/>
        </p:nvSpPr>
        <p:spPr>
          <a:xfrm>
            <a:off x="1084217" y="4389496"/>
            <a:ext cx="84952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En         Su      ca   -    </a:t>
            </a:r>
            <a:r>
              <a:rPr lang="es-ES" sz="2200" dirty="0" err="1">
                <a:latin typeface="Alegreya Sans Medium" panose="00000600000000000000" pitchFamily="50" charset="0"/>
              </a:rPr>
              <a:t>ri</a:t>
            </a:r>
            <a:r>
              <a:rPr lang="es-ES" sz="2200" dirty="0">
                <a:latin typeface="Alegreya Sans Medium" panose="00000600000000000000" pitchFamily="50" charset="0"/>
              </a:rPr>
              <a:t>  -  </a:t>
            </a:r>
            <a:r>
              <a:rPr lang="es-ES" sz="2200" dirty="0" err="1">
                <a:latin typeface="Alegreya Sans Medium" panose="00000600000000000000" pitchFamily="50" charset="0"/>
              </a:rPr>
              <a:t>ño</a:t>
            </a:r>
            <a:r>
              <a:rPr lang="es-ES" sz="2200" dirty="0">
                <a:latin typeface="Alegreya Sans Medium" panose="00000600000000000000" pitchFamily="50" charset="0"/>
              </a:rPr>
              <a:t>, te  es   -   </a:t>
            </a:r>
            <a:r>
              <a:rPr lang="es-ES" sz="2200" dirty="0" err="1">
                <a:latin typeface="Alegreya Sans Medium" panose="00000600000000000000" pitchFamily="50" charset="0"/>
              </a:rPr>
              <a:t>cu</a:t>
            </a:r>
            <a:r>
              <a:rPr lang="es-ES" sz="2200" dirty="0">
                <a:latin typeface="Alegreya Sans Medium" panose="00000600000000000000" pitchFamily="50" charset="0"/>
              </a:rPr>
              <a:t>   -   da   </a:t>
            </a:r>
            <a:r>
              <a:rPr lang="es-ES" sz="2200" dirty="0" err="1">
                <a:latin typeface="Alegreya Sans Medium" panose="00000600000000000000" pitchFamily="50" charset="0"/>
              </a:rPr>
              <a:t>ba</a:t>
            </a:r>
            <a:r>
              <a:rPr lang="es-ES" sz="2200" dirty="0">
                <a:latin typeface="Alegreya Sans Medium" panose="00000600000000000000" pitchFamily="50" charset="0"/>
              </a:rPr>
              <a:t>    -   </a:t>
            </a:r>
            <a:r>
              <a:rPr lang="es-ES" sz="2200" dirty="0" err="1">
                <a:latin typeface="Alegreya Sans Medium" panose="00000600000000000000" pitchFamily="50" charset="0"/>
              </a:rPr>
              <a:t>jo</a:t>
            </a:r>
            <a:r>
              <a:rPr lang="es-ES" sz="2200" dirty="0">
                <a:latin typeface="Alegreya Sans Medium" panose="00000600000000000000" pitchFamily="50" charset="0"/>
              </a:rPr>
              <a:t>  Su a-la      </a:t>
            </a:r>
            <a:r>
              <a:rPr lang="es-ES" sz="2200" dirty="0" err="1">
                <a:latin typeface="Alegreya Sans Medium" panose="00000600000000000000" pitchFamily="50" charset="0"/>
              </a:rPr>
              <a:t>tier</a:t>
            </a:r>
            <a:r>
              <a:rPr lang="es-ES" sz="2200" dirty="0">
                <a:latin typeface="Alegreya Sans Medium" panose="00000600000000000000" pitchFamily="50" charset="0"/>
              </a:rPr>
              <a:t>     -    </a:t>
            </a:r>
            <a:r>
              <a:rPr lang="es-ES" sz="2200" dirty="0" err="1">
                <a:latin typeface="Alegreya Sans Medium" panose="00000600000000000000" pitchFamily="50" charset="0"/>
              </a:rPr>
              <a:t>na</a:t>
            </a:r>
            <a:r>
              <a:rPr lang="es-ES" sz="2200" dirty="0">
                <a:latin typeface="Alegreya Sans Medium" panose="00000600000000000000" pitchFamily="50" charset="0"/>
              </a:rPr>
              <a:t>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140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6016F0-C067-7D36-A4DB-4B52D32DF408}"/>
              </a:ext>
            </a:extLst>
          </p:cNvPr>
          <p:cNvSpPr txBox="1"/>
          <p:nvPr/>
        </p:nvSpPr>
        <p:spPr>
          <a:xfrm>
            <a:off x="740230" y="1471749"/>
            <a:ext cx="80902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¿No  has     vis    -    </a:t>
            </a:r>
            <a:r>
              <a:rPr lang="es-ES" sz="2200" dirty="0" err="1">
                <a:latin typeface="Alegreya Sans Medium" panose="00000600000000000000" pitchFamily="50" charset="0"/>
              </a:rPr>
              <a:t>to</a:t>
            </a:r>
            <a:r>
              <a:rPr lang="es-ES" sz="2200" dirty="0">
                <a:latin typeface="Alegreya Sans Medium" panose="00000600000000000000" pitchFamily="50" charset="0"/>
              </a:rPr>
              <a:t>          ya          Que       tus    de    -    se    -    os          Él               ha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C4EDF-0694-39F3-CEFF-DD4B889EA25C}"/>
              </a:ext>
            </a:extLst>
          </p:cNvPr>
          <p:cNvSpPr txBox="1"/>
          <p:nvPr/>
        </p:nvSpPr>
        <p:spPr>
          <a:xfrm>
            <a:off x="975360" y="4372078"/>
            <a:ext cx="76069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Pro     -     vis  -  </a:t>
            </a:r>
            <a:r>
              <a:rPr lang="es-ES" sz="2200" dirty="0" err="1">
                <a:latin typeface="Alegreya Sans Medium" panose="00000600000000000000" pitchFamily="50" charset="0"/>
              </a:rPr>
              <a:t>to</a:t>
            </a:r>
            <a:r>
              <a:rPr lang="es-ES" sz="2200" dirty="0">
                <a:latin typeface="Alegreya Sans Medium" panose="00000600000000000000" pitchFamily="50" charset="0"/>
              </a:rPr>
              <a:t>  en         lo          que          </a:t>
            </a:r>
            <a:r>
              <a:rPr lang="es-ES" sz="2200" dirty="0" err="1">
                <a:latin typeface="Alegreya Sans Medium" panose="00000600000000000000" pitchFamily="50" charset="0"/>
              </a:rPr>
              <a:t>or</a:t>
            </a:r>
            <a:r>
              <a:rPr lang="es-ES" sz="2200" dirty="0">
                <a:latin typeface="Alegreya Sans Medium" panose="00000600000000000000" pitchFamily="50" charset="0"/>
              </a:rPr>
              <a:t>     -     de                -               </a:t>
            </a:r>
            <a:r>
              <a:rPr lang="es-ES" sz="2200" dirty="0" err="1">
                <a:latin typeface="Alegreya Sans Medium" panose="00000600000000000000" pitchFamily="50" charset="0"/>
              </a:rPr>
              <a:t>na</a:t>
            </a:r>
            <a:r>
              <a:rPr lang="es-ES" sz="2200" dirty="0">
                <a:latin typeface="Alegreya Sans Medium" panose="00000600000000000000" pitchFamily="50" charset="0"/>
              </a:rPr>
              <a:t>?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750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D02943-DCE6-0348-9F4B-3E5F32F7060A}"/>
              </a:ext>
            </a:extLst>
          </p:cNvPr>
          <p:cNvSpPr txBox="1"/>
          <p:nvPr/>
        </p:nvSpPr>
        <p:spPr>
          <a:xfrm>
            <a:off x="849086" y="1471749"/>
            <a:ext cx="86693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 err="1">
                <a:latin typeface="Alegreya Sans Medium" panose="00000600000000000000" pitchFamily="50" charset="0"/>
              </a:rPr>
              <a:t>Glo</a:t>
            </a:r>
            <a:r>
              <a:rPr lang="es-ES" sz="2200" dirty="0">
                <a:latin typeface="Alegreya Sans Medium" panose="00000600000000000000" pitchFamily="50" charset="0"/>
              </a:rPr>
              <a:t> - </a:t>
            </a:r>
            <a:r>
              <a:rPr lang="es-ES" sz="2200" dirty="0" err="1">
                <a:latin typeface="Alegreya Sans Medium" panose="00000600000000000000" pitchFamily="50" charset="0"/>
              </a:rPr>
              <a:t>ria</a:t>
            </a:r>
            <a:r>
              <a:rPr lang="es-ES" sz="2200" dirty="0">
                <a:latin typeface="Alegreya Sans Medium" panose="00000600000000000000" pitchFamily="50" charset="0"/>
              </a:rPr>
              <a:t> al Se  -   ñor;    tu       la    -    </a:t>
            </a:r>
            <a:r>
              <a:rPr lang="es-ES" sz="2200" dirty="0" err="1">
                <a:latin typeface="Alegreya Sans Medium" panose="00000600000000000000" pitchFamily="50" charset="0"/>
              </a:rPr>
              <a:t>bor</a:t>
            </a:r>
            <a:r>
              <a:rPr lang="es-ES" sz="2200" dirty="0">
                <a:latin typeface="Alegreya Sans Medium" panose="00000600000000000000" pitchFamily="50" charset="0"/>
              </a:rPr>
              <a:t>  pros - pe - </a:t>
            </a:r>
            <a:r>
              <a:rPr lang="es-ES" sz="2200" dirty="0" err="1">
                <a:latin typeface="Alegreya Sans Medium" panose="00000600000000000000" pitchFamily="50" charset="0"/>
              </a:rPr>
              <a:t>ra</a:t>
            </a:r>
            <a:r>
              <a:rPr lang="es-ES" sz="2200" dirty="0">
                <a:latin typeface="Alegreya Sans Medium" panose="00000600000000000000" pitchFamily="50" charset="0"/>
              </a:rPr>
              <a:t>  y       te    de - </a:t>
            </a:r>
            <a:r>
              <a:rPr lang="es-ES" sz="2200" dirty="0" err="1">
                <a:latin typeface="Alegreya Sans Medium" panose="00000600000000000000" pitchFamily="50" charset="0"/>
              </a:rPr>
              <a:t>fien</a:t>
            </a:r>
            <a:r>
              <a:rPr lang="es-ES" sz="2200" dirty="0">
                <a:latin typeface="Alegreya Sans Medium" panose="00000600000000000000" pitchFamily="50" charset="0"/>
              </a:rPr>
              <a:t>    -   de;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C0535A-98BE-FA16-E218-2B1FD6D9F2F8}"/>
              </a:ext>
            </a:extLst>
          </p:cNvPr>
          <p:cNvSpPr txBox="1"/>
          <p:nvPr/>
        </p:nvSpPr>
        <p:spPr>
          <a:xfrm>
            <a:off x="731520" y="4372078"/>
            <a:ext cx="89088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Con    Su  bon  -  dad        y      </a:t>
            </a:r>
            <a:r>
              <a:rPr lang="es-ES" sz="2200" dirty="0" err="1">
                <a:latin typeface="Alegreya Sans Medium" panose="00000600000000000000" pitchFamily="50" charset="0"/>
              </a:rPr>
              <a:t>mer</a:t>
            </a:r>
            <a:r>
              <a:rPr lang="es-ES" sz="2200" dirty="0">
                <a:latin typeface="Alegreya Sans Medium" panose="00000600000000000000" pitchFamily="50" charset="0"/>
              </a:rPr>
              <a:t>  -  </a:t>
            </a:r>
            <a:r>
              <a:rPr lang="es-ES" sz="2200" dirty="0" err="1">
                <a:latin typeface="Alegreya Sans Medium" panose="00000600000000000000" pitchFamily="50" charset="0"/>
              </a:rPr>
              <a:t>ced</a:t>
            </a:r>
            <a:r>
              <a:rPr lang="es-ES" sz="2200" dirty="0">
                <a:latin typeface="Alegreya Sans Medium" panose="00000600000000000000" pitchFamily="50" charset="0"/>
              </a:rPr>
              <a:t>    Él        a          </a:t>
            </a:r>
            <a:r>
              <a:rPr lang="es-ES" sz="2200" dirty="0" err="1">
                <a:latin typeface="Alegreya Sans Medium" panose="00000600000000000000" pitchFamily="50" charset="0"/>
              </a:rPr>
              <a:t>dia</a:t>
            </a:r>
            <a:r>
              <a:rPr lang="es-ES" sz="2200" dirty="0">
                <a:latin typeface="Alegreya Sans Medium" panose="00000600000000000000" pitchFamily="50" charset="0"/>
              </a:rPr>
              <a:t> - rio te  a  -  </a:t>
            </a:r>
            <a:r>
              <a:rPr lang="es-ES" sz="2200" dirty="0" err="1">
                <a:latin typeface="Alegreya Sans Medium" panose="00000600000000000000" pitchFamily="50" charset="0"/>
              </a:rPr>
              <a:t>tien</a:t>
            </a:r>
            <a:r>
              <a:rPr lang="es-ES" sz="2200" dirty="0">
                <a:latin typeface="Alegreya Sans Medium" panose="00000600000000000000" pitchFamily="50" charset="0"/>
              </a:rPr>
              <a:t>   -    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950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DBFE03-33A1-1E68-C614-E0C0C429C2DD}"/>
              </a:ext>
            </a:extLst>
          </p:cNvPr>
          <p:cNvSpPr txBox="1"/>
          <p:nvPr/>
        </p:nvSpPr>
        <p:spPr>
          <a:xfrm>
            <a:off x="849086" y="1454331"/>
            <a:ext cx="79814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 err="1">
                <a:latin typeface="Alegreya Sans Medium" panose="00000600000000000000" pitchFamily="50" charset="0"/>
              </a:rPr>
              <a:t>Vuel</a:t>
            </a:r>
            <a:r>
              <a:rPr lang="es-ES" sz="2200" dirty="0">
                <a:latin typeface="Alegreya Sans Medium" panose="00000600000000000000" pitchFamily="50" charset="0"/>
              </a:rPr>
              <a:t>   -  ve a      pen   -   </a:t>
            </a:r>
            <a:r>
              <a:rPr lang="es-ES" sz="2200" dirty="0" err="1">
                <a:latin typeface="Alegreya Sans Medium" panose="00000600000000000000" pitchFamily="50" charset="0"/>
              </a:rPr>
              <a:t>sar</a:t>
            </a:r>
            <a:r>
              <a:rPr lang="es-ES" sz="2200" dirty="0">
                <a:latin typeface="Alegreya Sans Medium" panose="00000600000000000000" pitchFamily="50" charset="0"/>
              </a:rPr>
              <a:t>                Lo     que en Su a  - mor     Él          ha     -      </a:t>
            </a:r>
            <a:r>
              <a:rPr lang="es-ES" sz="2200" dirty="0" err="1">
                <a:latin typeface="Alegreya Sans Medium" panose="00000600000000000000" pitchFamily="50" charset="0"/>
              </a:rPr>
              <a:t>rá</a:t>
            </a:r>
            <a:r>
              <a:rPr lang="es-ES" sz="2200" dirty="0">
                <a:latin typeface="Alegreya Sans Medium" panose="00000600000000000000" pitchFamily="50" charset="0"/>
              </a:rPr>
              <a:t>,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811C98-3A81-DCAB-F1D4-C7ED680FAD4A}"/>
              </a:ext>
            </a:extLst>
          </p:cNvPr>
          <p:cNvSpPr txBox="1"/>
          <p:nvPr/>
        </p:nvSpPr>
        <p:spPr>
          <a:xfrm>
            <a:off x="849086" y="4372078"/>
            <a:ext cx="77332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Es     -    </a:t>
            </a:r>
            <a:r>
              <a:rPr lang="en-US" sz="2200" dirty="0" err="1">
                <a:latin typeface="Alegreya Sans Medium" panose="00000600000000000000" pitchFamily="50" charset="0"/>
              </a:rPr>
              <a:t>te</a:t>
            </a:r>
            <a:r>
              <a:rPr lang="en-US" sz="2200" dirty="0">
                <a:latin typeface="Alegreya Sans Medium" panose="00000600000000000000" pitchFamily="50" charset="0"/>
              </a:rPr>
              <a:t>  A    -    mi   -   go om   -  </a:t>
            </a:r>
            <a:r>
              <a:rPr lang="en-US" sz="2200" dirty="0" err="1">
                <a:latin typeface="Alegreya Sans Medium" panose="00000600000000000000" pitchFamily="50" charset="0"/>
              </a:rPr>
              <a:t>ni</a:t>
            </a:r>
            <a:r>
              <a:rPr lang="en-US" sz="2200" dirty="0">
                <a:latin typeface="Alegreya Sans Medium" panose="00000600000000000000" pitchFamily="50" charset="0"/>
              </a:rPr>
              <a:t>     -    po       -      ten               -              </a:t>
            </a:r>
            <a:r>
              <a:rPr lang="en-US" sz="2200" dirty="0" err="1">
                <a:latin typeface="Alegreya Sans Medium" panose="00000600000000000000" pitchFamily="50" charset="0"/>
              </a:rPr>
              <a:t>te</a:t>
            </a:r>
            <a:r>
              <a:rPr lang="en-US" sz="22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29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5C20FE-EAB9-B933-262F-0C18B4FC1664}"/>
              </a:ext>
            </a:extLst>
          </p:cNvPr>
          <p:cNvSpPr txBox="1"/>
          <p:nvPr/>
        </p:nvSpPr>
        <p:spPr>
          <a:xfrm>
            <a:off x="1097280" y="1471749"/>
            <a:ext cx="8717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</a:t>
            </a:r>
            <a:r>
              <a:rPr lang="es-ES" sz="2200" dirty="0" err="1">
                <a:latin typeface="Alegreya Sans Medium" panose="00000600000000000000" pitchFamily="50" charset="0"/>
              </a:rPr>
              <a:t>Glo</a:t>
            </a:r>
            <a:r>
              <a:rPr lang="es-ES" sz="2200" dirty="0">
                <a:latin typeface="Alegreya Sans Medium" panose="00000600000000000000" pitchFamily="50" charset="0"/>
              </a:rPr>
              <a:t>  -  </a:t>
            </a:r>
            <a:r>
              <a:rPr lang="es-ES" sz="2200" dirty="0" err="1">
                <a:latin typeface="Alegreya Sans Medium" panose="00000600000000000000" pitchFamily="50" charset="0"/>
              </a:rPr>
              <a:t>ria</a:t>
            </a:r>
            <a:r>
              <a:rPr lang="es-ES" sz="2200" dirty="0">
                <a:latin typeface="Alegreya Sans Medium" panose="00000600000000000000" pitchFamily="50" charset="0"/>
              </a:rPr>
              <a:t> al  Se    -   ñor! ¡Que con   </a:t>
            </a:r>
            <a:r>
              <a:rPr lang="es-ES" sz="2200" dirty="0" err="1">
                <a:latin typeface="Alegreya Sans Medium" panose="00000600000000000000" pitchFamily="50" charset="0"/>
              </a:rPr>
              <a:t>to</a:t>
            </a:r>
            <a:r>
              <a:rPr lang="es-ES" sz="2200" dirty="0">
                <a:latin typeface="Alegreya Sans Medium" panose="00000600000000000000" pitchFamily="50" charset="0"/>
              </a:rPr>
              <a:t>  -  do     mi   ser    lo     a   -   do       -       re!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0FE9B8-578C-9457-83DF-A692F94FE710}"/>
              </a:ext>
            </a:extLst>
          </p:cNvPr>
          <p:cNvSpPr txBox="1"/>
          <p:nvPr/>
        </p:nvSpPr>
        <p:spPr>
          <a:xfrm>
            <a:off x="705394" y="4380786"/>
            <a:ext cx="8717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To   -    do      ser        vi  -  </a:t>
            </a:r>
            <a:r>
              <a:rPr lang="en-US" sz="2200" dirty="0" err="1">
                <a:latin typeface="Alegreya Sans Medium" panose="00000600000000000000" pitchFamily="50" charset="0"/>
              </a:rPr>
              <a:t>vo</a:t>
            </a:r>
            <a:r>
              <a:rPr lang="en-US" sz="2200" dirty="0">
                <a:latin typeface="Alegreya Sans Medium" panose="00000600000000000000" pitchFamily="50" charset="0"/>
              </a:rPr>
              <a:t>,      que         </a:t>
            </a:r>
            <a:r>
              <a:rPr lang="en-US" sz="2200" dirty="0" err="1">
                <a:latin typeface="Alegreya Sans Medium" panose="00000600000000000000" pitchFamily="50" charset="0"/>
              </a:rPr>
              <a:t>ven</a:t>
            </a:r>
            <a:r>
              <a:rPr lang="en-US" sz="2200" dirty="0">
                <a:latin typeface="Alegreya Sans Medium" panose="00000600000000000000" pitchFamily="50" charset="0"/>
              </a:rPr>
              <a:t>   -   ga,     </a:t>
            </a:r>
            <a:r>
              <a:rPr lang="en-US" sz="2200" dirty="0" err="1">
                <a:latin typeface="Alegreya Sans Medium" panose="00000600000000000000" pitchFamily="50" charset="0"/>
              </a:rPr>
              <a:t>tra</a:t>
            </a:r>
            <a:r>
              <a:rPr lang="en-US" sz="2200" dirty="0">
                <a:latin typeface="Alegreya Sans Medium" panose="00000600000000000000" pitchFamily="50" charset="0"/>
              </a:rPr>
              <a:t>   -   yen - do   lo  -  o     -    res.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331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AC1CA3-3F13-6DC0-5583-81890444F671}"/>
              </a:ext>
            </a:extLst>
          </p:cNvPr>
          <p:cNvSpPr txBox="1"/>
          <p:nvPr/>
        </p:nvSpPr>
        <p:spPr>
          <a:xfrm>
            <a:off x="914400" y="1471749"/>
            <a:ext cx="7916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Que     </a:t>
            </a:r>
            <a:r>
              <a:rPr lang="es-ES" sz="2200" dirty="0" err="1">
                <a:latin typeface="Alegreya Sans Medium" panose="00000600000000000000" pitchFamily="50" charset="0"/>
              </a:rPr>
              <a:t>cla</a:t>
            </a:r>
            <a:r>
              <a:rPr lang="es-ES" sz="2200" dirty="0">
                <a:latin typeface="Alegreya Sans Medium" panose="00000600000000000000" pitchFamily="50" charset="0"/>
              </a:rPr>
              <a:t>-me “A-</a:t>
            </a:r>
            <a:r>
              <a:rPr lang="es-ES" sz="2200" dirty="0" err="1">
                <a:latin typeface="Alegreya Sans Medium" panose="00000600000000000000" pitchFamily="50" charset="0"/>
              </a:rPr>
              <a:t>mén</a:t>
            </a:r>
            <a:r>
              <a:rPr lang="es-ES" sz="2200" dirty="0">
                <a:latin typeface="Alegreya Sans Medium" panose="00000600000000000000" pitchFamily="50" charset="0"/>
              </a:rPr>
              <a:t>”,      Fe      -      </a:t>
            </a:r>
            <a:r>
              <a:rPr lang="es-ES" sz="2200" dirty="0" err="1">
                <a:latin typeface="Alegreya Sans Medium" panose="00000600000000000000" pitchFamily="50" charset="0"/>
              </a:rPr>
              <a:t>liz</a:t>
            </a:r>
            <a:r>
              <a:rPr lang="es-ES" sz="2200" dirty="0">
                <a:latin typeface="Alegreya Sans Medium" panose="00000600000000000000" pitchFamily="50" charset="0"/>
              </a:rPr>
              <a:t>,        Su    pue-</a:t>
            </a:r>
            <a:r>
              <a:rPr lang="es-ES" sz="2200" dirty="0" err="1">
                <a:latin typeface="Alegreya Sans Medium" panose="00000600000000000000" pitchFamily="50" charset="0"/>
              </a:rPr>
              <a:t>blo</a:t>
            </a:r>
            <a:r>
              <a:rPr lang="es-ES" sz="2200" dirty="0">
                <a:latin typeface="Alegreya Sans Medium" panose="00000600000000000000" pitchFamily="50" charset="0"/>
              </a:rPr>
              <a:t> o - </a:t>
            </a:r>
            <a:r>
              <a:rPr lang="es-ES" sz="2200" dirty="0" err="1">
                <a:latin typeface="Alegreya Sans Medium" panose="00000600000000000000" pitchFamily="50" charset="0"/>
              </a:rPr>
              <a:t>tra</a:t>
            </a:r>
            <a:r>
              <a:rPr lang="es-ES" sz="2200" dirty="0">
                <a:latin typeface="Alegreya Sans Medium" panose="00000600000000000000" pitchFamily="50" charset="0"/>
              </a:rPr>
              <a:t>           vez,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CF6915-2628-BCEC-378C-37ACDB6CE28B}"/>
              </a:ext>
            </a:extLst>
          </p:cNvPr>
          <p:cNvSpPr txBox="1"/>
          <p:nvPr/>
        </p:nvSpPr>
        <p:spPr>
          <a:xfrm>
            <a:off x="914400" y="4398205"/>
            <a:ext cx="76678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Dan    -    do        e     -     </a:t>
            </a:r>
            <a:r>
              <a:rPr lang="en-US" sz="2200" dirty="0" err="1">
                <a:latin typeface="Alegreya Sans Medium" panose="00000600000000000000" pitchFamily="50" charset="0"/>
              </a:rPr>
              <a:t>ter</a:t>
            </a:r>
            <a:r>
              <a:rPr lang="en-US" sz="2200" dirty="0">
                <a:latin typeface="Alegreya Sans Medium" panose="00000600000000000000" pitchFamily="50" charset="0"/>
              </a:rPr>
              <a:t>     -    </a:t>
            </a:r>
            <a:r>
              <a:rPr lang="en-US" sz="2200" dirty="0" err="1">
                <a:latin typeface="Alegreya Sans Medium" panose="00000600000000000000" pitchFamily="50" charset="0"/>
              </a:rPr>
              <a:t>nos</a:t>
            </a:r>
            <a:r>
              <a:rPr lang="en-US" sz="2200" dirty="0">
                <a:latin typeface="Alegreya Sans Medium" panose="00000600000000000000" pitchFamily="50" charset="0"/>
              </a:rPr>
              <a:t>         ho    </a:t>
            </a:r>
            <a:r>
              <a:rPr lang="en-US" sz="2200">
                <a:latin typeface="Alegreya Sans Medium" panose="00000600000000000000" pitchFamily="50" charset="0"/>
              </a:rPr>
              <a:t>-     </a:t>
            </a:r>
            <a:r>
              <a:rPr lang="en-US" sz="2200" dirty="0">
                <a:latin typeface="Alegreya Sans Medium" panose="00000600000000000000" pitchFamily="50" charset="0"/>
              </a:rPr>
              <a:t>no                -                 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1810</TotalTime>
  <Words>387</Words>
  <Application>Microsoft Office PowerPoint</Application>
  <PresentationFormat>On-screen Show (4:3)</PresentationFormat>
  <Paragraphs>27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Alegreya Sans Medium</vt:lpstr>
      <vt:lpstr>Arial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Brigham Eubanks</cp:lastModifiedBy>
  <cp:revision>12</cp:revision>
  <dcterms:created xsi:type="dcterms:W3CDTF">2019-09-13T22:29:37Z</dcterms:created>
  <dcterms:modified xsi:type="dcterms:W3CDTF">2025-03-01T23:00:07Z</dcterms:modified>
</cp:coreProperties>
</file>