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ham Eubanks" userId="9a173d7edfb93684" providerId="LiveId" clId="{EF101A6D-5671-454B-B813-901FD8BF6F6D}"/>
    <pc:docChg chg="undo custSel modSld">
      <pc:chgData name="Brigham Eubanks" userId="9a173d7edfb93684" providerId="LiveId" clId="{EF101A6D-5671-454B-B813-901FD8BF6F6D}" dt="2024-09-27T17:56:19.924" v="174" actId="20577"/>
      <pc:docMkLst>
        <pc:docMk/>
      </pc:docMkLst>
      <pc:sldChg chg="modSp mod">
        <pc:chgData name="Brigham Eubanks" userId="9a173d7edfb93684" providerId="LiveId" clId="{EF101A6D-5671-454B-B813-901FD8BF6F6D}" dt="2024-09-27T17:49:03.175" v="15" actId="6549"/>
        <pc:sldMkLst>
          <pc:docMk/>
          <pc:sldMk cId="0" sldId="257"/>
        </pc:sldMkLst>
        <pc:spChg chg="mod">
          <ac:chgData name="Brigham Eubanks" userId="9a173d7edfb93684" providerId="LiveId" clId="{EF101A6D-5671-454B-B813-901FD8BF6F6D}" dt="2024-09-27T17:48:38.644" v="11" actId="6549"/>
          <ac:spMkLst>
            <pc:docMk/>
            <pc:sldMk cId="0" sldId="257"/>
            <ac:spMk id="6" creationId="{195B7CE8-25B3-409C-A734-0026B6DF4019}"/>
          </ac:spMkLst>
        </pc:spChg>
        <pc:spChg chg="mod">
          <ac:chgData name="Brigham Eubanks" userId="9a173d7edfb93684" providerId="LiveId" clId="{EF101A6D-5671-454B-B813-901FD8BF6F6D}" dt="2024-09-27T17:49:03.175" v="15" actId="6549"/>
          <ac:spMkLst>
            <pc:docMk/>
            <pc:sldMk cId="0" sldId="257"/>
            <ac:spMk id="8" creationId="{BBD5D41B-5567-4E5E-8599-431FA423EA78}"/>
          </ac:spMkLst>
        </pc:spChg>
      </pc:sldChg>
      <pc:sldChg chg="modSp mod">
        <pc:chgData name="Brigham Eubanks" userId="9a173d7edfb93684" providerId="LiveId" clId="{EF101A6D-5671-454B-B813-901FD8BF6F6D}" dt="2024-09-27T17:51:21.840" v="60" actId="6549"/>
        <pc:sldMkLst>
          <pc:docMk/>
          <pc:sldMk cId="0" sldId="258"/>
        </pc:sldMkLst>
        <pc:spChg chg="mod">
          <ac:chgData name="Brigham Eubanks" userId="9a173d7edfb93684" providerId="LiveId" clId="{EF101A6D-5671-454B-B813-901FD8BF6F6D}" dt="2024-09-27T17:50:09.991" v="25" actId="20577"/>
          <ac:spMkLst>
            <pc:docMk/>
            <pc:sldMk cId="0" sldId="258"/>
            <ac:spMk id="6" creationId="{898EA7AB-4860-4985-9485-C001304DE0F9}"/>
          </ac:spMkLst>
        </pc:spChg>
        <pc:spChg chg="mod">
          <ac:chgData name="Brigham Eubanks" userId="9a173d7edfb93684" providerId="LiveId" clId="{EF101A6D-5671-454B-B813-901FD8BF6F6D}" dt="2024-09-27T17:51:21.840" v="60" actId="6549"/>
          <ac:spMkLst>
            <pc:docMk/>
            <pc:sldMk cId="0" sldId="258"/>
            <ac:spMk id="8" creationId="{73E41E76-3E86-4779-8C97-7E883F5BACD9}"/>
          </ac:spMkLst>
        </pc:spChg>
      </pc:sldChg>
      <pc:sldChg chg="modSp mod">
        <pc:chgData name="Brigham Eubanks" userId="9a173d7edfb93684" providerId="LiveId" clId="{EF101A6D-5671-454B-B813-901FD8BF6F6D}" dt="2024-09-27T17:52:32.782" v="92" actId="6549"/>
        <pc:sldMkLst>
          <pc:docMk/>
          <pc:sldMk cId="0" sldId="259"/>
        </pc:sldMkLst>
        <pc:spChg chg="mod">
          <ac:chgData name="Brigham Eubanks" userId="9a173d7edfb93684" providerId="LiveId" clId="{EF101A6D-5671-454B-B813-901FD8BF6F6D}" dt="2024-09-27T17:52:05.222" v="78" actId="6549"/>
          <ac:spMkLst>
            <pc:docMk/>
            <pc:sldMk cId="0" sldId="259"/>
            <ac:spMk id="6" creationId="{43DE6DDD-A7E2-4A01-B912-F68D9CBFCD68}"/>
          </ac:spMkLst>
        </pc:spChg>
        <pc:spChg chg="mod">
          <ac:chgData name="Brigham Eubanks" userId="9a173d7edfb93684" providerId="LiveId" clId="{EF101A6D-5671-454B-B813-901FD8BF6F6D}" dt="2024-09-27T17:52:32.782" v="92" actId="6549"/>
          <ac:spMkLst>
            <pc:docMk/>
            <pc:sldMk cId="0" sldId="259"/>
            <ac:spMk id="8" creationId="{A71CF6E7-3001-414E-9B9D-818B924A3E4B}"/>
          </ac:spMkLst>
        </pc:spChg>
      </pc:sldChg>
      <pc:sldChg chg="modSp mod">
        <pc:chgData name="Brigham Eubanks" userId="9a173d7edfb93684" providerId="LiveId" clId="{EF101A6D-5671-454B-B813-901FD8BF6F6D}" dt="2024-09-27T17:53:36.129" v="122" actId="20577"/>
        <pc:sldMkLst>
          <pc:docMk/>
          <pc:sldMk cId="0" sldId="260"/>
        </pc:sldMkLst>
        <pc:spChg chg="mod">
          <ac:chgData name="Brigham Eubanks" userId="9a173d7edfb93684" providerId="LiveId" clId="{EF101A6D-5671-454B-B813-901FD8BF6F6D}" dt="2024-09-27T17:53:11.989" v="109" actId="6549"/>
          <ac:spMkLst>
            <pc:docMk/>
            <pc:sldMk cId="0" sldId="260"/>
            <ac:spMk id="6" creationId="{39B89CD0-1C69-44E3-8FFE-99FB00B6A3A5}"/>
          </ac:spMkLst>
        </pc:spChg>
        <pc:spChg chg="mod">
          <ac:chgData name="Brigham Eubanks" userId="9a173d7edfb93684" providerId="LiveId" clId="{EF101A6D-5671-454B-B813-901FD8BF6F6D}" dt="2024-09-27T17:53:36.129" v="122" actId="20577"/>
          <ac:spMkLst>
            <pc:docMk/>
            <pc:sldMk cId="0" sldId="260"/>
            <ac:spMk id="8" creationId="{48A59D80-C9D5-46C2-A91C-725DE8B99F69}"/>
          </ac:spMkLst>
        </pc:spChg>
      </pc:sldChg>
      <pc:sldChg chg="modSp mod">
        <pc:chgData name="Brigham Eubanks" userId="9a173d7edfb93684" providerId="LiveId" clId="{EF101A6D-5671-454B-B813-901FD8BF6F6D}" dt="2024-09-27T17:54:44.374" v="133" actId="20577"/>
        <pc:sldMkLst>
          <pc:docMk/>
          <pc:sldMk cId="0" sldId="261"/>
        </pc:sldMkLst>
        <pc:spChg chg="mod">
          <ac:chgData name="Brigham Eubanks" userId="9a173d7edfb93684" providerId="LiveId" clId="{EF101A6D-5671-454B-B813-901FD8BF6F6D}" dt="2024-09-27T17:54:22.291" v="128" actId="20577"/>
          <ac:spMkLst>
            <pc:docMk/>
            <pc:sldMk cId="0" sldId="261"/>
            <ac:spMk id="6" creationId="{B5F49FBF-A503-4319-8746-CAAA917DF0B0}"/>
          </ac:spMkLst>
        </pc:spChg>
        <pc:spChg chg="mod">
          <ac:chgData name="Brigham Eubanks" userId="9a173d7edfb93684" providerId="LiveId" clId="{EF101A6D-5671-454B-B813-901FD8BF6F6D}" dt="2024-09-27T17:54:44.374" v="133" actId="20577"/>
          <ac:spMkLst>
            <pc:docMk/>
            <pc:sldMk cId="0" sldId="261"/>
            <ac:spMk id="8" creationId="{ED9970BB-AE33-40D2-95B5-2827397329E0}"/>
          </ac:spMkLst>
        </pc:spChg>
      </pc:sldChg>
      <pc:sldChg chg="modSp mod">
        <pc:chgData name="Brigham Eubanks" userId="9a173d7edfb93684" providerId="LiveId" clId="{EF101A6D-5671-454B-B813-901FD8BF6F6D}" dt="2024-09-27T17:55:47.732" v="169" actId="20577"/>
        <pc:sldMkLst>
          <pc:docMk/>
          <pc:sldMk cId="0" sldId="262"/>
        </pc:sldMkLst>
        <pc:spChg chg="mod">
          <ac:chgData name="Brigham Eubanks" userId="9a173d7edfb93684" providerId="LiveId" clId="{EF101A6D-5671-454B-B813-901FD8BF6F6D}" dt="2024-09-27T17:55:17.022" v="149" actId="6549"/>
          <ac:spMkLst>
            <pc:docMk/>
            <pc:sldMk cId="0" sldId="262"/>
            <ac:spMk id="3" creationId="{DE520DBC-D109-4EFF-B22D-846C0A5A6472}"/>
          </ac:spMkLst>
        </pc:spChg>
        <pc:spChg chg="mod">
          <ac:chgData name="Brigham Eubanks" userId="9a173d7edfb93684" providerId="LiveId" clId="{EF101A6D-5671-454B-B813-901FD8BF6F6D}" dt="2024-09-27T17:55:47.732" v="169" actId="20577"/>
          <ac:spMkLst>
            <pc:docMk/>
            <pc:sldMk cId="0" sldId="262"/>
            <ac:spMk id="4" creationId="{9BB1772D-C35E-4727-A0C3-EACEF69F94D3}"/>
          </ac:spMkLst>
        </pc:spChg>
      </pc:sldChg>
      <pc:sldChg chg="modSp mod">
        <pc:chgData name="Brigham Eubanks" userId="9a173d7edfb93684" providerId="LiveId" clId="{EF101A6D-5671-454B-B813-901FD8BF6F6D}" dt="2024-09-27T17:56:19.924" v="174" actId="20577"/>
        <pc:sldMkLst>
          <pc:docMk/>
          <pc:sldMk cId="0" sldId="263"/>
        </pc:sldMkLst>
        <pc:spChg chg="mod">
          <ac:chgData name="Brigham Eubanks" userId="9a173d7edfb93684" providerId="LiveId" clId="{EF101A6D-5671-454B-B813-901FD8BF6F6D}" dt="2024-09-27T17:56:09.182" v="171" actId="6549"/>
          <ac:spMkLst>
            <pc:docMk/>
            <pc:sldMk cId="0" sldId="263"/>
            <ac:spMk id="3" creationId="{D30C3E4E-7E65-453E-BB49-F55A41A46611}"/>
          </ac:spMkLst>
        </pc:spChg>
        <pc:spChg chg="mod">
          <ac:chgData name="Brigham Eubanks" userId="9a173d7edfb93684" providerId="LiveId" clId="{EF101A6D-5671-454B-B813-901FD8BF6F6D}" dt="2024-09-27T17:56:19.924" v="174" actId="20577"/>
          <ac:spMkLst>
            <pc:docMk/>
            <pc:sldMk cId="0" sldId="263"/>
            <ac:spMk id="4" creationId="{BE92E6C7-8C7C-455E-A133-85375E0442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5378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081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2400x1800x012/pftl-012-001.png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2400x1800x012/pftl-012-002.png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2400x1800x012/pftl-012-003.png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2400x1800x012/pftl-012-004.png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2400x1800x012/pftl-012-005.png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1200x900x012/pftl-012-006.png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2400x1800x012/pftl-012-007.png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En la </a:t>
            </a:r>
            <a:r>
              <a:rPr lang="en-US" altLang="en-US" dirty="0" err="1">
                <a:latin typeface="Arial" panose="020B0604020202020204" pitchFamily="34" charset="0"/>
              </a:rPr>
              <a:t>cruz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Palabras por</a:t>
            </a:r>
            <a:r>
              <a:rPr dirty="0"/>
              <a:t>: Isaac Watts, </a:t>
            </a:r>
            <a:r>
              <a:rPr lang="en-US" dirty="0" err="1"/>
              <a:t>coro</a:t>
            </a:r>
            <a:r>
              <a:rPr dirty="0"/>
              <a:t> </a:t>
            </a:r>
            <a:r>
              <a:rPr lang="en-US" dirty="0"/>
              <a:t>por:</a:t>
            </a:r>
            <a:r>
              <a:rPr dirty="0"/>
              <a:t> Ralph E. Hudson</a:t>
            </a:r>
            <a:br>
              <a:rPr dirty="0"/>
            </a:br>
            <a:r>
              <a:rPr lang="en-US" dirty="0" err="1"/>
              <a:t>Musica</a:t>
            </a:r>
            <a:r>
              <a:rPr lang="en-US" dirty="0"/>
              <a:t> por</a:t>
            </a:r>
            <a:r>
              <a:rPr dirty="0"/>
              <a:t>: Ralph E. Hudson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Pedro Grado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48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5B7CE8-25B3-409C-A734-0026B6DF4019}"/>
              </a:ext>
            </a:extLst>
          </p:cNvPr>
          <p:cNvSpPr txBox="1"/>
          <p:nvPr/>
        </p:nvSpPr>
        <p:spPr>
          <a:xfrm>
            <a:off x="1097280" y="1409700"/>
            <a:ext cx="83079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¡Ay! ¿Se  en -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tre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-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gó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   mi     Sal  -  va   - 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dor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?</a:t>
            </a:r>
            <a:r>
              <a:rPr lang="es-ES" sz="2000" dirty="0">
                <a:latin typeface="Alegreya Sans Medium" panose="00000600000000000000" pitchFamily="50" charset="0"/>
              </a:rPr>
              <a:t>      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¿Mu -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rió</a:t>
            </a:r>
            <a:r>
              <a:rPr lang="es-ES" sz="20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 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el   di  -   vi    -     no        Rey?</a:t>
            </a:r>
            <a:endParaRPr lang="es-ES" sz="2000" b="0" dirty="0">
              <a:effectLst/>
              <a:latin typeface="Alegreya Sans Medium" panose="000006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5D41B-5567-4E5E-8599-431FA423EA78}"/>
              </a:ext>
            </a:extLst>
          </p:cNvPr>
          <p:cNvSpPr txBox="1"/>
          <p:nvPr/>
        </p:nvSpPr>
        <p:spPr>
          <a:xfrm>
            <a:off x="836023" y="4137299"/>
            <a:ext cx="83079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¿San  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gró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sa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gra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-   da     sien     por      mí: Que</a:t>
            </a:r>
            <a:r>
              <a:rPr lang="es-ES" sz="22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un  mi - se 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rab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-  le  soy?</a:t>
            </a:r>
            <a:endParaRPr lang="es-ES" sz="2200" b="0" dirty="0">
              <a:effectLst/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50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8EA7AB-4860-4985-9485-C001304DE0F9}"/>
              </a:ext>
            </a:extLst>
          </p:cNvPr>
          <p:cNvSpPr txBox="1"/>
          <p:nvPr/>
        </p:nvSpPr>
        <p:spPr>
          <a:xfrm>
            <a:off x="1110342" y="1420225"/>
            <a:ext cx="81294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¿Fue   por   o    -   fen   -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sas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que hi-ce     yo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Que</a:t>
            </a:r>
            <a:r>
              <a:rPr lang="es-ES" sz="22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É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l      en           la  cruz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gi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mió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?</a:t>
            </a:r>
            <a:endParaRPr lang="es-ES" sz="2200" b="0" dirty="0">
              <a:effectLst/>
              <a:latin typeface="Alegreya Sans Medium" panose="000006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E41E76-3E86-4779-8C97-7E883F5BACD9}"/>
              </a:ext>
            </a:extLst>
          </p:cNvPr>
          <p:cNvSpPr txBox="1"/>
          <p:nvPr/>
        </p:nvSpPr>
        <p:spPr>
          <a:xfrm>
            <a:off x="896984" y="4215676"/>
            <a:ext cx="8247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¡Que  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gra-cia</a:t>
            </a:r>
            <a:r>
              <a:rPr lang="es-ES" sz="20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in-men-sa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!    ¡Qué    pie  -   dad!</a:t>
            </a:r>
            <a:r>
              <a:rPr lang="es-ES" sz="2000" dirty="0">
                <a:latin typeface="Alegreya Sans Medium" panose="00000600000000000000" pitchFamily="50" charset="0"/>
              </a:rPr>
              <a:t>    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¡Que in -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com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-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pa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-  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ra</a:t>
            </a:r>
            <a:r>
              <a:rPr lang="es-ES" sz="20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 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- </a:t>
            </a:r>
            <a:r>
              <a:rPr lang="es-ES" sz="20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ble</a:t>
            </a:r>
            <a:r>
              <a:rPr lang="es-ES" sz="20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 </a:t>
            </a:r>
            <a:r>
              <a:rPr lang="es-ES" sz="20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a - mor!</a:t>
            </a:r>
            <a:endParaRPr lang="es-ES" sz="2000" b="0" dirty="0">
              <a:effectLst/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65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DE6DDD-A7E2-4A01-B912-F68D9CBFCD68}"/>
              </a:ext>
            </a:extLst>
          </p:cNvPr>
          <p:cNvSpPr txBox="1"/>
          <p:nvPr/>
        </p:nvSpPr>
        <p:spPr>
          <a:xfrm>
            <a:off x="1171302" y="1420225"/>
            <a:ext cx="82078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Bien      pue  -  de</a:t>
            </a:r>
            <a:r>
              <a:rPr lang="es-ES" sz="22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el  sol   os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cu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-  ro</a:t>
            </a:r>
            <a:r>
              <a:rPr lang="es-ES" sz="22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es  -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tar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,</a:t>
            </a:r>
            <a:r>
              <a:rPr lang="es-ES" sz="2200" dirty="0">
                <a:latin typeface="Alegreya Sans Medium" panose="00000600000000000000" pitchFamily="50" charset="0"/>
              </a:rPr>
              <a:t>    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Sus   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glo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rias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 o 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cul-tar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,</a:t>
            </a:r>
            <a:endParaRPr lang="es-ES" sz="2200" b="0" dirty="0">
              <a:effectLst/>
              <a:latin typeface="Alegreya Sans Medium" panose="000006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CF6E7-3001-414E-9B9D-818B924A3E4B}"/>
              </a:ext>
            </a:extLst>
          </p:cNvPr>
          <p:cNvSpPr txBox="1"/>
          <p:nvPr/>
        </p:nvSpPr>
        <p:spPr>
          <a:xfrm>
            <a:off x="792480" y="4215675"/>
            <a:ext cx="83515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Cuan   -   do</a:t>
            </a:r>
            <a:r>
              <a:rPr lang="es-ES" sz="22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el   gran     Ha - ce-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dor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mu-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rió</a:t>
            </a:r>
            <a:r>
              <a:rPr lang="es-ES" sz="2200" dirty="0">
                <a:latin typeface="Alegreya Sans Medium" panose="00000600000000000000" pitchFamily="50" charset="0"/>
              </a:rPr>
              <a:t>  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Por      Su    crea-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ción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     sal  -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var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. </a:t>
            </a:r>
            <a:endParaRPr lang="es-ES" sz="2200" b="0" dirty="0">
              <a:effectLst/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89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B89CD0-1C69-44E3-8FFE-99FB00B6A3A5}"/>
              </a:ext>
            </a:extLst>
          </p:cNvPr>
          <p:cNvSpPr txBox="1"/>
          <p:nvPr/>
        </p:nvSpPr>
        <p:spPr>
          <a:xfrm>
            <a:off x="1206136" y="1463767"/>
            <a:ext cx="79378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A     -       sí      mi ros-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tro</a:t>
            </a:r>
            <a:r>
              <a:rPr lang="es-ES" sz="22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es-con - de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ré</a:t>
            </a:r>
            <a:r>
              <a:rPr lang="es-ES" sz="2200" dirty="0">
                <a:latin typeface="Alegreya Sans Medium" panose="00000600000000000000" pitchFamily="50" charset="0"/>
              </a:rPr>
              <a:t>          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Al       con-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tem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-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plar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 </a:t>
            </a:r>
            <a:r>
              <a:rPr lang="es-ES" sz="22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S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u   cruz.</a:t>
            </a:r>
            <a:endParaRPr lang="es-ES" sz="2200" b="0" dirty="0">
              <a:effectLst/>
              <a:latin typeface="Alegreya Sans Medium" panose="000006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59D80-C9D5-46C2-A91C-725DE8B99F69}"/>
              </a:ext>
            </a:extLst>
          </p:cNvPr>
          <p:cNvSpPr txBox="1"/>
          <p:nvPr/>
        </p:nvSpPr>
        <p:spPr>
          <a:xfrm>
            <a:off x="975360" y="4189550"/>
            <a:ext cx="8168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Mis   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lá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-  gri   -  mas   re  -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bo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sa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-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rán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, </a:t>
            </a:r>
            <a:r>
              <a:rPr lang="es-ES" sz="2200" dirty="0">
                <a:latin typeface="Alegreya Sans Medium" panose="00000600000000000000" pitchFamily="50" charset="0"/>
              </a:rPr>
              <a:t>  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Y      mi</a:t>
            </a:r>
            <a:r>
              <a:rPr lang="es-ES" sz="22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al-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ma</a:t>
            </a:r>
            <a:r>
              <a:rPr lang="es-ES" sz="22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en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gra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-  ti 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tud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.</a:t>
            </a:r>
            <a:endParaRPr lang="es-ES" sz="2200" b="0" dirty="0">
              <a:effectLst/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968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F49FBF-A503-4319-8746-CAAA917DF0B0}"/>
              </a:ext>
            </a:extLst>
          </p:cNvPr>
          <p:cNvSpPr txBox="1"/>
          <p:nvPr/>
        </p:nvSpPr>
        <p:spPr>
          <a:xfrm>
            <a:off x="1301931" y="1420225"/>
            <a:ext cx="79814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Mas    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lá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-   gri - mas     ja   -   más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po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-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drán</a:t>
            </a:r>
            <a:r>
              <a:rPr lang="es-ES" sz="2200" dirty="0">
                <a:latin typeface="Alegreya Sans Medium" panose="00000600000000000000" pitchFamily="50" charset="0"/>
              </a:rPr>
              <a:t>   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Mi  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deu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- da</a:t>
            </a:r>
            <a:r>
              <a:rPr lang="es-ES" sz="2200" dirty="0">
                <a:solidFill>
                  <a:srgbClr val="000000"/>
                </a:solidFill>
                <a:latin typeface="Alegreya Sans Medium" panose="00000600000000000000" pitchFamily="50" charset="0"/>
              </a:rPr>
              <a:t>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a    Él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pa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- gar. </a:t>
            </a:r>
            <a:endParaRPr lang="es-ES" sz="2200" b="0" dirty="0">
              <a:effectLst/>
              <a:latin typeface="Alegreya Sans Medium" panose="000006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970BB-AE33-40D2-95B5-2827397329E0}"/>
              </a:ext>
            </a:extLst>
          </p:cNvPr>
          <p:cNvSpPr txBox="1"/>
          <p:nvPr/>
        </p:nvSpPr>
        <p:spPr>
          <a:xfrm>
            <a:off x="1027611" y="4206967"/>
            <a:ext cx="81163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¡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To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 - 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ma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,   Se - ñor,    mi    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co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ra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-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zón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!</a:t>
            </a:r>
            <a:r>
              <a:rPr lang="es-ES" sz="2200" dirty="0">
                <a:latin typeface="Alegreya Sans Medium" panose="00000600000000000000" pitchFamily="50" charset="0"/>
              </a:rPr>
              <a:t>    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No   pue -  do    dar   -  te       más.</a:t>
            </a:r>
            <a:endParaRPr lang="es-ES" sz="2200" b="0" dirty="0">
              <a:effectLst/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61660"/>
          </a:xfrm>
          <a:prstGeom prst="rect">
            <a:avLst/>
          </a:prstGeom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DE520DBC-D109-4EFF-B22D-846C0A5A6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884" y="1484472"/>
            <a:ext cx="79516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n-US" sz="2200" dirty="0">
                <a:latin typeface="Alegreya Sans Medium" panose="00000600000000000000" pitchFamily="50" charset="0"/>
                <a:cs typeface="Arial" panose="020B0604020202020204" pitchFamily="34" charset="0"/>
              </a:rPr>
              <a:t>En       la        cruz ,    en      la       cruz           do      </a:t>
            </a:r>
            <a:r>
              <a:rPr lang="es-ES_tradnl" altLang="en-US" sz="2200" dirty="0" err="1">
                <a:latin typeface="Alegreya Sans Medium" panose="00000600000000000000" pitchFamily="50" charset="0"/>
                <a:cs typeface="Arial" panose="020B0604020202020204" pitchFamily="34" charset="0"/>
              </a:rPr>
              <a:t>pri</a:t>
            </a:r>
            <a:r>
              <a:rPr lang="es-ES_tradnl" altLang="en-US" sz="2200" dirty="0">
                <a:latin typeface="Alegreya Sans Medium" panose="00000600000000000000" pitchFamily="50" charset="0"/>
                <a:cs typeface="Arial" panose="020B0604020202020204" pitchFamily="34" charset="0"/>
              </a:rPr>
              <a:t> - me-ro     vi          la           luz,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BB1772D-C35E-4727-A0C3-EACEF69F9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356" y="4081304"/>
            <a:ext cx="853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n-US" sz="2400" i="1" dirty="0">
                <a:latin typeface="Arial Narrow" panose="020B0606020202030204" pitchFamily="34" charset="0"/>
                <a:cs typeface="Arial" panose="020B0604020202020204" pitchFamily="34" charset="0"/>
              </a:rPr>
              <a:t>    </a:t>
            </a:r>
            <a:r>
              <a:rPr lang="es-ES_tradnl" altLang="en-US" sz="2200" dirty="0">
                <a:latin typeface="Alegreya Sans Medium" panose="00000600000000000000" pitchFamily="50" charset="0"/>
                <a:cs typeface="Arial" panose="020B0604020202020204" pitchFamily="34" charset="0"/>
              </a:rPr>
              <a:t>Y          la       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car  - 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ga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  de mi al - </a:t>
            </a:r>
            <a:r>
              <a:rPr lang="es-ES" sz="2200" b="0" i="0" u="none" strike="noStrike" dirty="0" err="1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ma</a:t>
            </a:r>
            <a:r>
              <a:rPr lang="es-ES" sz="2200" b="0" i="0" u="none" strike="noStrike" dirty="0">
                <a:solidFill>
                  <a:srgbClr val="000000"/>
                </a:solidFill>
                <a:effectLst/>
                <a:latin typeface="Alegreya Sans Medium" panose="00000600000000000000" pitchFamily="50" charset="0"/>
              </a:rPr>
              <a:t>           se    me      fue:        (se        me      fue)</a:t>
            </a:r>
            <a:endParaRPr lang="es-ES_tradnl" altLang="en-US" sz="2200" i="1" dirty="0">
              <a:latin typeface="Alegreya Sans Medium" panose="00000600000000000000" pitchFamily="50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95950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D30C3E4E-7E65-453E-BB49-F55A41A46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022" y="1336238"/>
            <a:ext cx="7950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n-US" sz="2200" dirty="0">
                <a:latin typeface="Alegreya Sans Medium" panose="00000600000000000000" pitchFamily="50" charset="0"/>
                <a:cs typeface="Arial" panose="020B0604020202020204" pitchFamily="34" charset="0"/>
              </a:rPr>
              <a:t>Fue     a       -      </a:t>
            </a:r>
            <a:r>
              <a:rPr lang="es-ES_tradnl" altLang="en-US" sz="2200" dirty="0" err="1">
                <a:latin typeface="Alegreya Sans Medium" panose="00000600000000000000" pitchFamily="50" charset="0"/>
                <a:cs typeface="Arial" panose="020B0604020202020204" pitchFamily="34" charset="0"/>
              </a:rPr>
              <a:t>llí</a:t>
            </a:r>
            <a:r>
              <a:rPr lang="es-ES_tradnl" altLang="en-US" sz="2200" dirty="0">
                <a:latin typeface="Alegreya Sans Medium" panose="00000600000000000000" pitchFamily="50" charset="0"/>
                <a:cs typeface="Arial" panose="020B0604020202020204" pitchFamily="34" charset="0"/>
              </a:rPr>
              <a:t>            por             fe              do      Él        me  hi   -  </a:t>
            </a:r>
            <a:r>
              <a:rPr lang="es-ES_tradnl" altLang="en-US" sz="2200" dirty="0" err="1">
                <a:latin typeface="Alegreya Sans Medium" panose="00000600000000000000" pitchFamily="50" charset="0"/>
                <a:cs typeface="Arial" panose="020B0604020202020204" pitchFamily="34" charset="0"/>
              </a:rPr>
              <a:t>zo</a:t>
            </a:r>
            <a:r>
              <a:rPr lang="es-ES_tradnl" altLang="en-US" sz="2200" dirty="0">
                <a:latin typeface="Alegreya Sans Medium" panose="00000600000000000000" pitchFamily="50" charset="0"/>
                <a:cs typeface="Arial" panose="020B0604020202020204" pitchFamily="34" charset="0"/>
              </a:rPr>
              <a:t>              ver,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BE92E6C7-8C7C-455E-A133-85375E044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7134" y="4169052"/>
            <a:ext cx="7391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n-US" sz="2400" i="1" dirty="0">
                <a:latin typeface="Arial Narrow" panose="020B0606020202030204" pitchFamily="34" charset="0"/>
                <a:cs typeface="Arial" panose="020B0604020202020204" pitchFamily="34" charset="0"/>
              </a:rPr>
              <a:t>    </a:t>
            </a:r>
            <a:r>
              <a:rPr lang="es-ES_tradnl" altLang="en-US" sz="2200" dirty="0">
                <a:latin typeface="Alegreya Sans Medium" panose="00000600000000000000" pitchFamily="50" charset="0"/>
                <a:cs typeface="Arial" panose="020B0604020202020204" pitchFamily="34" charset="0"/>
              </a:rPr>
              <a:t>Y               </a:t>
            </a:r>
            <a:r>
              <a:rPr lang="es-ES_tradnl" altLang="en-US" sz="2200" dirty="0" err="1">
                <a:latin typeface="Alegreya Sans Medium" panose="00000600000000000000" pitchFamily="50" charset="0"/>
                <a:cs typeface="Arial" panose="020B0604020202020204" pitchFamily="34" charset="0"/>
              </a:rPr>
              <a:t>siem</a:t>
            </a:r>
            <a:r>
              <a:rPr lang="es-ES_tradnl" altLang="en-US" sz="2200" dirty="0">
                <a:latin typeface="Alegreya Sans Medium" panose="00000600000000000000" pitchFamily="50" charset="0"/>
                <a:cs typeface="Arial" panose="020B0604020202020204" pitchFamily="34" charset="0"/>
              </a:rPr>
              <a:t>   -  pre         fe      -     </a:t>
            </a:r>
            <a:r>
              <a:rPr lang="es-ES_tradnl" altLang="en-US" sz="2200" dirty="0" err="1">
                <a:latin typeface="Alegreya Sans Medium" panose="00000600000000000000" pitchFamily="50" charset="0"/>
                <a:cs typeface="Arial" panose="020B0604020202020204" pitchFamily="34" charset="0"/>
              </a:rPr>
              <a:t>liz</a:t>
            </a:r>
            <a:r>
              <a:rPr lang="es-ES_tradnl" altLang="en-US" sz="2200" dirty="0">
                <a:latin typeface="Alegreya Sans Medium" panose="00000600000000000000" pitchFamily="50" charset="0"/>
                <a:cs typeface="Arial" panose="020B0604020202020204" pitchFamily="34" charset="0"/>
              </a:rPr>
              <a:t>        </a:t>
            </a:r>
            <a:r>
              <a:rPr lang="es-ES_tradnl" altLang="en-US" sz="2200">
                <a:latin typeface="Alegreya Sans Medium" panose="00000600000000000000" pitchFamily="50" charset="0"/>
                <a:cs typeface="Arial" panose="020B0604020202020204" pitchFamily="34" charset="0"/>
              </a:rPr>
              <a:t>con        Él         </a:t>
            </a:r>
            <a:r>
              <a:rPr lang="es-ES_tradnl" altLang="en-US" sz="2200" dirty="0">
                <a:latin typeface="Alegreya Sans Medium" panose="00000600000000000000" pitchFamily="50" charset="0"/>
                <a:cs typeface="Arial" panose="020B0604020202020204" pitchFamily="34" charset="0"/>
              </a:rPr>
              <a:t>se       -      </a:t>
            </a:r>
            <a:r>
              <a:rPr lang="es-ES_tradnl" altLang="en-US" sz="2200" dirty="0" err="1">
                <a:latin typeface="Alegreya Sans Medium" panose="00000600000000000000" pitchFamily="50" charset="0"/>
                <a:cs typeface="Arial" panose="020B0604020202020204" pitchFamily="34" charset="0"/>
              </a:rPr>
              <a:t>ré</a:t>
            </a:r>
            <a:r>
              <a:rPr lang="es-ES_tradnl" altLang="en-US" sz="2200" dirty="0">
                <a:latin typeface="Alegreya Sans Medium" panose="00000600000000000000" pitchFamily="50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1527</TotalTime>
  <Words>350</Words>
  <Application>Microsoft Office PowerPoint</Application>
  <PresentationFormat>On-screen Show (4:3)</PresentationFormat>
  <Paragraphs>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Alegreya Sans Medium</vt:lpstr>
      <vt:lpstr>Arial</vt:lpstr>
      <vt:lpstr>Arial Narrow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Brigham Eubanks</cp:lastModifiedBy>
  <cp:revision>28</cp:revision>
  <dcterms:created xsi:type="dcterms:W3CDTF">2019-09-13T22:29:37Z</dcterms:created>
  <dcterms:modified xsi:type="dcterms:W3CDTF">2024-09-27T17:56:21Z</dcterms:modified>
</cp:coreProperties>
</file>