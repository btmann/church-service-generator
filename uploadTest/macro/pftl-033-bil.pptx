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4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61F2A-03A6-408C-86E3-48D1D15DB24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40978-5D35-4006-BAA9-8DFED57F2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5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7201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1604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3419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9994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46716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2400x1800x033/pftl-033-006.png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4412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¿Soy </a:t>
            </a:r>
            <a:r>
              <a:rPr lang="pt-BR" dirty="0"/>
              <a:t>yo soldado de </a:t>
            </a:r>
            <a:r>
              <a:rPr lang="pt-BR" dirty="0" smtClean="0"/>
              <a:t>Jesús? 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Words by: Isaac Watts</a:t>
            </a:r>
          </a:p>
          <a:p>
            <a:r>
              <a:t>Music: Rigdon M. McIntosh’s Good News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616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E7F9DB-ADFF-2583-3F76-BE77C0830698}"/>
              </a:ext>
            </a:extLst>
          </p:cNvPr>
          <p:cNvSpPr txBox="1"/>
          <p:nvPr/>
        </p:nvSpPr>
        <p:spPr>
          <a:xfrm>
            <a:off x="1166070" y="1333850"/>
            <a:ext cx="8246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¿Soy   </a:t>
            </a:r>
            <a:r>
              <a:rPr lang="es-ES" sz="2200" dirty="0" smtClean="0">
                <a:latin typeface="Alegreya Sans Medium" panose="00000600000000000000" pitchFamily="50" charset="0"/>
              </a:rPr>
              <a:t>yo </a:t>
            </a:r>
            <a:r>
              <a:rPr lang="es-ES" sz="2200" dirty="0">
                <a:latin typeface="Alegreya Sans Medium" panose="00000600000000000000" pitchFamily="50" charset="0"/>
              </a:rPr>
              <a:t>sol - da   -  do    de      Je    -   </a:t>
            </a:r>
            <a:r>
              <a:rPr lang="es-ES" sz="2200" dirty="0" err="1">
                <a:latin typeface="Alegreya Sans Medium" panose="00000600000000000000" pitchFamily="50" charset="0"/>
              </a:rPr>
              <a:t>sús</a:t>
            </a:r>
            <a:r>
              <a:rPr lang="es-ES" sz="2200" dirty="0">
                <a:latin typeface="Alegreya Sans Medium" panose="00000600000000000000" pitchFamily="50" charset="0"/>
              </a:rPr>
              <a:t>,     </a:t>
            </a:r>
            <a:r>
              <a:rPr lang="es-ES" sz="2200" dirty="0" smtClean="0">
                <a:latin typeface="Alegreya Sans Medium" panose="00000600000000000000" pitchFamily="50" charset="0"/>
              </a:rPr>
              <a:t>De  </a:t>
            </a:r>
            <a:r>
              <a:rPr lang="es-ES" sz="2200" dirty="0">
                <a:latin typeface="Alegreya Sans Medium" panose="00000600000000000000" pitchFamily="50" charset="0"/>
              </a:rPr>
              <a:t>Cris-to un    se    -    </a:t>
            </a:r>
            <a:r>
              <a:rPr lang="es-ES" sz="2200" dirty="0" err="1">
                <a:latin typeface="Alegreya Sans Medium" panose="00000600000000000000" pitchFamily="50" charset="0"/>
              </a:rPr>
              <a:t>gui</a:t>
            </a:r>
            <a:r>
              <a:rPr lang="es-ES" sz="2200" dirty="0">
                <a:latin typeface="Alegreya Sans Medium" panose="00000600000000000000" pitchFamily="50" charset="0"/>
              </a:rPr>
              <a:t>   -  </a:t>
            </a:r>
            <a:r>
              <a:rPr lang="es-ES" sz="2200" dirty="0" err="1">
                <a:latin typeface="Alegreya Sans Medium" panose="00000600000000000000" pitchFamily="50" charset="0"/>
              </a:rPr>
              <a:t>dor</a:t>
            </a:r>
            <a:r>
              <a:rPr lang="es-ES" sz="2200" dirty="0">
                <a:latin typeface="Alegreya Sans Medium" panose="00000600000000000000" pitchFamily="50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B5BD9AA-6201-FBA7-FF91-826034B89469}"/>
              </a:ext>
            </a:extLst>
          </p:cNvPr>
          <p:cNvSpPr txBox="1"/>
          <p:nvPr/>
        </p:nvSpPr>
        <p:spPr>
          <a:xfrm>
            <a:off x="806742" y="4153949"/>
            <a:ext cx="89832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 ¿</a:t>
            </a:r>
            <a:r>
              <a:rPr lang="es-ES" sz="2200" dirty="0">
                <a:latin typeface="Alegreya Sans Medium" panose="00000600000000000000" pitchFamily="50" charset="0"/>
              </a:rPr>
              <a:t>Y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</a:t>
            </a:r>
            <a:r>
              <a:rPr lang="es-ES" sz="2200" dirty="0">
                <a:latin typeface="Alegreya Sans Medium" panose="00000600000000000000" pitchFamily="50" charset="0"/>
              </a:rPr>
              <a:t>te - me - </a:t>
            </a:r>
            <a:r>
              <a:rPr lang="es-ES" sz="2200" dirty="0" err="1"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    </a:t>
            </a:r>
            <a:r>
              <a:rPr lang="es-ES" sz="2200" dirty="0" err="1">
                <a:latin typeface="Alegreya Sans Medium" panose="00000600000000000000" pitchFamily="50" charset="0"/>
              </a:rPr>
              <a:t>lle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var</a:t>
            </a:r>
            <a:r>
              <a:rPr lang="es-ES" sz="2200" dirty="0">
                <a:latin typeface="Alegreya Sans Medium" panose="00000600000000000000" pitchFamily="50" charset="0"/>
              </a:rPr>
              <a:t>      </a:t>
            </a:r>
            <a:r>
              <a:rPr lang="es-ES" sz="2200" dirty="0" smtClean="0">
                <a:latin typeface="Alegreya Sans Medium" panose="00000600000000000000" pitchFamily="50" charset="0"/>
              </a:rPr>
              <a:t>Su       cruz</a:t>
            </a:r>
            <a:r>
              <a:rPr lang="es-ES" sz="2200" dirty="0">
                <a:latin typeface="Alegreya Sans Medium" panose="00000600000000000000" pitchFamily="50" charset="0"/>
              </a:rPr>
              <a:t>,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Ne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gan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- do a    mi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Se  </a:t>
            </a:r>
            <a:r>
              <a:rPr lang="es-ES" sz="2200" dirty="0" smtClean="0">
                <a:latin typeface="Alegreya Sans Medium" panose="00000600000000000000" pitchFamily="50" charset="0"/>
              </a:rPr>
              <a:t>-  </a:t>
            </a:r>
            <a:r>
              <a:rPr lang="es-ES" sz="2200" dirty="0">
                <a:latin typeface="Alegreya Sans Medium" panose="00000600000000000000" pitchFamily="50" charset="0"/>
              </a:rPr>
              <a:t>ñor?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69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BB0F678-A024-F004-646D-C6B4058C222F}"/>
              </a:ext>
            </a:extLst>
          </p:cNvPr>
          <p:cNvSpPr txBox="1"/>
          <p:nvPr/>
        </p:nvSpPr>
        <p:spPr>
          <a:xfrm>
            <a:off x="998290" y="1342239"/>
            <a:ext cx="84477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¿Al   cie - lo a   mí       me     </a:t>
            </a:r>
            <a:r>
              <a:rPr lang="es-ES" sz="2200" dirty="0" err="1">
                <a:latin typeface="Alegreya Sans Medium" panose="00000600000000000000" pitchFamily="50" charset="0"/>
              </a:rPr>
              <a:t>lle</a:t>
            </a:r>
            <a:r>
              <a:rPr lang="es-ES" sz="2200" dirty="0">
                <a:latin typeface="Alegreya Sans Medium" panose="00000600000000000000" pitchFamily="50" charset="0"/>
              </a:rPr>
              <a:t>   -  va   -   </a:t>
            </a:r>
            <a:r>
              <a:rPr lang="es-ES" sz="2200" dirty="0" err="1">
                <a:latin typeface="Alegreya Sans Medium" panose="00000600000000000000" pitchFamily="50" charset="0"/>
              </a:rPr>
              <a:t>rán</a:t>
            </a:r>
            <a:r>
              <a:rPr lang="es-ES" sz="2200" dirty="0">
                <a:latin typeface="Alegreya Sans Medium" panose="00000600000000000000" pitchFamily="50" charset="0"/>
              </a:rPr>
              <a:t>         Por    </a:t>
            </a:r>
            <a:r>
              <a:rPr lang="es-ES" sz="2200" dirty="0" smtClean="0">
                <a:latin typeface="Alegreya Sans Medium" panose="00000600000000000000" pitchFamily="50" charset="0"/>
              </a:rPr>
              <a:t>so   </a:t>
            </a:r>
            <a:r>
              <a:rPr lang="es-ES" sz="2200" dirty="0">
                <a:latin typeface="Alegreya Sans Medium" panose="00000600000000000000" pitchFamily="50" charset="0"/>
              </a:rPr>
              <a:t>-    se  -   </a:t>
            </a:r>
            <a:r>
              <a:rPr lang="es-ES" sz="2200" dirty="0" err="1">
                <a:latin typeface="Alegreya Sans Medium" panose="00000600000000000000" pitchFamily="50" charset="0"/>
              </a:rPr>
              <a:t>ga</a:t>
            </a:r>
            <a:r>
              <a:rPr lang="es-ES" sz="2200" dirty="0">
                <a:latin typeface="Alegreya Sans Medium" panose="00000600000000000000" pitchFamily="50" charset="0"/>
              </a:rPr>
              <a:t>   -  da   mar,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41DE971-E6C4-E4E1-9243-BDB530ACC2F1}"/>
              </a:ext>
            </a:extLst>
          </p:cNvPr>
          <p:cNvSpPr txBox="1"/>
          <p:nvPr/>
        </p:nvSpPr>
        <p:spPr>
          <a:xfrm>
            <a:off x="696286" y="4128782"/>
            <a:ext cx="9882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     Y        o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err="1">
                <a:latin typeface="Alegreya Sans Medium" panose="00000600000000000000" pitchFamily="50" charset="0"/>
              </a:rPr>
              <a:t>tros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en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lla</a:t>
            </a:r>
            <a:r>
              <a:rPr lang="es-ES" sz="2200" dirty="0">
                <a:latin typeface="Alegreya Sans Medium" panose="00000600000000000000" pitchFamily="50" charset="0"/>
              </a:rPr>
              <a:t>  es - </a:t>
            </a:r>
            <a:r>
              <a:rPr lang="es-ES" sz="2200" dirty="0" err="1">
                <a:latin typeface="Alegreya Sans Medium" panose="00000600000000000000" pitchFamily="50" charset="0"/>
              </a:rPr>
              <a:t>tán</a:t>
            </a:r>
            <a:r>
              <a:rPr lang="es-ES" sz="2200" dirty="0">
                <a:latin typeface="Alegreya Sans Medium" panose="00000600000000000000" pitchFamily="50" charset="0"/>
              </a:rPr>
              <a:t>    </a:t>
            </a:r>
            <a:r>
              <a:rPr lang="es-ES" sz="2200" dirty="0" err="1">
                <a:latin typeface="Alegreya Sans Medium" panose="00000600000000000000" pitchFamily="50" charset="0"/>
              </a:rPr>
              <a:t>Dis</a:t>
            </a:r>
            <a:r>
              <a:rPr lang="es-ES" sz="2200" dirty="0">
                <a:latin typeface="Alegreya Sans Medium" panose="00000600000000000000" pitchFamily="50" charset="0"/>
              </a:rPr>
              <a:t>  -  pues  -  tos       san - </a:t>
            </a:r>
            <a:r>
              <a:rPr lang="es-ES" sz="2200" dirty="0" err="1">
                <a:latin typeface="Alegreya Sans Medium" panose="00000600000000000000" pitchFamily="50" charset="0"/>
              </a:rPr>
              <a:t>gre</a:t>
            </a:r>
            <a:r>
              <a:rPr lang="es-ES" sz="2200" dirty="0">
                <a:latin typeface="Alegreya Sans Medium" panose="00000600000000000000" pitchFamily="50" charset="0"/>
              </a:rPr>
              <a:t> a   dar?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57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167894D-89A8-A676-2116-10347421F513}"/>
              </a:ext>
            </a:extLst>
          </p:cNvPr>
          <p:cNvSpPr txBox="1"/>
          <p:nvPr/>
        </p:nvSpPr>
        <p:spPr>
          <a:xfrm>
            <a:off x="897622" y="1333850"/>
            <a:ext cx="8481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¿No hay    en   -   e  </a:t>
            </a:r>
            <a:r>
              <a:rPr lang="es-ES" sz="2200" dirty="0" smtClean="0">
                <a:latin typeface="Alegreya Sans Medium" panose="00000600000000000000" pitchFamily="50" charset="0"/>
              </a:rPr>
              <a:t>-  </a:t>
            </a:r>
            <a:r>
              <a:rPr lang="es-ES" sz="2200" dirty="0">
                <a:latin typeface="Alegreya Sans Medium" panose="00000600000000000000" pitchFamily="50" charset="0"/>
              </a:rPr>
              <a:t>mi - </a:t>
            </a:r>
            <a:r>
              <a:rPr lang="es-ES" sz="2200" dirty="0" err="1">
                <a:latin typeface="Alegreya Sans Medium" panose="00000600000000000000" pitchFamily="50" charset="0"/>
              </a:rPr>
              <a:t>go</a:t>
            </a:r>
            <a:r>
              <a:rPr lang="es-ES" sz="2200" dirty="0">
                <a:latin typeface="Alegreya Sans Medium" panose="00000600000000000000" pitchFamily="50" charset="0"/>
              </a:rPr>
              <a:t> que en-fren-</a:t>
            </a:r>
            <a:r>
              <a:rPr lang="es-ES" sz="2200" dirty="0" err="1">
                <a:latin typeface="Alegreya Sans Medium" panose="00000600000000000000" pitchFamily="50" charset="0"/>
              </a:rPr>
              <a:t>tar</a:t>
            </a:r>
            <a:r>
              <a:rPr lang="es-ES" sz="2200" dirty="0">
                <a:latin typeface="Alegreya Sans Medium" panose="00000600000000000000" pitchFamily="50" charset="0"/>
              </a:rPr>
              <a:t>?  ¿No   </a:t>
            </a:r>
            <a:r>
              <a:rPr lang="es-ES" sz="2200" dirty="0" err="1">
                <a:latin typeface="Alegreya Sans Medium" panose="00000600000000000000" pitchFamily="50" charset="0"/>
              </a:rPr>
              <a:t>de-bo</a:t>
            </a:r>
            <a:r>
              <a:rPr lang="es-ES" sz="2200" dirty="0">
                <a:latin typeface="Alegreya Sans Medium" panose="00000600000000000000" pitchFamily="50" charset="0"/>
              </a:rPr>
              <a:t>       re    -    </a:t>
            </a:r>
            <a:r>
              <a:rPr lang="es-ES" sz="2200" dirty="0" err="1">
                <a:latin typeface="Alegreya Sans Medium" panose="00000600000000000000" pitchFamily="50" charset="0"/>
              </a:rPr>
              <a:t>sis</a:t>
            </a:r>
            <a:r>
              <a:rPr lang="es-ES" sz="2200" dirty="0">
                <a:latin typeface="Alegreya Sans Medium" panose="00000600000000000000" pitchFamily="50" charset="0"/>
              </a:rPr>
              <a:t>   -   </a:t>
            </a:r>
            <a:r>
              <a:rPr lang="es-ES" sz="2200" dirty="0" err="1">
                <a:latin typeface="Alegreya Sans Medium" panose="00000600000000000000" pitchFamily="50" charset="0"/>
              </a:rPr>
              <a:t>tir</a:t>
            </a:r>
            <a:r>
              <a:rPr lang="es-ES" sz="2200" dirty="0">
                <a:latin typeface="Alegreya Sans Medium" panose="00000600000000000000" pitchFamily="50" charset="0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BCD9485-8D4E-2552-32EB-A94F7895ECD5}"/>
              </a:ext>
            </a:extLst>
          </p:cNvPr>
          <p:cNvSpPr txBox="1"/>
          <p:nvPr/>
        </p:nvSpPr>
        <p:spPr>
          <a:xfrm>
            <a:off x="831909" y="4179116"/>
            <a:ext cx="89832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¿Da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 es-te     </a:t>
            </a:r>
            <a:r>
              <a:rPr lang="es-ES" sz="2200" dirty="0" err="1">
                <a:latin typeface="Alegreya Sans Medium" panose="00000600000000000000" pitchFamily="50" charset="0"/>
              </a:rPr>
              <a:t>mun</a:t>
            </a:r>
            <a:r>
              <a:rPr lang="es-ES" sz="2200" dirty="0">
                <a:latin typeface="Alegreya Sans Medium" panose="00000600000000000000" pitchFamily="50" charset="0"/>
              </a:rPr>
              <a:t>  -  do   su  a  -  mis </a:t>
            </a:r>
            <a:r>
              <a:rPr lang="es-ES" sz="2200" dirty="0" smtClean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tad</a:t>
            </a:r>
            <a:r>
              <a:rPr lang="es-ES" sz="2200" dirty="0">
                <a:latin typeface="Alegreya Sans Medium" panose="00000600000000000000" pitchFamily="50" charset="0"/>
              </a:rPr>
              <a:t>   </a:t>
            </a:r>
            <a:r>
              <a:rPr lang="es-ES" sz="2200" dirty="0" smtClean="0">
                <a:latin typeface="Alegreya Sans Medium" panose="00000600000000000000" pitchFamily="50" charset="0"/>
              </a:rPr>
              <a:t>  La       </a:t>
            </a:r>
            <a:r>
              <a:rPr lang="es-ES" sz="2200" dirty="0">
                <a:latin typeface="Alegreya Sans Medium" panose="00000600000000000000" pitchFamily="50" charset="0"/>
              </a:rPr>
              <a:t>sen  -  da    al          se  - </a:t>
            </a:r>
            <a:r>
              <a:rPr lang="es-ES" sz="2200" dirty="0" err="1">
                <a:latin typeface="Alegreya Sans Medium" panose="00000600000000000000" pitchFamily="50" charset="0"/>
              </a:rPr>
              <a:t>guir</a:t>
            </a:r>
            <a:r>
              <a:rPr lang="es-ES" sz="2200" dirty="0">
                <a:latin typeface="Alegreya Sans Medium" panose="00000600000000000000" pitchFamily="50" charset="0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1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E46B196-0D73-5F3A-51FB-FC967FB86756}"/>
              </a:ext>
            </a:extLst>
          </p:cNvPr>
          <p:cNvSpPr txBox="1"/>
          <p:nvPr/>
        </p:nvSpPr>
        <p:spPr>
          <a:xfrm>
            <a:off x="1114595" y="1392573"/>
            <a:ext cx="80294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Por    la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co</a:t>
            </a:r>
            <a:r>
              <a:rPr lang="es-ES" sz="2200" dirty="0" smtClean="0">
                <a:latin typeface="Alegreya Sans Medium" panose="00000600000000000000" pitchFamily="50" charset="0"/>
              </a:rPr>
              <a:t> - ro </a:t>
            </a:r>
            <a:r>
              <a:rPr lang="es-ES" sz="2200" dirty="0">
                <a:latin typeface="Alegreya Sans Medium" panose="00000600000000000000" pitchFamily="50" charset="0"/>
              </a:rPr>
              <a:t>- na hay que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lu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</a:t>
            </a:r>
            <a:r>
              <a:rPr lang="es-ES" sz="2200" dirty="0" err="1">
                <a:latin typeface="Alegreya Sans Medium" panose="00000600000000000000" pitchFamily="50" charset="0"/>
              </a:rPr>
              <a:t>char</a:t>
            </a:r>
            <a:r>
              <a:rPr lang="es-ES" sz="2200" dirty="0">
                <a:latin typeface="Alegreya Sans Medium" panose="00000600000000000000" pitchFamily="50" charset="0"/>
              </a:rPr>
              <a:t>.  </a:t>
            </a:r>
            <a:r>
              <a:rPr lang="es-ES" sz="2200" dirty="0" smtClean="0">
                <a:latin typeface="Alegreya Sans Medium" panose="00000600000000000000" pitchFamily="50" charset="0"/>
              </a:rPr>
              <a:t>   ¡Au-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men</a:t>
            </a:r>
            <a:r>
              <a:rPr lang="es-ES" sz="2200" dirty="0" smtClean="0">
                <a:latin typeface="Alegreya Sans Medium" panose="00000600000000000000" pitchFamily="50" charset="0"/>
              </a:rPr>
              <a:t>  -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mi       va  -  </a:t>
            </a:r>
            <a:r>
              <a:rPr lang="es-ES" sz="2200" dirty="0" err="1">
                <a:latin typeface="Alegreya Sans Medium" panose="00000600000000000000" pitchFamily="50" charset="0"/>
              </a:rPr>
              <a:t>lor</a:t>
            </a:r>
            <a:r>
              <a:rPr lang="es-ES" sz="2200" dirty="0">
                <a:latin typeface="Alegreya Sans Medium" panose="00000600000000000000" pitchFamily="50" charset="0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29F03F8-0EED-5D9B-4EE8-A2C6076B5131}"/>
              </a:ext>
            </a:extLst>
          </p:cNvPr>
          <p:cNvSpPr txBox="1"/>
          <p:nvPr/>
        </p:nvSpPr>
        <p:spPr>
          <a:xfrm>
            <a:off x="949355" y="4263006"/>
            <a:ext cx="8521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Por      </a:t>
            </a:r>
            <a:r>
              <a:rPr lang="es-ES" sz="2200" dirty="0" smtClean="0">
                <a:latin typeface="Alegreya Sans Medium" panose="00000600000000000000" pitchFamily="50" charset="0"/>
              </a:rPr>
              <a:t>Tu      </a:t>
            </a:r>
            <a:r>
              <a:rPr lang="es-ES" sz="2200" dirty="0" err="1">
                <a:latin typeface="Alegreya Sans Medium" panose="00000600000000000000" pitchFamily="50" charset="0"/>
              </a:rPr>
              <a:t>pa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>
                <a:latin typeface="Alegreya Sans Medium" panose="00000600000000000000" pitchFamily="50" charset="0"/>
              </a:rPr>
              <a:t>la - </a:t>
            </a:r>
            <a:r>
              <a:rPr lang="es-ES" sz="2200" dirty="0" err="1">
                <a:latin typeface="Alegreya Sans Medium" panose="00000600000000000000" pitchFamily="50" charset="0"/>
              </a:rPr>
              <a:t>bra</a:t>
            </a:r>
            <a:r>
              <a:rPr lang="es-ES" sz="2200" dirty="0">
                <a:latin typeface="Alegreya Sans Medium" panose="00000600000000000000" pitchFamily="50" charset="0"/>
              </a:rPr>
              <a:t>, a - </a:t>
            </a:r>
            <a:r>
              <a:rPr lang="es-ES" sz="2200" dirty="0" err="1">
                <a:latin typeface="Alegreya Sans Medium" panose="00000600000000000000" pitchFamily="50" charset="0"/>
              </a:rPr>
              <a:t>yu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>
                <a:latin typeface="Alegreya Sans Medium" panose="00000600000000000000" pitchFamily="50" charset="0"/>
              </a:rPr>
              <a:t>da  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>
                <a:latin typeface="Alegreya Sans Medium" panose="00000600000000000000" pitchFamily="50" charset="0"/>
              </a:rPr>
              <a:t>da</a:t>
            </a:r>
            <a:r>
              <a:rPr lang="es-ES" sz="2200" dirty="0">
                <a:latin typeface="Alegreya Sans Medium" panose="00000600000000000000" pitchFamily="50" charset="0"/>
              </a:rPr>
              <a:t>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En      </a:t>
            </a:r>
            <a:r>
              <a:rPr lang="es-ES" sz="2200" dirty="0">
                <a:latin typeface="Alegreya Sans Medium" panose="00000600000000000000" pitchFamily="50" charset="0"/>
              </a:rPr>
              <a:t>pe  </a:t>
            </a:r>
            <a:r>
              <a:rPr lang="es-ES" sz="2200" dirty="0" smtClean="0">
                <a:latin typeface="Alegreya Sans Medium" panose="00000600000000000000" pitchFamily="50" charset="0"/>
              </a:rPr>
              <a:t>-  </a:t>
            </a:r>
            <a:r>
              <a:rPr lang="es-ES" sz="2200" dirty="0" err="1">
                <a:latin typeface="Alegreya Sans Medium" panose="00000600000000000000" pitchFamily="50" charset="0"/>
              </a:rPr>
              <a:t>nas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y          la   -  </a:t>
            </a:r>
            <a:r>
              <a:rPr lang="es-ES" sz="2200" dirty="0" err="1">
                <a:latin typeface="Alegreya Sans Medium" panose="00000600000000000000" pitchFamily="50" charset="0"/>
              </a:rPr>
              <a:t>bor</a:t>
            </a:r>
            <a:r>
              <a:rPr lang="es-ES" sz="2200" dirty="0">
                <a:latin typeface="Alegreya Sans Medium" panose="00000600000000000000" pitchFamily="50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302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D015535-BBB3-E6B4-A0E3-FF873B3D1262}"/>
              </a:ext>
            </a:extLst>
          </p:cNvPr>
          <p:cNvSpPr txBox="1"/>
          <p:nvPr/>
        </p:nvSpPr>
        <p:spPr>
          <a:xfrm>
            <a:off x="1149292" y="1333850"/>
            <a:ext cx="8489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Tus       san </a:t>
            </a:r>
            <a:r>
              <a:rPr lang="en-US" sz="2200" dirty="0" smtClean="0">
                <a:latin typeface="Alegreya Sans Medium" panose="00000600000000000000" pitchFamily="50" charset="0"/>
              </a:rPr>
              <a:t>-  </a:t>
            </a:r>
            <a:r>
              <a:rPr lang="en-US" sz="2200" dirty="0" err="1">
                <a:latin typeface="Alegreya Sans Medium" panose="00000600000000000000" pitchFamily="50" charset="0"/>
              </a:rPr>
              <a:t>tos</a:t>
            </a:r>
            <a:r>
              <a:rPr lang="en-US" sz="2200" dirty="0">
                <a:latin typeface="Alegreya Sans Medium" panose="00000600000000000000" pitchFamily="50" charset="0"/>
              </a:rPr>
              <a:t>  </a:t>
            </a:r>
            <a:r>
              <a:rPr lang="en-US" sz="2200" dirty="0" err="1">
                <a:latin typeface="Alegreya Sans Medium" panose="00000600000000000000" pitchFamily="50" charset="0"/>
              </a:rPr>
              <a:t>vic</a:t>
            </a:r>
            <a:r>
              <a:rPr lang="en-US" sz="2200" dirty="0">
                <a:latin typeface="Alegreya Sans Medium" panose="00000600000000000000" pitchFamily="50" charset="0"/>
              </a:rPr>
              <a:t>  - </a:t>
            </a:r>
            <a:r>
              <a:rPr lang="en-US" sz="2200" dirty="0" smtClean="0">
                <a:latin typeface="Alegreya Sans Medium" panose="00000600000000000000" pitchFamily="50" charset="0"/>
              </a:rPr>
              <a:t>to  </a:t>
            </a:r>
            <a:r>
              <a:rPr lang="en-US" sz="2200" dirty="0">
                <a:latin typeface="Alegreya Sans Medium" panose="00000600000000000000" pitchFamily="50" charset="0"/>
              </a:rPr>
              <a:t>-  ria  </a:t>
            </a:r>
            <a:r>
              <a:rPr lang="en-US" sz="2200" dirty="0" smtClean="0">
                <a:latin typeface="Alegreya Sans Medium" panose="00000600000000000000" pitchFamily="50" charset="0"/>
              </a:rPr>
              <a:t>ten  </a:t>
            </a:r>
            <a:r>
              <a:rPr lang="en-US" sz="2200" dirty="0">
                <a:latin typeface="Alegreya Sans Medium" panose="00000600000000000000" pitchFamily="50" charset="0"/>
              </a:rPr>
              <a:t>-  </a:t>
            </a:r>
            <a:r>
              <a:rPr lang="en-US" sz="2200" dirty="0" err="1">
                <a:latin typeface="Alegreya Sans Medium" panose="00000600000000000000" pitchFamily="50" charset="0"/>
              </a:rPr>
              <a:t>drán</a:t>
            </a:r>
            <a:r>
              <a:rPr lang="en-US" sz="2200" dirty="0">
                <a:latin typeface="Alegreya Sans Medium" panose="00000600000000000000" pitchFamily="50" charset="0"/>
              </a:rPr>
              <a:t>   </a:t>
            </a:r>
            <a:r>
              <a:rPr lang="en-US" sz="2200" dirty="0" err="1">
                <a:latin typeface="Alegreya Sans Medium" panose="00000600000000000000" pitchFamily="50" charset="0"/>
              </a:rPr>
              <a:t>Aun</a:t>
            </a:r>
            <a:r>
              <a:rPr lang="en-US" sz="2200" dirty="0">
                <a:latin typeface="Alegreya Sans Medium" panose="00000600000000000000" pitchFamily="50" charset="0"/>
              </a:rPr>
              <a:t>  -  que  sus     vi   -   das   den.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249A2C-DC6F-85D2-C85B-79490A626238}"/>
              </a:ext>
            </a:extLst>
          </p:cNvPr>
          <p:cNvSpPr txBox="1"/>
          <p:nvPr/>
        </p:nvSpPr>
        <p:spPr>
          <a:xfrm>
            <a:off x="998290" y="4187504"/>
            <a:ext cx="8489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De     </a:t>
            </a:r>
            <a:r>
              <a:rPr lang="es-ES" sz="2200" dirty="0" err="1">
                <a:latin typeface="Alegreya Sans Medium" panose="00000600000000000000" pitchFamily="50" charset="0"/>
              </a:rPr>
              <a:t>gue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 err="1">
                <a:latin typeface="Alegreya Sans Medium" panose="00000600000000000000" pitchFamily="50" charset="0"/>
              </a:rPr>
              <a:t>rra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mi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ran</a:t>
            </a:r>
            <a:r>
              <a:rPr lang="es-ES" sz="2200" dirty="0" smtClean="0">
                <a:latin typeface="Alegreya Sans Medium" panose="00000600000000000000" pitchFamily="50" charset="0"/>
              </a:rPr>
              <a:t>      más     </a:t>
            </a:r>
            <a:r>
              <a:rPr lang="es-ES" sz="2200" dirty="0">
                <a:latin typeface="Alegreya Sans Medium" panose="00000600000000000000" pitchFamily="50" charset="0"/>
              </a:rPr>
              <a:t>a  - </a:t>
            </a:r>
            <a:r>
              <a:rPr lang="es-ES" sz="2200" dirty="0" err="1">
                <a:latin typeface="Alegreya Sans Medium" panose="00000600000000000000" pitchFamily="50" charset="0"/>
              </a:rPr>
              <a:t>llá</a:t>
            </a:r>
            <a:r>
              <a:rPr lang="es-ES" sz="2200" dirty="0">
                <a:latin typeface="Alegreya Sans Medium" panose="00000600000000000000" pitchFamily="50" charset="0"/>
              </a:rPr>
              <a:t>; Por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fe          su 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triun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-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fo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75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09E8BFF-BD57-BCD5-9DF1-110DB7B3F8B1}"/>
              </a:ext>
            </a:extLst>
          </p:cNvPr>
          <p:cNvSpPr txBox="1"/>
          <p:nvPr/>
        </p:nvSpPr>
        <p:spPr>
          <a:xfrm>
            <a:off x="1098957" y="1392866"/>
            <a:ext cx="85819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En         e   -  se    </a:t>
            </a:r>
            <a:r>
              <a:rPr lang="es-ES" sz="2200" dirty="0" smtClean="0">
                <a:latin typeface="Alegreya Sans Medium" panose="00000600000000000000" pitchFamily="50" charset="0"/>
              </a:rPr>
              <a:t>día  Tu </a:t>
            </a:r>
            <a:r>
              <a:rPr lang="es-ES" sz="2200" dirty="0">
                <a:latin typeface="Alegreya Sans Medium" panose="00000600000000000000" pitchFamily="50" charset="0"/>
              </a:rPr>
              <a:t>e  -  </a:t>
            </a:r>
            <a:r>
              <a:rPr lang="es-ES" sz="2200" dirty="0" err="1">
                <a:latin typeface="Alegreya Sans Medium" panose="00000600000000000000" pitchFamily="50" charset="0"/>
              </a:rPr>
              <a:t>jér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-   </a:t>
            </a:r>
            <a:r>
              <a:rPr lang="es-ES" sz="2200" dirty="0">
                <a:latin typeface="Alegreya Sans Medium" panose="00000600000000000000" pitchFamily="50" charset="0"/>
              </a:rPr>
              <a:t>ci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</a:t>
            </a:r>
            <a:r>
              <a:rPr lang="es-ES" sz="2200" dirty="0">
                <a:latin typeface="Alegreya Sans Medium" panose="00000600000000000000" pitchFamily="50" charset="0"/>
              </a:rPr>
              <a:t>to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Ya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res  - </a:t>
            </a:r>
            <a:r>
              <a:rPr lang="es-ES" sz="2200" dirty="0" smtClean="0">
                <a:latin typeface="Alegreya Sans Medium" panose="00000600000000000000" pitchFamily="50" charset="0"/>
              </a:rPr>
              <a:t>plan </a:t>
            </a:r>
            <a:r>
              <a:rPr lang="es-ES" sz="2200" dirty="0">
                <a:latin typeface="Alegreya Sans Medium" panose="00000600000000000000" pitchFamily="50" charset="0"/>
              </a:rPr>
              <a:t>- de  - </a:t>
            </a:r>
            <a:r>
              <a:rPr lang="es-ES" sz="2200" dirty="0" smtClean="0">
                <a:latin typeface="Alegreya Sans Medium" panose="00000600000000000000" pitchFamily="50" charset="0"/>
              </a:rPr>
              <a:t>ce  </a:t>
            </a:r>
            <a:r>
              <a:rPr lang="es-ES" sz="2200" dirty="0">
                <a:latin typeface="Alegreya Sans Medium" panose="00000600000000000000" pitchFamily="50" charset="0"/>
              </a:rPr>
              <a:t>-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endParaRPr lang="es-ES" sz="2200" dirty="0">
              <a:latin typeface="Alegreya Sans Medium" panose="000006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47CC976-909F-459F-DC5E-ED99D0897F7D}"/>
              </a:ext>
            </a:extLst>
          </p:cNvPr>
          <p:cNvSpPr txBox="1"/>
          <p:nvPr/>
        </p:nvSpPr>
        <p:spPr>
          <a:xfrm>
            <a:off x="1098956" y="4288173"/>
            <a:ext cx="8791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En</a:t>
            </a:r>
            <a:r>
              <a:rPr lang="en-US" sz="2200" dirty="0">
                <a:latin typeface="Alegreya Sans Medium" panose="00000600000000000000" pitchFamily="50" charset="0"/>
              </a:rPr>
              <a:t>     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tú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>
                <a:latin typeface="Alegreya Sans Medium" panose="00000600000000000000" pitchFamily="50" charset="0"/>
              </a:rPr>
              <a:t>-   </a:t>
            </a:r>
            <a:r>
              <a:rPr lang="en-US" sz="2200" dirty="0" err="1">
                <a:latin typeface="Alegreya Sans Medium" panose="00000600000000000000" pitchFamily="50" charset="0"/>
              </a:rPr>
              <a:t>ni</a:t>
            </a:r>
            <a:r>
              <a:rPr lang="en-US" sz="2200" dirty="0">
                <a:latin typeface="Alegreya Sans Medium" panose="00000600000000000000" pitchFamily="50" charset="0"/>
              </a:rPr>
              <a:t> - </a:t>
            </a:r>
            <a:r>
              <a:rPr lang="en-US" sz="2200" dirty="0" err="1">
                <a:latin typeface="Alegreya Sans Medium" panose="00000600000000000000" pitchFamily="50" charset="0"/>
              </a:rPr>
              <a:t>cas</a:t>
            </a:r>
            <a:r>
              <a:rPr lang="en-US" sz="2200" dirty="0">
                <a:latin typeface="Alegreya Sans Medium" panose="00000600000000000000" pitchFamily="50" charset="0"/>
              </a:rPr>
              <a:t>     de    </a:t>
            </a:r>
            <a:r>
              <a:rPr lang="en-US" sz="2200" dirty="0" smtClean="0">
                <a:latin typeface="Alegreya Sans Medium" panose="00000600000000000000" pitchFamily="50" charset="0"/>
              </a:rPr>
              <a:t>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ven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>
                <a:latin typeface="Alegreya Sans Medium" panose="00000600000000000000" pitchFamily="50" charset="0"/>
              </a:rPr>
              <a:t>-  </a:t>
            </a:r>
            <a:r>
              <a:rPr lang="en-US" sz="2200" dirty="0" err="1">
                <a:latin typeface="Alegreya Sans Medium" panose="00000600000000000000" pitchFamily="50" charset="0"/>
              </a:rPr>
              <a:t>ce</a:t>
            </a:r>
            <a:r>
              <a:rPr lang="en-US" sz="2200" dirty="0">
                <a:latin typeface="Alegreya Sans Medium" panose="00000600000000000000" pitchFamily="50" charset="0"/>
              </a:rPr>
              <a:t>   -   </a:t>
            </a:r>
            <a:r>
              <a:rPr lang="en-US" sz="2200" dirty="0" err="1">
                <a:latin typeface="Alegreya Sans Medium" panose="00000600000000000000" pitchFamily="50" charset="0"/>
              </a:rPr>
              <a:t>dor.</a:t>
            </a:r>
            <a:r>
              <a:rPr lang="en-US" sz="2200" dirty="0">
                <a:latin typeface="Alegreya Sans Medium" panose="00000600000000000000" pitchFamily="50" charset="0"/>
              </a:rPr>
              <a:t>   </a:t>
            </a:r>
            <a:r>
              <a:rPr lang="en-US" sz="2200" dirty="0" smtClean="0">
                <a:latin typeface="Alegreya Sans Medium" panose="00000600000000000000" pitchFamily="50" charset="0"/>
              </a:rPr>
              <a:t>¡</a:t>
            </a:r>
            <a:r>
              <a:rPr lang="en-US" sz="2200" dirty="0">
                <a:latin typeface="Alegreya Sans Medium" panose="00000600000000000000" pitchFamily="50" charset="0"/>
              </a:rPr>
              <a:t>La   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glo</a:t>
            </a:r>
            <a:r>
              <a:rPr lang="en-US" sz="2200" dirty="0" smtClean="0">
                <a:latin typeface="Alegreya Sans Medium" panose="00000600000000000000" pitchFamily="50" charset="0"/>
              </a:rPr>
              <a:t>-ria </a:t>
            </a:r>
            <a:r>
              <a:rPr lang="en-US" sz="2200" dirty="0">
                <a:latin typeface="Alegreya Sans Medium" panose="00000600000000000000" pitchFamily="50" charset="0"/>
              </a:rPr>
              <a:t>a   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Ti</a:t>
            </a:r>
            <a:r>
              <a:rPr lang="en-US" sz="2200" smtClean="0">
                <a:latin typeface="Alegreya Sans Medium" panose="00000600000000000000" pitchFamily="50" charset="0"/>
              </a:rPr>
              <a:t>         </a:t>
            </a:r>
            <a:r>
              <a:rPr lang="en-US" sz="2200" dirty="0">
                <a:latin typeface="Alegreya Sans Medium" panose="00000600000000000000" pitchFamily="50" charset="0"/>
              </a:rPr>
              <a:t>da  -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1803</TotalTime>
  <Words>297</Words>
  <Application>Microsoft Office PowerPoint</Application>
  <PresentationFormat>On-screen Show (4:3)</PresentationFormat>
  <Paragraphs>21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Esther Eubanks</cp:lastModifiedBy>
  <cp:revision>12</cp:revision>
  <dcterms:created xsi:type="dcterms:W3CDTF">2019-09-13T22:29:37Z</dcterms:created>
  <dcterms:modified xsi:type="dcterms:W3CDTF">2024-04-23T13:58:56Z</dcterms:modified>
</cp:coreProperties>
</file>