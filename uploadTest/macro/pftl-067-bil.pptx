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12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BE9E7-F130-471C-8708-8846D01ACD02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53CD1-1A57-4A5D-AFEA-45AEE3201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9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2400x1800x067/pftl-067-001.png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73988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2400x1800x067/pftl-067-002.png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45672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2400x1800x067/pftl-067-003.png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127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2400x1800x067/pftl-067-004.png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67435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2400x1800x067/pftl-067-005.png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77827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2400x1800x067/pftl-067-006.png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07143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2400x1800x067/pftl-067-007.png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61857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2400x1800x067/pftl-067-008.png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11912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=""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=""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5/29/2024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Tu </a:t>
            </a:r>
            <a:r>
              <a:rPr lang="en-US" dirty="0" err="1"/>
              <a:t>vida</a:t>
            </a:r>
            <a:r>
              <a:rPr lang="en-US" dirty="0"/>
              <a:t> </a:t>
            </a:r>
            <a:r>
              <a:rPr lang="en-US" dirty="0" err="1"/>
              <a:t>rota</a:t>
            </a:r>
            <a:r>
              <a:rPr lang="en-US" dirty="0"/>
              <a:t> </a:t>
            </a:r>
            <a:r>
              <a:rPr lang="en-US" dirty="0" err="1"/>
              <a:t>trae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Palabras</a:t>
            </a:r>
            <a:r>
              <a:rPr dirty="0"/>
              <a:t>: Thomas O. Chisholm / M</a:t>
            </a:r>
            <a:r>
              <a:rPr lang="es-419" dirty="0"/>
              <a:t>ú</a:t>
            </a:r>
            <a:r>
              <a:rPr dirty="0"/>
              <a:t>sic</a:t>
            </a:r>
            <a:r>
              <a:rPr lang="es-419" dirty="0"/>
              <a:t>a</a:t>
            </a:r>
            <a:r>
              <a:rPr dirty="0"/>
              <a:t>: Lloyd O. Sanderson</a:t>
            </a:r>
            <a:br>
              <a:rPr dirty="0"/>
            </a:br>
            <a:r>
              <a:rPr lang="es-419" dirty="0"/>
              <a:t>Los Derechos De Autor</a:t>
            </a:r>
            <a:r>
              <a:rPr dirty="0"/>
              <a:t> © 1935, </a:t>
            </a:r>
            <a:r>
              <a:rPr lang="es-419" dirty="0"/>
              <a:t>Renovado</a:t>
            </a:r>
            <a:r>
              <a:rPr dirty="0"/>
              <a:t> 1963 </a:t>
            </a:r>
            <a:r>
              <a:rPr lang="es-419" dirty="0"/>
              <a:t>por</a:t>
            </a:r>
            <a:r>
              <a:rPr dirty="0"/>
              <a:t> L. O. Sanderson, Leon B. Sanderson, </a:t>
            </a:r>
            <a:r>
              <a:rPr lang="es-419" dirty="0"/>
              <a:t>Dueño</a:t>
            </a:r>
            <a:r>
              <a:rPr dirty="0"/>
              <a:t>.</a:t>
            </a:r>
            <a:br>
              <a:rPr dirty="0"/>
            </a:br>
            <a:r>
              <a:rPr lang="es-419" dirty="0"/>
              <a:t>Todos Los Derechos Reservados</a:t>
            </a:r>
            <a:r>
              <a:rPr dirty="0"/>
              <a:t>.</a:t>
            </a:r>
            <a:r>
              <a:rPr lang="es-419" dirty="0"/>
              <a:t>Utilizado Por Permiso</a:t>
            </a:r>
            <a:r>
              <a:rPr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30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E743087-F847-4AFB-A881-7DE75E4E1DE7}"/>
              </a:ext>
            </a:extLst>
          </p:cNvPr>
          <p:cNvSpPr/>
          <p:nvPr/>
        </p:nvSpPr>
        <p:spPr>
          <a:xfrm>
            <a:off x="1468072" y="1348040"/>
            <a:ext cx="779234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Tu              vi      -      da         ro     -  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trae  </a:t>
            </a:r>
            <a:r>
              <a:rPr lang="es-ES" sz="2200" dirty="0">
                <a:latin typeface="Alegreya Sans Medium" panose="00000600000000000000" pitchFamily="50" charset="0"/>
              </a:rPr>
              <a:t>Que a   -  </a:t>
            </a:r>
            <a:r>
              <a:rPr lang="es-ES" sz="2200" dirty="0" err="1">
                <a:latin typeface="Alegreya Sans Medium" panose="00000600000000000000" pitchFamily="50" charset="0"/>
              </a:rPr>
              <a:t>rrui</a:t>
            </a:r>
            <a:r>
              <a:rPr lang="es-ES" sz="2200" dirty="0">
                <a:latin typeface="Alegreya Sans Medium" panose="00000600000000000000" pitchFamily="50" charset="0"/>
              </a:rPr>
              <a:t>  -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 err="1">
                <a:latin typeface="Alegreya Sans Medium" panose="00000600000000000000" pitchFamily="50" charset="0"/>
              </a:rPr>
              <a:t>nó</a:t>
            </a:r>
            <a:r>
              <a:rPr lang="es-ES" sz="2200" dirty="0">
                <a:latin typeface="Alegreya Sans Medium" panose="00000600000000000000" pitchFamily="50" charset="0"/>
              </a:rPr>
              <a:t> el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mal.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E571097-8722-4F9D-AB0A-28028D08D3C6}"/>
              </a:ext>
            </a:extLst>
          </p:cNvPr>
          <p:cNvSpPr/>
          <p:nvPr/>
        </p:nvSpPr>
        <p:spPr>
          <a:xfrm>
            <a:off x="880844" y="4036814"/>
            <a:ext cx="803665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 smtClean="0">
                <a:latin typeface="Alegreya Sans Medium" panose="00000600000000000000" pitchFamily="50" charset="0"/>
              </a:rPr>
              <a:t> Dios         </a:t>
            </a:r>
            <a:r>
              <a:rPr lang="es-ES" sz="2200" dirty="0">
                <a:latin typeface="Alegreya Sans Medium" panose="00000600000000000000" pitchFamily="50" charset="0"/>
              </a:rPr>
              <a:t>la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</a:t>
            </a:r>
            <a:r>
              <a:rPr lang="es-ES" sz="2200" dirty="0">
                <a:latin typeface="Alegreya Sans Medium" panose="00000600000000000000" pitchFamily="50" charset="0"/>
              </a:rPr>
              <a:t>re      -     no    -   va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 err="1">
                <a:latin typeface="Alegreya Sans Medium" panose="00000600000000000000" pitchFamily="50" charset="0"/>
              </a:rPr>
              <a:t>rá</a:t>
            </a:r>
            <a:r>
              <a:rPr lang="es-ES" sz="2200" dirty="0">
                <a:latin typeface="Alegreya Sans Medium" panose="00000600000000000000" pitchFamily="50" charset="0"/>
              </a:rPr>
              <a:t>;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</a:t>
            </a:r>
            <a:r>
              <a:rPr lang="es-ES" sz="2200" dirty="0">
                <a:latin typeface="Alegreya Sans Medium" panose="00000600000000000000" pitchFamily="50" charset="0"/>
              </a:rPr>
              <a:t>Te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   </a:t>
            </a:r>
            <a:r>
              <a:rPr lang="es-ES" sz="2200" dirty="0" err="1">
                <a:latin typeface="Alegreya Sans Medium" panose="00000600000000000000" pitchFamily="50" charset="0"/>
              </a:rPr>
              <a:t>sa</a:t>
            </a:r>
            <a:r>
              <a:rPr lang="es-ES" sz="2200" dirty="0">
                <a:latin typeface="Alegreya Sans Medium" panose="00000600000000000000" pitchFamily="50" charset="0"/>
              </a:rPr>
              <a:t>    -   na     -     </a:t>
            </a:r>
            <a:r>
              <a:rPr lang="es-ES" sz="2200" dirty="0" err="1">
                <a:latin typeface="Alegreya Sans Medium" panose="00000600000000000000" pitchFamily="50" charset="0"/>
              </a:rPr>
              <a:t>rá</a:t>
            </a:r>
            <a:r>
              <a:rPr lang="es-E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940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9F7DA5D-8672-4F38-8EB5-230EBEF0F311}"/>
              </a:ext>
            </a:extLst>
          </p:cNvPr>
          <p:cNvSpPr/>
          <p:nvPr/>
        </p:nvSpPr>
        <p:spPr>
          <a:xfrm>
            <a:off x="952676" y="1411265"/>
            <a:ext cx="784060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Alegreya Sans Medium" panose="00000600000000000000" pitchFamily="50" charset="0"/>
              </a:rPr>
              <a:t> A      </a:t>
            </a:r>
            <a:r>
              <a:rPr lang="en-US" sz="2200" dirty="0">
                <a:latin typeface="Alegreya Sans Medium" panose="00000600000000000000" pitchFamily="50" charset="0"/>
              </a:rPr>
              <a:t>-     </a:t>
            </a:r>
            <a:r>
              <a:rPr lang="en-US" sz="2200" dirty="0" err="1">
                <a:latin typeface="Alegreya Sans Medium" panose="00000600000000000000" pitchFamily="50" charset="0"/>
              </a:rPr>
              <a:t>ños</a:t>
            </a:r>
            <a:r>
              <a:rPr lang="en-US" sz="2200" dirty="0">
                <a:latin typeface="Alegreya Sans Medium" panose="00000600000000000000" pitchFamily="50" charset="0"/>
              </a:rPr>
              <a:t>  </a:t>
            </a:r>
            <a:r>
              <a:rPr lang="en-US" sz="2200" dirty="0" smtClean="0">
                <a:latin typeface="Alegreya Sans Medium" panose="00000600000000000000" pitchFamily="50" charset="0"/>
              </a:rPr>
              <a:t>      </a:t>
            </a:r>
            <a:r>
              <a:rPr lang="en-US" sz="2200" dirty="0">
                <a:latin typeface="Alegreya Sans Medium" panose="00000600000000000000" pitchFamily="50" charset="0"/>
              </a:rPr>
              <a:t>de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va</a:t>
            </a:r>
            <a:r>
              <a:rPr lang="en-US" sz="2200" dirty="0">
                <a:latin typeface="Alegreya Sans Medium" panose="00000600000000000000" pitchFamily="50" charset="0"/>
              </a:rPr>
              <a:t>      -      </a:t>
            </a:r>
            <a:r>
              <a:rPr lang="en-US" sz="2200" dirty="0" err="1">
                <a:latin typeface="Alegreya Sans Medium" panose="00000600000000000000" pitchFamily="50" charset="0"/>
              </a:rPr>
              <a:t>ni</a:t>
            </a:r>
            <a:r>
              <a:rPr lang="en-US" sz="2200" dirty="0">
                <a:latin typeface="Alegreya Sans Medium" panose="00000600000000000000" pitchFamily="50" charset="0"/>
              </a:rPr>
              <a:t>     -    dad      </a:t>
            </a:r>
            <a:r>
              <a:rPr lang="en-US" sz="2200" dirty="0" smtClean="0">
                <a:latin typeface="Alegreya Sans Medium" panose="00000600000000000000" pitchFamily="50" charset="0"/>
              </a:rPr>
              <a:t>   </a:t>
            </a:r>
            <a:r>
              <a:rPr lang="en-US" sz="2200" dirty="0">
                <a:latin typeface="Alegreya Sans Medium" panose="00000600000000000000" pitchFamily="50" charset="0"/>
              </a:rPr>
              <a:t>Res </a:t>
            </a:r>
            <a:r>
              <a:rPr lang="en-US" sz="2200" dirty="0" smtClean="0">
                <a:latin typeface="Alegreya Sans Medium" panose="00000600000000000000" pitchFamily="50" charset="0"/>
              </a:rPr>
              <a:t>   </a:t>
            </a:r>
            <a:r>
              <a:rPr lang="en-US" sz="2200" dirty="0">
                <a:latin typeface="Alegreya Sans Medium" panose="00000600000000000000" pitchFamily="50" charset="0"/>
              </a:rPr>
              <a:t>-    tau     - </a:t>
            </a:r>
            <a:r>
              <a:rPr lang="en-US" sz="2200" dirty="0" smtClean="0">
                <a:latin typeface="Alegreya Sans Medium" panose="00000600000000000000" pitchFamily="50" charset="0"/>
              </a:rPr>
              <a:t>   </a:t>
            </a:r>
            <a:r>
              <a:rPr lang="en-US" sz="2200" dirty="0" err="1">
                <a:latin typeface="Alegreya Sans Medium" panose="00000600000000000000" pitchFamily="50" charset="0"/>
              </a:rPr>
              <a:t>ra</a:t>
            </a:r>
            <a:r>
              <a:rPr lang="en-US" sz="2200" dirty="0">
                <a:latin typeface="Alegreya Sans Medium" panose="00000600000000000000" pitchFamily="50" charset="0"/>
              </a:rPr>
              <a:t>   </a:t>
            </a:r>
            <a:r>
              <a:rPr lang="en-US" sz="2200" dirty="0" smtClean="0">
                <a:latin typeface="Alegreya Sans Medium" panose="00000600000000000000" pitchFamily="50" charset="0"/>
              </a:rPr>
              <a:t>  </a:t>
            </a:r>
            <a:r>
              <a:rPr lang="en-US" sz="2200" dirty="0">
                <a:latin typeface="Alegreya Sans Medium" panose="00000600000000000000" pitchFamily="50" charset="0"/>
              </a:rPr>
              <a:t>-  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A16F61BB-F822-4992-B950-9CEBACCD400B}"/>
              </a:ext>
            </a:extLst>
          </p:cNvPr>
          <p:cNvSpPr/>
          <p:nvPr/>
        </p:nvSpPr>
        <p:spPr>
          <a:xfrm>
            <a:off x="1065402" y="4054231"/>
            <a:ext cx="827993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Y            de 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tu  i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>
                <a:latin typeface="Alegreya Sans Medium" panose="00000600000000000000" pitchFamily="50" charset="0"/>
              </a:rPr>
              <a:t>-  ni    -  </a:t>
            </a:r>
            <a:r>
              <a:rPr lang="es-ES" sz="2200" dirty="0" err="1">
                <a:latin typeface="Alegreya Sans Medium" panose="00000600000000000000" pitchFamily="50" charset="0"/>
              </a:rPr>
              <a:t>qui</a:t>
            </a:r>
            <a:r>
              <a:rPr lang="es-ES" sz="2200" dirty="0">
                <a:latin typeface="Alegreya Sans Medium" panose="00000600000000000000" pitchFamily="50" charset="0"/>
              </a:rPr>
              <a:t>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-   dad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No      se  a   -   </a:t>
            </a:r>
            <a:r>
              <a:rPr lang="es-ES" sz="2200" dirty="0" err="1">
                <a:latin typeface="Alegreya Sans Medium" panose="00000600000000000000" pitchFamily="50" charset="0"/>
              </a:rPr>
              <a:t>cor</a:t>
            </a:r>
            <a:r>
              <a:rPr lang="es-ES" sz="2200" dirty="0">
                <a:latin typeface="Alegreya Sans Medium" panose="00000600000000000000" pitchFamily="50" charset="0"/>
              </a:rPr>
              <a:t>    - 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>
                <a:latin typeface="Alegreya Sans Medium" panose="00000600000000000000" pitchFamily="50" charset="0"/>
              </a:rPr>
              <a:t>da      -      </a:t>
            </a:r>
            <a:r>
              <a:rPr lang="es-ES" sz="2200" dirty="0" err="1">
                <a:latin typeface="Alegreya Sans Medium" panose="00000600000000000000" pitchFamily="50" charset="0"/>
              </a:rPr>
              <a:t>rá</a:t>
            </a:r>
            <a:r>
              <a:rPr lang="es-E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844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82DDD99-9CC6-4B48-AA61-6E103960EB47}"/>
              </a:ext>
            </a:extLst>
          </p:cNvPr>
          <p:cNvSpPr/>
          <p:nvPr/>
        </p:nvSpPr>
        <p:spPr>
          <a:xfrm>
            <a:off x="1417739" y="1311031"/>
            <a:ext cx="786887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 err="1">
                <a:latin typeface="Alegreya Sans Medium" panose="00000600000000000000" pitchFamily="50" charset="0"/>
              </a:rPr>
              <a:t>Tráe</a:t>
            </a:r>
            <a:r>
              <a:rPr lang="es-ES" sz="2200" dirty="0">
                <a:latin typeface="Alegreya Sans Medium" panose="00000600000000000000" pitchFamily="50" charset="0"/>
              </a:rPr>
              <a:t>    -   le            to    -   do       tu  a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 err="1">
                <a:latin typeface="Alegreya Sans Medium" panose="00000600000000000000" pitchFamily="50" charset="0"/>
              </a:rPr>
              <a:t>fán</a:t>
            </a:r>
            <a:r>
              <a:rPr lang="es-ES" sz="2200" dirty="0">
                <a:latin typeface="Alegreya Sans Medium" panose="00000600000000000000" pitchFamily="50" charset="0"/>
              </a:rPr>
              <a:t>,  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To  </a:t>
            </a:r>
            <a:r>
              <a:rPr lang="es-ES" sz="2200" dirty="0" smtClean="0">
                <a:latin typeface="Alegreya Sans Medium" panose="00000600000000000000" pitchFamily="50" charset="0"/>
              </a:rPr>
              <a:t> -  </a:t>
            </a:r>
            <a:r>
              <a:rPr lang="es-ES" sz="2200" dirty="0">
                <a:latin typeface="Alegreya Sans Medium" panose="00000600000000000000" pitchFamily="50" charset="0"/>
              </a:rPr>
              <a:t>da </a:t>
            </a:r>
            <a:r>
              <a:rPr lang="es-ES" sz="2200" dirty="0" err="1">
                <a:latin typeface="Alegreya Sans Medium" panose="00000600000000000000" pitchFamily="50" charset="0"/>
              </a:rPr>
              <a:t>an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sie</a:t>
            </a:r>
            <a:r>
              <a:rPr lang="es-ES" sz="2200" dirty="0">
                <a:latin typeface="Alegreya Sans Medium" panose="00000600000000000000" pitchFamily="50" charset="0"/>
              </a:rPr>
              <a:t>      -     </a:t>
            </a:r>
            <a:r>
              <a:rPr lang="es-ES" sz="2200" dirty="0" smtClean="0">
                <a:latin typeface="Alegreya Sans Medium" panose="00000600000000000000" pitchFamily="50" charset="0"/>
              </a:rPr>
              <a:t>dad;</a:t>
            </a:r>
            <a:endParaRPr lang="es-E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FB76C13-B817-41FD-BDF4-C15B5F251BCF}"/>
              </a:ext>
            </a:extLst>
          </p:cNvPr>
          <p:cNvSpPr/>
          <p:nvPr/>
        </p:nvSpPr>
        <p:spPr>
          <a:xfrm>
            <a:off x="981512" y="4028105"/>
            <a:ext cx="80953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Pe    -    que  -  </a:t>
            </a:r>
            <a:r>
              <a:rPr lang="es-ES" sz="2200" dirty="0" err="1">
                <a:latin typeface="Alegreya Sans Medium" panose="00000600000000000000" pitchFamily="50" charset="0"/>
              </a:rPr>
              <a:t>ño</a:t>
            </a:r>
            <a:r>
              <a:rPr lang="es-ES" sz="2200" dirty="0">
                <a:latin typeface="Alegreya Sans Medium" panose="00000600000000000000" pitchFamily="50" charset="0"/>
              </a:rPr>
              <a:t>  o       </a:t>
            </a:r>
            <a:r>
              <a:rPr lang="es-ES" sz="2200" dirty="0" smtClean="0">
                <a:latin typeface="Alegreya Sans Medium" panose="00000600000000000000" pitchFamily="50" charset="0"/>
              </a:rPr>
              <a:t>gran    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de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sea,        </a:t>
            </a:r>
            <a:r>
              <a:rPr lang="es-ES" sz="2200" dirty="0" err="1">
                <a:latin typeface="Alegreya Sans Medium" panose="00000600000000000000" pitchFamily="50" charset="0"/>
              </a:rPr>
              <a:t>Tráe</a:t>
            </a:r>
            <a:r>
              <a:rPr lang="es-ES" sz="2200" dirty="0">
                <a:latin typeface="Alegreya Sans Medium" panose="00000600000000000000" pitchFamily="50" charset="0"/>
              </a:rPr>
              <a:t>    </a:t>
            </a:r>
            <a:r>
              <a:rPr lang="es-ES" sz="2200" dirty="0" smtClean="0">
                <a:latin typeface="Alegreya Sans Medium" panose="00000600000000000000" pitchFamily="50" charset="0"/>
              </a:rPr>
              <a:t>-     </a:t>
            </a:r>
            <a:r>
              <a:rPr lang="es-ES" sz="2200" dirty="0">
                <a:latin typeface="Alegreya Sans Medium" panose="00000600000000000000" pitchFamily="50" charset="0"/>
              </a:rPr>
              <a:t>se     -    lo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  </a:t>
            </a:r>
            <a:r>
              <a:rPr lang="es-ES" sz="2200" dirty="0">
                <a:latin typeface="Alegreya Sans Medium" panose="00000600000000000000" pitchFamily="50" charset="0"/>
              </a:rPr>
              <a:t>ya.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045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8104510-549C-4E7E-89E1-8C937EECC43A}"/>
              </a:ext>
            </a:extLst>
          </p:cNvPr>
          <p:cNvSpPr/>
          <p:nvPr/>
        </p:nvSpPr>
        <p:spPr>
          <a:xfrm>
            <a:off x="897622" y="1424242"/>
            <a:ext cx="801995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err="1">
                <a:latin typeface="Alegreya Sans Medium" panose="00000600000000000000" pitchFamily="50" charset="0"/>
              </a:rPr>
              <a:t>Tráe</a:t>
            </a:r>
            <a:r>
              <a:rPr lang="en-US" sz="2200" dirty="0">
                <a:latin typeface="Alegreya Sans Medium" panose="00000600000000000000" pitchFamily="50" charset="0"/>
              </a:rPr>
              <a:t>    -    le             to    -    da  in </a:t>
            </a:r>
            <a:r>
              <a:rPr lang="en-US" sz="2200" dirty="0" smtClean="0">
                <a:latin typeface="Alegreya Sans Medium" panose="00000600000000000000" pitchFamily="50" charset="0"/>
              </a:rPr>
              <a:t> </a:t>
            </a:r>
            <a:r>
              <a:rPr lang="en-US" sz="2200" dirty="0">
                <a:latin typeface="Alegreya Sans Medium" panose="00000600000000000000" pitchFamily="50" charset="0"/>
              </a:rPr>
              <a:t>- </a:t>
            </a:r>
            <a:r>
              <a:rPr lang="en-US" sz="2200" dirty="0" smtClean="0">
                <a:latin typeface="Alegreya Sans Medium" panose="00000600000000000000" pitchFamily="50" charset="0"/>
              </a:rPr>
              <a:t> </a:t>
            </a:r>
            <a:r>
              <a:rPr lang="en-US" sz="2200" dirty="0" err="1">
                <a:latin typeface="Alegreya Sans Medium" panose="00000600000000000000" pitchFamily="50" charset="0"/>
              </a:rPr>
              <a:t>quie</a:t>
            </a:r>
            <a:r>
              <a:rPr lang="en-US" sz="2200" dirty="0">
                <a:latin typeface="Alegreya Sans Medium" panose="00000600000000000000" pitchFamily="50" charset="0"/>
              </a:rPr>
              <a:t>   -   </a:t>
            </a:r>
            <a:r>
              <a:rPr lang="en-US" sz="2200" dirty="0" err="1">
                <a:latin typeface="Alegreya Sans Medium" panose="00000600000000000000" pitchFamily="50" charset="0"/>
              </a:rPr>
              <a:t>tud</a:t>
            </a:r>
            <a:r>
              <a:rPr lang="en-US" sz="2200" dirty="0">
                <a:latin typeface="Alegreya Sans Medium" panose="00000600000000000000" pitchFamily="50" charset="0"/>
              </a:rPr>
              <a:t>,       To </a:t>
            </a:r>
            <a:r>
              <a:rPr lang="en-US" sz="2200" dirty="0" smtClean="0">
                <a:latin typeface="Alegreya Sans Medium" panose="00000600000000000000" pitchFamily="50" charset="0"/>
              </a:rPr>
              <a:t>    </a:t>
            </a:r>
            <a:r>
              <a:rPr lang="en-US" sz="2200" dirty="0">
                <a:latin typeface="Alegreya Sans Medium" panose="00000600000000000000" pitchFamily="50" charset="0"/>
              </a:rPr>
              <a:t>-      do            </a:t>
            </a:r>
            <a:r>
              <a:rPr lang="en-US" sz="2200" dirty="0" err="1">
                <a:latin typeface="Alegreya Sans Medium" panose="00000600000000000000" pitchFamily="50" charset="0"/>
              </a:rPr>
              <a:t>te</a:t>
            </a:r>
            <a:r>
              <a:rPr lang="en-US" sz="2200" dirty="0">
                <a:latin typeface="Alegreya Sans Medium" panose="00000600000000000000" pitchFamily="50" charset="0"/>
              </a:rPr>
              <a:t>    -    mor.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BDEC73B-4318-412A-9C25-7DCBD914BED7}"/>
              </a:ext>
            </a:extLst>
          </p:cNvPr>
          <p:cNvSpPr/>
          <p:nvPr/>
        </p:nvSpPr>
        <p:spPr>
          <a:xfrm>
            <a:off x="973123" y="4158734"/>
            <a:ext cx="794445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Tu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men</a:t>
            </a:r>
            <a:r>
              <a:rPr lang="es-ES" sz="2200" dirty="0" smtClean="0">
                <a:latin typeface="Alegreya Sans Medium" panose="00000600000000000000" pitchFamily="50" charset="0"/>
              </a:rPr>
              <a:t> -  </a:t>
            </a:r>
            <a:r>
              <a:rPr lang="es-ES" sz="2200" dirty="0">
                <a:latin typeface="Alegreya Sans Medium" panose="00000600000000000000" pitchFamily="50" charset="0"/>
              </a:rPr>
              <a:t>te a   </a:t>
            </a:r>
            <a:r>
              <a:rPr lang="es-ES" sz="2200" dirty="0" smtClean="0">
                <a:latin typeface="Alegreya Sans Medium" panose="00000600000000000000" pitchFamily="50" charset="0"/>
              </a:rPr>
              <a:t>-   </a:t>
            </a:r>
            <a:r>
              <a:rPr lang="es-ES" sz="2200" dirty="0">
                <a:latin typeface="Alegreya Sans Medium" panose="00000600000000000000" pitchFamily="50" charset="0"/>
              </a:rPr>
              <a:t>li      -   </a:t>
            </a:r>
            <a:r>
              <a:rPr lang="es-ES" sz="2200" dirty="0" err="1">
                <a:latin typeface="Alegreya Sans Medium" panose="00000600000000000000" pitchFamily="50" charset="0"/>
              </a:rPr>
              <a:t>via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-    </a:t>
            </a:r>
            <a:r>
              <a:rPr lang="es-ES" sz="2200" dirty="0" err="1">
                <a:latin typeface="Alegreya Sans Medium" panose="00000600000000000000" pitchFamily="50" charset="0"/>
              </a:rPr>
              <a:t>rá</a:t>
            </a:r>
            <a:r>
              <a:rPr lang="es-ES" sz="2200" dirty="0">
                <a:latin typeface="Alegreya Sans Medium" panose="00000600000000000000" pitchFamily="50" charset="0"/>
              </a:rPr>
              <a:t>  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El       </a:t>
            </a:r>
            <a:r>
              <a:rPr lang="es-ES" sz="2200" dirty="0">
                <a:latin typeface="Alegreya Sans Medium" panose="00000600000000000000" pitchFamily="50" charset="0"/>
              </a:rPr>
              <a:t>Con     -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so    -    la      - 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 err="1">
                <a:latin typeface="Alegreya Sans Medium" panose="00000600000000000000" pitchFamily="50" charset="0"/>
              </a:rPr>
              <a:t>dor</a:t>
            </a:r>
            <a:r>
              <a:rPr lang="es-E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30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81A2DB5E-62F4-44B5-A3AE-75AED3B404D7}"/>
              </a:ext>
            </a:extLst>
          </p:cNvPr>
          <p:cNvSpPr/>
          <p:nvPr/>
        </p:nvSpPr>
        <p:spPr>
          <a:xfrm>
            <a:off x="1320800" y="1302322"/>
            <a:ext cx="7823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Ven,     si  a    -    </a:t>
            </a:r>
            <a:r>
              <a:rPr lang="es-ES" sz="2200" dirty="0" err="1">
                <a:latin typeface="Alegreya Sans Medium" panose="00000600000000000000" pitchFamily="50" charset="0"/>
              </a:rPr>
              <a:t>go</a:t>
            </a:r>
            <a:r>
              <a:rPr lang="es-ES" sz="2200" dirty="0">
                <a:latin typeface="Alegreya Sans Medium" panose="00000600000000000000" pitchFamily="50" charset="0"/>
              </a:rPr>
              <a:t>    -  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 -  do  es </a:t>
            </a:r>
            <a:r>
              <a:rPr lang="es-ES" sz="2200" dirty="0" smtClean="0">
                <a:latin typeface="Alegreya Sans Medium" panose="00000600000000000000" pitchFamily="50" charset="0"/>
              </a:rPr>
              <a:t>-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tás</a:t>
            </a:r>
            <a:r>
              <a:rPr lang="es-ES" sz="2200" dirty="0">
                <a:latin typeface="Alegreya Sans Medium" panose="00000600000000000000" pitchFamily="50" charset="0"/>
              </a:rPr>
              <a:t>;        Des   -   can  -  so </a:t>
            </a:r>
            <a:r>
              <a:rPr lang="es-ES" sz="2200" dirty="0" smtClean="0">
                <a:latin typeface="Alegreya Sans Medium" panose="00000600000000000000" pitchFamily="50" charset="0"/>
              </a:rPr>
              <a:t>Él           </a:t>
            </a:r>
            <a:r>
              <a:rPr lang="es-ES" sz="2200" dirty="0">
                <a:latin typeface="Alegreya Sans Medium" panose="00000600000000000000" pitchFamily="50" charset="0"/>
              </a:rPr>
              <a:t>da.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06001E5-6A63-48A9-A9D9-A8943C2B881D}"/>
              </a:ext>
            </a:extLst>
          </p:cNvPr>
          <p:cNvSpPr/>
          <p:nvPr/>
        </p:nvSpPr>
        <p:spPr>
          <a:xfrm>
            <a:off x="939173" y="4010688"/>
            <a:ext cx="87585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err="1">
                <a:latin typeface="Alegreya Sans Medium" panose="00000600000000000000" pitchFamily="50" charset="0"/>
              </a:rPr>
              <a:t>Tráe</a:t>
            </a:r>
            <a:r>
              <a:rPr lang="en-US" sz="2200" dirty="0">
                <a:latin typeface="Alegreya Sans Medium" panose="00000600000000000000" pitchFamily="50" charset="0"/>
              </a:rPr>
              <a:t>    -   </a:t>
            </a:r>
            <a:r>
              <a:rPr lang="en-US" sz="2200" dirty="0" smtClean="0">
                <a:latin typeface="Alegreya Sans Medium" panose="00000600000000000000" pitchFamily="50" charset="0"/>
              </a:rPr>
              <a:t>le          </a:t>
            </a:r>
            <a:r>
              <a:rPr lang="en-US" sz="2200" dirty="0" err="1">
                <a:latin typeface="Alegreya Sans Medium" panose="00000600000000000000" pitchFamily="50" charset="0"/>
              </a:rPr>
              <a:t>tus</a:t>
            </a:r>
            <a:r>
              <a:rPr lang="en-US" sz="2200" dirty="0">
                <a:latin typeface="Alegreya Sans Medium" panose="00000600000000000000" pitchFamily="50" charset="0"/>
              </a:rPr>
              <a:t>        </a:t>
            </a:r>
            <a:r>
              <a:rPr lang="en-US" sz="2200" dirty="0" smtClean="0">
                <a:latin typeface="Alegreya Sans Medium" panose="00000600000000000000" pitchFamily="50" charset="0"/>
              </a:rPr>
              <a:t>     </a:t>
            </a:r>
            <a:r>
              <a:rPr lang="en-US" sz="2200" dirty="0" err="1">
                <a:latin typeface="Alegreya Sans Medium" panose="00000600000000000000" pitchFamily="50" charset="0"/>
              </a:rPr>
              <a:t>lá</a:t>
            </a:r>
            <a:r>
              <a:rPr lang="en-US" sz="2200" dirty="0">
                <a:latin typeface="Alegreya Sans Medium" panose="00000600000000000000" pitchFamily="50" charset="0"/>
              </a:rPr>
              <a:t>      -      </a:t>
            </a:r>
            <a:r>
              <a:rPr lang="en-US" sz="2200" dirty="0" err="1">
                <a:latin typeface="Alegreya Sans Medium" panose="00000600000000000000" pitchFamily="50" charset="0"/>
              </a:rPr>
              <a:t>gri</a:t>
            </a:r>
            <a:r>
              <a:rPr lang="en-US" sz="2200" dirty="0">
                <a:latin typeface="Alegreya Sans Medium" panose="00000600000000000000" pitchFamily="50" charset="0"/>
              </a:rPr>
              <a:t>    -   mas;          Re    -    ci </a:t>
            </a:r>
            <a:r>
              <a:rPr lang="en-US" sz="2200" dirty="0" smtClean="0">
                <a:latin typeface="Alegreya Sans Medium" panose="00000600000000000000" pitchFamily="50" charset="0"/>
              </a:rPr>
              <a:t>   -    </a:t>
            </a:r>
            <a:r>
              <a:rPr lang="en-US" sz="2200" dirty="0">
                <a:latin typeface="Alegreya Sans Medium" panose="00000600000000000000" pitchFamily="50" charset="0"/>
              </a:rPr>
              <a:t>be          </a:t>
            </a:r>
            <a:r>
              <a:rPr lang="en-US" sz="2200" dirty="0" err="1">
                <a:latin typeface="Alegreya Sans Medium" panose="00000600000000000000" pitchFamily="50" charset="0"/>
              </a:rPr>
              <a:t>paz</a:t>
            </a:r>
            <a:r>
              <a:rPr lang="en-U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86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96A543B-1248-4BDB-935F-0BA069DBAFC5}"/>
              </a:ext>
            </a:extLst>
          </p:cNvPr>
          <p:cNvSpPr/>
          <p:nvPr/>
        </p:nvSpPr>
        <p:spPr>
          <a:xfrm>
            <a:off x="849745" y="1371600"/>
            <a:ext cx="836392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Gran   -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dio     -    </a:t>
            </a:r>
            <a:r>
              <a:rPr lang="es-ES" sz="2200" dirty="0" err="1">
                <a:latin typeface="Alegreya Sans Medium" panose="00000600000000000000" pitchFamily="50" charset="0"/>
              </a:rPr>
              <a:t>sos</a:t>
            </a:r>
            <a:r>
              <a:rPr lang="es-ES" sz="2200" dirty="0">
                <a:latin typeface="Alegreya Sans Medium" panose="00000600000000000000" pitchFamily="50" charset="0"/>
              </a:rPr>
              <a:t>            son      </a:t>
            </a:r>
            <a:r>
              <a:rPr lang="es-ES" sz="2200" dirty="0" smtClean="0">
                <a:latin typeface="Alegreya Sans Medium" panose="00000600000000000000" pitchFamily="50" charset="0"/>
              </a:rPr>
              <a:t> Su  </a:t>
            </a:r>
            <a:r>
              <a:rPr lang="es-ES" sz="2200" dirty="0">
                <a:latin typeface="Alegreya Sans Medium" panose="00000600000000000000" pitchFamily="50" charset="0"/>
              </a:rPr>
              <a:t>a </a:t>
            </a:r>
            <a:r>
              <a:rPr lang="es-ES" sz="2200" dirty="0" smtClean="0">
                <a:latin typeface="Alegreya Sans Medium" panose="00000600000000000000" pitchFamily="50" charset="0"/>
              </a:rPr>
              <a:t>  -   </a:t>
            </a:r>
            <a:r>
              <a:rPr lang="es-ES" sz="2200" dirty="0">
                <a:latin typeface="Alegreya Sans Medium" panose="00000600000000000000" pitchFamily="50" charset="0"/>
              </a:rPr>
              <a:t>mor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Y              </a:t>
            </a:r>
            <a:r>
              <a:rPr lang="es-ES" sz="2200" dirty="0" err="1">
                <a:latin typeface="Alegreya Sans Medium" panose="00000600000000000000" pitchFamily="50" charset="0"/>
              </a:rPr>
              <a:t>po</a:t>
            </a:r>
            <a:r>
              <a:rPr lang="es-ES" sz="2200" dirty="0">
                <a:latin typeface="Alegreya Sans Medium" panose="00000600000000000000" pitchFamily="50" charset="0"/>
              </a:rPr>
              <a:t> 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-     </a:t>
            </a:r>
            <a:r>
              <a:rPr lang="es-ES" sz="2200" dirty="0" err="1">
                <a:latin typeface="Alegreya Sans Medium" panose="00000600000000000000" pitchFamily="50" charset="0"/>
              </a:rPr>
              <a:t>tes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  <a:r>
              <a:rPr lang="es-ES" sz="2200" dirty="0" smtClean="0">
                <a:latin typeface="Alegreya Sans Medium" panose="00000600000000000000" pitchFamily="50" charset="0"/>
              </a:rPr>
              <a:t>  </a:t>
            </a:r>
            <a:r>
              <a:rPr lang="es-ES" sz="2200" dirty="0">
                <a:latin typeface="Alegreya Sans Medium" panose="00000600000000000000" pitchFamily="50" charset="0"/>
              </a:rPr>
              <a:t>-   </a:t>
            </a:r>
            <a:r>
              <a:rPr lang="es-ES" sz="2200" dirty="0" err="1">
                <a:latin typeface="Alegreya Sans Medium" panose="00000600000000000000" pitchFamily="50" charset="0"/>
              </a:rPr>
              <a:t>tad</a:t>
            </a:r>
            <a:r>
              <a:rPr lang="es-ES" sz="2200" dirty="0">
                <a:latin typeface="Alegreya Sans Medium" panose="00000600000000000000" pitchFamily="50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F4E8A13-8E6B-4F0D-9C52-2D44809EEB4B}"/>
              </a:ext>
            </a:extLst>
          </p:cNvPr>
          <p:cNvSpPr/>
          <p:nvPr/>
        </p:nvSpPr>
        <p:spPr>
          <a:xfrm>
            <a:off x="923637" y="4054231"/>
            <a:ext cx="78324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“</a:t>
            </a:r>
            <a:r>
              <a:rPr lang="es-ES" sz="2200" dirty="0" err="1">
                <a:latin typeface="Alegreya Sans Medium" panose="00000600000000000000" pitchFamily="50" charset="0"/>
              </a:rPr>
              <a:t>Na</a:t>
            </a:r>
            <a:r>
              <a:rPr lang="es-ES" sz="2200" dirty="0">
                <a:latin typeface="Alegreya Sans Medium" panose="00000600000000000000" pitchFamily="50" charset="0"/>
              </a:rPr>
              <a:t>   -  </a:t>
            </a:r>
            <a:r>
              <a:rPr lang="es-ES" sz="2200" dirty="0" smtClean="0">
                <a:latin typeface="Alegreya Sans Medium" panose="00000600000000000000" pitchFamily="50" charset="0"/>
              </a:rPr>
              <a:t> die,       con   - 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fian</a:t>
            </a:r>
            <a:r>
              <a:rPr lang="es-ES" sz="2200" dirty="0" smtClean="0">
                <a:latin typeface="Alegreya Sans Medium" panose="00000600000000000000" pitchFamily="50" charset="0"/>
              </a:rPr>
              <a:t> - do en      Él,           </a:t>
            </a:r>
            <a:r>
              <a:rPr lang="en-US" sz="2200" dirty="0">
                <a:latin typeface="Alegreya Sans Medium" panose="00000600000000000000" pitchFamily="50" charset="0"/>
              </a:rPr>
              <a:t>Se         con </a:t>
            </a:r>
            <a:r>
              <a:rPr lang="en-US" sz="2200" dirty="0" smtClean="0">
                <a:latin typeface="Alegreya Sans Medium" panose="00000600000000000000" pitchFamily="50" charset="0"/>
              </a:rPr>
              <a:t>  </a:t>
            </a:r>
            <a:r>
              <a:rPr lang="en-US" sz="2200" dirty="0">
                <a:latin typeface="Alegreya Sans Medium" panose="00000600000000000000" pitchFamily="50" charset="0"/>
              </a:rPr>
              <a:t>-  de   -   </a:t>
            </a:r>
            <a:r>
              <a:rPr lang="en-US" sz="2200" dirty="0" err="1">
                <a:latin typeface="Alegreya Sans Medium" panose="00000600000000000000" pitchFamily="50" charset="0"/>
              </a:rPr>
              <a:t>na</a:t>
            </a:r>
            <a:r>
              <a:rPr lang="en-US" sz="2200" dirty="0">
                <a:latin typeface="Alegreya Sans Medium" panose="00000600000000000000" pitchFamily="50" charset="0"/>
              </a:rPr>
              <a:t>    </a:t>
            </a:r>
            <a:r>
              <a:rPr lang="en-US" sz="2200" dirty="0" smtClean="0">
                <a:latin typeface="Alegreya Sans Medium" panose="00000600000000000000" pitchFamily="50" charset="0"/>
              </a:rPr>
              <a:t>-    </a:t>
            </a:r>
            <a:r>
              <a:rPr lang="en-US" sz="2200" dirty="0" err="1" smtClean="0">
                <a:latin typeface="Alegreya Sans Medium" panose="00000600000000000000" pitchFamily="50" charset="0"/>
              </a:rPr>
              <a:t>rá</a:t>
            </a:r>
            <a:r>
              <a:rPr lang="en-US" sz="2200" dirty="0" smtClean="0">
                <a:latin typeface="Alegreya Sans Medium" panose="00000600000000000000" pitchFamily="50" charset="0"/>
              </a:rPr>
              <a:t>”.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25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44957BD-FE8B-443E-AB9A-C73ACB2303A1}"/>
              </a:ext>
            </a:extLst>
          </p:cNvPr>
          <p:cNvSpPr/>
          <p:nvPr/>
        </p:nvSpPr>
        <p:spPr>
          <a:xfrm>
            <a:off x="1385456" y="1345865"/>
            <a:ext cx="743976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Ben   -   </a:t>
            </a:r>
            <a:r>
              <a:rPr lang="en-US" sz="2200" dirty="0" smtClean="0">
                <a:latin typeface="Alegreya Sans Medium" panose="00000600000000000000" pitchFamily="50" charset="0"/>
              </a:rPr>
              <a:t> di    -    to       </a:t>
            </a:r>
            <a:r>
              <a:rPr lang="en-US" sz="2200" dirty="0">
                <a:latin typeface="Alegreya Sans Medium" panose="00000600000000000000" pitchFamily="50" charset="0"/>
              </a:rPr>
              <a:t>Sal    -    </a:t>
            </a:r>
            <a:r>
              <a:rPr lang="en-US" sz="2200" dirty="0" err="1">
                <a:latin typeface="Alegreya Sans Medium" panose="00000600000000000000" pitchFamily="50" charset="0"/>
              </a:rPr>
              <a:t>va</a:t>
            </a:r>
            <a:r>
              <a:rPr lang="en-US" sz="2200" dirty="0">
                <a:latin typeface="Alegreya Sans Medium" panose="00000600000000000000" pitchFamily="50" charset="0"/>
              </a:rPr>
              <a:t>   -    </a:t>
            </a:r>
            <a:r>
              <a:rPr lang="en-US" sz="2200" dirty="0" err="1">
                <a:latin typeface="Alegreya Sans Medium" panose="00000600000000000000" pitchFamily="50" charset="0"/>
              </a:rPr>
              <a:t>dor</a:t>
            </a:r>
            <a:r>
              <a:rPr lang="en-US" sz="2200" dirty="0">
                <a:latin typeface="Alegreya Sans Medium" panose="00000600000000000000" pitchFamily="50" charset="0"/>
              </a:rPr>
              <a:t>,           A    </a:t>
            </a:r>
            <a:r>
              <a:rPr lang="en-US" sz="2200" dirty="0" smtClean="0">
                <a:latin typeface="Alegreya Sans Medium" panose="00000600000000000000" pitchFamily="50" charset="0"/>
              </a:rPr>
              <a:t>-    </a:t>
            </a:r>
            <a:r>
              <a:rPr lang="en-US" sz="2200" dirty="0">
                <a:latin typeface="Alegreya Sans Medium" panose="00000600000000000000" pitchFamily="50" charset="0"/>
              </a:rPr>
              <a:t>mi     -    go         </a:t>
            </a:r>
            <a:r>
              <a:rPr lang="en-US" sz="2200" dirty="0" err="1">
                <a:latin typeface="Alegreya Sans Medium" panose="00000600000000000000" pitchFamily="50" charset="0"/>
              </a:rPr>
              <a:t>leal</a:t>
            </a:r>
            <a:r>
              <a:rPr lang="en-US" sz="2200" dirty="0">
                <a:latin typeface="Alegreya Sans Medium" panose="00000600000000000000" pitchFamily="50" charset="0"/>
              </a:rPr>
              <a:t>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6BF0F7D-5639-4F96-BFC0-0A24F7255B25}"/>
              </a:ext>
            </a:extLst>
          </p:cNvPr>
          <p:cNvSpPr/>
          <p:nvPr/>
        </p:nvSpPr>
        <p:spPr>
          <a:xfrm>
            <a:off x="1015068" y="4028105"/>
            <a:ext cx="863227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 smtClean="0">
                <a:latin typeface="Alegreya Sans Medium" panose="00000600000000000000" pitchFamily="50" charset="0"/>
              </a:rPr>
              <a:t> A        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nues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-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 err="1">
                <a:latin typeface="Alegreya Sans Medium" panose="00000600000000000000" pitchFamily="50" charset="0"/>
              </a:rPr>
              <a:t>tro</a:t>
            </a:r>
            <a:r>
              <a:rPr lang="es-ES" sz="2200" dirty="0">
                <a:latin typeface="Alegreya Sans Medium" panose="00000600000000000000" pitchFamily="50" charset="0"/>
              </a:rPr>
              <a:t>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  </a:t>
            </a:r>
            <a:r>
              <a:rPr lang="es-ES" sz="2200" dirty="0">
                <a:latin typeface="Alegreya Sans Medium" panose="00000600000000000000" pitchFamily="50" charset="0"/>
              </a:rPr>
              <a:t>la   -   do  es </a:t>
            </a:r>
            <a:r>
              <a:rPr lang="es-ES" sz="2200" dirty="0" smtClean="0">
                <a:latin typeface="Alegreya Sans Medium" panose="00000600000000000000" pitchFamily="50" charset="0"/>
              </a:rPr>
              <a:t> -  </a:t>
            </a:r>
            <a:r>
              <a:rPr lang="es-ES" sz="2200" dirty="0" err="1">
                <a:latin typeface="Alegreya Sans Medium" panose="00000600000000000000" pitchFamily="50" charset="0"/>
              </a:rPr>
              <a:t>tás</a:t>
            </a:r>
            <a:r>
              <a:rPr lang="es-ES" sz="2200" dirty="0">
                <a:latin typeface="Alegreya Sans Medium" panose="00000600000000000000" pitchFamily="50" charset="0"/>
              </a:rPr>
              <a:t>           Has   - 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el         fi    -     </a:t>
            </a:r>
            <a:r>
              <a:rPr lang="es-ES" sz="2200" dirty="0" err="1">
                <a:latin typeface="Alegreya Sans Medium" panose="00000600000000000000" pitchFamily="50" charset="0"/>
              </a:rPr>
              <a:t>nal</a:t>
            </a:r>
            <a:r>
              <a:rPr lang="es-E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435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28CB573-6F48-4DB6-B4CF-63DFC24D90FA}"/>
              </a:ext>
            </a:extLst>
          </p:cNvPr>
          <p:cNvSpPr/>
          <p:nvPr/>
        </p:nvSpPr>
        <p:spPr>
          <a:xfrm>
            <a:off x="906011" y="1380700"/>
            <a:ext cx="90097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 smtClean="0">
                <a:latin typeface="Alegreya Sans Medium" panose="00000600000000000000" pitchFamily="50" charset="0"/>
              </a:rPr>
              <a:t> ¡</a:t>
            </a:r>
            <a:r>
              <a:rPr lang="es-ES" sz="2200" dirty="0">
                <a:latin typeface="Alegreya Sans Medium" panose="00000600000000000000" pitchFamily="50" charset="0"/>
              </a:rPr>
              <a:t>O,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qué      </a:t>
            </a:r>
            <a:r>
              <a:rPr lang="es-ES" sz="2200" dirty="0">
                <a:latin typeface="Alegreya Sans Medium" panose="00000600000000000000" pitchFamily="50" charset="0"/>
              </a:rPr>
              <a:t>tris   </a:t>
            </a:r>
            <a:r>
              <a:rPr lang="es-ES" sz="2200" dirty="0" smtClean="0">
                <a:latin typeface="Alegreya Sans Medium" panose="00000600000000000000" pitchFamily="50" charset="0"/>
              </a:rPr>
              <a:t> </a:t>
            </a:r>
            <a:r>
              <a:rPr lang="es-ES" sz="2200" dirty="0">
                <a:latin typeface="Alegreya Sans Medium" panose="00000600000000000000" pitchFamily="50" charset="0"/>
              </a:rPr>
              <a:t>-      te  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vi      </a:t>
            </a:r>
            <a:r>
              <a:rPr lang="es-ES" sz="2200" dirty="0">
                <a:latin typeface="Alegreya Sans Medium" panose="00000600000000000000" pitchFamily="50" charset="0"/>
              </a:rPr>
              <a:t>-     </a:t>
            </a:r>
            <a:r>
              <a:rPr lang="es-ES" sz="2200" dirty="0" err="1">
                <a:latin typeface="Alegreya Sans Medium" panose="00000600000000000000" pitchFamily="50" charset="0"/>
              </a:rPr>
              <a:t>vir</a:t>
            </a:r>
            <a:r>
              <a:rPr lang="es-ES" sz="2200" dirty="0">
                <a:latin typeface="Alegreya Sans Medium" panose="00000600000000000000" pitchFamily="50" charset="0"/>
              </a:rPr>
              <a:t>             Se      -     ría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</a:t>
            </a:r>
            <a:r>
              <a:rPr lang="es-ES" sz="2200" dirty="0">
                <a:latin typeface="Alegreya Sans Medium" panose="00000600000000000000" pitchFamily="50" charset="0"/>
              </a:rPr>
              <a:t>sin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Él</a:t>
            </a:r>
            <a:r>
              <a:rPr lang="es-ES" sz="2200" dirty="0">
                <a:latin typeface="Alegreya Sans Medium" panose="00000600000000000000" pitchFamily="50" charset="0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2D483AA0-B21D-4361-8A79-5E4C4196FBDF}"/>
              </a:ext>
            </a:extLst>
          </p:cNvPr>
          <p:cNvSpPr/>
          <p:nvPr/>
        </p:nvSpPr>
        <p:spPr>
          <a:xfrm>
            <a:off x="822036" y="4071648"/>
            <a:ext cx="840904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 smtClean="0">
                <a:latin typeface="Alegreya Sans Medium" panose="00000600000000000000" pitchFamily="50" charset="0"/>
              </a:rPr>
              <a:t>¡Mas        </a:t>
            </a:r>
            <a:r>
              <a:rPr lang="es-ES" sz="2200" dirty="0">
                <a:latin typeface="Alegreya Sans Medium" panose="00000600000000000000" pitchFamily="50" charset="0"/>
              </a:rPr>
              <a:t>con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Él           </a:t>
            </a:r>
            <a:r>
              <a:rPr lang="es-ES" sz="2200" dirty="0" err="1">
                <a:latin typeface="Alegreya Sans Medium" panose="00000600000000000000" pitchFamily="50" charset="0"/>
              </a:rPr>
              <a:t>cer</a:t>
            </a:r>
            <a:r>
              <a:rPr lang="es-ES" sz="2200" dirty="0">
                <a:latin typeface="Alegreya Sans Medium" panose="00000600000000000000" pitchFamily="50" charset="0"/>
              </a:rPr>
              <a:t>  -   ca  es  </a:t>
            </a:r>
            <a:r>
              <a:rPr lang="es-ES" sz="2200" dirty="0" smtClean="0">
                <a:latin typeface="Alegreya Sans Medium" panose="00000600000000000000" pitchFamily="50" charset="0"/>
              </a:rPr>
              <a:t> -   </a:t>
            </a:r>
            <a:r>
              <a:rPr lang="es-ES" sz="2200" dirty="0" err="1">
                <a:latin typeface="Alegreya Sans Medium" panose="00000600000000000000" pitchFamily="50" charset="0"/>
              </a:rPr>
              <a:t>tá</a:t>
            </a:r>
            <a:r>
              <a:rPr lang="es-ES" sz="2200" dirty="0">
                <a:latin typeface="Alegreya Sans Medium" panose="00000600000000000000" pitchFamily="50" charset="0"/>
              </a:rPr>
              <a:t>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latin typeface="Alegreya Sans Medium" panose="00000600000000000000" pitchFamily="50" charset="0"/>
              </a:rPr>
              <a:t>El            </a:t>
            </a:r>
            <a:r>
              <a:rPr lang="es-ES" sz="2200" dirty="0" smtClean="0">
                <a:latin typeface="Alegreya Sans Medium" panose="00000600000000000000" pitchFamily="50" charset="0"/>
              </a:rPr>
              <a:t>  a   </a:t>
            </a:r>
            <a:r>
              <a:rPr lang="es-ES" sz="2200" dirty="0">
                <a:latin typeface="Alegreya Sans Medium" panose="00000600000000000000" pitchFamily="50" charset="0"/>
              </a:rPr>
              <a:t>-    </a:t>
            </a:r>
            <a:r>
              <a:rPr lang="es-ES" sz="2200" dirty="0" err="1">
                <a:latin typeface="Alegreya Sans Medium" panose="00000600000000000000" pitchFamily="50" charset="0"/>
              </a:rPr>
              <a:t>ma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ne</a:t>
            </a:r>
            <a:r>
              <a:rPr lang="es-ES" sz="2200" dirty="0">
                <a:latin typeface="Alegreya Sans Medium" panose="00000600000000000000" pitchFamily="50" charset="0"/>
              </a:rPr>
              <a:t>   -  </a:t>
            </a:r>
            <a:r>
              <a:rPr lang="es-ES" sz="2200" dirty="0" err="1" smtClean="0">
                <a:latin typeface="Alegreya Sans Medium" panose="00000600000000000000" pitchFamily="50" charset="0"/>
              </a:rPr>
              <a:t>cer</a:t>
            </a:r>
            <a:r>
              <a:rPr lang="es-ES" sz="2200" dirty="0" smtClean="0">
                <a:latin typeface="Alegreya Sans Medium" panose="00000600000000000000" pitchFamily="50" charset="0"/>
              </a:rPr>
              <a:t>!</a:t>
            </a:r>
            <a:endParaRPr lang="es-ES" sz="22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1858</TotalTime>
  <Words>328</Words>
  <Application>Microsoft Office PowerPoint</Application>
  <PresentationFormat>On-screen Show (4:3)</PresentationFormat>
  <Paragraphs>26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Esther Eubanks</cp:lastModifiedBy>
  <cp:revision>24</cp:revision>
  <dcterms:created xsi:type="dcterms:W3CDTF">2019-09-13T22:29:37Z</dcterms:created>
  <dcterms:modified xsi:type="dcterms:W3CDTF">2024-05-29T19:58:53Z</dcterms:modified>
</cp:coreProperties>
</file>