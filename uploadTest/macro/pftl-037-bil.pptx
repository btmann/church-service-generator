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991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9799" autoAdjust="0"/>
  </p:normalViewPr>
  <p:slideViewPr>
    <p:cSldViewPr snapToGrid="0">
      <p:cViewPr varScale="1">
        <p:scale>
          <a:sx n="84" d="100"/>
          <a:sy n="84" d="100"/>
        </p:scale>
        <p:origin x="13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ham Eubanks" userId="9a173d7edfb93684" providerId="LiveId" clId="{80108650-D320-4E63-9C39-7F4BB78EA7FF}"/>
    <pc:docChg chg="undo custSel modSld">
      <pc:chgData name="Brigham Eubanks" userId="9a173d7edfb93684" providerId="LiveId" clId="{80108650-D320-4E63-9C39-7F4BB78EA7FF}" dt="2024-09-30T20:36:50.433" v="41" actId="20577"/>
      <pc:docMkLst>
        <pc:docMk/>
      </pc:docMkLst>
      <pc:sldChg chg="modSp mod">
        <pc:chgData name="Brigham Eubanks" userId="9a173d7edfb93684" providerId="LiveId" clId="{80108650-D320-4E63-9C39-7F4BB78EA7FF}" dt="2024-09-30T20:32:42.406" v="5" actId="20577"/>
        <pc:sldMkLst>
          <pc:docMk/>
          <pc:sldMk cId="0" sldId="256"/>
        </pc:sldMkLst>
        <pc:spChg chg="mod">
          <ac:chgData name="Brigham Eubanks" userId="9a173d7edfb93684" providerId="LiveId" clId="{80108650-D320-4E63-9C39-7F4BB78EA7FF}" dt="2024-09-30T20:32:42.406" v="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igham Eubanks" userId="9a173d7edfb93684" providerId="LiveId" clId="{80108650-D320-4E63-9C39-7F4BB78EA7FF}" dt="2024-09-30T20:34:27.834" v="18" actId="20577"/>
        <pc:sldMkLst>
          <pc:docMk/>
          <pc:sldMk cId="0" sldId="258"/>
        </pc:sldMkLst>
        <pc:spChg chg="mod">
          <ac:chgData name="Brigham Eubanks" userId="9a173d7edfb93684" providerId="LiveId" clId="{80108650-D320-4E63-9C39-7F4BB78EA7FF}" dt="2024-09-30T20:34:27.834" v="18" actId="20577"/>
          <ac:spMkLst>
            <pc:docMk/>
            <pc:sldMk cId="0" sldId="258"/>
            <ac:spMk id="3" creationId="{B2F4C0D8-8463-41F1-BBCE-A058910CEBAD}"/>
          </ac:spMkLst>
        </pc:spChg>
      </pc:sldChg>
      <pc:sldChg chg="modSp mod">
        <pc:chgData name="Brigham Eubanks" userId="9a173d7edfb93684" providerId="LiveId" clId="{80108650-D320-4E63-9C39-7F4BB78EA7FF}" dt="2024-09-30T20:35:06.181" v="19" actId="20577"/>
        <pc:sldMkLst>
          <pc:docMk/>
          <pc:sldMk cId="0" sldId="259"/>
        </pc:sldMkLst>
        <pc:spChg chg="mod">
          <ac:chgData name="Brigham Eubanks" userId="9a173d7edfb93684" providerId="LiveId" clId="{80108650-D320-4E63-9C39-7F4BB78EA7FF}" dt="2024-09-30T20:35:06.181" v="19" actId="20577"/>
          <ac:spMkLst>
            <pc:docMk/>
            <pc:sldMk cId="0" sldId="259"/>
            <ac:spMk id="4" creationId="{77C2EB35-58A6-4215-82E3-84C7134B5822}"/>
          </ac:spMkLst>
        </pc:spChg>
      </pc:sldChg>
      <pc:sldChg chg="modSp mod">
        <pc:chgData name="Brigham Eubanks" userId="9a173d7edfb93684" providerId="LiveId" clId="{80108650-D320-4E63-9C39-7F4BB78EA7FF}" dt="2024-09-30T20:35:30.659" v="30" actId="20577"/>
        <pc:sldMkLst>
          <pc:docMk/>
          <pc:sldMk cId="0" sldId="260"/>
        </pc:sldMkLst>
        <pc:spChg chg="mod">
          <ac:chgData name="Brigham Eubanks" userId="9a173d7edfb93684" providerId="LiveId" clId="{80108650-D320-4E63-9C39-7F4BB78EA7FF}" dt="2024-09-30T20:35:30.659" v="30" actId="20577"/>
          <ac:spMkLst>
            <pc:docMk/>
            <pc:sldMk cId="0" sldId="260"/>
            <ac:spMk id="6" creationId="{D3217328-2572-D346-4AF0-988AB8D28F25}"/>
          </ac:spMkLst>
        </pc:spChg>
      </pc:sldChg>
      <pc:sldChg chg="modSp mod">
        <pc:chgData name="Brigham Eubanks" userId="9a173d7edfb93684" providerId="LiveId" clId="{80108650-D320-4E63-9C39-7F4BB78EA7FF}" dt="2024-09-30T20:36:20.104" v="39" actId="20577"/>
        <pc:sldMkLst>
          <pc:docMk/>
          <pc:sldMk cId="0" sldId="261"/>
        </pc:sldMkLst>
        <pc:spChg chg="mod">
          <ac:chgData name="Brigham Eubanks" userId="9a173d7edfb93684" providerId="LiveId" clId="{80108650-D320-4E63-9C39-7F4BB78EA7FF}" dt="2024-09-30T20:36:20.104" v="39" actId="20577"/>
          <ac:spMkLst>
            <pc:docMk/>
            <pc:sldMk cId="0" sldId="261"/>
            <ac:spMk id="3" creationId="{A2329084-7D4C-4C7B-BEF8-094CB732949D}"/>
          </ac:spMkLst>
        </pc:spChg>
        <pc:spChg chg="mod">
          <ac:chgData name="Brigham Eubanks" userId="9a173d7edfb93684" providerId="LiveId" clId="{80108650-D320-4E63-9C39-7F4BB78EA7FF}" dt="2024-09-30T20:36:16.790" v="38" actId="20577"/>
          <ac:spMkLst>
            <pc:docMk/>
            <pc:sldMk cId="0" sldId="261"/>
            <ac:spMk id="4" creationId="{EB72D3AB-6846-48C3-B4F8-189F871B77CB}"/>
          </ac:spMkLst>
        </pc:spChg>
      </pc:sldChg>
      <pc:sldChg chg="addSp delSp modSp mod">
        <pc:chgData name="Brigham Eubanks" userId="9a173d7edfb93684" providerId="LiveId" clId="{80108650-D320-4E63-9C39-7F4BB78EA7FF}" dt="2024-09-30T20:35:42.214" v="32"/>
        <pc:sldMkLst>
          <pc:docMk/>
          <pc:sldMk cId="0" sldId="264"/>
        </pc:sldMkLst>
        <pc:spChg chg="add mod">
          <ac:chgData name="Brigham Eubanks" userId="9a173d7edfb93684" providerId="LiveId" clId="{80108650-D320-4E63-9C39-7F4BB78EA7FF}" dt="2024-09-30T20:35:42.214" v="32"/>
          <ac:spMkLst>
            <pc:docMk/>
            <pc:sldMk cId="0" sldId="264"/>
            <ac:spMk id="3" creationId="{63BBCB26-D1D7-92CA-57D1-C1FE3D7404DB}"/>
          </ac:spMkLst>
        </pc:spChg>
        <pc:spChg chg="del">
          <ac:chgData name="Brigham Eubanks" userId="9a173d7edfb93684" providerId="LiveId" clId="{80108650-D320-4E63-9C39-7F4BB78EA7FF}" dt="2024-09-30T20:35:41.904" v="31" actId="478"/>
          <ac:spMkLst>
            <pc:docMk/>
            <pc:sldMk cId="0" sldId="264"/>
            <ac:spMk id="6" creationId="{940C01D2-72D3-CCDE-E8CE-1BCA95BED0CA}"/>
          </ac:spMkLst>
        </pc:spChg>
      </pc:sldChg>
      <pc:sldChg chg="modSp mod">
        <pc:chgData name="Brigham Eubanks" userId="9a173d7edfb93684" providerId="LiveId" clId="{80108650-D320-4E63-9C39-7F4BB78EA7FF}" dt="2024-09-30T20:36:50.433" v="41" actId="20577"/>
        <pc:sldMkLst>
          <pc:docMk/>
          <pc:sldMk cId="0" sldId="266"/>
        </pc:sldMkLst>
        <pc:spChg chg="mod">
          <ac:chgData name="Brigham Eubanks" userId="9a173d7edfb93684" providerId="LiveId" clId="{80108650-D320-4E63-9C39-7F4BB78EA7FF}" dt="2024-09-30T20:36:50.433" v="41" actId="20577"/>
          <ac:spMkLst>
            <pc:docMk/>
            <pc:sldMk cId="0" sldId="266"/>
            <ac:spMk id="3" creationId="{75ECD9B7-C3C2-4F4F-988E-573E0B75394E}"/>
          </ac:spMkLst>
        </pc:spChg>
      </pc:sldChg>
      <pc:sldChg chg="addSp delSp modSp mod">
        <pc:chgData name="Brigham Eubanks" userId="9a173d7edfb93684" providerId="LiveId" clId="{80108650-D320-4E63-9C39-7F4BB78EA7FF}" dt="2024-09-30T20:35:48.003" v="34"/>
        <pc:sldMkLst>
          <pc:docMk/>
          <pc:sldMk cId="0" sldId="268"/>
        </pc:sldMkLst>
        <pc:spChg chg="add mod">
          <ac:chgData name="Brigham Eubanks" userId="9a173d7edfb93684" providerId="LiveId" clId="{80108650-D320-4E63-9C39-7F4BB78EA7FF}" dt="2024-09-30T20:35:48.003" v="34"/>
          <ac:spMkLst>
            <pc:docMk/>
            <pc:sldMk cId="0" sldId="268"/>
            <ac:spMk id="3" creationId="{5B607DE5-4F98-6056-7AB8-93729FE81917}"/>
          </ac:spMkLst>
        </pc:spChg>
        <pc:spChg chg="del">
          <ac:chgData name="Brigham Eubanks" userId="9a173d7edfb93684" providerId="LiveId" clId="{80108650-D320-4E63-9C39-7F4BB78EA7FF}" dt="2024-09-30T20:35:47.700" v="33" actId="478"/>
          <ac:spMkLst>
            <pc:docMk/>
            <pc:sldMk cId="0" sldId="268"/>
            <ac:spMk id="6" creationId="{EFEB7778-9007-8DDD-1C67-ADB05CBC07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BE1DF-68D4-428B-A119-50623410FE7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1288" y="1143000"/>
            <a:ext cx="403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283AF-4A1F-4D77-B36F-AB6D27D77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2400x1835x037/pftl-037-012.png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Hijos, amaos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Letra</a:t>
            </a:r>
            <a:r>
              <a:rPr lang="en-US" dirty="0"/>
              <a:t> por</a:t>
            </a:r>
            <a:r>
              <a:rPr dirty="0"/>
              <a:t>: Sunday School Teacher</a:t>
            </a:r>
            <a:br>
              <a:rPr dirty="0"/>
            </a:br>
            <a:r>
              <a:rPr dirty="0"/>
              <a:t>M</a:t>
            </a:r>
            <a:r>
              <a:rPr lang="es-ES" dirty="0"/>
              <a:t>ú</a:t>
            </a:r>
            <a:r>
              <a:rPr dirty="0" err="1"/>
              <a:t>sic</a:t>
            </a:r>
            <a:r>
              <a:rPr lang="en-US" dirty="0" err="1"/>
              <a:t>a</a:t>
            </a:r>
            <a:r>
              <a:rPr lang="en-US" dirty="0"/>
              <a:t> por</a:t>
            </a:r>
            <a:r>
              <a:rPr dirty="0"/>
              <a:t>: Horatio R. Palmer / Arr.: Will W. Slater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76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C74E0B-3DD2-4891-A77D-1B3E9A9D3E23}"/>
              </a:ext>
            </a:extLst>
          </p:cNvPr>
          <p:cNvSpPr/>
          <p:nvPr/>
        </p:nvSpPr>
        <p:spPr>
          <a:xfrm>
            <a:off x="1715019" y="1430935"/>
            <a:ext cx="7309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El               e        -        no      -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,          de           tu          </a:t>
            </a:r>
            <a:r>
              <a:rPr lang="es-ES" sz="2400" dirty="0" err="1">
                <a:latin typeface="Alegreya Sans Medium" panose="00000600000000000000" pitchFamily="50" charset="0"/>
              </a:rPr>
              <a:t>len</a:t>
            </a:r>
            <a:r>
              <a:rPr lang="es-ES" sz="2400" dirty="0">
                <a:latin typeface="Alegreya Sans Medium" panose="00000600000000000000" pitchFamily="50" charset="0"/>
              </a:rPr>
              <a:t>    -    gua,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D6F60-EB6D-4EC4-9C46-C6B351227952}"/>
              </a:ext>
            </a:extLst>
          </p:cNvPr>
          <p:cNvSpPr/>
          <p:nvPr/>
        </p:nvSpPr>
        <p:spPr>
          <a:xfrm>
            <a:off x="1794616" y="4456145"/>
            <a:ext cx="6776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No          per      -        mi     -     </a:t>
            </a:r>
            <a:r>
              <a:rPr lang="en-US" sz="2400" dirty="0" err="1">
                <a:latin typeface="Alegreya Sans Medium" panose="00000600000000000000" pitchFamily="50" charset="0"/>
              </a:rPr>
              <a:t>tas</a:t>
            </a:r>
            <a:r>
              <a:rPr lang="en-US" sz="2400" dirty="0">
                <a:latin typeface="Alegreya Sans Medium" panose="00000600000000000000" pitchFamily="50" charset="0"/>
              </a:rPr>
              <a:t>          es      -     ca     -     par.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188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F4C0D8-8463-41F1-BBCE-A058910CEBAD}"/>
              </a:ext>
            </a:extLst>
          </p:cNvPr>
          <p:cNvSpPr/>
          <p:nvPr/>
        </p:nvSpPr>
        <p:spPr>
          <a:xfrm>
            <a:off x="923544" y="1422388"/>
            <a:ext cx="7946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 Que  en     </a:t>
            </a:r>
            <a:r>
              <a:rPr lang="es-ES" sz="2400" dirty="0" err="1">
                <a:latin typeface="Alegreya Sans Medium" panose="00000600000000000000" pitchFamily="50" charset="0"/>
              </a:rPr>
              <a:t>pru</a:t>
            </a:r>
            <a:r>
              <a:rPr lang="es-ES" sz="2400" dirty="0">
                <a:latin typeface="Alegreya Sans Medium" panose="00000600000000000000" pitchFamily="50" charset="0"/>
              </a:rPr>
              <a:t>     -     den       -      </a:t>
            </a:r>
            <a:r>
              <a:rPr lang="es-ES" sz="2400" dirty="0" err="1">
                <a:latin typeface="Alegreya Sans Medium" panose="00000600000000000000" pitchFamily="50" charset="0"/>
              </a:rPr>
              <a:t>cia</a:t>
            </a:r>
            <a:r>
              <a:rPr lang="es-ES" sz="2400" dirty="0">
                <a:latin typeface="Alegreya Sans Medium" panose="00000600000000000000" pitchFamily="50" charset="0"/>
              </a:rPr>
              <a:t>            lo            de      -     ten    -     gas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38A57-2BB5-4B58-8713-86F5970DF5FC}"/>
              </a:ext>
            </a:extLst>
          </p:cNvPr>
          <p:cNvSpPr/>
          <p:nvPr/>
        </p:nvSpPr>
        <p:spPr>
          <a:xfrm>
            <a:off x="1609880" y="4370687"/>
            <a:ext cx="6260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De                 </a:t>
            </a:r>
            <a:r>
              <a:rPr lang="es-ES" sz="2400" dirty="0" err="1">
                <a:latin typeface="Alegreya Sans Medium" panose="00000600000000000000" pitchFamily="50" charset="0"/>
              </a:rPr>
              <a:t>tu</a:t>
            </a:r>
            <a:r>
              <a:rPr lang="es-ES" sz="2400" dirty="0">
                <a:latin typeface="Alegreya Sans Medium" panose="00000600000000000000" pitchFamily="50" charset="0"/>
              </a:rPr>
              <a:t>             la      -       bio        pro    -    fa      -      </a:t>
            </a:r>
            <a:r>
              <a:rPr lang="es-ES" sz="2400" dirty="0" err="1">
                <a:latin typeface="Alegreya Sans Medium" panose="00000600000000000000" pitchFamily="50" charset="0"/>
              </a:rPr>
              <a:t>nar</a:t>
            </a:r>
            <a:r>
              <a:rPr lang="es-ES" sz="2400" dirty="0">
                <a:latin typeface="Alegreya Sans Medium" panose="00000600000000000000" pitchFamily="50" charset="0"/>
              </a:rPr>
              <a:t>. 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913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D817AC-AEB7-40BF-870B-6A07A716D7D2}"/>
              </a:ext>
            </a:extLst>
          </p:cNvPr>
          <p:cNvSpPr/>
          <p:nvPr/>
        </p:nvSpPr>
        <p:spPr>
          <a:xfrm>
            <a:off x="1055406" y="1717956"/>
            <a:ext cx="80885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“Hi   -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a      -    </a:t>
            </a:r>
            <a:r>
              <a:rPr lang="es-ES" sz="2400" dirty="0" err="1">
                <a:latin typeface="Alegreya Sans Medium" panose="00000600000000000000" pitchFamily="50" charset="0"/>
              </a:rPr>
              <a:t>ma</a:t>
            </a:r>
            <a:r>
              <a:rPr lang="es-ES" sz="2400" dirty="0">
                <a:latin typeface="Alegreya Sans Medium" panose="00000600000000000000" pitchFamily="50" charset="0"/>
              </a:rPr>
              <a:t>        -        os”,       Cris   -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nos   di           -    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;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</a:t>
            </a:r>
            <a:r>
              <a:rPr lang="es-ES" sz="2400" i="1" dirty="0">
                <a:latin typeface="Alegreya Sans Medium" panose="00000600000000000000" pitchFamily="50" charset="0"/>
              </a:rPr>
              <a:t>“Oh,  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 -   os”                                 “Oh,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-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2EB35-58A6-4215-82E3-84C7134B5822}"/>
              </a:ext>
            </a:extLst>
          </p:cNvPr>
          <p:cNvSpPr/>
          <p:nvPr/>
        </p:nvSpPr>
        <p:spPr>
          <a:xfrm>
            <a:off x="1154596" y="5173993"/>
            <a:ext cx="82201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Hi    -  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   la       voz       del       </a:t>
            </a:r>
            <a:r>
              <a:rPr lang="es-ES" sz="2400" dirty="0" err="1">
                <a:latin typeface="Alegreya Sans Medium" panose="00000600000000000000" pitchFamily="50" charset="0"/>
              </a:rPr>
              <a:t>Pa</a:t>
            </a:r>
            <a:r>
              <a:rPr lang="es-ES" sz="2400" dirty="0">
                <a:latin typeface="Alegreya Sans Medium" panose="00000600000000000000" pitchFamily="50" charset="0"/>
              </a:rPr>
              <a:t>    -   </a:t>
            </a:r>
            <a:r>
              <a:rPr lang="es-ES" sz="2400" dirty="0" err="1">
                <a:latin typeface="Alegreya Sans Medium" panose="00000600000000000000" pitchFamily="50" charset="0"/>
              </a:rPr>
              <a:t>dre</a:t>
            </a:r>
            <a:r>
              <a:rPr lang="es-ES" sz="2400" dirty="0">
                <a:latin typeface="Alegreya Sans Medium" panose="00000600000000000000" pitchFamily="50" charset="0"/>
              </a:rPr>
              <a:t>  o    -    be    -   de    -    </a:t>
            </a:r>
            <a:r>
              <a:rPr lang="es-ES" sz="2400" dirty="0" err="1">
                <a:latin typeface="Alegreya Sans Medium" panose="00000600000000000000" pitchFamily="50" charset="0"/>
              </a:rPr>
              <a:t>ced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</a:p>
          <a:p>
            <a:r>
              <a:rPr lang="es-ES" sz="2400" i="1" dirty="0">
                <a:latin typeface="Alegreya Sans Medium" panose="00000600000000000000" pitchFamily="50" charset="0"/>
              </a:rPr>
              <a:t>os”                                          voz        del         </a:t>
            </a:r>
            <a:r>
              <a:rPr lang="es-ES" sz="2400" i="1" dirty="0" err="1">
                <a:latin typeface="Alegreya Sans Medium" panose="00000600000000000000" pitchFamily="50" charset="0"/>
              </a:rPr>
              <a:t>Pa</a:t>
            </a:r>
            <a:r>
              <a:rPr lang="es-ES" sz="2400" i="1" dirty="0">
                <a:latin typeface="Alegreya Sans Medium" panose="00000600000000000000" pitchFamily="50" charset="0"/>
              </a:rPr>
              <a:t>     -    </a:t>
            </a:r>
            <a:r>
              <a:rPr lang="es-ES" sz="2400" i="1" dirty="0" err="1">
                <a:latin typeface="Alegreya Sans Medium" panose="00000600000000000000" pitchFamily="50" charset="0"/>
              </a:rPr>
              <a:t>dre</a:t>
            </a:r>
            <a:r>
              <a:rPr lang="es-ES" sz="2400" i="1" dirty="0">
                <a:latin typeface="Alegreya Sans Medium" panose="00000600000000000000" pitchFamily="50" charset="0"/>
              </a:rPr>
              <a:t>  o      -    be     -     de     -      </a:t>
            </a:r>
            <a:r>
              <a:rPr lang="es-ES" sz="2400" i="1" dirty="0" err="1">
                <a:latin typeface="Alegreya Sans Medium" panose="00000600000000000000" pitchFamily="50" charset="0"/>
              </a:rPr>
              <a:t>ced</a:t>
            </a:r>
            <a:r>
              <a:rPr lang="es-ES" sz="2400" i="1" dirty="0">
                <a:latin typeface="Alegreya Sans Medium" panose="00000600000000000000" pitchFamily="50" charset="0"/>
              </a:rPr>
              <a:t>.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380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404531-3179-58F4-F480-C7018B2430EA}"/>
              </a:ext>
            </a:extLst>
          </p:cNvPr>
          <p:cNvSpPr/>
          <p:nvPr/>
        </p:nvSpPr>
        <p:spPr>
          <a:xfrm>
            <a:off x="1055406" y="1717956"/>
            <a:ext cx="80885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“Hi   -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a      -    </a:t>
            </a:r>
            <a:r>
              <a:rPr lang="es-ES" sz="2400" dirty="0" err="1">
                <a:latin typeface="Alegreya Sans Medium" panose="00000600000000000000" pitchFamily="50" charset="0"/>
              </a:rPr>
              <a:t>ma</a:t>
            </a:r>
            <a:r>
              <a:rPr lang="es-ES" sz="2400" dirty="0">
                <a:latin typeface="Alegreya Sans Medium" panose="00000600000000000000" pitchFamily="50" charset="0"/>
              </a:rPr>
              <a:t>        -        os”,       Cris   -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nos   di           -    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;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</a:t>
            </a:r>
            <a:r>
              <a:rPr lang="es-ES" sz="2400" i="1" dirty="0">
                <a:latin typeface="Alegreya Sans Medium" panose="00000600000000000000" pitchFamily="50" charset="0"/>
              </a:rPr>
              <a:t>“Oh,  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 -   os”                                 “Oh,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17328-2572-D346-4AF0-988AB8D28F25}"/>
              </a:ext>
            </a:extLst>
          </p:cNvPr>
          <p:cNvSpPr/>
          <p:nvPr/>
        </p:nvSpPr>
        <p:spPr>
          <a:xfrm>
            <a:off x="1154596" y="5173993"/>
            <a:ext cx="82201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Hi    -  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   Su      voz             o        -      be      -        de       -       </a:t>
            </a:r>
            <a:r>
              <a:rPr lang="es-ES" sz="2400" dirty="0" err="1">
                <a:latin typeface="Alegreya Sans Medium" panose="00000600000000000000" pitchFamily="50" charset="0"/>
              </a:rPr>
              <a:t>ced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</a:p>
          <a:p>
            <a:r>
              <a:rPr lang="es-ES" sz="2400" i="1" dirty="0">
                <a:latin typeface="Alegreya Sans Medium" panose="00000600000000000000" pitchFamily="50" charset="0"/>
              </a:rPr>
              <a:t>os”                                           voz               o         -       be        -         de         -         </a:t>
            </a:r>
            <a:r>
              <a:rPr lang="es-ES" sz="2400" i="1" dirty="0" err="1">
                <a:latin typeface="Alegreya Sans Medium" panose="00000600000000000000" pitchFamily="50" charset="0"/>
              </a:rPr>
              <a:t>ced</a:t>
            </a:r>
            <a:r>
              <a:rPr lang="es-ES" sz="2400" i="1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998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329084-7D4C-4C7B-BEF8-094CB732949D}"/>
              </a:ext>
            </a:extLst>
          </p:cNvPr>
          <p:cNvSpPr/>
          <p:nvPr/>
        </p:nvSpPr>
        <p:spPr>
          <a:xfrm>
            <a:off x="1852466" y="1413842"/>
            <a:ext cx="6696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El             a    -     mor           es              </a:t>
            </a:r>
            <a:r>
              <a:rPr lang="es-ES" sz="2400" dirty="0" err="1">
                <a:latin typeface="Alegreya Sans Medium" panose="00000600000000000000" pitchFamily="50" charset="0"/>
              </a:rPr>
              <a:t>pu</a:t>
            </a:r>
            <a:r>
              <a:rPr lang="es-ES" sz="2400" dirty="0">
                <a:latin typeface="Alegreya Sans Medium" panose="00000600000000000000" pitchFamily="50" charset="0"/>
              </a:rPr>
              <a:t>    -    ro,  y       san    - 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, 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72D3AB-6846-48C3-B4F8-189F871B77CB}"/>
              </a:ext>
            </a:extLst>
          </p:cNvPr>
          <p:cNvSpPr/>
          <p:nvPr/>
        </p:nvSpPr>
        <p:spPr>
          <a:xfrm>
            <a:off x="1743342" y="4533058"/>
            <a:ext cx="74006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 Y                </a:t>
            </a:r>
            <a:r>
              <a:rPr lang="en-US" sz="2400" dirty="0" err="1">
                <a:latin typeface="Alegreya Sans Medium" panose="00000600000000000000" pitchFamily="50" charset="0"/>
              </a:rPr>
              <a:t>sa</a:t>
            </a:r>
            <a:r>
              <a:rPr lang="en-US" sz="2400" dirty="0">
                <a:latin typeface="Alegreya Sans Medium" panose="00000600000000000000" pitchFamily="50" charset="0"/>
              </a:rPr>
              <a:t>    -    </a:t>
            </a:r>
            <a:r>
              <a:rPr lang="en-US" sz="2400" dirty="0" err="1">
                <a:latin typeface="Alegreya Sans Medium" panose="00000600000000000000" pitchFamily="50" charset="0"/>
              </a:rPr>
              <a:t>gra</a:t>
            </a:r>
            <a:r>
              <a:rPr lang="en-US" sz="2400" dirty="0">
                <a:latin typeface="Alegreya Sans Medium" panose="00000600000000000000" pitchFamily="50" charset="0"/>
              </a:rPr>
              <a:t>     -     da,          la  a       -    mis   -   tad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321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4E75CF-1907-4EAF-827E-F70F36468658}"/>
              </a:ext>
            </a:extLst>
          </p:cNvPr>
          <p:cNvSpPr/>
          <p:nvPr/>
        </p:nvSpPr>
        <p:spPr>
          <a:xfrm>
            <a:off x="1671717" y="1345477"/>
            <a:ext cx="6961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Un            </a:t>
            </a:r>
            <a:r>
              <a:rPr lang="es-ES" sz="2400" dirty="0" err="1">
                <a:latin typeface="Alegreya Sans Medium" panose="00000600000000000000" pitchFamily="50" charset="0"/>
              </a:rPr>
              <a:t>mo</a:t>
            </a:r>
            <a:r>
              <a:rPr lang="es-ES" sz="2400" dirty="0">
                <a:latin typeface="Alegreya Sans Medium" panose="00000600000000000000" pitchFamily="50" charset="0"/>
              </a:rPr>
              <a:t>   -   </a:t>
            </a:r>
            <a:r>
              <a:rPr lang="es-ES" sz="2400" dirty="0" err="1">
                <a:latin typeface="Alegreya Sans Medium" panose="00000600000000000000" pitchFamily="50" charset="0"/>
              </a:rPr>
              <a:t>men</a:t>
            </a:r>
            <a:r>
              <a:rPr lang="es-ES" sz="2400" dirty="0">
                <a:latin typeface="Alegreya Sans Medium" panose="00000600000000000000" pitchFamily="50" charset="0"/>
              </a:rPr>
              <a:t>     -   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         in    -     sen    -    </a:t>
            </a:r>
            <a:r>
              <a:rPr lang="es-ES" sz="2400" dirty="0" err="1">
                <a:latin typeface="Alegreya Sans Medium" panose="00000600000000000000" pitchFamily="50" charset="0"/>
              </a:rPr>
              <a:t>sa</a:t>
            </a:r>
            <a:r>
              <a:rPr lang="es-ES" sz="2400" dirty="0">
                <a:latin typeface="Alegreya Sans Medium" panose="00000600000000000000" pitchFamily="50" charset="0"/>
              </a:rPr>
              <a:t>    - 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–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2D9BE-7286-4C54-880A-38502435CBE1}"/>
              </a:ext>
            </a:extLst>
          </p:cNvPr>
          <p:cNvSpPr/>
          <p:nvPr/>
        </p:nvSpPr>
        <p:spPr>
          <a:xfrm>
            <a:off x="1367327" y="4276685"/>
            <a:ext cx="75288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¡Y  a        -       so     -    la      -    dos         que    -    da    -       </a:t>
            </a:r>
            <a:r>
              <a:rPr lang="en-US" sz="2400" dirty="0" err="1">
                <a:latin typeface="Alegreya Sans Medium" panose="00000600000000000000" pitchFamily="50" charset="0"/>
              </a:rPr>
              <a:t>rán</a:t>
            </a:r>
            <a:r>
              <a:rPr lang="en-US" sz="2400" dirty="0">
                <a:latin typeface="Alegreya Sans Medium" panose="00000600000000000000" pitchFamily="50" charset="0"/>
              </a:rPr>
              <a:t>!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91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A72BBD-A5F8-8A3A-162C-E9FCE0C87E49}"/>
              </a:ext>
            </a:extLst>
          </p:cNvPr>
          <p:cNvSpPr/>
          <p:nvPr/>
        </p:nvSpPr>
        <p:spPr>
          <a:xfrm>
            <a:off x="1055406" y="1717956"/>
            <a:ext cx="80885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“Hi   -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a      -    </a:t>
            </a:r>
            <a:r>
              <a:rPr lang="es-ES" sz="2400" dirty="0" err="1">
                <a:latin typeface="Alegreya Sans Medium" panose="00000600000000000000" pitchFamily="50" charset="0"/>
              </a:rPr>
              <a:t>ma</a:t>
            </a:r>
            <a:r>
              <a:rPr lang="es-ES" sz="2400" dirty="0">
                <a:latin typeface="Alegreya Sans Medium" panose="00000600000000000000" pitchFamily="50" charset="0"/>
              </a:rPr>
              <a:t>        -        os”,       Cris   -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nos   di           -    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;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</a:t>
            </a:r>
            <a:r>
              <a:rPr lang="es-ES" sz="2400" i="1" dirty="0">
                <a:latin typeface="Alegreya Sans Medium" panose="00000600000000000000" pitchFamily="50" charset="0"/>
              </a:rPr>
              <a:t>“Oh,  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 -   os”                                 “Oh,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5B20DE-802B-A264-CB2D-2160A1D5D713}"/>
              </a:ext>
            </a:extLst>
          </p:cNvPr>
          <p:cNvSpPr/>
          <p:nvPr/>
        </p:nvSpPr>
        <p:spPr>
          <a:xfrm>
            <a:off x="1154596" y="5173993"/>
            <a:ext cx="82201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Hi    -  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   la       voz       del       </a:t>
            </a:r>
            <a:r>
              <a:rPr lang="es-ES" sz="2400" dirty="0" err="1">
                <a:latin typeface="Alegreya Sans Medium" panose="00000600000000000000" pitchFamily="50" charset="0"/>
              </a:rPr>
              <a:t>Pa</a:t>
            </a:r>
            <a:r>
              <a:rPr lang="es-ES" sz="2400" dirty="0">
                <a:latin typeface="Alegreya Sans Medium" panose="00000600000000000000" pitchFamily="50" charset="0"/>
              </a:rPr>
              <a:t>    -   </a:t>
            </a:r>
            <a:r>
              <a:rPr lang="es-ES" sz="2400" dirty="0" err="1">
                <a:latin typeface="Alegreya Sans Medium" panose="00000600000000000000" pitchFamily="50" charset="0"/>
              </a:rPr>
              <a:t>dre</a:t>
            </a:r>
            <a:r>
              <a:rPr lang="es-ES" sz="2400" dirty="0">
                <a:latin typeface="Alegreya Sans Medium" panose="00000600000000000000" pitchFamily="50" charset="0"/>
              </a:rPr>
              <a:t>  o    -    be    -   de    -    </a:t>
            </a:r>
            <a:r>
              <a:rPr lang="es-ES" sz="2400" dirty="0" err="1">
                <a:latin typeface="Alegreya Sans Medium" panose="00000600000000000000" pitchFamily="50" charset="0"/>
              </a:rPr>
              <a:t>ced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</a:p>
          <a:p>
            <a:r>
              <a:rPr lang="es-ES" sz="2400" i="1" dirty="0">
                <a:latin typeface="Alegreya Sans Medium" panose="00000600000000000000" pitchFamily="50" charset="0"/>
              </a:rPr>
              <a:t>os”                                          voz        del         </a:t>
            </a:r>
            <a:r>
              <a:rPr lang="es-ES" sz="2400" i="1" dirty="0" err="1">
                <a:latin typeface="Alegreya Sans Medium" panose="00000600000000000000" pitchFamily="50" charset="0"/>
              </a:rPr>
              <a:t>Pa</a:t>
            </a:r>
            <a:r>
              <a:rPr lang="es-ES" sz="2400" i="1" dirty="0">
                <a:latin typeface="Alegreya Sans Medium" panose="00000600000000000000" pitchFamily="50" charset="0"/>
              </a:rPr>
              <a:t>     -    </a:t>
            </a:r>
            <a:r>
              <a:rPr lang="es-ES" sz="2400" i="1" dirty="0" err="1">
                <a:latin typeface="Alegreya Sans Medium" panose="00000600000000000000" pitchFamily="50" charset="0"/>
              </a:rPr>
              <a:t>dre</a:t>
            </a:r>
            <a:r>
              <a:rPr lang="es-ES" sz="2400" i="1" dirty="0">
                <a:latin typeface="Alegreya Sans Medium" panose="00000600000000000000" pitchFamily="50" charset="0"/>
              </a:rPr>
              <a:t>  o      -    be     -     de     -      </a:t>
            </a:r>
            <a:r>
              <a:rPr lang="es-ES" sz="2400" i="1" dirty="0" err="1">
                <a:latin typeface="Alegreya Sans Medium" panose="00000600000000000000" pitchFamily="50" charset="0"/>
              </a:rPr>
              <a:t>ced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380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EE1798-B6DB-83EF-2015-569BDF601EB7}"/>
              </a:ext>
            </a:extLst>
          </p:cNvPr>
          <p:cNvSpPr/>
          <p:nvPr/>
        </p:nvSpPr>
        <p:spPr>
          <a:xfrm>
            <a:off x="1055406" y="1717956"/>
            <a:ext cx="80885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“Hi   -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a      -    </a:t>
            </a:r>
            <a:r>
              <a:rPr lang="es-ES" sz="2400" dirty="0" err="1">
                <a:latin typeface="Alegreya Sans Medium" panose="00000600000000000000" pitchFamily="50" charset="0"/>
              </a:rPr>
              <a:t>ma</a:t>
            </a:r>
            <a:r>
              <a:rPr lang="es-ES" sz="2400" dirty="0">
                <a:latin typeface="Alegreya Sans Medium" panose="00000600000000000000" pitchFamily="50" charset="0"/>
              </a:rPr>
              <a:t>        -        os”,       Cris   -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nos   di           -    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;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</a:t>
            </a:r>
            <a:r>
              <a:rPr lang="es-ES" sz="2400" i="1" dirty="0">
                <a:latin typeface="Alegreya Sans Medium" panose="00000600000000000000" pitchFamily="50" charset="0"/>
              </a:rPr>
              <a:t>“Oh,  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 -   os”                                 “Oh,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BBCB26-D1D7-92CA-57D1-C1FE3D7404DB}"/>
              </a:ext>
            </a:extLst>
          </p:cNvPr>
          <p:cNvSpPr/>
          <p:nvPr/>
        </p:nvSpPr>
        <p:spPr>
          <a:xfrm>
            <a:off x="1154596" y="5173993"/>
            <a:ext cx="82201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Hi    -  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   Su      voz             o        -      be      -        de       -       </a:t>
            </a:r>
            <a:r>
              <a:rPr lang="es-ES" sz="2400" dirty="0" err="1">
                <a:latin typeface="Alegreya Sans Medium" panose="00000600000000000000" pitchFamily="50" charset="0"/>
              </a:rPr>
              <a:t>ced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</a:p>
          <a:p>
            <a:r>
              <a:rPr lang="es-ES" sz="2400" i="1" dirty="0">
                <a:latin typeface="Alegreya Sans Medium" panose="00000600000000000000" pitchFamily="50" charset="0"/>
              </a:rPr>
              <a:t>os”                                           voz               o         -       be        -         de         -         </a:t>
            </a:r>
            <a:r>
              <a:rPr lang="es-ES" sz="2400" i="1" dirty="0" err="1">
                <a:latin typeface="Alegreya Sans Medium" panose="00000600000000000000" pitchFamily="50" charset="0"/>
              </a:rPr>
              <a:t>ced</a:t>
            </a:r>
            <a:r>
              <a:rPr lang="es-ES" sz="2400" i="1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883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7766FA-F8FE-4284-A98B-731991409533}"/>
              </a:ext>
            </a:extLst>
          </p:cNvPr>
          <p:cNvSpPr/>
          <p:nvPr/>
        </p:nvSpPr>
        <p:spPr>
          <a:xfrm>
            <a:off x="1669798" y="1430935"/>
            <a:ext cx="77305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La  a    -   mar    -    </a:t>
            </a:r>
            <a:r>
              <a:rPr lang="en-US" sz="2400" dirty="0" err="1">
                <a:latin typeface="Alegreya Sans Medium" panose="00000600000000000000" pitchFamily="50" charset="0"/>
              </a:rPr>
              <a:t>gu</a:t>
            </a:r>
            <a:r>
              <a:rPr lang="en-US" sz="2400" dirty="0">
                <a:latin typeface="Alegreya Sans Medium" panose="00000600000000000000" pitchFamily="50" charset="0"/>
              </a:rPr>
              <a:t>       -       </a:t>
            </a:r>
            <a:r>
              <a:rPr lang="en-US" sz="2400" dirty="0" err="1">
                <a:latin typeface="Alegreya Sans Medium" panose="00000600000000000000" pitchFamily="50" charset="0"/>
              </a:rPr>
              <a:t>ra</a:t>
            </a:r>
            <a:r>
              <a:rPr lang="en-US" sz="2400" dirty="0">
                <a:latin typeface="Alegreya Sans Medium" panose="00000600000000000000" pitchFamily="50" charset="0"/>
              </a:rPr>
              <a:t>            </a:t>
            </a:r>
            <a:r>
              <a:rPr lang="en-US" sz="2400" dirty="0" err="1">
                <a:latin typeface="Alegreya Sans Medium" panose="00000600000000000000" pitchFamily="50" charset="0"/>
              </a:rPr>
              <a:t>fá</a:t>
            </a:r>
            <a:r>
              <a:rPr lang="en-US" sz="2400" dirty="0">
                <a:latin typeface="Alegreya Sans Medium" panose="00000600000000000000" pitchFamily="50" charset="0"/>
              </a:rPr>
              <a:t>       -     </a:t>
            </a:r>
            <a:r>
              <a:rPr lang="en-US" sz="2400" dirty="0" err="1">
                <a:latin typeface="Alegreya Sans Medium" panose="00000600000000000000" pitchFamily="50" charset="0"/>
              </a:rPr>
              <a:t>cil</a:t>
            </a:r>
            <a:r>
              <a:rPr lang="en-US" sz="2400" dirty="0">
                <a:latin typeface="Alegreya Sans Medium" panose="00000600000000000000" pitchFamily="50" charset="0"/>
              </a:rPr>
              <a:t>           </a:t>
            </a:r>
            <a:r>
              <a:rPr lang="en-US" sz="2400" dirty="0" err="1">
                <a:latin typeface="Alegreya Sans Medium" panose="00000600000000000000" pitchFamily="50" charset="0"/>
              </a:rPr>
              <a:t>sa</a:t>
            </a:r>
            <a:r>
              <a:rPr lang="en-US" sz="2400" dirty="0">
                <a:latin typeface="Alegreya Sans Medium" panose="00000600000000000000" pitchFamily="50" charset="0"/>
              </a:rPr>
              <a:t>     -    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9F2280-85CF-46F6-8D67-A9E0230E45FC}"/>
              </a:ext>
            </a:extLst>
          </p:cNvPr>
          <p:cNvSpPr/>
          <p:nvPr/>
        </p:nvSpPr>
        <p:spPr>
          <a:xfrm>
            <a:off x="1797985" y="4533057"/>
            <a:ext cx="62259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Y             la                  i          -         </a:t>
            </a:r>
            <a:r>
              <a:rPr lang="es-ES" sz="2400" dirty="0" err="1">
                <a:latin typeface="Alegreya Sans Medium" panose="00000600000000000000" pitchFamily="50" charset="0"/>
              </a:rPr>
              <a:t>ra</a:t>
            </a:r>
            <a:r>
              <a:rPr lang="es-ES" sz="2400" dirty="0">
                <a:latin typeface="Alegreya Sans Medium" panose="00000600000000000000" pitchFamily="50" charset="0"/>
              </a:rPr>
              <a:t>             sin         pen   -    </a:t>
            </a:r>
            <a:r>
              <a:rPr lang="es-ES" sz="2400" dirty="0" err="1">
                <a:latin typeface="Alegreya Sans Medium" panose="00000600000000000000" pitchFamily="50" charset="0"/>
              </a:rPr>
              <a:t>sar</a:t>
            </a:r>
            <a:r>
              <a:rPr lang="es-ES" sz="2400" dirty="0">
                <a:latin typeface="Alegreya Sans Medium" panose="00000600000000000000" pitchFamily="50" charset="0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883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ECD9B7-C3C2-4F4F-988E-573E0B75394E}"/>
              </a:ext>
            </a:extLst>
          </p:cNvPr>
          <p:cNvSpPr/>
          <p:nvPr/>
        </p:nvSpPr>
        <p:spPr>
          <a:xfrm>
            <a:off x="1447071" y="1388205"/>
            <a:ext cx="7406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Rom     -    pe      -     </a:t>
            </a:r>
            <a:r>
              <a:rPr lang="en-US" sz="2400" dirty="0" err="1">
                <a:latin typeface="Alegreya Sans Medium" panose="00000600000000000000" pitchFamily="50" charset="0"/>
              </a:rPr>
              <a:t>rás</a:t>
            </a:r>
            <a:r>
              <a:rPr lang="en-US" sz="2400" dirty="0">
                <a:latin typeface="Alegreya Sans Medium" panose="00000600000000000000" pitchFamily="50" charset="0"/>
              </a:rPr>
              <a:t>               lo              in     -     </a:t>
            </a:r>
            <a:r>
              <a:rPr lang="en-US" sz="2400" dirty="0" err="1">
                <a:latin typeface="Alegreya Sans Medium" panose="00000600000000000000" pitchFamily="50" charset="0"/>
              </a:rPr>
              <a:t>va</a:t>
            </a:r>
            <a:r>
              <a:rPr lang="en-US" sz="2400" dirty="0">
                <a:latin typeface="Alegreya Sans Medium" panose="00000600000000000000" pitchFamily="50" charset="0"/>
              </a:rPr>
              <a:t>     -     </a:t>
            </a:r>
            <a:r>
              <a:rPr lang="en-US" sz="2400" dirty="0" err="1">
                <a:latin typeface="Alegreya Sans Medium" panose="00000600000000000000" pitchFamily="50" charset="0"/>
              </a:rPr>
              <a:t>lua</a:t>
            </a:r>
            <a:r>
              <a:rPr lang="en-US" sz="2400" dirty="0">
                <a:latin typeface="Alegreya Sans Medium" panose="00000600000000000000" pitchFamily="50" charset="0"/>
              </a:rPr>
              <a:t>    -     </a:t>
            </a:r>
            <a:r>
              <a:rPr lang="en-US" sz="2400" dirty="0" err="1">
                <a:latin typeface="Alegreya Sans Medium" panose="00000600000000000000" pitchFamily="50" charset="0"/>
              </a:rPr>
              <a:t>ble</a:t>
            </a:r>
            <a:endParaRPr lang="en-US" sz="24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F735A7-B2DD-4054-A1EB-2ADEDAE67CD4}"/>
              </a:ext>
            </a:extLst>
          </p:cNvPr>
          <p:cNvSpPr/>
          <p:nvPr/>
        </p:nvSpPr>
        <p:spPr>
          <a:xfrm>
            <a:off x="1447071" y="4379234"/>
            <a:ext cx="63578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legreya Sans Medium" panose="00000600000000000000" pitchFamily="50" charset="0"/>
              </a:rPr>
              <a:t>En                   e      -     no     -      jo            al                ha    -    </a:t>
            </a:r>
            <a:r>
              <a:rPr lang="en-US" sz="2400" dirty="0" err="1">
                <a:latin typeface="Alegreya Sans Medium" panose="00000600000000000000" pitchFamily="50" charset="0"/>
              </a:rPr>
              <a:t>blar</a:t>
            </a:r>
            <a:r>
              <a:rPr lang="en-US" sz="2400" dirty="0">
                <a:latin typeface="Alegreya Sans Medium" panose="00000600000000000000" pitchFamily="50" charset="0"/>
              </a:rPr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913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4289D7-50DF-5D5E-25F6-76686B1DEE83}"/>
              </a:ext>
            </a:extLst>
          </p:cNvPr>
          <p:cNvSpPr/>
          <p:nvPr/>
        </p:nvSpPr>
        <p:spPr>
          <a:xfrm>
            <a:off x="1055406" y="1717956"/>
            <a:ext cx="80885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“Hi   -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a      -    </a:t>
            </a:r>
            <a:r>
              <a:rPr lang="es-ES" sz="2400" dirty="0" err="1">
                <a:latin typeface="Alegreya Sans Medium" panose="00000600000000000000" pitchFamily="50" charset="0"/>
              </a:rPr>
              <a:t>ma</a:t>
            </a:r>
            <a:r>
              <a:rPr lang="es-ES" sz="2400" dirty="0">
                <a:latin typeface="Alegreya Sans Medium" panose="00000600000000000000" pitchFamily="50" charset="0"/>
              </a:rPr>
              <a:t>        -        os”,       Cris   -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nos   di           -    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;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</a:t>
            </a:r>
            <a:r>
              <a:rPr lang="es-ES" sz="2400" i="1" dirty="0">
                <a:latin typeface="Alegreya Sans Medium" panose="00000600000000000000" pitchFamily="50" charset="0"/>
              </a:rPr>
              <a:t>“Oh,  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 -   os”                                 “Oh,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FCB3E-B53D-AD59-89EE-A1869F1E815B}"/>
              </a:ext>
            </a:extLst>
          </p:cNvPr>
          <p:cNvSpPr/>
          <p:nvPr/>
        </p:nvSpPr>
        <p:spPr>
          <a:xfrm>
            <a:off x="1154596" y="5173993"/>
            <a:ext cx="82201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Hi    -  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   la       voz       del       </a:t>
            </a:r>
            <a:r>
              <a:rPr lang="es-ES" sz="2400" dirty="0" err="1">
                <a:latin typeface="Alegreya Sans Medium" panose="00000600000000000000" pitchFamily="50" charset="0"/>
              </a:rPr>
              <a:t>Pa</a:t>
            </a:r>
            <a:r>
              <a:rPr lang="es-ES" sz="2400" dirty="0">
                <a:latin typeface="Alegreya Sans Medium" panose="00000600000000000000" pitchFamily="50" charset="0"/>
              </a:rPr>
              <a:t>    -   </a:t>
            </a:r>
            <a:r>
              <a:rPr lang="es-ES" sz="2400" dirty="0" err="1">
                <a:latin typeface="Alegreya Sans Medium" panose="00000600000000000000" pitchFamily="50" charset="0"/>
              </a:rPr>
              <a:t>dre</a:t>
            </a:r>
            <a:r>
              <a:rPr lang="es-ES" sz="2400" dirty="0">
                <a:latin typeface="Alegreya Sans Medium" panose="00000600000000000000" pitchFamily="50" charset="0"/>
              </a:rPr>
              <a:t>  o    -    be    -   de    -    </a:t>
            </a:r>
            <a:r>
              <a:rPr lang="es-ES" sz="2400" dirty="0" err="1">
                <a:latin typeface="Alegreya Sans Medium" panose="00000600000000000000" pitchFamily="50" charset="0"/>
              </a:rPr>
              <a:t>ced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</a:p>
          <a:p>
            <a:r>
              <a:rPr lang="es-ES" sz="2400" i="1" dirty="0">
                <a:latin typeface="Alegreya Sans Medium" panose="00000600000000000000" pitchFamily="50" charset="0"/>
              </a:rPr>
              <a:t>os”                                          voz        del         </a:t>
            </a:r>
            <a:r>
              <a:rPr lang="es-ES" sz="2400" i="1" dirty="0" err="1">
                <a:latin typeface="Alegreya Sans Medium" panose="00000600000000000000" pitchFamily="50" charset="0"/>
              </a:rPr>
              <a:t>Pa</a:t>
            </a:r>
            <a:r>
              <a:rPr lang="es-ES" sz="2400" i="1" dirty="0">
                <a:latin typeface="Alegreya Sans Medium" panose="00000600000000000000" pitchFamily="50" charset="0"/>
              </a:rPr>
              <a:t>     -    </a:t>
            </a:r>
            <a:r>
              <a:rPr lang="es-ES" sz="2400" i="1" dirty="0" err="1">
                <a:latin typeface="Alegreya Sans Medium" panose="00000600000000000000" pitchFamily="50" charset="0"/>
              </a:rPr>
              <a:t>dre</a:t>
            </a:r>
            <a:r>
              <a:rPr lang="es-ES" sz="2400" i="1" dirty="0">
                <a:latin typeface="Alegreya Sans Medium" panose="00000600000000000000" pitchFamily="50" charset="0"/>
              </a:rPr>
              <a:t>  o      -    be     -     de     -      </a:t>
            </a:r>
            <a:r>
              <a:rPr lang="es-ES" sz="2400" i="1" dirty="0" err="1">
                <a:latin typeface="Alegreya Sans Medium" panose="00000600000000000000" pitchFamily="50" charset="0"/>
              </a:rPr>
              <a:t>ced</a:t>
            </a:r>
            <a:endParaRPr lang="en-US" sz="2400" i="1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380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D55779-A4C4-A45F-D2DE-B2E59DF9F313}"/>
              </a:ext>
            </a:extLst>
          </p:cNvPr>
          <p:cNvSpPr/>
          <p:nvPr/>
        </p:nvSpPr>
        <p:spPr>
          <a:xfrm>
            <a:off x="1055406" y="1717956"/>
            <a:ext cx="80885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 “Hi   -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a      -    </a:t>
            </a:r>
            <a:r>
              <a:rPr lang="es-ES" sz="2400" dirty="0" err="1">
                <a:latin typeface="Alegreya Sans Medium" panose="00000600000000000000" pitchFamily="50" charset="0"/>
              </a:rPr>
              <a:t>ma</a:t>
            </a:r>
            <a:r>
              <a:rPr lang="es-ES" sz="2400" dirty="0">
                <a:latin typeface="Alegreya Sans Medium" panose="00000600000000000000" pitchFamily="50" charset="0"/>
              </a:rPr>
              <a:t>        -        os”,       Cris   -   </a:t>
            </a:r>
            <a:r>
              <a:rPr lang="es-ES" sz="2400" dirty="0" err="1">
                <a:latin typeface="Alegreya Sans Medium" panose="00000600000000000000" pitchFamily="50" charset="0"/>
              </a:rPr>
              <a:t>to</a:t>
            </a:r>
            <a:r>
              <a:rPr lang="es-ES" sz="2400" dirty="0">
                <a:latin typeface="Alegreya Sans Medium" panose="00000600000000000000" pitchFamily="50" charset="0"/>
              </a:rPr>
              <a:t>       nos   di           -          </a:t>
            </a:r>
            <a:r>
              <a:rPr lang="es-ES" sz="2400" dirty="0" err="1">
                <a:latin typeface="Alegreya Sans Medium" panose="00000600000000000000" pitchFamily="50" charset="0"/>
              </a:rPr>
              <a:t>jo</a:t>
            </a:r>
            <a:r>
              <a:rPr lang="es-ES" sz="2400" dirty="0">
                <a:latin typeface="Alegreya Sans Medium" panose="00000600000000000000" pitchFamily="50" charset="0"/>
              </a:rPr>
              <a:t>; </a:t>
            </a:r>
          </a:p>
          <a:p>
            <a:r>
              <a:rPr lang="es-ES" sz="2400" dirty="0">
                <a:latin typeface="Alegreya Sans Medium" panose="00000600000000000000" pitchFamily="50" charset="0"/>
              </a:rPr>
              <a:t>                                          </a:t>
            </a:r>
            <a:r>
              <a:rPr lang="es-ES" sz="2400" i="1" dirty="0">
                <a:latin typeface="Alegreya Sans Medium" panose="00000600000000000000" pitchFamily="50" charset="0"/>
              </a:rPr>
              <a:t>“Oh,  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 -   os”                                 “Oh,       a    -   </a:t>
            </a:r>
            <a:r>
              <a:rPr lang="es-ES" sz="2400" i="1" dirty="0" err="1">
                <a:latin typeface="Alegreya Sans Medium" panose="00000600000000000000" pitchFamily="50" charset="0"/>
              </a:rPr>
              <a:t>ma</a:t>
            </a:r>
            <a:r>
              <a:rPr lang="es-ES" sz="2400" i="1" dirty="0">
                <a:latin typeface="Alegreya Sans Medium" panose="00000600000000000000" pitchFamily="50" charset="0"/>
              </a:rPr>
              <a:t>   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07DE5-4F98-6056-7AB8-93729FE81917}"/>
              </a:ext>
            </a:extLst>
          </p:cNvPr>
          <p:cNvSpPr/>
          <p:nvPr/>
        </p:nvSpPr>
        <p:spPr>
          <a:xfrm>
            <a:off x="1154596" y="5173993"/>
            <a:ext cx="82201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latin typeface="Alegreya Sans Medium" panose="00000600000000000000" pitchFamily="50" charset="0"/>
              </a:rPr>
              <a:t>Hi    -    </a:t>
            </a:r>
            <a:r>
              <a:rPr lang="es-ES" sz="2400" dirty="0" err="1">
                <a:latin typeface="Alegreya Sans Medium" panose="00000600000000000000" pitchFamily="50" charset="0"/>
              </a:rPr>
              <a:t>jos</a:t>
            </a:r>
            <a:r>
              <a:rPr lang="es-ES" sz="2400" dirty="0">
                <a:latin typeface="Alegreya Sans Medium" panose="00000600000000000000" pitchFamily="50" charset="0"/>
              </a:rPr>
              <a:t>,       Su      voz             o        -      be      -        de       -       </a:t>
            </a:r>
            <a:r>
              <a:rPr lang="es-ES" sz="2400" dirty="0" err="1">
                <a:latin typeface="Alegreya Sans Medium" panose="00000600000000000000" pitchFamily="50" charset="0"/>
              </a:rPr>
              <a:t>ced</a:t>
            </a:r>
            <a:r>
              <a:rPr lang="es-ES" sz="2400" dirty="0">
                <a:latin typeface="Alegreya Sans Medium" panose="00000600000000000000" pitchFamily="50" charset="0"/>
              </a:rPr>
              <a:t>.</a:t>
            </a:r>
          </a:p>
          <a:p>
            <a:r>
              <a:rPr lang="es-ES" sz="2400" i="1" dirty="0">
                <a:latin typeface="Alegreya Sans Medium" panose="00000600000000000000" pitchFamily="50" charset="0"/>
              </a:rPr>
              <a:t>os”                                           voz               o         -       be        -         de         -         </a:t>
            </a:r>
            <a:r>
              <a:rPr lang="es-ES" sz="2400" i="1" dirty="0" err="1">
                <a:latin typeface="Alegreya Sans Medium" panose="00000600000000000000" pitchFamily="50" charset="0"/>
              </a:rPr>
              <a:t>ced</a:t>
            </a:r>
            <a:r>
              <a:rPr lang="es-ES" sz="2400" i="1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3662</TotalTime>
  <Words>637</Words>
  <Application>Microsoft Office PowerPoint</Application>
  <PresentationFormat>Custom</PresentationFormat>
  <Paragraphs>50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16</cp:revision>
  <dcterms:created xsi:type="dcterms:W3CDTF">2019-09-13T22:29:37Z</dcterms:created>
  <dcterms:modified xsi:type="dcterms:W3CDTF">2024-09-30T20:36:56Z</dcterms:modified>
</cp:coreProperties>
</file>