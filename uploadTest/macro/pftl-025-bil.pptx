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226FD-3E24-496A-B6F9-B7BD2CD96629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9B53B-899D-4895-A7B8-88BFF8BE7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6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72767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33592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18154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2823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0750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56373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3418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2019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2400x1800x025/pftl-025-009.png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55081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Todo Te alaba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dirty="0"/>
              <a:t>Letra</a:t>
            </a:r>
            <a:r>
              <a:rPr dirty="0"/>
              <a:t>: George W. Conder</a:t>
            </a:r>
            <a:br>
              <a:rPr dirty="0"/>
            </a:br>
            <a:r>
              <a:rPr dirty="0"/>
              <a:t>M</a:t>
            </a:r>
            <a:r>
              <a:rPr lang="es-ES" dirty="0"/>
              <a:t>ú</a:t>
            </a:r>
            <a:r>
              <a:rPr dirty="0"/>
              <a:t>sic</a:t>
            </a:r>
            <a:r>
              <a:rPr lang="es-419" dirty="0"/>
              <a:t>a</a:t>
            </a:r>
            <a:r>
              <a:rPr dirty="0"/>
              <a:t>: Conrad Kocher / Arr.: William H. Monk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167"/>
            <a:ext cx="9144000" cy="58864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71E8FA-ACE1-47A5-BC5F-98A289C12A4F}"/>
              </a:ext>
            </a:extLst>
          </p:cNvPr>
          <p:cNvSpPr/>
          <p:nvPr/>
        </p:nvSpPr>
        <p:spPr>
          <a:xfrm>
            <a:off x="1327440" y="1411193"/>
            <a:ext cx="81244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To      -      do          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Te</a:t>
            </a:r>
            <a:r>
              <a:rPr lang="en-US" sz="2400" dirty="0">
                <a:latin typeface="Alegreya Sans Medium" panose="00000600000000000000" pitchFamily="50" charset="0"/>
              </a:rPr>
              <a:t>                  a         -       la     -    </a:t>
            </a:r>
            <a:r>
              <a:rPr lang="en-US" sz="2400" dirty="0" err="1">
                <a:latin typeface="Alegreya Sans Medium" panose="00000600000000000000" pitchFamily="50" charset="0"/>
              </a:rPr>
              <a:t>ba</a:t>
            </a:r>
            <a:r>
              <a:rPr lang="en-US" sz="2400" dirty="0">
                <a:latin typeface="Alegreya Sans Medium" panose="00000600000000000000" pitchFamily="50" charset="0"/>
              </a:rPr>
              <a:t>, Oh     Dios,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2AEBA7-E6F7-4782-8E44-D9EB1E38EF7E}"/>
              </a:ext>
            </a:extLst>
          </p:cNvPr>
          <p:cNvSpPr/>
          <p:nvPr/>
        </p:nvSpPr>
        <p:spPr>
          <a:xfrm>
            <a:off x="1327440" y="4437779"/>
            <a:ext cx="7816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 err="1">
                <a:latin typeface="Alegreya Sans Medium" panose="00000600000000000000" pitchFamily="50" charset="0"/>
              </a:rPr>
              <a:t>Tie</a:t>
            </a:r>
            <a:r>
              <a:rPr lang="es-ES" sz="2400" dirty="0">
                <a:latin typeface="Alegreya Sans Medium" panose="00000600000000000000" pitchFamily="50" charset="0"/>
              </a:rPr>
              <a:t>        -        </a:t>
            </a:r>
            <a:r>
              <a:rPr lang="es-ES" sz="2400" dirty="0" err="1">
                <a:latin typeface="Alegreya Sans Medium" panose="00000600000000000000" pitchFamily="50" charset="0"/>
              </a:rPr>
              <a:t>rra</a:t>
            </a:r>
            <a:r>
              <a:rPr lang="es-ES" sz="2400" dirty="0">
                <a:latin typeface="Alegreya Sans Medium" panose="00000600000000000000" pitchFamily="50" charset="0"/>
              </a:rPr>
              <a:t>,              mar                  y           la  ex    -   pan     -     </a:t>
            </a:r>
            <a:r>
              <a:rPr lang="es-ES" sz="2400" dirty="0" err="1">
                <a:latin typeface="Alegreya Sans Medium" panose="00000600000000000000" pitchFamily="50" charset="0"/>
              </a:rPr>
              <a:t>sión</a:t>
            </a:r>
            <a:r>
              <a:rPr lang="es-ES" sz="2400" dirty="0">
                <a:latin typeface="Alegreya Sans Medium" panose="00000600000000000000" pitchFamily="50" charset="0"/>
              </a:rPr>
              <a:t>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597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F2CFFB-AD59-4730-B430-4FED48581908}"/>
              </a:ext>
            </a:extLst>
          </p:cNvPr>
          <p:cNvSpPr/>
          <p:nvPr/>
        </p:nvSpPr>
        <p:spPr>
          <a:xfrm>
            <a:off x="1213371" y="1408985"/>
            <a:ext cx="7067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Tu         gran                    </a:t>
            </a:r>
            <a:r>
              <a:rPr lang="es-ES" sz="2400" dirty="0" err="1">
                <a:latin typeface="Alegreya Sans Medium" panose="00000600000000000000" pitchFamily="50" charset="0"/>
              </a:rPr>
              <a:t>glo</a:t>
            </a:r>
            <a:r>
              <a:rPr lang="es-ES" sz="2400" dirty="0">
                <a:latin typeface="Alegreya Sans Medium" panose="00000600000000000000" pitchFamily="50" charset="0"/>
              </a:rPr>
              <a:t>       -        </a:t>
            </a:r>
            <a:r>
              <a:rPr lang="es-ES" sz="2400" dirty="0" err="1">
                <a:latin typeface="Alegreya Sans Medium" panose="00000600000000000000" pitchFamily="50" charset="0"/>
              </a:rPr>
              <a:t>ria</a:t>
            </a:r>
            <a:r>
              <a:rPr lang="es-ES" sz="2400" dirty="0">
                <a:latin typeface="Alegreya Sans Medium" panose="00000600000000000000" pitchFamily="50" charset="0"/>
              </a:rPr>
              <a:t>                y                </a:t>
            </a:r>
            <a:r>
              <a:rPr lang="es-ES" sz="2400" dirty="0" err="1">
                <a:latin typeface="Alegreya Sans Medium" panose="00000600000000000000" pitchFamily="50" charset="0"/>
              </a:rPr>
              <a:t>po</a:t>
            </a:r>
            <a:r>
              <a:rPr lang="es-ES" sz="2400" dirty="0">
                <a:latin typeface="Alegreya Sans Medium" panose="00000600000000000000" pitchFamily="50" charset="0"/>
              </a:rPr>
              <a:t>      -     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36E6FB-33C0-4818-924B-3B8AC6D69F3E}"/>
              </a:ext>
            </a:extLst>
          </p:cNvPr>
          <p:cNvSpPr/>
          <p:nvPr/>
        </p:nvSpPr>
        <p:spPr>
          <a:xfrm>
            <a:off x="1073020" y="4403119"/>
            <a:ext cx="82219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Nos                  re        -       </a:t>
            </a:r>
            <a:r>
              <a:rPr lang="en-US" sz="2400" dirty="0" err="1">
                <a:latin typeface="Alegreya Sans Medium" panose="00000600000000000000" pitchFamily="50" charset="0"/>
              </a:rPr>
              <a:t>ve</a:t>
            </a:r>
            <a:r>
              <a:rPr lang="en-US" sz="2400" dirty="0">
                <a:latin typeface="Alegreya Sans Medium" panose="00000600000000000000" pitchFamily="50" charset="0"/>
              </a:rPr>
              <a:t>         -         la             Tu            </a:t>
            </a:r>
            <a:r>
              <a:rPr lang="en-US" sz="2400" dirty="0" err="1">
                <a:latin typeface="Alegreya Sans Medium" panose="00000600000000000000" pitchFamily="50" charset="0"/>
              </a:rPr>
              <a:t>crea</a:t>
            </a:r>
            <a:r>
              <a:rPr lang="en-US" sz="2400" dirty="0">
                <a:latin typeface="Alegreya Sans Medium" panose="00000600000000000000" pitchFamily="50" charset="0"/>
              </a:rPr>
              <a:t>    -    </a:t>
            </a:r>
            <a:r>
              <a:rPr lang="en-US" sz="2400" dirty="0" err="1">
                <a:latin typeface="Alegreya Sans Medium" panose="00000600000000000000" pitchFamily="50" charset="0"/>
              </a:rPr>
              <a:t>ción</a:t>
            </a:r>
            <a:r>
              <a:rPr lang="en-US" sz="24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426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4BFAFB-EF83-4C43-9FE1-968D89C1CB63}"/>
              </a:ext>
            </a:extLst>
          </p:cNvPr>
          <p:cNvSpPr/>
          <p:nvPr/>
        </p:nvSpPr>
        <p:spPr>
          <a:xfrm>
            <a:off x="1197854" y="1504134"/>
            <a:ext cx="7446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To      -       do     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Te</a:t>
            </a:r>
            <a:r>
              <a:rPr lang="en-US" sz="2400" dirty="0">
                <a:latin typeface="Alegreya Sans Medium" panose="00000600000000000000" pitchFamily="50" charset="0"/>
              </a:rPr>
              <a:t>                a       -        do         -        </a:t>
            </a:r>
            <a:r>
              <a:rPr lang="en-US" sz="2400" dirty="0" err="1">
                <a:latin typeface="Alegreya Sans Medium" panose="00000600000000000000" pitchFamily="50" charset="0"/>
              </a:rPr>
              <a:t>ra</a:t>
            </a:r>
            <a:r>
              <a:rPr lang="en-US" sz="2400" dirty="0">
                <a:latin typeface="Alegreya Sans Medium" panose="00000600000000000000" pitchFamily="50" charset="0"/>
              </a:rPr>
              <a:t>, Oh    Dios;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B634E-C6D4-4D69-82FD-59DDABB4822D}"/>
              </a:ext>
            </a:extLst>
          </p:cNvPr>
          <p:cNvSpPr/>
          <p:nvPr/>
        </p:nvSpPr>
        <p:spPr>
          <a:xfrm>
            <a:off x="1027564" y="4570899"/>
            <a:ext cx="7723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Que               u        -         </a:t>
            </a:r>
            <a:r>
              <a:rPr lang="en-US" sz="2400" dirty="0" err="1">
                <a:latin typeface="Alegreya Sans Medium" panose="00000600000000000000" pitchFamily="50" charset="0"/>
              </a:rPr>
              <a:t>na</a:t>
            </a:r>
            <a:r>
              <a:rPr lang="en-US" sz="2400" dirty="0">
                <a:latin typeface="Alegreya Sans Medium" panose="00000600000000000000" pitchFamily="50" charset="0"/>
              </a:rPr>
              <a:t>       -        </a:t>
            </a:r>
            <a:r>
              <a:rPr lang="en-US" sz="2400" dirty="0" err="1">
                <a:latin typeface="Alegreya Sans Medium" panose="00000600000000000000" pitchFamily="50" charset="0"/>
              </a:rPr>
              <a:t>mos</a:t>
            </a:r>
            <a:r>
              <a:rPr lang="en-US" sz="2400" dirty="0">
                <a:latin typeface="Alegreya Sans Medium" panose="00000600000000000000" pitchFamily="50" charset="0"/>
              </a:rPr>
              <a:t> 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nues</a:t>
            </a:r>
            <a:r>
              <a:rPr lang="en-US" sz="2400" dirty="0">
                <a:latin typeface="Alegreya Sans Medium" panose="00000600000000000000" pitchFamily="50" charset="0"/>
              </a:rPr>
              <a:t>    -    </a:t>
            </a:r>
            <a:r>
              <a:rPr lang="en-US" sz="2400" dirty="0" err="1">
                <a:latin typeface="Alegreya Sans Medium" panose="00000600000000000000" pitchFamily="50" charset="0"/>
              </a:rPr>
              <a:t>tra</a:t>
            </a:r>
            <a:r>
              <a:rPr lang="en-US" sz="2400" dirty="0">
                <a:latin typeface="Alegreya Sans Medium" panose="00000600000000000000" pitchFamily="50" charset="0"/>
              </a:rPr>
              <a:t> 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voz</a:t>
            </a:r>
            <a:r>
              <a:rPr lang="en-US" sz="2400" dirty="0">
                <a:latin typeface="Alegreya Sans Medium" panose="00000600000000000000" pitchFamily="50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0D79C6-7154-48C9-B37B-E1C5E6576C67}"/>
              </a:ext>
            </a:extLst>
          </p:cNvPr>
          <p:cNvSpPr/>
          <p:nvPr/>
        </p:nvSpPr>
        <p:spPr>
          <a:xfrm>
            <a:off x="1327440" y="1451298"/>
            <a:ext cx="7378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No      -    che   a                    no      -      che  un         </a:t>
            </a:r>
            <a:r>
              <a:rPr lang="es-ES" sz="2400" dirty="0" err="1">
                <a:latin typeface="Alegreya Sans Medium" panose="00000600000000000000" pitchFamily="50" charset="0"/>
              </a:rPr>
              <a:t>him</a:t>
            </a:r>
            <a:r>
              <a:rPr lang="es-ES" sz="2400" dirty="0">
                <a:latin typeface="Alegreya Sans Medium" panose="00000600000000000000" pitchFamily="50" charset="0"/>
              </a:rPr>
              <a:t>     -    no             da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2E6781-08EA-4C20-AC28-B529B877D29D}"/>
              </a:ext>
            </a:extLst>
          </p:cNvPr>
          <p:cNvSpPr/>
          <p:nvPr/>
        </p:nvSpPr>
        <p:spPr>
          <a:xfrm>
            <a:off x="1259632" y="4495496"/>
            <a:ext cx="78843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En              ca      -      </a:t>
            </a:r>
            <a:r>
              <a:rPr lang="es-ES" sz="2400" dirty="0" err="1">
                <a:latin typeface="Alegreya Sans Medium" panose="00000600000000000000" pitchFamily="50" charset="0"/>
              </a:rPr>
              <a:t>lla</a:t>
            </a:r>
            <a:r>
              <a:rPr lang="es-ES" sz="2400" dirty="0">
                <a:latin typeface="Alegreya Sans Medium" panose="00000600000000000000" pitchFamily="50" charset="0"/>
              </a:rPr>
              <a:t>     -     da  os       -       </a:t>
            </a:r>
            <a:r>
              <a:rPr lang="es-ES" sz="2400" dirty="0" err="1">
                <a:latin typeface="Alegreya Sans Medium" panose="00000600000000000000" pitchFamily="50" charset="0"/>
              </a:rPr>
              <a:t>cu</a:t>
            </a:r>
            <a:r>
              <a:rPr lang="es-ES" sz="2400" dirty="0">
                <a:latin typeface="Alegreya Sans Medium" panose="00000600000000000000" pitchFamily="50" charset="0"/>
              </a:rPr>
              <a:t>         -        </a:t>
            </a:r>
            <a:r>
              <a:rPr lang="es-ES" sz="2400" dirty="0" err="1">
                <a:latin typeface="Alegreya Sans Medium" panose="00000600000000000000" pitchFamily="50" charset="0"/>
              </a:rPr>
              <a:t>ri</a:t>
            </a:r>
            <a:r>
              <a:rPr lang="es-ES" sz="2400" dirty="0">
                <a:latin typeface="Alegreya Sans Medium" panose="00000600000000000000" pitchFamily="50" charset="0"/>
              </a:rPr>
              <a:t>        -      dad;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864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BF49D2-2EAB-4CD1-BCBA-CAFC6F884C5D}"/>
              </a:ext>
            </a:extLst>
          </p:cNvPr>
          <p:cNvSpPr/>
          <p:nvPr/>
        </p:nvSpPr>
        <p:spPr>
          <a:xfrm>
            <a:off x="1212980" y="1407881"/>
            <a:ext cx="85266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 err="1">
                <a:latin typeface="Alegreya Sans Medium" panose="00000600000000000000" pitchFamily="50" charset="0"/>
              </a:rPr>
              <a:t>Dí</a:t>
            </a:r>
            <a:r>
              <a:rPr lang="es-ES" sz="2400" dirty="0">
                <a:latin typeface="Alegreya Sans Medium" panose="00000600000000000000" pitchFamily="50" charset="0"/>
              </a:rPr>
              <a:t>      -      a  </a:t>
            </a:r>
            <a:r>
              <a:rPr lang="es-ES" sz="2400" dirty="0" err="1">
                <a:latin typeface="Alegreya Sans Medium" panose="00000600000000000000" pitchFamily="50" charset="0"/>
              </a:rPr>
              <a:t>a</a:t>
            </a:r>
            <a:r>
              <a:rPr lang="es-ES" sz="2400" dirty="0">
                <a:latin typeface="Alegreya Sans Medium" panose="00000600000000000000" pitchFamily="50" charset="0"/>
              </a:rPr>
              <a:t>                        </a:t>
            </a:r>
            <a:r>
              <a:rPr lang="es-ES" sz="2400" dirty="0" err="1">
                <a:latin typeface="Alegreya Sans Medium" panose="00000600000000000000" pitchFamily="50" charset="0"/>
              </a:rPr>
              <a:t>dí</a:t>
            </a:r>
            <a:r>
              <a:rPr lang="es-ES" sz="2400" dirty="0">
                <a:latin typeface="Alegreya Sans Medium" panose="00000600000000000000" pitchFamily="50" charset="0"/>
              </a:rPr>
              <a:t>          -         a                  can     -    </a:t>
            </a:r>
            <a:r>
              <a:rPr lang="es-ES" sz="2400" dirty="0" err="1">
                <a:latin typeface="Alegreya Sans Medium" panose="00000600000000000000" pitchFamily="50" charset="0"/>
              </a:rPr>
              <a:t>ta</a:t>
            </a:r>
            <a:r>
              <a:rPr lang="es-ES" sz="2400" dirty="0">
                <a:latin typeface="Alegreya Sans Medium" panose="00000600000000000000" pitchFamily="50" charset="0"/>
              </a:rPr>
              <a:t>  el         sol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1B8D4-7419-4CDE-BD2E-1A1EE72BB6FC}"/>
              </a:ext>
            </a:extLst>
          </p:cNvPr>
          <p:cNvSpPr/>
          <p:nvPr/>
        </p:nvSpPr>
        <p:spPr>
          <a:xfrm>
            <a:off x="1303778" y="4462578"/>
            <a:ext cx="79055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Con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bri</a:t>
            </a:r>
            <a:r>
              <a:rPr lang="en-US" sz="2400" dirty="0">
                <a:latin typeface="Alegreya Sans Medium" panose="00000600000000000000" pitchFamily="50" charset="0"/>
              </a:rPr>
              <a:t>      -        </a:t>
            </a:r>
            <a:r>
              <a:rPr lang="en-US" sz="2400" dirty="0" err="1">
                <a:latin typeface="Alegreya Sans Medium" panose="00000600000000000000" pitchFamily="50" charset="0"/>
              </a:rPr>
              <a:t>llan</a:t>
            </a:r>
            <a:r>
              <a:rPr lang="en-US" sz="2400" dirty="0">
                <a:latin typeface="Alegreya Sans Medium" panose="00000600000000000000" pitchFamily="50" charset="0"/>
              </a:rPr>
              <a:t>      -      </a:t>
            </a:r>
            <a:r>
              <a:rPr lang="en-US" sz="2400" dirty="0" err="1">
                <a:latin typeface="Alegreya Sans Medium" panose="00000600000000000000" pitchFamily="50" charset="0"/>
              </a:rPr>
              <a:t>te</a:t>
            </a:r>
            <a:r>
              <a:rPr lang="en-US" sz="2400" dirty="0">
                <a:latin typeface="Alegreya Sans Medium" panose="00000600000000000000" pitchFamily="50" charset="0"/>
              </a:rPr>
              <a:t>  in     -     ten      -       </a:t>
            </a:r>
            <a:r>
              <a:rPr lang="en-US" sz="2400" dirty="0" err="1">
                <a:latin typeface="Alegreya Sans Medium" panose="00000600000000000000" pitchFamily="50" charset="0"/>
              </a:rPr>
              <a:t>si</a:t>
            </a:r>
            <a:r>
              <a:rPr lang="en-US" sz="2400" dirty="0">
                <a:latin typeface="Alegreya Sans Medium" panose="00000600000000000000" pitchFamily="50" charset="0"/>
              </a:rPr>
              <a:t>      -     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121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BC3573-8A8F-4B5B-BFC1-3AB63AB5804B}"/>
              </a:ext>
            </a:extLst>
          </p:cNvPr>
          <p:cNvSpPr/>
          <p:nvPr/>
        </p:nvSpPr>
        <p:spPr>
          <a:xfrm>
            <a:off x="1101012" y="4554857"/>
            <a:ext cx="80429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A       -       </a:t>
            </a:r>
            <a:r>
              <a:rPr lang="en-US" sz="2400" dirty="0" err="1">
                <a:latin typeface="Alegreya Sans Medium" panose="00000600000000000000" pitchFamily="50" charset="0"/>
              </a:rPr>
              <a:t>sí</a:t>
            </a:r>
            <a:r>
              <a:rPr lang="en-US" sz="2400" dirty="0">
                <a:latin typeface="Alegreya Sans Medium" panose="00000600000000000000" pitchFamily="50" charset="0"/>
              </a:rPr>
              <a:t>   hon      -      </a:t>
            </a:r>
            <a:r>
              <a:rPr lang="en-US" sz="2400" dirty="0" err="1">
                <a:latin typeface="Alegreya Sans Medium" panose="00000600000000000000" pitchFamily="50" charset="0"/>
              </a:rPr>
              <a:t>ré</a:t>
            </a:r>
            <a:r>
              <a:rPr lang="en-US" sz="2400" dirty="0">
                <a:latin typeface="Alegreya Sans Medium" panose="00000600000000000000" pitchFamily="50" charset="0"/>
              </a:rPr>
              <a:t>         -        </a:t>
            </a:r>
            <a:r>
              <a:rPr lang="en-US" sz="2400" dirty="0" err="1">
                <a:latin typeface="Alegreya Sans Medium" panose="00000600000000000000" pitchFamily="50" charset="0"/>
              </a:rPr>
              <a:t>mos</a:t>
            </a:r>
            <a:r>
              <a:rPr lang="en-US" sz="2400" dirty="0">
                <a:latin typeface="Alegreya Sans Medium" panose="00000600000000000000" pitchFamily="50" charset="0"/>
              </a:rPr>
              <a:t>       -      </a:t>
            </a:r>
            <a:r>
              <a:rPr lang="en-US" sz="2400" dirty="0" err="1">
                <a:latin typeface="Alegreya Sans Medium" panose="00000600000000000000" pitchFamily="50" charset="0"/>
              </a:rPr>
              <a:t>te</a:t>
            </a:r>
            <a:r>
              <a:rPr lang="en-US" sz="2400" dirty="0">
                <a:latin typeface="Alegreya Sans Medium" panose="00000600000000000000" pitchFamily="50" charset="0"/>
              </a:rPr>
              <a:t>,               Se      -       </a:t>
            </a:r>
            <a:r>
              <a:rPr lang="en-US" sz="2400" dirty="0" err="1">
                <a:latin typeface="Alegreya Sans Medium" panose="00000600000000000000" pitchFamily="50" charset="0"/>
              </a:rPr>
              <a:t>ñor</a:t>
            </a:r>
            <a:r>
              <a:rPr lang="en-US" sz="2400" dirty="0">
                <a:latin typeface="Alegreya Sans Medium" panose="00000600000000000000" pitchFamily="50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04563-D2BA-4962-AB67-9D9D36282A7B}"/>
              </a:ext>
            </a:extLst>
          </p:cNvPr>
          <p:cNvSpPr/>
          <p:nvPr/>
        </p:nvSpPr>
        <p:spPr>
          <a:xfrm>
            <a:off x="1266738" y="1482646"/>
            <a:ext cx="79863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Tiem -  po,  es     -     pa       -     </a:t>
            </a:r>
            <a:r>
              <a:rPr lang="en-US" sz="2400" dirty="0" err="1">
                <a:latin typeface="Alegreya Sans Medium" panose="00000600000000000000" pitchFamily="50" charset="0"/>
              </a:rPr>
              <a:t>cio</a:t>
            </a:r>
            <a:r>
              <a:rPr lang="en-US" sz="2400" dirty="0">
                <a:latin typeface="Alegreya Sans Medium" panose="00000600000000000000" pitchFamily="50" charset="0"/>
              </a:rPr>
              <a:t>                   dan                lo       -        or;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788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F01B14-06FC-45C8-A174-A022E4874EA0}"/>
              </a:ext>
            </a:extLst>
          </p:cNvPr>
          <p:cNvSpPr/>
          <p:nvPr/>
        </p:nvSpPr>
        <p:spPr>
          <a:xfrm>
            <a:off x="1327440" y="1451298"/>
            <a:ext cx="7266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En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el</a:t>
            </a:r>
            <a:r>
              <a:rPr lang="en-US" sz="2400" dirty="0">
                <a:latin typeface="Alegreya Sans Medium" panose="00000600000000000000" pitchFamily="50" charset="0"/>
              </a:rPr>
              <a:t>      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tem</a:t>
            </a:r>
            <a:r>
              <a:rPr lang="en-US" sz="2400" dirty="0">
                <a:latin typeface="Alegreya Sans Medium" panose="00000600000000000000" pitchFamily="50" charset="0"/>
              </a:rPr>
              <a:t>     -      </a:t>
            </a:r>
            <a:r>
              <a:rPr lang="en-US" sz="2400" dirty="0" err="1">
                <a:latin typeface="Alegreya Sans Medium" panose="00000600000000000000" pitchFamily="50" charset="0"/>
              </a:rPr>
              <a:t>plo</a:t>
            </a:r>
            <a:r>
              <a:rPr lang="en-US" sz="2400" dirty="0">
                <a:latin typeface="Alegreya Sans Medium" panose="00000600000000000000" pitchFamily="50" charset="0"/>
              </a:rPr>
              <a:t>   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ce</a:t>
            </a:r>
            <a:r>
              <a:rPr lang="en-US" sz="2400" dirty="0">
                <a:latin typeface="Alegreya Sans Medium" panose="00000600000000000000" pitchFamily="50" charset="0"/>
              </a:rPr>
              <a:t>         -       les     -     </a:t>
            </a:r>
            <a:r>
              <a:rPr lang="en-US" sz="2400" dirty="0" err="1">
                <a:latin typeface="Alegreya Sans Medium" panose="00000600000000000000" pitchFamily="50" charset="0"/>
              </a:rPr>
              <a:t>tial</a:t>
            </a:r>
            <a:r>
              <a:rPr lang="en-US" sz="2400" dirty="0">
                <a:latin typeface="Alegreya Sans Medium" panose="00000600000000000000" pitchFamily="50" charset="0"/>
              </a:rPr>
              <a:t>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0DE683-CF25-45E1-A3A9-7B29A65DE97F}"/>
              </a:ext>
            </a:extLst>
          </p:cNvPr>
          <p:cNvSpPr/>
          <p:nvPr/>
        </p:nvSpPr>
        <p:spPr>
          <a:xfrm>
            <a:off x="1327440" y="4435247"/>
            <a:ext cx="76299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In       -       cli       -      </a:t>
            </a:r>
            <a:r>
              <a:rPr lang="es-ES" sz="2400" dirty="0" err="1">
                <a:latin typeface="Alegreya Sans Medium" panose="00000600000000000000" pitchFamily="50" charset="0"/>
              </a:rPr>
              <a:t>nán</a:t>
            </a:r>
            <a:r>
              <a:rPr lang="es-ES" sz="2400" dirty="0">
                <a:latin typeface="Alegreya Sans Medium" panose="00000600000000000000" pitchFamily="50" charset="0"/>
              </a:rPr>
              <a:t>      -      do       -     se  </a:t>
            </a:r>
            <a:r>
              <a:rPr lang="es-ES" sz="2400" dirty="0" err="1">
                <a:latin typeface="Alegreya Sans Medium" panose="00000600000000000000" pitchFamily="50" charset="0"/>
              </a:rPr>
              <a:t>an</a:t>
            </a:r>
            <a:r>
              <a:rPr lang="es-ES" sz="2400" dirty="0">
                <a:latin typeface="Alegreya Sans Medium" panose="00000600000000000000" pitchFamily="50" charset="0"/>
              </a:rPr>
              <a:t>    -   te              Ti,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978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FB2321-0BDC-4D8C-A3CA-0537199CA06C}"/>
              </a:ext>
            </a:extLst>
          </p:cNvPr>
          <p:cNvSpPr/>
          <p:nvPr/>
        </p:nvSpPr>
        <p:spPr>
          <a:xfrm>
            <a:off x="1328872" y="1432312"/>
            <a:ext cx="6732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Al    -    </a:t>
            </a:r>
            <a:r>
              <a:rPr lang="en-US" sz="2400" dirty="0" err="1">
                <a:latin typeface="Alegreya Sans Medium" panose="00000600000000000000" pitchFamily="50" charset="0"/>
              </a:rPr>
              <a:t>zan</a:t>
            </a:r>
            <a:r>
              <a:rPr lang="en-US" sz="2400" dirty="0">
                <a:latin typeface="Alegreya Sans Medium" panose="00000600000000000000" pitchFamily="50" charset="0"/>
              </a:rPr>
              <a:t>     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cé</a:t>
            </a:r>
            <a:r>
              <a:rPr lang="en-US" sz="2400" dirty="0">
                <a:latin typeface="Alegreya Sans Medium" panose="00000600000000000000" pitchFamily="50" charset="0"/>
              </a:rPr>
              <a:t>        -       li       -      ca              can     -     </a:t>
            </a:r>
            <a:r>
              <a:rPr lang="en-US" sz="2400" dirty="0" err="1">
                <a:latin typeface="Alegreya Sans Medium" panose="00000600000000000000" pitchFamily="50" charset="0"/>
              </a:rPr>
              <a:t>ción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BC0E27-A071-4825-A576-C1775A796E71}"/>
              </a:ext>
            </a:extLst>
          </p:cNvPr>
          <p:cNvSpPr/>
          <p:nvPr/>
        </p:nvSpPr>
        <p:spPr>
          <a:xfrm>
            <a:off x="1063689" y="4469495"/>
            <a:ext cx="81558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Ar      -       </a:t>
            </a:r>
            <a:r>
              <a:rPr lang="es-ES" sz="2400" dirty="0" err="1">
                <a:latin typeface="Alegreya Sans Medium" panose="00000600000000000000" pitchFamily="50" charset="0"/>
              </a:rPr>
              <a:t>cán</a:t>
            </a:r>
            <a:r>
              <a:rPr lang="es-ES" sz="2400" dirty="0">
                <a:latin typeface="Alegreya Sans Medium" panose="00000600000000000000" pitchFamily="50" charset="0"/>
              </a:rPr>
              <a:t>      -      gel                 y                    se       -      </a:t>
            </a:r>
            <a:r>
              <a:rPr lang="es-ES" sz="2400" dirty="0" err="1">
                <a:latin typeface="Alegreya Sans Medium" panose="00000600000000000000" pitchFamily="50" charset="0"/>
              </a:rPr>
              <a:t>ra</a:t>
            </a:r>
            <a:r>
              <a:rPr lang="es-ES" sz="2400" dirty="0">
                <a:latin typeface="Alegreya Sans Medium" panose="00000600000000000000" pitchFamily="50" charset="0"/>
              </a:rPr>
              <a:t>       -       </a:t>
            </a:r>
            <a:r>
              <a:rPr lang="es-ES" sz="2400" dirty="0" err="1">
                <a:latin typeface="Alegreya Sans Medium" panose="00000600000000000000" pitchFamily="50" charset="0"/>
              </a:rPr>
              <a:t>fín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19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526701-0064-495F-8CC1-60E0E58827D9}"/>
              </a:ext>
            </a:extLst>
          </p:cNvPr>
          <p:cNvSpPr/>
          <p:nvPr/>
        </p:nvSpPr>
        <p:spPr>
          <a:xfrm>
            <a:off x="1110342" y="4594962"/>
            <a:ext cx="7613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Y                la              </a:t>
            </a:r>
            <a:r>
              <a:rPr lang="es-ES" sz="2400" dirty="0" err="1">
                <a:latin typeface="Alegreya Sans Medium" panose="00000600000000000000" pitchFamily="50" charset="0"/>
              </a:rPr>
              <a:t>nues</a:t>
            </a:r>
            <a:r>
              <a:rPr lang="es-ES" sz="2400" dirty="0">
                <a:latin typeface="Alegreya Sans Medium" panose="00000600000000000000" pitchFamily="50" charset="0"/>
              </a:rPr>
              <a:t>    -    </a:t>
            </a:r>
            <a:r>
              <a:rPr lang="es-ES" sz="2400" dirty="0" err="1">
                <a:latin typeface="Alegreya Sans Medium" panose="00000600000000000000" pitchFamily="50" charset="0"/>
              </a:rPr>
              <a:t>tra</a:t>
            </a:r>
            <a:r>
              <a:rPr lang="es-ES" sz="2400" dirty="0">
                <a:latin typeface="Alegreya Sans Medium" panose="00000600000000000000" pitchFamily="50" charset="0"/>
              </a:rPr>
              <a:t>,  es           a       -        la         -     bar.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A67D0A-3812-495C-BAF5-CAF970ACD87C}"/>
              </a:ext>
            </a:extLst>
          </p:cNvPr>
          <p:cNvSpPr/>
          <p:nvPr/>
        </p:nvSpPr>
        <p:spPr>
          <a:xfrm>
            <a:off x="1308108" y="1504133"/>
            <a:ext cx="7282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Su             ma         -       </a:t>
            </a:r>
            <a:r>
              <a:rPr lang="en-US" sz="2400" dirty="0" err="1">
                <a:latin typeface="Alegreya Sans Medium" panose="00000600000000000000" pitchFamily="50" charset="0"/>
              </a:rPr>
              <a:t>yor</a:t>
            </a:r>
            <a:r>
              <a:rPr lang="en-US" sz="2400" dirty="0">
                <a:latin typeface="Alegreya Sans Medium" panose="00000600000000000000" pitchFamily="50" charset="0"/>
              </a:rPr>
              <a:t>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fe</a:t>
            </a:r>
            <a:r>
              <a:rPr lang="en-US" sz="2400" dirty="0">
                <a:latin typeface="Alegreya Sans Medium" panose="00000600000000000000" pitchFamily="50" charset="0"/>
              </a:rPr>
              <a:t>        -        li             -          ci    -    dad,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1822</TotalTime>
  <Words>293</Words>
  <Application>Microsoft Office PowerPoint</Application>
  <PresentationFormat>On-screen Show (4:3)</PresentationFormat>
  <Paragraphs>29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Brigham Eubanks</cp:lastModifiedBy>
  <cp:revision>19</cp:revision>
  <dcterms:created xsi:type="dcterms:W3CDTF">2019-09-13T22:29:37Z</dcterms:created>
  <dcterms:modified xsi:type="dcterms:W3CDTF">2025-08-09T19:11:28Z</dcterms:modified>
</cp:coreProperties>
</file>