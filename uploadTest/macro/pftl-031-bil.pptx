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1DA35D-DF7D-4C3D-9532-B2EF4A8B12F0}" type="datetimeFigureOut">
              <a:t>8/1/2025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639538-7B81-4D0A-B7D4-CBA9D08EA96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110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2400x1800x031/pftl-031-001.png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2400x1800x031/pftl-031-002.png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2400x1800x031/pftl-031-003.png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2400x1800x031/pftl-031-004.png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2400x1800x031/pftl-031-005.png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2400x1800x031/pftl-031-006.png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174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67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3469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1458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60719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9146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459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762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22674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731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8D797-DD7C-44E3-ABAA-A89AE0407B96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625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617DB1C-B2FC-43E6-BA05-AC7BC5765B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0906" y="779929"/>
            <a:ext cx="7342188" cy="97706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77CC16B-0626-48A1-A234-19BC78A66D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96936" y="2259106"/>
            <a:ext cx="7342188" cy="2949294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6BB1F024-1999-4CF6-8ACE-712D5E9B481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96936" y="5742738"/>
            <a:ext cx="7342188" cy="690191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Translation Copyright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89A4E8-6C02-436B-83AC-7BD3B9693B90}"/>
              </a:ext>
            </a:extLst>
          </p:cNvPr>
          <p:cNvSpPr txBox="1"/>
          <p:nvPr userDrawn="1"/>
        </p:nvSpPr>
        <p:spPr>
          <a:xfrm>
            <a:off x="896937" y="412376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Song Title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FA8A483-7924-46AB-BB6A-7A88C98E7E95}"/>
              </a:ext>
            </a:extLst>
          </p:cNvPr>
          <p:cNvSpPr txBox="1"/>
          <p:nvPr userDrawn="1"/>
        </p:nvSpPr>
        <p:spPr>
          <a:xfrm>
            <a:off x="896936" y="1913029"/>
            <a:ext cx="18193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Credits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2EF924F-8996-4CD0-9D14-1DFA8B875B36}"/>
              </a:ext>
            </a:extLst>
          </p:cNvPr>
          <p:cNvSpPr txBox="1"/>
          <p:nvPr userDrawn="1"/>
        </p:nvSpPr>
        <p:spPr>
          <a:xfrm>
            <a:off x="896935" y="5341185"/>
            <a:ext cx="36750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Spanish Translation Copyright (if any)</a:t>
            </a:r>
          </a:p>
        </p:txBody>
      </p:sp>
    </p:spTree>
    <p:extLst>
      <p:ext uri="{BB962C8B-B14F-4D97-AF65-F5344CB8AC3E}">
        <p14:creationId xmlns:p14="http://schemas.microsoft.com/office/powerpoint/2010/main" val="2884595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8D797-DD7C-44E3-ABAA-A89AE0407B96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E189C8-5BD9-46F1-8FAA-401BCAEEEE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783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B1A069-A54B-43D0-9640-B46902171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2FAFD-837E-456B-85BD-F661883AB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01537-2377-47A8-A1DC-2AD6F7EABC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BC5AC5-77C0-42BD-B65C-C9F075B0F84C}" type="datetimeFigureOut">
              <a:rPr lang="en-US" smtClean="0"/>
              <a:t>8/1/2025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1C5F7A-9B59-4942-ABAC-E51980E56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95E82-9A30-43EB-A00C-492C4CCE2A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A7C8F-BBF1-4244-A020-C3735430B5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756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ES" dirty="0"/>
              <a:t>En </a:t>
            </a:r>
            <a:r>
              <a:rPr lang="es-ES"/>
              <a:t>poco tiempo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s-ES" dirty="0"/>
              <a:t>Letra y música</a:t>
            </a:r>
            <a:r>
              <a:rPr dirty="0"/>
              <a:t>: Philip P. Bliss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807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07B3524-91AF-87EC-F7FD-3DBB0C71A6F5}"/>
              </a:ext>
            </a:extLst>
          </p:cNvPr>
          <p:cNvSpPr txBox="1"/>
          <p:nvPr/>
        </p:nvSpPr>
        <p:spPr>
          <a:xfrm>
            <a:off x="1349228" y="1402402"/>
            <a:ext cx="80995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“En              po      -    co     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tiem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  -   po”        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en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    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Él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cree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  -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ré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;</a:t>
            </a:r>
            <a:endParaRPr lang="en-US" sz="2200" dirty="0">
              <a:latin typeface="Alegreya Sans Medium" panose="000006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D323C8-F9FC-8675-7DB3-7BD83326DD5C}"/>
              </a:ext>
            </a:extLst>
          </p:cNvPr>
          <p:cNvSpPr txBox="1"/>
          <p:nvPr/>
        </p:nvSpPr>
        <p:spPr>
          <a:xfrm>
            <a:off x="1044428" y="4307638"/>
            <a:ext cx="80995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“En              po      -    co     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tiem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  -   po”             lo  a     -    cep   -   ta     -  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ré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;</a:t>
            </a:r>
            <a:endParaRPr lang="en-US" sz="2200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902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E30296-4986-0D57-2BE1-58C77DA3095F}"/>
              </a:ext>
            </a:extLst>
          </p:cNvPr>
          <p:cNvSpPr txBox="1"/>
          <p:nvPr/>
        </p:nvSpPr>
        <p:spPr>
          <a:xfrm>
            <a:off x="938464" y="1402402"/>
            <a:ext cx="85103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¿Por   -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qué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 a   -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sí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           di   -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ces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   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tú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:      “Ve     -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te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,      Es   -  pi  -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ri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      -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tú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;</a:t>
            </a:r>
            <a:endParaRPr lang="en-US" sz="2200" dirty="0">
              <a:latin typeface="Alegreya Sans Medium" panose="000006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7C77A1-8AA1-7BAD-6C53-736B6669FFF5}"/>
              </a:ext>
            </a:extLst>
          </p:cNvPr>
          <p:cNvSpPr txBox="1"/>
          <p:nvPr/>
        </p:nvSpPr>
        <p:spPr>
          <a:xfrm>
            <a:off x="1044428" y="4307638"/>
            <a:ext cx="80995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  U</a:t>
            </a:r>
            <a:r>
              <a:rPr lang="en-US" sz="2200" dirty="0">
                <a:latin typeface="Alegreya Sans Medium" panose="00000600000000000000" pitchFamily="50" charset="0"/>
              </a:rPr>
              <a:t>n           </a:t>
            </a:r>
            <a:r>
              <a:rPr lang="en-US" sz="2200" dirty="0" err="1">
                <a:latin typeface="Alegreya Sans Medium" panose="00000600000000000000" pitchFamily="50" charset="0"/>
              </a:rPr>
              <a:t>dí</a:t>
            </a:r>
            <a:r>
              <a:rPr lang="en-US" sz="2200" dirty="0">
                <a:latin typeface="Alegreya Sans Medium" panose="00000600000000000000" pitchFamily="50" charset="0"/>
              </a:rPr>
              <a:t>      -     a          </a:t>
            </a:r>
            <a:r>
              <a:rPr lang="en-US" sz="2200" dirty="0" err="1">
                <a:latin typeface="Alegreya Sans Medium" panose="00000600000000000000" pitchFamily="50" charset="0"/>
              </a:rPr>
              <a:t>lla</a:t>
            </a:r>
            <a:r>
              <a:rPr lang="en-US" sz="2200" dirty="0">
                <a:latin typeface="Alegreya Sans Medium" panose="00000600000000000000" pitchFamily="50" charset="0"/>
              </a:rPr>
              <a:t>   -   ma   -    </a:t>
            </a:r>
            <a:r>
              <a:rPr lang="en-US" sz="2200" dirty="0" err="1">
                <a:latin typeface="Alegreya Sans Medium" panose="00000600000000000000" pitchFamily="50" charset="0"/>
              </a:rPr>
              <a:t>ré</a:t>
            </a:r>
            <a:r>
              <a:rPr lang="en-US" sz="2200" dirty="0">
                <a:latin typeface="Alegreya Sans Medium" panose="00000600000000000000" pitchFamily="50" charset="0"/>
              </a:rPr>
              <a:t>,      Si                 </a:t>
            </a:r>
            <a:r>
              <a:rPr lang="en-US" sz="2200" dirty="0" err="1">
                <a:latin typeface="Alegreya Sans Medium" panose="00000600000000000000" pitchFamily="50" charset="0"/>
              </a:rPr>
              <a:t>tiem</a:t>
            </a:r>
            <a:r>
              <a:rPr lang="en-US" sz="2200" dirty="0">
                <a:latin typeface="Alegreya Sans Medium" panose="00000600000000000000" pitchFamily="50" charset="0"/>
              </a:rPr>
              <a:t>   -   po        da”?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807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9109701-42CD-A653-BD1A-D71913B7CED7}"/>
              </a:ext>
            </a:extLst>
          </p:cNvPr>
          <p:cNvSpPr txBox="1"/>
          <p:nvPr/>
        </p:nvSpPr>
        <p:spPr>
          <a:xfrm>
            <a:off x="1349228" y="1402402"/>
            <a:ext cx="80995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“En           po     -    co  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tiem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- po”.           Ven           hoy,  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ven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  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ya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;</a:t>
            </a:r>
            <a:endParaRPr lang="en-US" sz="2200" dirty="0">
              <a:latin typeface="Alegreya Sans Medium" panose="000006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985D89-410B-A5D1-2C09-05C460E81F0A}"/>
              </a:ext>
            </a:extLst>
          </p:cNvPr>
          <p:cNvSpPr txBox="1"/>
          <p:nvPr/>
        </p:nvSpPr>
        <p:spPr>
          <a:xfrm>
            <a:off x="1044428" y="4307638"/>
            <a:ext cx="80995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“En              po      -    co     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tiem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  -   po”.             No           tar   -  des  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más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;</a:t>
            </a:r>
            <a:endParaRPr lang="en-US" sz="2200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902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35171D44-F82E-EF80-2B19-DD9D4785D702}"/>
              </a:ext>
            </a:extLst>
          </p:cNvPr>
          <p:cNvSpPr txBox="1"/>
          <p:nvPr/>
        </p:nvSpPr>
        <p:spPr>
          <a:xfrm>
            <a:off x="938464" y="1402402"/>
            <a:ext cx="85103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Cris    -   to  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te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 a  -  co     -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ge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   - 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rá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,   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Án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  -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ge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  -   les  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cer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 -  ca es    -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tán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, </a:t>
            </a:r>
            <a:endParaRPr lang="en-US" sz="2200" dirty="0">
              <a:latin typeface="Alegreya Sans Medium" panose="000006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55752A5-C71C-C3F0-2A72-97B9A74F5BB9}"/>
              </a:ext>
            </a:extLst>
          </p:cNvPr>
          <p:cNvSpPr txBox="1"/>
          <p:nvPr/>
        </p:nvSpPr>
        <p:spPr>
          <a:xfrm>
            <a:off x="1044428" y="4307638"/>
            <a:ext cx="80995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Su      -     be       </a:t>
            </a:r>
            <a:r>
              <a:rPr lang="es-ES" sz="2200" dirty="0" err="1">
                <a:latin typeface="Alegreya Sans Medium" panose="00000600000000000000" pitchFamily="50" charset="0"/>
              </a:rPr>
              <a:t>nues</a:t>
            </a:r>
            <a:r>
              <a:rPr lang="es-ES" sz="2200" dirty="0">
                <a:latin typeface="Alegreya Sans Medium" panose="00000600000000000000" pitchFamily="50" charset="0"/>
              </a:rPr>
              <a:t>   -   </a:t>
            </a:r>
            <a:r>
              <a:rPr lang="es-ES" sz="2200" dirty="0" err="1">
                <a:latin typeface="Alegreya Sans Medium" panose="00000600000000000000" pitchFamily="50" charset="0"/>
              </a:rPr>
              <a:t>tra</a:t>
            </a:r>
            <a:r>
              <a:rPr lang="es-ES" sz="2200" dirty="0">
                <a:latin typeface="Alegreya Sans Medium" panose="00000600000000000000" pitchFamily="50" charset="0"/>
              </a:rPr>
              <a:t>  o  -   </a:t>
            </a:r>
            <a:r>
              <a:rPr lang="es-ES" sz="2200" dirty="0" err="1">
                <a:latin typeface="Alegreya Sans Medium" panose="00000600000000000000" pitchFamily="50" charset="0"/>
              </a:rPr>
              <a:t>ra</a:t>
            </a:r>
            <a:r>
              <a:rPr lang="es-ES" sz="2200" dirty="0">
                <a:latin typeface="Alegreya Sans Medium" panose="00000600000000000000" pitchFamily="50" charset="0"/>
              </a:rPr>
              <a:t>  -   </a:t>
            </a:r>
            <a:r>
              <a:rPr lang="es-ES" sz="2200" dirty="0" err="1">
                <a:latin typeface="Alegreya Sans Medium" panose="00000600000000000000" pitchFamily="50" charset="0"/>
              </a:rPr>
              <a:t>ción</a:t>
            </a:r>
            <a:r>
              <a:rPr lang="es-ES" sz="2200" dirty="0">
                <a:latin typeface="Alegreya Sans Medium" panose="00000600000000000000" pitchFamily="50" charset="0"/>
              </a:rPr>
              <a:t>;  Ven,            pe     -    ca      -     </a:t>
            </a:r>
            <a:r>
              <a:rPr lang="es-ES" sz="2200" dirty="0" err="1">
                <a:latin typeface="Alegreya Sans Medium" panose="00000600000000000000" pitchFamily="50" charset="0"/>
              </a:rPr>
              <a:t>dor</a:t>
            </a:r>
            <a:r>
              <a:rPr lang="es-ES" sz="2200" dirty="0">
                <a:latin typeface="Alegreya Sans Medium" panose="00000600000000000000" pitchFamily="50" charset="0"/>
              </a:rPr>
              <a:t>.</a:t>
            </a:r>
            <a:endParaRPr lang="en-US" sz="2200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68071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5E061BD-9A14-B72E-B7E3-67B82D2AAA12}"/>
              </a:ext>
            </a:extLst>
          </p:cNvPr>
          <p:cNvSpPr txBox="1"/>
          <p:nvPr/>
        </p:nvSpPr>
        <p:spPr>
          <a:xfrm>
            <a:off x="1349228" y="1402402"/>
            <a:ext cx="80995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“En           po    -   co      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tiem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 -  po”.            ¡La    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mies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   pa   -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só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!</a:t>
            </a:r>
            <a:endParaRPr lang="en-US" sz="2200" dirty="0">
              <a:latin typeface="Alegreya Sans Medium" panose="000006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79C451-1C73-2A81-BB1B-81318E10BD5D}"/>
              </a:ext>
            </a:extLst>
          </p:cNvPr>
          <p:cNvSpPr txBox="1"/>
          <p:nvPr/>
        </p:nvSpPr>
        <p:spPr>
          <a:xfrm>
            <a:off x="1044428" y="4307638"/>
            <a:ext cx="80995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“En            po    -   co   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tiem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  -   po”.        ¡El                 fin        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lle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   -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gó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!</a:t>
            </a:r>
            <a:endParaRPr lang="en-US" sz="2200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89026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216B93B-886D-0FE2-A6DF-42713C2B842C}"/>
              </a:ext>
            </a:extLst>
          </p:cNvPr>
          <p:cNvSpPr txBox="1"/>
          <p:nvPr/>
        </p:nvSpPr>
        <p:spPr>
          <a:xfrm>
            <a:off x="938464" y="1402402"/>
            <a:ext cx="851033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¡“Ca     - 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si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”          no         bas - ta   -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rá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;           “Ca     - 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si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”     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te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        fa  -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lla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  -   </a:t>
            </a:r>
            <a:r>
              <a:rPr lang="en-US" sz="2200" b="0" i="0" u="none" strike="noStrike" dirty="0" err="1">
                <a:effectLst/>
                <a:latin typeface="Alegreya Sans Medium" panose="00000600000000000000" pitchFamily="50" charset="0"/>
              </a:rPr>
              <a:t>rá</a:t>
            </a:r>
            <a:r>
              <a:rPr lang="en-US" sz="2200" b="0" i="0" u="none" strike="noStrike" dirty="0">
                <a:effectLst/>
                <a:latin typeface="Alegreya Sans Medium" panose="00000600000000000000" pitchFamily="50" charset="0"/>
              </a:rPr>
              <a:t>!</a:t>
            </a:r>
            <a:endParaRPr lang="en-US" sz="2200" dirty="0">
              <a:latin typeface="Alegreya Sans Medium" panose="00000600000000000000" pitchFamily="50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79F283-076E-04CB-E6A3-1DBF997F7A43}"/>
              </a:ext>
            </a:extLst>
          </p:cNvPr>
          <p:cNvSpPr txBox="1"/>
          <p:nvPr/>
        </p:nvSpPr>
        <p:spPr>
          <a:xfrm>
            <a:off x="1044428" y="4307638"/>
            <a:ext cx="809957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200" dirty="0">
                <a:latin typeface="Alegreya Sans Medium" panose="00000600000000000000" pitchFamily="50" charset="0"/>
              </a:rPr>
              <a:t>  ¡Ay,       ay,         la   -  </a:t>
            </a:r>
            <a:r>
              <a:rPr lang="es-ES" sz="2200" dirty="0" err="1">
                <a:latin typeface="Alegreya Sans Medium" panose="00000600000000000000" pitchFamily="50" charset="0"/>
              </a:rPr>
              <a:t>men</a:t>
            </a:r>
            <a:r>
              <a:rPr lang="es-ES" sz="2200" dirty="0">
                <a:latin typeface="Alegreya Sans Medium" panose="00000600000000000000" pitchFamily="50" charset="0"/>
              </a:rPr>
              <a:t>  -  </a:t>
            </a:r>
            <a:r>
              <a:rPr lang="es-ES" sz="2200" dirty="0" err="1">
                <a:latin typeface="Alegreya Sans Medium" panose="00000600000000000000" pitchFamily="50" charset="0"/>
              </a:rPr>
              <a:t>ta</a:t>
            </a:r>
            <a:r>
              <a:rPr lang="es-ES" sz="2200" dirty="0">
                <a:latin typeface="Alegreya Sans Medium" panose="00000600000000000000" pitchFamily="50" charset="0"/>
              </a:rPr>
              <a:t>   -   </a:t>
            </a:r>
            <a:r>
              <a:rPr lang="es-ES" sz="2200" dirty="0" err="1">
                <a:latin typeface="Alegreya Sans Medium" panose="00000600000000000000" pitchFamily="50" charset="0"/>
              </a:rPr>
              <a:t>rás</a:t>
            </a:r>
            <a:r>
              <a:rPr lang="es-ES" sz="2200" dirty="0">
                <a:latin typeface="Alegreya Sans Medium" panose="00000600000000000000" pitchFamily="50" charset="0"/>
              </a:rPr>
              <a:t>           En             per     -     di    -    </a:t>
            </a:r>
            <a:r>
              <a:rPr lang="es-ES" sz="2200" dirty="0" err="1">
                <a:latin typeface="Alegreya Sans Medium" panose="00000600000000000000" pitchFamily="50" charset="0"/>
              </a:rPr>
              <a:t>ción</a:t>
            </a:r>
            <a:r>
              <a:rPr lang="es-ES" sz="2200" dirty="0">
                <a:latin typeface="Alegreya Sans Medium" panose="00000600000000000000" pitchFamily="50" charset="0"/>
              </a:rPr>
              <a:t>!</a:t>
            </a:r>
            <a:endParaRPr lang="en-US" sz="2200" dirty="0">
              <a:latin typeface="Alegreya Sans Medium" panose="00000600000000000000" pitchFamily="50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1905</TotalTime>
  <Words>270</Words>
  <Application>Microsoft Office PowerPoint</Application>
  <PresentationFormat>On-screen Show (4:3)</PresentationFormat>
  <Paragraphs>20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Alegreya Sans Medium</vt:lpstr>
      <vt:lpstr>Arial</vt:lpstr>
      <vt:lpstr>Calibri</vt:lpstr>
      <vt:lpstr>Calibri Light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Brigham Eubanks</cp:lastModifiedBy>
  <cp:revision>11</cp:revision>
  <dcterms:created xsi:type="dcterms:W3CDTF">2019-09-13T22:29:37Z</dcterms:created>
  <dcterms:modified xsi:type="dcterms:W3CDTF">2025-08-01T21:54:22Z</dcterms:modified>
</cp:coreProperties>
</file>