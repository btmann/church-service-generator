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1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17A577-3943-42EC-BE6E-A32A2369EFF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4B045-47F4-4289-A8C4-E1FD8DD9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25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4800x3600x091/phss-091-001.png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4800x3600x091/phss-091-002.png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4800x3600x091/phss-091-003.png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4800x3600x091/phss-091-004.png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Eres mi </a:t>
            </a:r>
            <a:r>
              <a:rPr lang="en-US" dirty="0" err="1"/>
              <a:t>fuerza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dirty="0"/>
              <a:t>© 1999 Glenda B. Schales</a:t>
            </a:r>
            <a:br>
              <a:rPr dirty="0"/>
            </a:br>
            <a:r>
              <a:rPr lang="en-US" dirty="0"/>
              <a:t>Música</a:t>
            </a:r>
            <a:r>
              <a:rPr dirty="0"/>
              <a:t>: Glenda B. Schales (1999)</a:t>
            </a:r>
            <a:br>
              <a:rPr dirty="0"/>
            </a:br>
            <a:r>
              <a:rPr lang="en-US" dirty="0" err="1"/>
              <a:t>Letra</a:t>
            </a:r>
            <a:r>
              <a:rPr dirty="0"/>
              <a:t>: Glenda B. </a:t>
            </a:r>
            <a:r>
              <a:rPr dirty="0" err="1"/>
              <a:t>Schales</a:t>
            </a:r>
            <a:r>
              <a:rPr dirty="0"/>
              <a:t> (1999)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645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18342F-170A-4F74-851B-2AA3FB0688BD}"/>
              </a:ext>
            </a:extLst>
          </p:cNvPr>
          <p:cNvSpPr/>
          <p:nvPr/>
        </p:nvSpPr>
        <p:spPr>
          <a:xfrm>
            <a:off x="1842789" y="1375061"/>
            <a:ext cx="6280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E   -   res     mi       fuer - </a:t>
            </a:r>
            <a:r>
              <a:rPr lang="es-ES" sz="2400" dirty="0" err="1">
                <a:latin typeface="Alegreya Sans Medium" panose="00000600000000000000" pitchFamily="50" charset="0"/>
              </a:rPr>
              <a:t>za</a:t>
            </a:r>
            <a:r>
              <a:rPr lang="es-ES" sz="2400" dirty="0">
                <a:latin typeface="Alegreya Sans Medium" panose="00000600000000000000" pitchFamily="50" charset="0"/>
              </a:rPr>
              <a:t>           y        mi     es   -   </a:t>
            </a:r>
            <a:r>
              <a:rPr lang="es-ES" sz="2400" dirty="0" err="1">
                <a:latin typeface="Alegreya Sans Medium" panose="00000600000000000000" pitchFamily="50" charset="0"/>
              </a:rPr>
              <a:t>cu</a:t>
            </a:r>
            <a:r>
              <a:rPr lang="es-ES" sz="2400" dirty="0">
                <a:latin typeface="Alegreya Sans Medium" panose="00000600000000000000" pitchFamily="50" charset="0"/>
              </a:rPr>
              <a:t>  -  do,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416BB-5E26-46B8-887C-F3DD6AEB73A6}"/>
              </a:ext>
            </a:extLst>
          </p:cNvPr>
          <p:cNvSpPr/>
          <p:nvPr/>
        </p:nvSpPr>
        <p:spPr>
          <a:xfrm>
            <a:off x="1417739" y="4385237"/>
            <a:ext cx="72816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     Mi       de   -   fen  -  sor         y     mi a  -  </a:t>
            </a:r>
            <a:r>
              <a:rPr lang="es-ES" sz="2400" dirty="0" err="1">
                <a:latin typeface="Alegreya Sans Medium" panose="00000600000000000000" pitchFamily="50" charset="0"/>
              </a:rPr>
              <a:t>yu</a:t>
            </a:r>
            <a:r>
              <a:rPr lang="es-ES" sz="2400" dirty="0">
                <a:latin typeface="Alegreya Sans Medium" panose="00000600000000000000" pitchFamily="50" charset="0"/>
              </a:rPr>
              <a:t>        -       da.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511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20EC60-9C86-46E2-84D5-7053DE7830BB}"/>
              </a:ext>
            </a:extLst>
          </p:cNvPr>
          <p:cNvSpPr/>
          <p:nvPr/>
        </p:nvSpPr>
        <p:spPr>
          <a:xfrm>
            <a:off x="1561787" y="1340034"/>
            <a:ext cx="65918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  E    -   res      mi       </a:t>
            </a:r>
            <a:r>
              <a:rPr lang="en-US" sz="2400" dirty="0" err="1">
                <a:latin typeface="Alegreya Sans Medium" panose="00000600000000000000" pitchFamily="50" charset="0"/>
              </a:rPr>
              <a:t>ro</a:t>
            </a:r>
            <a:r>
              <a:rPr lang="en-US" sz="2400" dirty="0">
                <a:latin typeface="Alegreya Sans Medium" panose="00000600000000000000" pitchFamily="50" charset="0"/>
              </a:rPr>
              <a:t>   -  ca,      Mi        es  -   pe   -   ran  -  za,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0B3357-324F-4CDF-8F5F-3430BAB4D968}"/>
              </a:ext>
            </a:extLst>
          </p:cNvPr>
          <p:cNvSpPr/>
          <p:nvPr/>
        </p:nvSpPr>
        <p:spPr>
          <a:xfrm>
            <a:off x="1644242" y="4360070"/>
            <a:ext cx="66692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Mi       Re -  den -  </a:t>
            </a:r>
            <a:r>
              <a:rPr lang="es-ES" sz="2400" dirty="0" err="1">
                <a:latin typeface="Alegreya Sans Medium" panose="00000600000000000000" pitchFamily="50" charset="0"/>
              </a:rPr>
              <a:t>tor</a:t>
            </a:r>
            <a:r>
              <a:rPr lang="es-ES" sz="2400" dirty="0">
                <a:latin typeface="Alegreya Sans Medium" panose="00000600000000000000" pitchFamily="50" charset="0"/>
              </a:rPr>
              <a:t>        y        mi    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              -              do.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683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3D8AED-51D7-45CA-98F8-8D0E4C0E4B5D}"/>
              </a:ext>
            </a:extLst>
          </p:cNvPr>
          <p:cNvSpPr/>
          <p:nvPr/>
        </p:nvSpPr>
        <p:spPr>
          <a:xfrm>
            <a:off x="1824838" y="1356812"/>
            <a:ext cx="62103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E    -   res    mi        luz.                   E   -    res    mi       </a:t>
            </a:r>
            <a:r>
              <a:rPr lang="es-ES" sz="2400" dirty="0" err="1">
                <a:latin typeface="Alegreya Sans Medium" panose="00000600000000000000" pitchFamily="50" charset="0"/>
              </a:rPr>
              <a:t>guí</a:t>
            </a:r>
            <a:r>
              <a:rPr lang="es-ES" sz="2400" dirty="0">
                <a:latin typeface="Alegreya Sans Medium" panose="00000600000000000000" pitchFamily="50" charset="0"/>
              </a:rPr>
              <a:t>  -   a,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F58503-1764-4A53-B98A-D7C92B4FC84E}"/>
              </a:ext>
            </a:extLst>
          </p:cNvPr>
          <p:cNvSpPr/>
          <p:nvPr/>
        </p:nvSpPr>
        <p:spPr>
          <a:xfrm>
            <a:off x="1693335" y="4368459"/>
            <a:ext cx="5668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Y           la        can -  </a:t>
            </a:r>
            <a:r>
              <a:rPr lang="es-ES" sz="2400" dirty="0" err="1">
                <a:latin typeface="Alegreya Sans Medium" panose="00000600000000000000" pitchFamily="50" charset="0"/>
              </a:rPr>
              <a:t>ción</a:t>
            </a:r>
            <a:r>
              <a:rPr lang="es-ES" sz="2400" dirty="0">
                <a:latin typeface="Alegreya Sans Medium" panose="00000600000000000000" pitchFamily="50" charset="0"/>
              </a:rPr>
              <a:t>  que     yo      can       -      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.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550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F8B3AB-FDEB-4E09-AB45-DFF0DA7913B4}"/>
              </a:ext>
            </a:extLst>
          </p:cNvPr>
          <p:cNvSpPr/>
          <p:nvPr/>
        </p:nvSpPr>
        <p:spPr>
          <a:xfrm>
            <a:off x="1599831" y="1323256"/>
            <a:ext cx="6458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E    -    res      mi      paz                   y          mi    son   -     </a:t>
            </a:r>
            <a:r>
              <a:rPr lang="es-ES" sz="2400" dirty="0" err="1">
                <a:latin typeface="Alegreya Sans Medium" panose="00000600000000000000" pitchFamily="50" charset="0"/>
              </a:rPr>
              <a:t>ri</a:t>
            </a:r>
            <a:r>
              <a:rPr lang="es-ES" sz="2400" dirty="0">
                <a:latin typeface="Alegreya Sans Medium" panose="00000600000000000000" pitchFamily="50" charset="0"/>
              </a:rPr>
              <a:t>   -   </a:t>
            </a:r>
            <a:r>
              <a:rPr lang="es-ES" sz="2400" dirty="0" err="1">
                <a:latin typeface="Alegreya Sans Medium" panose="00000600000000000000" pitchFamily="50" charset="0"/>
              </a:rPr>
              <a:t>sa</a:t>
            </a:r>
            <a:r>
              <a:rPr lang="es-ES" sz="2400" dirty="0">
                <a:latin typeface="Alegreya Sans Medium" panose="00000600000000000000" pitchFamily="50" charset="0"/>
              </a:rPr>
              <a:t>.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ABF70A-C0DB-4868-8281-1679B2D32563}"/>
              </a:ext>
            </a:extLst>
          </p:cNvPr>
          <p:cNvSpPr/>
          <p:nvPr/>
        </p:nvSpPr>
        <p:spPr>
          <a:xfrm>
            <a:off x="1599831" y="4343292"/>
            <a:ext cx="6258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E     -     res      mi       </a:t>
            </a:r>
            <a:r>
              <a:rPr lang="es-ES" sz="2400" dirty="0" err="1">
                <a:latin typeface="Alegreya Sans Medium" panose="00000600000000000000" pitchFamily="50" charset="0"/>
              </a:rPr>
              <a:t>go</a:t>
            </a:r>
            <a:r>
              <a:rPr lang="es-ES" sz="2400" dirty="0">
                <a:latin typeface="Alegreya Sans Medium" panose="00000600000000000000" pitchFamily="50" charset="0"/>
              </a:rPr>
              <a:t>  -  </a:t>
            </a:r>
            <a:r>
              <a:rPr lang="es-ES" sz="2400" dirty="0" err="1">
                <a:latin typeface="Alegreya Sans Medium" panose="00000600000000000000" pitchFamily="50" charset="0"/>
              </a:rPr>
              <a:t>zo</a:t>
            </a:r>
            <a:r>
              <a:rPr lang="es-ES" sz="2400" dirty="0">
                <a:latin typeface="Alegreya Sans Medium" panose="00000600000000000000" pitchFamily="50" charset="0"/>
              </a:rPr>
              <a:t> y   mi        vi              -              da.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3118</TotalTime>
  <Words>160</Words>
  <Application>Microsoft Office PowerPoint</Application>
  <PresentationFormat>On-screen Show (4:3)</PresentationFormat>
  <Paragraphs>14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Brigham Eubanks</cp:lastModifiedBy>
  <cp:revision>16</cp:revision>
  <dcterms:created xsi:type="dcterms:W3CDTF">2019-09-13T22:29:37Z</dcterms:created>
  <dcterms:modified xsi:type="dcterms:W3CDTF">2025-08-02T20:33:17Z</dcterms:modified>
</cp:coreProperties>
</file>