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7200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ham Eubanks" userId="9a173d7edfb93684" providerId="LiveId" clId="{C6F02522-0DAA-49C7-AEB6-0C0682167144}"/>
    <pc:docChg chg="custSel modSld">
      <pc:chgData name="Brigham Eubanks" userId="9a173d7edfb93684" providerId="LiveId" clId="{C6F02522-0DAA-49C7-AEB6-0C0682167144}" dt="2025-04-20T00:39:47.103" v="178" actId="20577"/>
      <pc:docMkLst>
        <pc:docMk/>
      </pc:docMkLst>
      <pc:sldChg chg="modSp mod">
        <pc:chgData name="Brigham Eubanks" userId="9a173d7edfb93684" providerId="LiveId" clId="{C6F02522-0DAA-49C7-AEB6-0C0682167144}" dt="2025-04-20T00:32:54.334" v="43" actId="20577"/>
        <pc:sldMkLst>
          <pc:docMk/>
          <pc:sldMk cId="0" sldId="256"/>
        </pc:sldMkLst>
        <pc:spChg chg="mod">
          <ac:chgData name="Brigham Eubanks" userId="9a173d7edfb93684" providerId="LiveId" clId="{C6F02522-0DAA-49C7-AEB6-0C0682167144}" dt="2025-04-20T00:32:46.006" v="2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igham Eubanks" userId="9a173d7edfb93684" providerId="LiveId" clId="{C6F02522-0DAA-49C7-AEB6-0C0682167144}" dt="2025-04-20T00:32:54.334" v="4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igham Eubanks" userId="9a173d7edfb93684" providerId="LiveId" clId="{C6F02522-0DAA-49C7-AEB6-0C0682167144}" dt="2025-04-20T00:34:38.250" v="71" actId="6549"/>
        <pc:sldMkLst>
          <pc:docMk/>
          <pc:sldMk cId="0" sldId="258"/>
        </pc:sldMkLst>
        <pc:spChg chg="mod">
          <ac:chgData name="Brigham Eubanks" userId="9a173d7edfb93684" providerId="LiveId" clId="{C6F02522-0DAA-49C7-AEB6-0C0682167144}" dt="2025-04-20T00:34:04.508" v="59" actId="20577"/>
          <ac:spMkLst>
            <pc:docMk/>
            <pc:sldMk cId="0" sldId="258"/>
            <ac:spMk id="4" creationId="{0F5366F2-8FEE-4113-9417-654F42F7C2FF}"/>
          </ac:spMkLst>
        </pc:spChg>
        <pc:spChg chg="mod">
          <ac:chgData name="Brigham Eubanks" userId="9a173d7edfb93684" providerId="LiveId" clId="{C6F02522-0DAA-49C7-AEB6-0C0682167144}" dt="2025-04-20T00:34:38.250" v="71" actId="6549"/>
          <ac:spMkLst>
            <pc:docMk/>
            <pc:sldMk cId="0" sldId="258"/>
            <ac:spMk id="6" creationId="{065FC362-A545-4064-AEE7-CF692E54AD61}"/>
          </ac:spMkLst>
        </pc:spChg>
      </pc:sldChg>
      <pc:sldChg chg="modSp mod">
        <pc:chgData name="Brigham Eubanks" userId="9a173d7edfb93684" providerId="LiveId" clId="{C6F02522-0DAA-49C7-AEB6-0C0682167144}" dt="2025-04-20T00:37:03.197" v="127" actId="1076"/>
        <pc:sldMkLst>
          <pc:docMk/>
          <pc:sldMk cId="0" sldId="259"/>
        </pc:sldMkLst>
        <pc:spChg chg="mod">
          <ac:chgData name="Brigham Eubanks" userId="9a173d7edfb93684" providerId="LiveId" clId="{C6F02522-0DAA-49C7-AEB6-0C0682167144}" dt="2025-04-20T00:35:25.233" v="85" actId="20577"/>
          <ac:spMkLst>
            <pc:docMk/>
            <pc:sldMk cId="0" sldId="259"/>
            <ac:spMk id="4" creationId="{D371BE0A-CC2E-4983-88A5-E8695DD71EE8}"/>
          </ac:spMkLst>
        </pc:spChg>
        <pc:spChg chg="mod">
          <ac:chgData name="Brigham Eubanks" userId="9a173d7edfb93684" providerId="LiveId" clId="{C6F02522-0DAA-49C7-AEB6-0C0682167144}" dt="2025-04-20T00:37:03.197" v="127" actId="1076"/>
          <ac:spMkLst>
            <pc:docMk/>
            <pc:sldMk cId="0" sldId="259"/>
            <ac:spMk id="6" creationId="{E35EB86F-7361-43DF-B857-85E96D9315BB}"/>
          </ac:spMkLst>
        </pc:spChg>
      </pc:sldChg>
      <pc:sldChg chg="modSp mod">
        <pc:chgData name="Brigham Eubanks" userId="9a173d7edfb93684" providerId="LiveId" clId="{C6F02522-0DAA-49C7-AEB6-0C0682167144}" dt="2025-04-20T00:37:54.006" v="162" actId="20577"/>
        <pc:sldMkLst>
          <pc:docMk/>
          <pc:sldMk cId="0" sldId="260"/>
        </pc:sldMkLst>
        <pc:spChg chg="mod">
          <ac:chgData name="Brigham Eubanks" userId="9a173d7edfb93684" providerId="LiveId" clId="{C6F02522-0DAA-49C7-AEB6-0C0682167144}" dt="2025-04-20T00:37:54.006" v="162" actId="20577"/>
          <ac:spMkLst>
            <pc:docMk/>
            <pc:sldMk cId="0" sldId="260"/>
            <ac:spMk id="4" creationId="{0E22B189-D782-4BB0-9189-683A49B792D8}"/>
          </ac:spMkLst>
        </pc:spChg>
        <pc:spChg chg="mod">
          <ac:chgData name="Brigham Eubanks" userId="9a173d7edfb93684" providerId="LiveId" clId="{C6F02522-0DAA-49C7-AEB6-0C0682167144}" dt="2025-04-20T00:37:48.370" v="160" actId="20577"/>
          <ac:spMkLst>
            <pc:docMk/>
            <pc:sldMk cId="0" sldId="260"/>
            <ac:spMk id="6" creationId="{99B75CF2-F755-4C1C-B149-DDF90FBD371F}"/>
          </ac:spMkLst>
        </pc:spChg>
      </pc:sldChg>
      <pc:sldChg chg="addSp delSp modSp mod">
        <pc:chgData name="Brigham Eubanks" userId="9a173d7edfb93684" providerId="LiveId" clId="{C6F02522-0DAA-49C7-AEB6-0C0682167144}" dt="2025-04-20T00:34:51.195" v="73"/>
        <pc:sldMkLst>
          <pc:docMk/>
          <pc:sldMk cId="0" sldId="261"/>
        </pc:sldMkLst>
        <pc:spChg chg="add mod">
          <ac:chgData name="Brigham Eubanks" userId="9a173d7edfb93684" providerId="LiveId" clId="{C6F02522-0DAA-49C7-AEB6-0C0682167144}" dt="2025-04-20T00:34:51.195" v="73"/>
          <ac:spMkLst>
            <pc:docMk/>
            <pc:sldMk cId="0" sldId="261"/>
            <ac:spMk id="3" creationId="{DC590FB5-4386-BED9-6051-002913FE4E27}"/>
          </ac:spMkLst>
        </pc:spChg>
        <pc:spChg chg="del">
          <ac:chgData name="Brigham Eubanks" userId="9a173d7edfb93684" providerId="LiveId" clId="{C6F02522-0DAA-49C7-AEB6-0C0682167144}" dt="2025-04-20T00:34:50.697" v="72" actId="478"/>
          <ac:spMkLst>
            <pc:docMk/>
            <pc:sldMk cId="0" sldId="261"/>
            <ac:spMk id="4" creationId="{C3AABA72-9C6F-40D5-AA87-2277768AE723}"/>
          </ac:spMkLst>
        </pc:spChg>
        <pc:spChg chg="add mod">
          <ac:chgData name="Brigham Eubanks" userId="9a173d7edfb93684" providerId="LiveId" clId="{C6F02522-0DAA-49C7-AEB6-0C0682167144}" dt="2025-04-20T00:34:51.195" v="73"/>
          <ac:spMkLst>
            <pc:docMk/>
            <pc:sldMk cId="0" sldId="261"/>
            <ac:spMk id="5" creationId="{91436EA1-0404-CBA1-45FB-016B7847BE43}"/>
          </ac:spMkLst>
        </pc:spChg>
        <pc:spChg chg="del">
          <ac:chgData name="Brigham Eubanks" userId="9a173d7edfb93684" providerId="LiveId" clId="{C6F02522-0DAA-49C7-AEB6-0C0682167144}" dt="2025-04-20T00:34:50.697" v="72" actId="478"/>
          <ac:spMkLst>
            <pc:docMk/>
            <pc:sldMk cId="0" sldId="261"/>
            <ac:spMk id="6" creationId="{84AE6631-7432-479A-9F45-D4B94E4CF085}"/>
          </ac:spMkLst>
        </pc:spChg>
      </pc:sldChg>
      <pc:sldChg chg="addSp delSp modSp mod">
        <pc:chgData name="Brigham Eubanks" userId="9a173d7edfb93684" providerId="LiveId" clId="{C6F02522-0DAA-49C7-AEB6-0C0682167144}" dt="2025-04-20T00:36:56.999" v="126" actId="1076"/>
        <pc:sldMkLst>
          <pc:docMk/>
          <pc:sldMk cId="0" sldId="262"/>
        </pc:sldMkLst>
        <pc:spChg chg="add mod">
          <ac:chgData name="Brigham Eubanks" userId="9a173d7edfb93684" providerId="LiveId" clId="{C6F02522-0DAA-49C7-AEB6-0C0682167144}" dt="2025-04-20T00:36:40.315" v="122"/>
          <ac:spMkLst>
            <pc:docMk/>
            <pc:sldMk cId="0" sldId="262"/>
            <ac:spMk id="3" creationId="{ED7DA921-7358-5387-B3DC-2F082244F862}"/>
          </ac:spMkLst>
        </pc:spChg>
        <pc:spChg chg="del">
          <ac:chgData name="Brigham Eubanks" userId="9a173d7edfb93684" providerId="LiveId" clId="{C6F02522-0DAA-49C7-AEB6-0C0682167144}" dt="2025-04-20T00:36:40.050" v="121" actId="478"/>
          <ac:spMkLst>
            <pc:docMk/>
            <pc:sldMk cId="0" sldId="262"/>
            <ac:spMk id="4" creationId="{DC7FCB9E-2C53-40E6-A6C6-FF094837F600}"/>
          </ac:spMkLst>
        </pc:spChg>
        <pc:spChg chg="add mod">
          <ac:chgData name="Brigham Eubanks" userId="9a173d7edfb93684" providerId="LiveId" clId="{C6F02522-0DAA-49C7-AEB6-0C0682167144}" dt="2025-04-20T00:36:56.999" v="126" actId="1076"/>
          <ac:spMkLst>
            <pc:docMk/>
            <pc:sldMk cId="0" sldId="262"/>
            <ac:spMk id="5" creationId="{79375DDC-AC09-196D-3B59-C991A3016172}"/>
          </ac:spMkLst>
        </pc:spChg>
        <pc:spChg chg="del">
          <ac:chgData name="Brigham Eubanks" userId="9a173d7edfb93684" providerId="LiveId" clId="{C6F02522-0DAA-49C7-AEB6-0C0682167144}" dt="2025-04-20T00:36:40.050" v="121" actId="478"/>
          <ac:spMkLst>
            <pc:docMk/>
            <pc:sldMk cId="0" sldId="262"/>
            <ac:spMk id="6" creationId="{CB852382-E8B0-4B91-AA7C-43BC517FC13A}"/>
          </ac:spMkLst>
        </pc:spChg>
      </pc:sldChg>
      <pc:sldChg chg="modSp mod">
        <pc:chgData name="Brigham Eubanks" userId="9a173d7edfb93684" providerId="LiveId" clId="{C6F02522-0DAA-49C7-AEB6-0C0682167144}" dt="2025-04-20T00:39:47.103" v="178" actId="20577"/>
        <pc:sldMkLst>
          <pc:docMk/>
          <pc:sldMk cId="0" sldId="263"/>
        </pc:sldMkLst>
        <pc:spChg chg="mod">
          <ac:chgData name="Brigham Eubanks" userId="9a173d7edfb93684" providerId="LiveId" clId="{C6F02522-0DAA-49C7-AEB6-0C0682167144}" dt="2025-04-20T00:39:23.668" v="167" actId="6549"/>
          <ac:spMkLst>
            <pc:docMk/>
            <pc:sldMk cId="0" sldId="263"/>
            <ac:spMk id="4" creationId="{B598CD88-EF6A-40FA-B00B-3B1281041623}"/>
          </ac:spMkLst>
        </pc:spChg>
        <pc:spChg chg="mod">
          <ac:chgData name="Brigham Eubanks" userId="9a173d7edfb93684" providerId="LiveId" clId="{C6F02522-0DAA-49C7-AEB6-0C0682167144}" dt="2025-04-20T00:39:47.103" v="178" actId="20577"/>
          <ac:spMkLst>
            <pc:docMk/>
            <pc:sldMk cId="0" sldId="263"/>
            <ac:spMk id="6" creationId="{C40BD306-3DA7-4809-9781-4D19E59312B2}"/>
          </ac:spMkLst>
        </pc:spChg>
      </pc:sldChg>
      <pc:sldChg chg="addSp delSp modSp mod">
        <pc:chgData name="Brigham Eubanks" userId="9a173d7edfb93684" providerId="LiveId" clId="{C6F02522-0DAA-49C7-AEB6-0C0682167144}" dt="2025-04-20T00:34:57.135" v="75"/>
        <pc:sldMkLst>
          <pc:docMk/>
          <pc:sldMk cId="0" sldId="264"/>
        </pc:sldMkLst>
        <pc:spChg chg="add mod">
          <ac:chgData name="Brigham Eubanks" userId="9a173d7edfb93684" providerId="LiveId" clId="{C6F02522-0DAA-49C7-AEB6-0C0682167144}" dt="2025-04-20T00:34:57.135" v="75"/>
          <ac:spMkLst>
            <pc:docMk/>
            <pc:sldMk cId="0" sldId="264"/>
            <ac:spMk id="3" creationId="{B587FD00-99C8-BFBA-07F6-FD930BE1847C}"/>
          </ac:spMkLst>
        </pc:spChg>
        <pc:spChg chg="del">
          <ac:chgData name="Brigham Eubanks" userId="9a173d7edfb93684" providerId="LiveId" clId="{C6F02522-0DAA-49C7-AEB6-0C0682167144}" dt="2025-04-20T00:34:56.778" v="74" actId="478"/>
          <ac:spMkLst>
            <pc:docMk/>
            <pc:sldMk cId="0" sldId="264"/>
            <ac:spMk id="4" creationId="{B0A42A37-738B-491B-B5C2-EB593B93E481}"/>
          </ac:spMkLst>
        </pc:spChg>
        <pc:spChg chg="add mod">
          <ac:chgData name="Brigham Eubanks" userId="9a173d7edfb93684" providerId="LiveId" clId="{C6F02522-0DAA-49C7-AEB6-0C0682167144}" dt="2025-04-20T00:34:57.135" v="75"/>
          <ac:spMkLst>
            <pc:docMk/>
            <pc:sldMk cId="0" sldId="264"/>
            <ac:spMk id="5" creationId="{E03C3BE9-1D6A-458C-27D8-7193E80ECA46}"/>
          </ac:spMkLst>
        </pc:spChg>
        <pc:spChg chg="del">
          <ac:chgData name="Brigham Eubanks" userId="9a173d7edfb93684" providerId="LiveId" clId="{C6F02522-0DAA-49C7-AEB6-0C0682167144}" dt="2025-04-20T00:34:56.778" v="74" actId="478"/>
          <ac:spMkLst>
            <pc:docMk/>
            <pc:sldMk cId="0" sldId="264"/>
            <ac:spMk id="6" creationId="{AAD6D41F-BACF-436E-B130-D8339FAB0C71}"/>
          </ac:spMkLst>
        </pc:spChg>
      </pc:sldChg>
      <pc:sldChg chg="addSp delSp modSp mod">
        <pc:chgData name="Brigham Eubanks" userId="9a173d7edfb93684" providerId="LiveId" clId="{C6F02522-0DAA-49C7-AEB6-0C0682167144}" dt="2025-04-20T00:36:51.619" v="125" actId="1076"/>
        <pc:sldMkLst>
          <pc:docMk/>
          <pc:sldMk cId="0" sldId="265"/>
        </pc:sldMkLst>
        <pc:spChg chg="add mod">
          <ac:chgData name="Brigham Eubanks" userId="9a173d7edfb93684" providerId="LiveId" clId="{C6F02522-0DAA-49C7-AEB6-0C0682167144}" dt="2025-04-20T00:36:45.696" v="124"/>
          <ac:spMkLst>
            <pc:docMk/>
            <pc:sldMk cId="0" sldId="265"/>
            <ac:spMk id="3" creationId="{1A4505E8-71F1-25D4-ABC9-581035749FB8}"/>
          </ac:spMkLst>
        </pc:spChg>
        <pc:spChg chg="del">
          <ac:chgData name="Brigham Eubanks" userId="9a173d7edfb93684" providerId="LiveId" clId="{C6F02522-0DAA-49C7-AEB6-0C0682167144}" dt="2025-04-20T00:36:45.384" v="123" actId="478"/>
          <ac:spMkLst>
            <pc:docMk/>
            <pc:sldMk cId="0" sldId="265"/>
            <ac:spMk id="4" creationId="{6D34D7D1-638A-485F-A01D-9C45717BD8D7}"/>
          </ac:spMkLst>
        </pc:spChg>
        <pc:spChg chg="add mod">
          <ac:chgData name="Brigham Eubanks" userId="9a173d7edfb93684" providerId="LiveId" clId="{C6F02522-0DAA-49C7-AEB6-0C0682167144}" dt="2025-04-20T00:36:51.619" v="125" actId="1076"/>
          <ac:spMkLst>
            <pc:docMk/>
            <pc:sldMk cId="0" sldId="265"/>
            <ac:spMk id="5" creationId="{96E0A882-4CA5-5F18-B6A8-7CC096719144}"/>
          </ac:spMkLst>
        </pc:spChg>
        <pc:spChg chg="del">
          <ac:chgData name="Brigham Eubanks" userId="9a173d7edfb93684" providerId="LiveId" clId="{C6F02522-0DAA-49C7-AEB6-0C0682167144}" dt="2025-04-20T00:36:45.384" v="123" actId="478"/>
          <ac:spMkLst>
            <pc:docMk/>
            <pc:sldMk cId="0" sldId="265"/>
            <ac:spMk id="6" creationId="{6D4B8CA0-6A6E-48C0-86BE-4F3DF9C676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7A7CF-2A41-4517-94E9-BFE1913DF22A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70025" y="1143000"/>
            <a:ext cx="3917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8B2B1-AFBC-4621-B8DE-8F7D2A98C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24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1200x945x408/pftl-408-009.png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La tumba le encerró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dirty="0"/>
              <a:t>Letra y música por</a:t>
            </a:r>
            <a:r>
              <a:rPr dirty="0"/>
              <a:t>: Robert Lowry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419" dirty="0"/>
              <a:t>G. P. </a:t>
            </a:r>
            <a:r>
              <a:rPr lang="es-419" dirty="0" err="1"/>
              <a:t>Simmonds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EA64B8-C04F-4A28-AE90-C7CF9B4B4AFA}"/>
              </a:ext>
            </a:extLst>
          </p:cNvPr>
          <p:cNvSpPr txBox="1"/>
          <p:nvPr/>
        </p:nvSpPr>
        <p:spPr>
          <a:xfrm>
            <a:off x="1261872" y="1301234"/>
            <a:ext cx="7882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La   tum  -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ba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    Le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en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-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ce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rró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,     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Cris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-   to,      mi    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Cris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-  to;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74F04-393F-411C-BB67-59AF1ECC8127}"/>
              </a:ext>
            </a:extLst>
          </p:cNvPr>
          <p:cNvSpPr txBox="1"/>
          <p:nvPr/>
        </p:nvSpPr>
        <p:spPr>
          <a:xfrm>
            <a:off x="804672" y="4241030"/>
            <a:ext cx="8202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El             al  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ba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a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llí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es - pe    -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ró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     Cris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to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el       Se   -    ñor.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200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5366F2-8FEE-4113-9417-654F42F7C2FF}"/>
              </a:ext>
            </a:extLst>
          </p:cNvPr>
          <p:cNvSpPr txBox="1"/>
          <p:nvPr/>
        </p:nvSpPr>
        <p:spPr>
          <a:xfrm>
            <a:off x="461394" y="1991606"/>
            <a:ext cx="8774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Cris - to      la     tum -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ba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ven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-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ció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,                  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Él  con gran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po-der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re   -   su  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ci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-                      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                             </a:t>
            </a:r>
            <a:r>
              <a:rPr lang="en-US" sz="2400" i="1" dirty="0" err="1">
                <a:latin typeface="Alegreya Sans Medium" panose="00000600000000000000" pitchFamily="50" charset="0"/>
              </a:rPr>
              <a:t>sí</a:t>
            </a:r>
            <a:r>
              <a:rPr lang="en-US" sz="2400" i="1" dirty="0">
                <a:latin typeface="Alegreya Sans Medium" panose="00000600000000000000" pitchFamily="50" charset="0"/>
              </a:rPr>
              <a:t>, </a:t>
            </a:r>
            <a:r>
              <a:rPr lang="en-US" sz="2400" i="1" dirty="0" err="1">
                <a:latin typeface="Alegreya Sans Medium" panose="00000600000000000000" pitchFamily="50" charset="0"/>
              </a:rPr>
              <a:t>ven-ció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FC362-A545-4064-AEE7-CF692E54AD61}"/>
              </a:ext>
            </a:extLst>
          </p:cNvPr>
          <p:cNvSpPr txBox="1"/>
          <p:nvPr/>
        </p:nvSpPr>
        <p:spPr>
          <a:xfrm>
            <a:off x="827532" y="5461754"/>
            <a:ext cx="8316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;</a:t>
            </a:r>
            <a:r>
              <a:rPr lang="en-US" sz="2400" dirty="0">
                <a:latin typeface="Alegreya Sans Medium" panose="00000600000000000000" pitchFamily="50" charset="0"/>
              </a:rPr>
              <a:t>                            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De   se  -   pul-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cro</a:t>
            </a:r>
            <a:r>
              <a:rPr lang="es-ES" sz="2400" dirty="0"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y muer-te   Cris-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es ven  - ce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dor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,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</a:t>
            </a:r>
            <a:r>
              <a:rPr lang="es-ES" sz="2400" i="1" dirty="0">
                <a:latin typeface="Alegreya Sans Medium" panose="00000600000000000000" pitchFamily="50" charset="0"/>
              </a:rPr>
              <a:t>Él    ven - </a:t>
            </a:r>
            <a:r>
              <a:rPr lang="es-ES" sz="2400" i="1" dirty="0" err="1">
                <a:latin typeface="Alegreya Sans Medium" panose="00000600000000000000" pitchFamily="50" charset="0"/>
              </a:rPr>
              <a:t>ció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779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71BE0A-CC2E-4983-88A5-E8695DD71EE8}"/>
              </a:ext>
            </a:extLst>
          </p:cNvPr>
          <p:cNvSpPr txBox="1"/>
          <p:nvPr/>
        </p:nvSpPr>
        <p:spPr>
          <a:xfrm>
            <a:off x="914400" y="1452110"/>
            <a:ext cx="8311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Vi   -   ve     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pa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ra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siem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-pre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nues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tro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 Sal    -    va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dor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. ¡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a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EB86F-7361-43DF-B857-85E96D9315BB}"/>
              </a:ext>
            </a:extLst>
          </p:cNvPr>
          <p:cNvSpPr txBox="1"/>
          <p:nvPr/>
        </p:nvSpPr>
        <p:spPr>
          <a:xfrm>
            <a:off x="763524" y="4640849"/>
            <a:ext cx="8380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Dios!               ¡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a Dios!                 ¡El    Se-ñor    re   -    su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ci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!</a:t>
            </a:r>
          </a:p>
          <a:p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  ¡</a:t>
            </a:r>
            <a:r>
              <a:rPr lang="es-ES" sz="2400" b="0" i="1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a Dios!</a:t>
            </a:r>
            <a:r>
              <a:rPr lang="es-ES" sz="2400" i="1" dirty="0">
                <a:latin typeface="Alegreya Sans Medium" panose="00000600000000000000" pitchFamily="50" charset="0"/>
              </a:rPr>
              <a:t>                 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¡</a:t>
            </a:r>
            <a:r>
              <a:rPr lang="es-ES" sz="2400" b="0" i="1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a Dios! 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54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22B189-D782-4BB0-9189-683A49B792D8}"/>
              </a:ext>
            </a:extLst>
          </p:cNvPr>
          <p:cNvSpPr txBox="1"/>
          <p:nvPr/>
        </p:nvSpPr>
        <p:spPr>
          <a:xfrm>
            <a:off x="1197864" y="1362194"/>
            <a:ext cx="7946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De    guar - das           es    -     ca   - 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pó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    Cris   -  to,     mi     Cris  -   to;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75CF2-F755-4C1C-B149-DDF90FBD371F}"/>
              </a:ext>
            </a:extLst>
          </p:cNvPr>
          <p:cNvSpPr txBox="1"/>
          <p:nvPr/>
        </p:nvSpPr>
        <p:spPr>
          <a:xfrm>
            <a:off x="937260" y="4136587"/>
            <a:ext cx="8133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El           se  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llo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   des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tru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yó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    Cris  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to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el       Se    -    ñor.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200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590FB5-4386-BED9-6051-002913FE4E27}"/>
              </a:ext>
            </a:extLst>
          </p:cNvPr>
          <p:cNvSpPr txBox="1"/>
          <p:nvPr/>
        </p:nvSpPr>
        <p:spPr>
          <a:xfrm>
            <a:off x="461394" y="1991606"/>
            <a:ext cx="8774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Cris - to      la     tum -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ba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ven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-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ció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,                  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Él  con gran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po-der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re   -   su  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ci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-                      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                             </a:t>
            </a:r>
            <a:r>
              <a:rPr lang="en-US" sz="2400" i="1" dirty="0" err="1">
                <a:latin typeface="Alegreya Sans Medium" panose="00000600000000000000" pitchFamily="50" charset="0"/>
              </a:rPr>
              <a:t>sí</a:t>
            </a:r>
            <a:r>
              <a:rPr lang="en-US" sz="2400" i="1" dirty="0">
                <a:latin typeface="Alegreya Sans Medium" panose="00000600000000000000" pitchFamily="50" charset="0"/>
              </a:rPr>
              <a:t>, </a:t>
            </a:r>
            <a:r>
              <a:rPr lang="en-US" sz="2400" i="1" dirty="0" err="1">
                <a:latin typeface="Alegreya Sans Medium" panose="00000600000000000000" pitchFamily="50" charset="0"/>
              </a:rPr>
              <a:t>ven-ció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36EA1-0404-CBA1-45FB-016B7847BE43}"/>
              </a:ext>
            </a:extLst>
          </p:cNvPr>
          <p:cNvSpPr txBox="1"/>
          <p:nvPr/>
        </p:nvSpPr>
        <p:spPr>
          <a:xfrm>
            <a:off x="827532" y="5461754"/>
            <a:ext cx="8316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;</a:t>
            </a:r>
            <a:r>
              <a:rPr lang="en-US" sz="2400" dirty="0">
                <a:latin typeface="Alegreya Sans Medium" panose="00000600000000000000" pitchFamily="50" charset="0"/>
              </a:rPr>
              <a:t>                            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De   se  -   pul-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cro</a:t>
            </a:r>
            <a:r>
              <a:rPr lang="es-ES" sz="2400" dirty="0"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y muer-te   Cris-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es ven  - ce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dor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,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</a:t>
            </a:r>
            <a:r>
              <a:rPr lang="es-ES" sz="2400" i="1" dirty="0">
                <a:latin typeface="Alegreya Sans Medium" panose="00000600000000000000" pitchFamily="50" charset="0"/>
              </a:rPr>
              <a:t>Él    ven - </a:t>
            </a:r>
            <a:r>
              <a:rPr lang="es-ES" sz="2400" i="1" dirty="0" err="1">
                <a:latin typeface="Alegreya Sans Medium" panose="00000600000000000000" pitchFamily="50" charset="0"/>
              </a:rPr>
              <a:t>ció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779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7DA921-7358-5387-B3DC-2F082244F862}"/>
              </a:ext>
            </a:extLst>
          </p:cNvPr>
          <p:cNvSpPr txBox="1"/>
          <p:nvPr/>
        </p:nvSpPr>
        <p:spPr>
          <a:xfrm>
            <a:off x="914400" y="1452110"/>
            <a:ext cx="8311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Vi   -   ve     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pa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ra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siem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-pre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nues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tro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 Sal    -    va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dor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. ¡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a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75DDC-AC09-196D-3B59-C991A3016172}"/>
              </a:ext>
            </a:extLst>
          </p:cNvPr>
          <p:cNvSpPr txBox="1"/>
          <p:nvPr/>
        </p:nvSpPr>
        <p:spPr>
          <a:xfrm>
            <a:off x="763524" y="4657627"/>
            <a:ext cx="8380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Dios!               ¡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a Dios!                 ¡El    Se-ñor    re   -    su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ci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!</a:t>
            </a:r>
          </a:p>
          <a:p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  ¡</a:t>
            </a:r>
            <a:r>
              <a:rPr lang="es-ES" sz="2400" b="0" i="1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a Dios!</a:t>
            </a:r>
            <a:r>
              <a:rPr lang="es-ES" sz="2400" i="1" dirty="0">
                <a:latin typeface="Alegreya Sans Medium" panose="00000600000000000000" pitchFamily="50" charset="0"/>
              </a:rPr>
              <a:t>                 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¡</a:t>
            </a:r>
            <a:r>
              <a:rPr lang="es-ES" sz="2400" b="0" i="1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a Dios! 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70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98CD88-EF6A-40FA-B00B-3B1281041623}"/>
              </a:ext>
            </a:extLst>
          </p:cNvPr>
          <p:cNvSpPr txBox="1"/>
          <p:nvPr/>
        </p:nvSpPr>
        <p:spPr>
          <a:xfrm>
            <a:off x="1335024" y="1342382"/>
            <a:ext cx="7717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La  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muer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-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te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     do    -   mi   -  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nó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     Cris   -   to,      mi       Cris  -  to,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BD306-3DA7-4809-9781-4D19E59312B2}"/>
              </a:ext>
            </a:extLst>
          </p:cNvPr>
          <p:cNvSpPr txBox="1"/>
          <p:nvPr/>
        </p:nvSpPr>
        <p:spPr>
          <a:xfrm>
            <a:off x="939567" y="4123668"/>
            <a:ext cx="8112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Y           Su   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po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-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der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 ven 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ció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    Cris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to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</a:t>
            </a:r>
            <a:r>
              <a:rPr lang="es-ES" sz="2400" b="0" i="0" u="none" strike="noStrike">
                <a:effectLst/>
                <a:latin typeface="Alegreya Sans Medium" panose="00000600000000000000" pitchFamily="50" charset="0"/>
              </a:rPr>
              <a:t>el     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Se    -    ñor.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200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87FD00-99C8-BFBA-07F6-FD930BE1847C}"/>
              </a:ext>
            </a:extLst>
          </p:cNvPr>
          <p:cNvSpPr txBox="1"/>
          <p:nvPr/>
        </p:nvSpPr>
        <p:spPr>
          <a:xfrm>
            <a:off x="461394" y="1991606"/>
            <a:ext cx="8774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Cris - to      la     tum -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ba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ven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 - </a:t>
            </a:r>
            <a:r>
              <a:rPr lang="en-US" sz="2400" b="0" i="0" u="none" strike="noStrike" dirty="0" err="1">
                <a:effectLst/>
                <a:latin typeface="Alegreya Sans Medium" panose="00000600000000000000" pitchFamily="50" charset="0"/>
              </a:rPr>
              <a:t>ció</a:t>
            </a:r>
            <a:r>
              <a:rPr lang="en-US" sz="2400" b="0" i="0" u="none" strike="noStrike" dirty="0">
                <a:effectLst/>
                <a:latin typeface="Alegreya Sans Medium" panose="00000600000000000000" pitchFamily="50" charset="0"/>
              </a:rPr>
              <a:t>,                  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Él  con gran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po-der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re   -   su  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ci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-                      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                             </a:t>
            </a:r>
            <a:r>
              <a:rPr lang="en-US" sz="2400" i="1" dirty="0" err="1">
                <a:latin typeface="Alegreya Sans Medium" panose="00000600000000000000" pitchFamily="50" charset="0"/>
              </a:rPr>
              <a:t>sí</a:t>
            </a:r>
            <a:r>
              <a:rPr lang="en-US" sz="2400" i="1" dirty="0">
                <a:latin typeface="Alegreya Sans Medium" panose="00000600000000000000" pitchFamily="50" charset="0"/>
              </a:rPr>
              <a:t>, </a:t>
            </a:r>
            <a:r>
              <a:rPr lang="en-US" sz="2400" i="1" dirty="0" err="1">
                <a:latin typeface="Alegreya Sans Medium" panose="00000600000000000000" pitchFamily="50" charset="0"/>
              </a:rPr>
              <a:t>ven-ció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C3BE9-1D6A-458C-27D8-7193E80ECA46}"/>
              </a:ext>
            </a:extLst>
          </p:cNvPr>
          <p:cNvSpPr txBox="1"/>
          <p:nvPr/>
        </p:nvSpPr>
        <p:spPr>
          <a:xfrm>
            <a:off x="827532" y="5461754"/>
            <a:ext cx="8316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;</a:t>
            </a:r>
            <a:r>
              <a:rPr lang="en-US" sz="2400" dirty="0">
                <a:latin typeface="Alegreya Sans Medium" panose="00000600000000000000" pitchFamily="50" charset="0"/>
              </a:rPr>
              <a:t>                            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De   se  -   pul-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cro</a:t>
            </a:r>
            <a:r>
              <a:rPr lang="es-ES" sz="2400" dirty="0"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y muer-te   Cris-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es ven  - ce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dor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,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</a:t>
            </a:r>
            <a:r>
              <a:rPr lang="es-ES" sz="2400" i="1" dirty="0">
                <a:latin typeface="Alegreya Sans Medium" panose="00000600000000000000" pitchFamily="50" charset="0"/>
              </a:rPr>
              <a:t>Él    ven - </a:t>
            </a:r>
            <a:r>
              <a:rPr lang="es-ES" sz="2400" i="1" dirty="0" err="1">
                <a:latin typeface="Alegreya Sans Medium" panose="00000600000000000000" pitchFamily="50" charset="0"/>
              </a:rPr>
              <a:t>ció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779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4505E8-71F1-25D4-ABC9-581035749FB8}"/>
              </a:ext>
            </a:extLst>
          </p:cNvPr>
          <p:cNvSpPr txBox="1"/>
          <p:nvPr/>
        </p:nvSpPr>
        <p:spPr>
          <a:xfrm>
            <a:off x="914400" y="1452110"/>
            <a:ext cx="8311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Vi   -   ve     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pa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ra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siem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-pre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nues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-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tro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   Sal    -    va -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dor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. ¡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a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0A882-4CA5-5F18-B6A8-7CC096719144}"/>
              </a:ext>
            </a:extLst>
          </p:cNvPr>
          <p:cNvSpPr txBox="1"/>
          <p:nvPr/>
        </p:nvSpPr>
        <p:spPr>
          <a:xfrm>
            <a:off x="763524" y="4649238"/>
            <a:ext cx="8380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Dios!               ¡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a Dios!                 ¡El    Se-ñor    re   -    su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ci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s-ES" sz="2400" b="0" i="0" u="none" strike="noStrike" dirty="0" err="1">
                <a:effectLst/>
                <a:latin typeface="Alegreya Sans Medium" panose="00000600000000000000" pitchFamily="50" charset="0"/>
              </a:rPr>
              <a:t>tó</a:t>
            </a:r>
            <a:r>
              <a:rPr lang="es-ES" sz="2400" b="0" i="0" u="none" strike="noStrike" dirty="0">
                <a:effectLst/>
                <a:latin typeface="Alegreya Sans Medium" panose="00000600000000000000" pitchFamily="50" charset="0"/>
              </a:rPr>
              <a:t>!</a:t>
            </a:r>
          </a:p>
          <a:p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  ¡</a:t>
            </a:r>
            <a:r>
              <a:rPr lang="es-ES" sz="2400" b="0" i="1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a Dios!</a:t>
            </a:r>
            <a:r>
              <a:rPr lang="es-ES" sz="2400" i="1" dirty="0">
                <a:latin typeface="Alegreya Sans Medium" panose="00000600000000000000" pitchFamily="50" charset="0"/>
              </a:rPr>
              <a:t>                 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¡</a:t>
            </a:r>
            <a:r>
              <a:rPr lang="es-ES" sz="2400" b="0" i="1" u="none" strike="noStrike" dirty="0" err="1">
                <a:effectLst/>
                <a:latin typeface="Alegreya Sans Medium" panose="00000600000000000000" pitchFamily="50" charset="0"/>
              </a:rPr>
              <a:t>Glo-ria</a:t>
            </a:r>
            <a:r>
              <a:rPr lang="es-ES" sz="2400" b="0" i="1" u="none" strike="noStrike" dirty="0">
                <a:effectLst/>
                <a:latin typeface="Alegreya Sans Medium" panose="00000600000000000000" pitchFamily="50" charset="0"/>
              </a:rPr>
              <a:t> a Dios! 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1934</TotalTime>
  <Words>458</Words>
  <Application>Microsoft Office PowerPoint</Application>
  <PresentationFormat>Custom</PresentationFormat>
  <Paragraphs>39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Brigham Eubanks</cp:lastModifiedBy>
  <cp:revision>15</cp:revision>
  <dcterms:created xsi:type="dcterms:W3CDTF">2019-09-13T22:29:37Z</dcterms:created>
  <dcterms:modified xsi:type="dcterms:W3CDTF">2025-04-20T00:39:48Z</dcterms:modified>
</cp:coreProperties>
</file>