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456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6B05E-9597-405A-AF86-3E013E963309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25D02-1E06-4C29-8595-45ED73566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99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6553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27988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307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0046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64471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46127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6952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96219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75714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75512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7983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1200x900x036/pftl-036-012.png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5703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Sublime gracia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Words by: John Newton</a:t>
            </a:r>
          </a:p>
          <a:p>
            <a:r>
              <a:t>Music by: Shaw’s &amp; Spilman’s Columbian Harmony / Arr. Edwin O. Excell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8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834784F-3C19-5CAF-A497-69C82B4EB81F}"/>
              </a:ext>
            </a:extLst>
          </p:cNvPr>
          <p:cNvSpPr txBox="1"/>
          <p:nvPr/>
        </p:nvSpPr>
        <p:spPr>
          <a:xfrm>
            <a:off x="1558268" y="1374679"/>
            <a:ext cx="72025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¡Su     -    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bli</a:t>
            </a:r>
            <a:r>
              <a:rPr lang="en-US" sz="2200" dirty="0" smtClean="0">
                <a:latin typeface="Alegreya Sans Medium" panose="00000600000000000000" pitchFamily="50" charset="0"/>
              </a:rPr>
              <a:t>     </a:t>
            </a:r>
            <a:r>
              <a:rPr lang="en-US" sz="2200" dirty="0">
                <a:latin typeface="Alegreya Sans Medium" panose="00000600000000000000" pitchFamily="50" charset="0"/>
              </a:rPr>
              <a:t>-   </a:t>
            </a:r>
            <a:r>
              <a:rPr lang="en-US" sz="2200" dirty="0" smtClean="0">
                <a:latin typeface="Alegreya Sans Medium" panose="00000600000000000000" pitchFamily="50" charset="0"/>
              </a:rPr>
              <a:t> </a:t>
            </a:r>
            <a:r>
              <a:rPr lang="en-US" sz="2200" dirty="0">
                <a:latin typeface="Alegreya Sans Medium" panose="00000600000000000000" pitchFamily="50" charset="0"/>
              </a:rPr>
              <a:t>me     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gra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</a:t>
            </a:r>
            <a:r>
              <a:rPr lang="en-US" sz="2200" dirty="0">
                <a:latin typeface="Alegreya Sans Medium" panose="00000600000000000000" pitchFamily="50" charset="0"/>
              </a:rPr>
              <a:t>-      </a:t>
            </a:r>
            <a:r>
              <a:rPr lang="en-US" sz="2200" dirty="0" err="1">
                <a:latin typeface="Alegreya Sans Medium" panose="00000600000000000000" pitchFamily="50" charset="0"/>
              </a:rPr>
              <a:t>cia</a:t>
            </a:r>
            <a:r>
              <a:rPr lang="en-US" sz="2200" dirty="0">
                <a:latin typeface="Alegreya Sans Medium" panose="00000600000000000000" pitchFamily="50" charset="0"/>
              </a:rPr>
              <a:t>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  </a:t>
            </a:r>
            <a:r>
              <a:rPr lang="en-US" sz="2200" dirty="0">
                <a:latin typeface="Alegreya Sans Medium" panose="00000600000000000000" pitchFamily="50" charset="0"/>
              </a:rPr>
              <a:t>del            Se       -     </a:t>
            </a:r>
            <a:r>
              <a:rPr lang="en-US" sz="2200" dirty="0" err="1">
                <a:latin typeface="Alegreya Sans Medium" panose="00000600000000000000" pitchFamily="50" charset="0"/>
              </a:rPr>
              <a:t>ñor</a:t>
            </a:r>
            <a:r>
              <a:rPr lang="en-US" sz="2200" dirty="0">
                <a:latin typeface="Alegreya Sans Medium" panose="000006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1A76863-E7AF-5975-72A9-0CD3D1A2998A}"/>
              </a:ext>
            </a:extLst>
          </p:cNvPr>
          <p:cNvSpPr txBox="1"/>
          <p:nvPr/>
        </p:nvSpPr>
        <p:spPr>
          <a:xfrm>
            <a:off x="1228218" y="4104816"/>
            <a:ext cx="7610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que  </a:t>
            </a:r>
            <a:r>
              <a:rPr lang="en-US" sz="2200" dirty="0" smtClean="0">
                <a:latin typeface="Alegreya Sans Medium" panose="00000600000000000000" pitchFamily="50" charset="0"/>
              </a:rPr>
              <a:t>a un            </a:t>
            </a:r>
            <a:r>
              <a:rPr lang="en-US" sz="2200" dirty="0">
                <a:latin typeface="Alegreya Sans Medium" panose="00000600000000000000" pitchFamily="50" charset="0"/>
              </a:rPr>
              <a:t>in          </a:t>
            </a:r>
            <a:r>
              <a:rPr lang="en-US" sz="2200" dirty="0" smtClean="0">
                <a:latin typeface="Alegreya Sans Medium" panose="00000600000000000000" pitchFamily="50" charset="0"/>
              </a:rPr>
              <a:t>-         </a:t>
            </a:r>
            <a:r>
              <a:rPr lang="en-US" sz="2200" dirty="0" err="1">
                <a:latin typeface="Alegreya Sans Medium" panose="00000600000000000000" pitchFamily="50" charset="0"/>
              </a:rPr>
              <a:t>fe</a:t>
            </a:r>
            <a:r>
              <a:rPr lang="en-US" sz="2200" dirty="0">
                <a:latin typeface="Alegreya Sans Medium" panose="00000600000000000000" pitchFamily="50" charset="0"/>
              </a:rPr>
              <a:t>            -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liz</a:t>
            </a:r>
            <a:r>
              <a:rPr lang="en-US" sz="2200" dirty="0">
                <a:latin typeface="Alegreya Sans Medium" panose="00000600000000000000" pitchFamily="50" charset="0"/>
              </a:rPr>
              <a:t>        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sal</a:t>
            </a:r>
            <a:r>
              <a:rPr lang="en-US" sz="2200" dirty="0">
                <a:latin typeface="Alegreya Sans Medium" panose="00000600000000000000" pitchFamily="50" charset="0"/>
              </a:rPr>
              <a:t>             -           </a:t>
            </a:r>
            <a:r>
              <a:rPr lang="en-US" sz="2200" dirty="0" err="1">
                <a:latin typeface="Alegreya Sans Medium" panose="00000600000000000000" pitchFamily="50" charset="0"/>
              </a:rPr>
              <a:t>vó</a:t>
            </a:r>
            <a:r>
              <a:rPr lang="en-US" sz="2200" dirty="0">
                <a:latin typeface="Alegreya Sans Medium" panose="00000600000000000000" pitchFamily="50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68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25766B5-152E-36D6-9EED-40EA5282DBDB}"/>
              </a:ext>
            </a:extLst>
          </p:cNvPr>
          <p:cNvSpPr txBox="1"/>
          <p:nvPr/>
        </p:nvSpPr>
        <p:spPr>
          <a:xfrm>
            <a:off x="1550126" y="1339843"/>
            <a:ext cx="77245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Fui          cie         -         </a:t>
            </a:r>
            <a:r>
              <a:rPr lang="es-ES" sz="2200" dirty="0" err="1">
                <a:latin typeface="Alegreya Sans Medium" panose="00000600000000000000" pitchFamily="50" charset="0"/>
              </a:rPr>
              <a:t>go</a:t>
            </a:r>
            <a:r>
              <a:rPr lang="es-ES" sz="2200" dirty="0">
                <a:latin typeface="Alegreya Sans Medium" panose="00000600000000000000" pitchFamily="50" charset="0"/>
              </a:rPr>
              <a:t>,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mas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hoy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</a:t>
            </a:r>
            <a:r>
              <a:rPr lang="es-ES" sz="2200" dirty="0">
                <a:latin typeface="Alegreya Sans Medium" panose="00000600000000000000" pitchFamily="50" charset="0"/>
              </a:rPr>
              <a:t>pue     -      do                ver;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C47B64-60DF-1E49-C993-E52795AF7499}"/>
              </a:ext>
            </a:extLst>
          </p:cNvPr>
          <p:cNvSpPr txBox="1"/>
          <p:nvPr/>
        </p:nvSpPr>
        <p:spPr>
          <a:xfrm>
            <a:off x="1550125" y="4104816"/>
            <a:ext cx="74806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per          -     di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   </a:t>
            </a:r>
            <a:r>
              <a:rPr lang="es-ES" sz="2200" dirty="0">
                <a:latin typeface="Alegreya Sans Medium" panose="00000600000000000000" pitchFamily="50" charset="0"/>
              </a:rPr>
              <a:t>do,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  </a:t>
            </a:r>
            <a:r>
              <a:rPr lang="es-ES" sz="2200" dirty="0">
                <a:latin typeface="Alegreya Sans Medium" panose="00000600000000000000" pitchFamily="50" charset="0"/>
              </a:rPr>
              <a:t>y  Él                     me  ha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   </a:t>
            </a:r>
            <a:r>
              <a:rPr lang="es-ES" sz="2200" dirty="0" err="1">
                <a:latin typeface="Alegreya Sans Medium" panose="00000600000000000000" pitchFamily="50" charset="0"/>
              </a:rPr>
              <a:t>lló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01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0A21395-1D54-5864-E2BB-2E485F215953}"/>
              </a:ext>
            </a:extLst>
          </p:cNvPr>
          <p:cNvSpPr txBox="1"/>
          <p:nvPr/>
        </p:nvSpPr>
        <p:spPr>
          <a:xfrm>
            <a:off x="1541417" y="1374679"/>
            <a:ext cx="80205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Su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gra</a:t>
            </a:r>
            <a:r>
              <a:rPr lang="es-ES" sz="2200" dirty="0">
                <a:latin typeface="Alegreya Sans Medium" panose="00000600000000000000" pitchFamily="50" charset="0"/>
              </a:rPr>
              <a:t>         -     </a:t>
            </a:r>
            <a:r>
              <a:rPr lang="es-ES" sz="2200" dirty="0" err="1">
                <a:latin typeface="Alegreya Sans Medium" panose="00000600000000000000" pitchFamily="50" charset="0"/>
              </a:rPr>
              <a:t>cia</a:t>
            </a:r>
            <a:r>
              <a:rPr lang="es-ES" sz="2200" dirty="0">
                <a:latin typeface="Alegreya Sans Medium" panose="00000600000000000000" pitchFamily="50" charset="0"/>
              </a:rPr>
              <a:t>            me  en       -    se    -    </a:t>
            </a:r>
            <a:r>
              <a:rPr lang="es-ES" sz="2200" dirty="0" err="1">
                <a:latin typeface="Alegreya Sans Medium" panose="00000600000000000000" pitchFamily="50" charset="0"/>
              </a:rPr>
              <a:t>ñó</a:t>
            </a:r>
            <a:r>
              <a:rPr lang="es-ES" sz="2200" dirty="0">
                <a:latin typeface="Alegreya Sans Medium" panose="00000600000000000000" pitchFamily="50" charset="0"/>
              </a:rPr>
              <a:t>  a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te 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 err="1">
                <a:latin typeface="Alegreya Sans Medium" panose="00000600000000000000" pitchFamily="50" charset="0"/>
              </a:rPr>
              <a:t>mer</a:t>
            </a:r>
            <a:r>
              <a:rPr lang="es-ES" sz="2200" dirty="0">
                <a:latin typeface="Alegreya Sans Medium" panose="00000600000000000000" pitchFamily="50" charset="0"/>
              </a:rPr>
              <a:t>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DC0B96-2FA0-3943-B298-48CBA1F8F586}"/>
              </a:ext>
            </a:extLst>
          </p:cNvPr>
          <p:cNvSpPr txBox="1"/>
          <p:nvPr/>
        </p:nvSpPr>
        <p:spPr>
          <a:xfrm>
            <a:off x="1467395" y="4104816"/>
            <a:ext cx="7363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Mis                    du          -        das                        ahu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</a:t>
            </a:r>
            <a:r>
              <a:rPr lang="en-US" sz="2200" dirty="0">
                <a:latin typeface="Alegreya Sans Medium" panose="00000600000000000000" pitchFamily="50" charset="0"/>
              </a:rPr>
              <a:t>-          yen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</a:t>
            </a:r>
            <a:r>
              <a:rPr lang="en-US" sz="2200" dirty="0">
                <a:latin typeface="Alegreya Sans Medium" panose="00000600000000000000" pitchFamily="50" charset="0"/>
              </a:rPr>
              <a:t>-        </a:t>
            </a:r>
            <a:r>
              <a:rPr lang="en-US" sz="2200" dirty="0" err="1">
                <a:latin typeface="Alegreya Sans Medium" panose="00000600000000000000" pitchFamily="50" charset="0"/>
              </a:rPr>
              <a:t>tó</a:t>
            </a:r>
            <a:r>
              <a:rPr lang="en-US" sz="2200" dirty="0">
                <a:latin typeface="Alegreya Sans Medium" panose="00000600000000000000" pitchFamily="50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33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F8C5E4F-6017-30F9-C38E-3152675C4A78}"/>
              </a:ext>
            </a:extLst>
          </p:cNvPr>
          <p:cNvSpPr txBox="1"/>
          <p:nvPr/>
        </p:nvSpPr>
        <p:spPr>
          <a:xfrm>
            <a:off x="1336431" y="1339843"/>
            <a:ext cx="78075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¡Oh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cuán                pre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cio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-  </a:t>
            </a:r>
            <a:r>
              <a:rPr lang="es-ES" sz="2200" dirty="0" smtClean="0">
                <a:latin typeface="Alegreya Sans Medium" panose="00000600000000000000" pitchFamily="50" charset="0"/>
              </a:rPr>
              <a:t>  so           </a:t>
            </a:r>
            <a:r>
              <a:rPr lang="es-ES" sz="2200" dirty="0">
                <a:latin typeface="Alegreya Sans Medium" panose="00000600000000000000" pitchFamily="50" charset="0"/>
              </a:rPr>
              <a:t>fue  a            mi                  ser 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091D8E0-754C-2725-426F-737C435B445F}"/>
              </a:ext>
            </a:extLst>
          </p:cNvPr>
          <p:cNvSpPr txBox="1"/>
          <p:nvPr/>
        </p:nvSpPr>
        <p:spPr>
          <a:xfrm>
            <a:off x="1433822" y="4104816"/>
            <a:ext cx="83284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Cuan</a:t>
            </a:r>
            <a:r>
              <a:rPr lang="en-US" sz="2200" dirty="0">
                <a:latin typeface="Alegreya Sans Medium" panose="00000600000000000000" pitchFamily="50" charset="0"/>
              </a:rPr>
              <a:t>  </a:t>
            </a:r>
            <a:r>
              <a:rPr lang="en-US" sz="2200" dirty="0" smtClean="0">
                <a:latin typeface="Alegreya Sans Medium" panose="00000600000000000000" pitchFamily="50" charset="0"/>
              </a:rPr>
              <a:t>     </a:t>
            </a:r>
            <a:r>
              <a:rPr lang="en-US" sz="2200" dirty="0">
                <a:latin typeface="Alegreya Sans Medium" panose="00000600000000000000" pitchFamily="50" charset="0"/>
              </a:rPr>
              <a:t>-   </a:t>
            </a:r>
            <a:r>
              <a:rPr lang="en-US" sz="2200" dirty="0" smtClean="0">
                <a:latin typeface="Alegreya Sans Medium" panose="00000600000000000000" pitchFamily="50" charset="0"/>
              </a:rPr>
              <a:t> </a:t>
            </a:r>
            <a:r>
              <a:rPr lang="en-US" sz="2200" dirty="0">
                <a:latin typeface="Alegreya Sans Medium" panose="00000600000000000000" pitchFamily="50" charset="0"/>
              </a:rPr>
              <a:t>do  </a:t>
            </a:r>
            <a:r>
              <a:rPr lang="en-US" sz="2200" dirty="0" err="1">
                <a:latin typeface="Alegreya Sans Medium" panose="00000600000000000000" pitchFamily="50" charset="0"/>
              </a:rPr>
              <a:t>Él</a:t>
            </a:r>
            <a:r>
              <a:rPr lang="en-US" sz="2200" dirty="0">
                <a:latin typeface="Alegreya Sans Medium" panose="00000600000000000000" pitchFamily="50" charset="0"/>
              </a:rPr>
              <a:t>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</a:t>
            </a:r>
            <a:r>
              <a:rPr lang="en-US" sz="2200" dirty="0">
                <a:latin typeface="Alegreya Sans Medium" panose="00000600000000000000" pitchFamily="50" charset="0"/>
              </a:rPr>
              <a:t>me                   trans            -          for          - 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</a:t>
            </a:r>
            <a:r>
              <a:rPr lang="en-US" sz="2200" dirty="0" err="1">
                <a:latin typeface="Alegreya Sans Medium" panose="00000600000000000000" pitchFamily="50" charset="0"/>
              </a:rPr>
              <a:t>mó</a:t>
            </a:r>
            <a:r>
              <a:rPr lang="en-US" sz="2200" dirty="0">
                <a:latin typeface="Alegreya Sans Medium" panose="00000600000000000000" pitchFamily="50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0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1E13EA3-5228-121D-E9D9-7FCDFC343274}"/>
              </a:ext>
            </a:extLst>
          </p:cNvPr>
          <p:cNvSpPr txBox="1"/>
          <p:nvPr/>
        </p:nvSpPr>
        <p:spPr>
          <a:xfrm>
            <a:off x="1467394" y="1374679"/>
            <a:ext cx="81381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En                  los             pe     -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li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   </a:t>
            </a:r>
            <a:r>
              <a:rPr lang="es-ES" sz="2200" dirty="0">
                <a:latin typeface="Alegreya Sans Medium" panose="00000600000000000000" pitchFamily="50" charset="0"/>
              </a:rPr>
              <a:t>gros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</a:t>
            </a:r>
            <a:r>
              <a:rPr lang="es-ES" sz="2200" dirty="0">
                <a:latin typeface="Alegreya Sans Medium" panose="00000600000000000000" pitchFamily="50" charset="0"/>
              </a:rPr>
              <a:t>o  a    -   </a:t>
            </a:r>
            <a:r>
              <a:rPr lang="es-ES" sz="2200" dirty="0" err="1">
                <a:latin typeface="Alegreya Sans Medium" panose="00000600000000000000" pitchFamily="50" charset="0"/>
              </a:rPr>
              <a:t>flic</a:t>
            </a:r>
            <a:r>
              <a:rPr lang="es-ES" sz="2200" dirty="0">
                <a:latin typeface="Alegreya Sans Medium" panose="00000600000000000000" pitchFamily="50" charset="0"/>
              </a:rPr>
              <a:t> 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ción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E19D59A-5A21-5DF6-7B95-E5E7E1F6A378}"/>
              </a:ext>
            </a:extLst>
          </p:cNvPr>
          <p:cNvSpPr txBox="1"/>
          <p:nvPr/>
        </p:nvSpPr>
        <p:spPr>
          <a:xfrm>
            <a:off x="1467395" y="4104816"/>
            <a:ext cx="75111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Que            yo  he     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te  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    </a:t>
            </a:r>
            <a:r>
              <a:rPr lang="es-ES" sz="2200" dirty="0">
                <a:latin typeface="Alegreya Sans Medium" panose="00000600000000000000" pitchFamily="50" charset="0"/>
              </a:rPr>
              <a:t>ni 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     </a:t>
            </a:r>
            <a:r>
              <a:rPr lang="es-ES" sz="2200" dirty="0">
                <a:latin typeface="Alegreya Sans Medium" panose="00000600000000000000" pitchFamily="50" charset="0"/>
              </a:rPr>
              <a:t>do  a          -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</a:t>
            </a:r>
            <a:r>
              <a:rPr lang="es-ES" sz="2200" dirty="0" err="1">
                <a:latin typeface="Alegreya Sans Medium" panose="00000600000000000000" pitchFamily="50" charset="0"/>
              </a:rPr>
              <a:t>quí</a:t>
            </a:r>
            <a:r>
              <a:rPr lang="es-ES" sz="2200" dirty="0">
                <a:latin typeface="Alegreya Sans Medium" panose="00000600000000000000" pitchFamily="50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1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335D671-C1A3-A0B0-08EF-383D47CF2889}"/>
              </a:ext>
            </a:extLst>
          </p:cNvPr>
          <p:cNvSpPr txBox="1"/>
          <p:nvPr/>
        </p:nvSpPr>
        <p:spPr>
          <a:xfrm>
            <a:off x="1550126" y="1374679"/>
            <a:ext cx="7489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Su           </a:t>
            </a:r>
            <a:r>
              <a:rPr lang="es-ES" sz="2200" dirty="0" err="1">
                <a:latin typeface="Alegreya Sans Medium" panose="00000600000000000000" pitchFamily="50" charset="0"/>
              </a:rPr>
              <a:t>gra</a:t>
            </a:r>
            <a:r>
              <a:rPr lang="es-ES" sz="2200" dirty="0">
                <a:latin typeface="Alegreya Sans Medium" panose="00000600000000000000" pitchFamily="50" charset="0"/>
              </a:rPr>
              <a:t>       -        </a:t>
            </a:r>
            <a:r>
              <a:rPr lang="es-ES" sz="2200" dirty="0" err="1">
                <a:latin typeface="Alegreya Sans Medium" panose="00000600000000000000" pitchFamily="50" charset="0"/>
              </a:rPr>
              <a:t>cia</a:t>
            </a:r>
            <a:r>
              <a:rPr lang="es-ES" sz="2200" dirty="0">
                <a:latin typeface="Alegreya Sans Medium" panose="00000600000000000000" pitchFamily="50" charset="0"/>
              </a:rPr>
              <a:t>          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siem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-    pre         me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</a:t>
            </a:r>
            <a:r>
              <a:rPr lang="es-ES" sz="2200" dirty="0">
                <a:latin typeface="Alegreya Sans Medium" panose="00000600000000000000" pitchFamily="50" charset="0"/>
              </a:rPr>
              <a:t>li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   </a:t>
            </a:r>
            <a:r>
              <a:rPr lang="es-ES" sz="2200" dirty="0" err="1">
                <a:latin typeface="Alegreya Sans Medium" panose="00000600000000000000" pitchFamily="50" charset="0"/>
              </a:rPr>
              <a:t>bró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546A83D-F048-AE22-7BAB-708CF8C78331}"/>
              </a:ext>
            </a:extLst>
          </p:cNvPr>
          <p:cNvSpPr txBox="1"/>
          <p:nvPr/>
        </p:nvSpPr>
        <p:spPr>
          <a:xfrm>
            <a:off x="1654629" y="4104816"/>
            <a:ext cx="7689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y                   me 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guia</a:t>
            </a:r>
            <a:r>
              <a:rPr lang="en-US" sz="2200" dirty="0">
                <a:latin typeface="Alegreya Sans Medium" panose="00000600000000000000" pitchFamily="50" charset="0"/>
              </a:rPr>
              <a:t>            -    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                  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</a:t>
            </a:r>
            <a:r>
              <a:rPr lang="en-US" sz="2200" dirty="0" err="1">
                <a:latin typeface="Alegreya Sans Medium" panose="00000600000000000000" pitchFamily="50" charset="0"/>
              </a:rPr>
              <a:t>fe</a:t>
            </a:r>
            <a:r>
              <a:rPr lang="en-US" sz="2200" dirty="0">
                <a:latin typeface="Alegreya Sans Medium" panose="00000600000000000000" pitchFamily="50" charset="0"/>
              </a:rPr>
              <a:t>              -          </a:t>
            </a:r>
            <a:r>
              <a:rPr lang="en-US" sz="2200" dirty="0" err="1">
                <a:latin typeface="Alegreya Sans Medium" panose="00000600000000000000" pitchFamily="50" charset="0"/>
              </a:rPr>
              <a:t>liz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32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90A5472-AF25-A09A-740D-C7AA3C256EA9}"/>
              </a:ext>
            </a:extLst>
          </p:cNvPr>
          <p:cNvSpPr txBox="1"/>
          <p:nvPr/>
        </p:nvSpPr>
        <p:spPr>
          <a:xfrm>
            <a:off x="1567542" y="1374679"/>
            <a:ext cx="75764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Je       - 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sús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       </a:t>
            </a:r>
            <a:r>
              <a:rPr lang="es-ES" sz="2200" dirty="0">
                <a:latin typeface="Alegreya Sans Medium" panose="00000600000000000000" pitchFamily="50" charset="0"/>
              </a:rPr>
              <a:t>el               bien          me               pro  </a:t>
            </a:r>
            <a:r>
              <a:rPr lang="es-ES" sz="2200" dirty="0" smtClean="0">
                <a:latin typeface="Alegreya Sans Medium" panose="00000600000000000000" pitchFamily="50" charset="0"/>
              </a:rPr>
              <a:t> -   </a:t>
            </a:r>
            <a:r>
              <a:rPr lang="es-ES" sz="2200" dirty="0">
                <a:latin typeface="Alegreya Sans Medium" panose="00000600000000000000" pitchFamily="50" charset="0"/>
              </a:rPr>
              <a:t>me     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   </a:t>
            </a:r>
            <a:r>
              <a:rPr lang="es-ES" sz="2200" dirty="0" err="1">
                <a:latin typeface="Alegreya Sans Medium" panose="00000600000000000000" pitchFamily="50" charset="0"/>
              </a:rPr>
              <a:t>tió</a:t>
            </a:r>
            <a:r>
              <a:rPr lang="es-ES" sz="2200" dirty="0">
                <a:latin typeface="Alegreya Sans Medium" panose="00000600000000000000" pitchFamily="50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328B13D-3C28-1314-A32D-BB2460D8BA8C}"/>
              </a:ext>
            </a:extLst>
          </p:cNvPr>
          <p:cNvSpPr txBox="1"/>
          <p:nvPr/>
        </p:nvSpPr>
        <p:spPr>
          <a:xfrm>
            <a:off x="1467395" y="4104816"/>
            <a:ext cx="7676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Yo                   so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      lo  es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</a:t>
            </a:r>
            <a:r>
              <a:rPr lang="es-ES" sz="2200" dirty="0">
                <a:latin typeface="Alegreya Sans Medium" panose="00000600000000000000" pitchFamily="50" charset="0"/>
              </a:rPr>
              <a:t>-          pe            -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ro  en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     </a:t>
            </a:r>
            <a:r>
              <a:rPr lang="es-ES" sz="2200" dirty="0">
                <a:latin typeface="Alegreya Sans Medium" panose="00000600000000000000" pitchFamily="50" charset="0"/>
              </a:rPr>
              <a:t>él.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8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C02641D-9F5C-AB71-6A47-3A56EF523433}"/>
              </a:ext>
            </a:extLst>
          </p:cNvPr>
          <p:cNvSpPr txBox="1"/>
          <p:nvPr/>
        </p:nvSpPr>
        <p:spPr>
          <a:xfrm>
            <a:off x="1467395" y="1348552"/>
            <a:ext cx="8094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Se    </a:t>
            </a:r>
            <a:r>
              <a:rPr lang="es-ES" sz="2200" dirty="0" smtClean="0">
                <a:latin typeface="Alegreya Sans Medium" panose="00000600000000000000" pitchFamily="50" charset="0"/>
              </a:rPr>
              <a:t>  -   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</a:t>
            </a:r>
            <a:r>
              <a:rPr lang="es-ES" sz="2200" dirty="0">
                <a:latin typeface="Alegreya Sans Medium" panose="00000600000000000000" pitchFamily="50" charset="0"/>
              </a:rPr>
              <a:t>mi  es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 err="1">
                <a:latin typeface="Alegreya Sans Medium" panose="00000600000000000000" pitchFamily="50" charset="0"/>
              </a:rPr>
              <a:t>cu</a:t>
            </a:r>
            <a:r>
              <a:rPr lang="es-ES" sz="2200" dirty="0">
                <a:latin typeface="Alegreya Sans Medium" panose="00000600000000000000" pitchFamily="50" charset="0"/>
              </a:rPr>
              <a:t>      -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do y         mi              por       -        </a:t>
            </a:r>
            <a:r>
              <a:rPr lang="es-ES" sz="2200" dirty="0" err="1">
                <a:latin typeface="Alegreya Sans Medium" panose="00000600000000000000" pitchFamily="50" charset="0"/>
              </a:rPr>
              <a:t>ción</a:t>
            </a:r>
            <a:endParaRPr lang="es-E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379A39-E3D0-DE5E-05B4-51EBE8C779E4}"/>
              </a:ext>
            </a:extLst>
          </p:cNvPr>
          <p:cNvSpPr txBox="1"/>
          <p:nvPr/>
        </p:nvSpPr>
        <p:spPr>
          <a:xfrm>
            <a:off x="1401360" y="4104816"/>
            <a:ext cx="8230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Por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</a:t>
            </a:r>
            <a:r>
              <a:rPr lang="es-ES" sz="2200" dirty="0">
                <a:latin typeface="Alegreya Sans Medium" panose="00000600000000000000" pitchFamily="50" charset="0"/>
              </a:rPr>
              <a:t>cuan       -       to  a           -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quí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             </a:t>
            </a:r>
            <a:r>
              <a:rPr lang="es-ES" sz="2200" dirty="0">
                <a:latin typeface="Alegreya Sans Medium" panose="00000600000000000000" pitchFamily="50" charset="0"/>
              </a:rPr>
              <a:t>yo  es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-         </a:t>
            </a:r>
            <a:r>
              <a:rPr lang="es-ES" sz="2200" dirty="0">
                <a:latin typeface="Alegreya Sans Medium" panose="00000600000000000000" pitchFamily="50" charset="0"/>
              </a:rPr>
              <a:t>té.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63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0CD637B-1E72-CADE-537E-0D4A31B52453}"/>
              </a:ext>
            </a:extLst>
          </p:cNvPr>
          <p:cNvSpPr txBox="1"/>
          <p:nvPr/>
        </p:nvSpPr>
        <p:spPr>
          <a:xfrm>
            <a:off x="1532708" y="1374679"/>
            <a:ext cx="7489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Fa        -     </a:t>
            </a:r>
            <a:r>
              <a:rPr lang="en-US" sz="2200" dirty="0" err="1">
                <a:latin typeface="Alegreya Sans Medium" panose="00000600000000000000" pitchFamily="50" charset="0"/>
              </a:rPr>
              <a:t>llan</a:t>
            </a:r>
            <a:r>
              <a:rPr lang="en-US" sz="2200" dirty="0">
                <a:latin typeface="Alegreya Sans Medium" panose="00000600000000000000" pitchFamily="50" charset="0"/>
              </a:rPr>
              <a:t>       </a:t>
            </a:r>
            <a:r>
              <a:rPr lang="en-US" sz="2200" dirty="0" smtClean="0">
                <a:latin typeface="Alegreya Sans Medium" panose="00000600000000000000" pitchFamily="50" charset="0"/>
              </a:rPr>
              <a:t>-      </a:t>
            </a:r>
            <a:r>
              <a:rPr lang="en-US" sz="2200" dirty="0">
                <a:latin typeface="Alegreya Sans Medium" panose="00000600000000000000" pitchFamily="50" charset="0"/>
              </a:rPr>
              <a:t>do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</a:t>
            </a:r>
            <a:r>
              <a:rPr lang="en-US" sz="2200" dirty="0">
                <a:latin typeface="Alegreya Sans Medium" panose="00000600000000000000" pitchFamily="50" charset="0"/>
              </a:rPr>
              <a:t>car      -     ne  y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</a:t>
            </a:r>
            <a:r>
              <a:rPr lang="en-US" sz="2200" dirty="0">
                <a:latin typeface="Alegreya Sans Medium" panose="00000600000000000000" pitchFamily="50" charset="0"/>
              </a:rPr>
              <a:t>co      -      </a:t>
            </a:r>
            <a:r>
              <a:rPr lang="en-US" sz="2200" dirty="0" err="1">
                <a:latin typeface="Alegreya Sans Medium" panose="00000600000000000000" pitchFamily="50" charset="0"/>
              </a:rPr>
              <a:t>ra</a:t>
            </a:r>
            <a:r>
              <a:rPr lang="en-US" sz="2200" dirty="0">
                <a:latin typeface="Alegreya Sans Medium" panose="00000600000000000000" pitchFamily="50" charset="0"/>
              </a:rPr>
              <a:t>        -     </a:t>
            </a:r>
            <a:r>
              <a:rPr lang="en-US" sz="2200" dirty="0" err="1">
                <a:latin typeface="Alegreya Sans Medium" panose="00000600000000000000" pitchFamily="50" charset="0"/>
              </a:rPr>
              <a:t>zón</a:t>
            </a:r>
            <a:r>
              <a:rPr lang="en-US" sz="2200" dirty="0">
                <a:latin typeface="Alegreya Sans Medium" panose="00000600000000000000" pitchFamily="50" charset="0"/>
              </a:rPr>
              <a:t>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EB5EF24-5EF6-9BDE-E7B6-0CFFC19F7DB6}"/>
              </a:ext>
            </a:extLst>
          </p:cNvPr>
          <p:cNvSpPr txBox="1"/>
          <p:nvPr/>
        </p:nvSpPr>
        <p:spPr>
          <a:xfrm>
            <a:off x="1467394" y="4104816"/>
            <a:ext cx="73979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Alegreya Sans Medium" panose="00000600000000000000" pitchFamily="50" charset="0"/>
              </a:rPr>
              <a:t> Ce          </a:t>
            </a:r>
            <a:r>
              <a:rPr lang="en-US" sz="2200" dirty="0">
                <a:latin typeface="Alegreya Sans Medium" panose="00000600000000000000" pitchFamily="50" charset="0"/>
              </a:rPr>
              <a:t>-       san       </a:t>
            </a:r>
            <a:r>
              <a:rPr lang="en-US" sz="2200" dirty="0" smtClean="0">
                <a:latin typeface="Alegreya Sans Medium" panose="00000600000000000000" pitchFamily="50" charset="0"/>
              </a:rPr>
              <a:t>-      </a:t>
            </a:r>
            <a:r>
              <a:rPr lang="en-US" sz="2200" dirty="0">
                <a:latin typeface="Alegreya Sans Medium" panose="00000600000000000000" pitchFamily="50" charset="0"/>
              </a:rPr>
              <a:t>do  es          -       to                          mor             -          </a:t>
            </a:r>
            <a:r>
              <a:rPr lang="en-US" sz="2200" dirty="0" err="1">
                <a:latin typeface="Alegreya Sans Medium" panose="00000600000000000000" pitchFamily="50" charset="0"/>
              </a:rPr>
              <a:t>tal</a:t>
            </a:r>
            <a:r>
              <a:rPr lang="en-US" sz="2200" dirty="0">
                <a:latin typeface="Alegreya Sans Medium" panose="00000600000000000000" pitchFamily="50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40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C8699C2-CBC8-BEB3-FEA6-58BB8765386A}"/>
              </a:ext>
            </a:extLst>
          </p:cNvPr>
          <p:cNvSpPr txBox="1"/>
          <p:nvPr/>
        </p:nvSpPr>
        <p:spPr>
          <a:xfrm>
            <a:off x="1310640" y="1313719"/>
            <a:ext cx="7659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De      </a:t>
            </a:r>
            <a:r>
              <a:rPr lang="en-US" sz="2200" dirty="0" smtClean="0">
                <a:latin typeface="Alegreya Sans Medium" panose="00000600000000000000" pitchFamily="50" charset="0"/>
              </a:rPr>
              <a:t> -     </a:t>
            </a:r>
            <a:r>
              <a:rPr lang="en-US" sz="2200" dirty="0" err="1">
                <a:latin typeface="Alegreya Sans Medium" panose="00000600000000000000" pitchFamily="50" charset="0"/>
              </a:rPr>
              <a:t>trás</a:t>
            </a:r>
            <a:r>
              <a:rPr lang="en-US" sz="2200" dirty="0">
                <a:latin typeface="Alegreya Sans Medium" panose="00000600000000000000" pitchFamily="50" charset="0"/>
              </a:rPr>
              <a:t>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  </a:t>
            </a:r>
            <a:r>
              <a:rPr lang="en-US" sz="2200" dirty="0">
                <a:latin typeface="Alegreya Sans Medium" panose="00000600000000000000" pitchFamily="50" charset="0"/>
              </a:rPr>
              <a:t>del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  </a:t>
            </a:r>
            <a:r>
              <a:rPr lang="en-US" sz="2200" dirty="0" err="1">
                <a:latin typeface="Alegreya Sans Medium" panose="00000600000000000000" pitchFamily="50" charset="0"/>
              </a:rPr>
              <a:t>ve</a:t>
            </a:r>
            <a:r>
              <a:rPr lang="en-US" sz="2200" dirty="0">
                <a:latin typeface="Alegreya Sans Medium" panose="00000600000000000000" pitchFamily="50" charset="0"/>
              </a:rPr>
              <a:t>       </a:t>
            </a:r>
            <a:r>
              <a:rPr lang="en-US" sz="2200" dirty="0" smtClean="0">
                <a:latin typeface="Alegreya Sans Medium" panose="00000600000000000000" pitchFamily="50" charset="0"/>
              </a:rPr>
              <a:t>-      </a:t>
            </a:r>
            <a:r>
              <a:rPr lang="en-US" sz="2200" dirty="0">
                <a:latin typeface="Alegreya Sans Medium" panose="00000600000000000000" pitchFamily="50" charset="0"/>
              </a:rPr>
              <a:t>lo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po</a:t>
            </a:r>
            <a:r>
              <a:rPr lang="en-US" sz="2200" dirty="0">
                <a:latin typeface="Alegreya Sans Medium" panose="00000600000000000000" pitchFamily="50" charset="0"/>
              </a:rPr>
              <a:t>  </a:t>
            </a:r>
            <a:r>
              <a:rPr lang="en-US" sz="2200" dirty="0" smtClean="0">
                <a:latin typeface="Alegreya Sans Medium" panose="00000600000000000000" pitchFamily="50" charset="0"/>
              </a:rPr>
              <a:t>   </a:t>
            </a:r>
            <a:r>
              <a:rPr lang="en-US" sz="2200" dirty="0">
                <a:latin typeface="Alegreya Sans Medium" panose="00000600000000000000" pitchFamily="50" charset="0"/>
              </a:rPr>
              <a:t>-      see         -         </a:t>
            </a:r>
            <a:r>
              <a:rPr lang="en-US" sz="2200" dirty="0" err="1">
                <a:latin typeface="Alegreya Sans Medium" panose="00000600000000000000" pitchFamily="50" charset="0"/>
              </a:rPr>
              <a:t>ré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51C1554-E741-3374-0CB4-EA1CF844E1AF}"/>
              </a:ext>
            </a:extLst>
          </p:cNvPr>
          <p:cNvSpPr txBox="1"/>
          <p:nvPr/>
        </p:nvSpPr>
        <p:spPr>
          <a:xfrm>
            <a:off x="1445623" y="4104816"/>
            <a:ext cx="79857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E          -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</a:t>
            </a:r>
            <a:r>
              <a:rPr lang="en-US" sz="2200" dirty="0" err="1">
                <a:latin typeface="Alegreya Sans Medium" panose="00000600000000000000" pitchFamily="50" charset="0"/>
              </a:rPr>
              <a:t>ter</a:t>
            </a:r>
            <a:r>
              <a:rPr lang="en-US" sz="2200" dirty="0">
                <a:latin typeface="Alegreya Sans Medium" panose="00000600000000000000" pitchFamily="50" charset="0"/>
              </a:rPr>
              <a:t>           -         no                      go             -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</a:t>
            </a:r>
            <a:r>
              <a:rPr lang="en-US" sz="2200" dirty="0">
                <a:latin typeface="Alegreya Sans Medium" panose="00000600000000000000" pitchFamily="50" charset="0"/>
              </a:rPr>
              <a:t>zo  y       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paz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4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47ED05B-6949-722C-46EE-1375D55B65C1}"/>
              </a:ext>
            </a:extLst>
          </p:cNvPr>
          <p:cNvSpPr txBox="1"/>
          <p:nvPr/>
        </p:nvSpPr>
        <p:spPr>
          <a:xfrm>
            <a:off x="1558834" y="1374679"/>
            <a:ext cx="74893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Y           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cuand</a:t>
            </a:r>
            <a:r>
              <a:rPr lang="es-ES" sz="2200" dirty="0" smtClean="0">
                <a:latin typeface="Alegreya Sans Medium" panose="00000600000000000000" pitchFamily="50" charset="0"/>
              </a:rPr>
              <a:t>     -    </a:t>
            </a:r>
            <a:r>
              <a:rPr lang="es-ES" sz="2200" dirty="0">
                <a:latin typeface="Alegreya Sans Medium" panose="00000600000000000000" pitchFamily="50" charset="0"/>
              </a:rPr>
              <a:t>o  en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</a:t>
            </a:r>
            <a:r>
              <a:rPr lang="es-ES" sz="2200" dirty="0" err="1">
                <a:latin typeface="Alegreya Sans Medium" panose="00000600000000000000" pitchFamily="50" charset="0"/>
              </a:rPr>
              <a:t>Sión</a:t>
            </a:r>
            <a:r>
              <a:rPr lang="es-ES" sz="2200" dirty="0">
                <a:latin typeface="Alegreya Sans Medium" panose="00000600000000000000" pitchFamily="50" charset="0"/>
              </a:rPr>
              <a:t>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por          si      -    </a:t>
            </a:r>
            <a:r>
              <a:rPr lang="es-ES" sz="2200" dirty="0" err="1">
                <a:latin typeface="Alegreya Sans Medium" panose="00000600000000000000" pitchFamily="50" charset="0"/>
              </a:rPr>
              <a:t>glos</a:t>
            </a:r>
            <a:r>
              <a:rPr lang="es-ES" sz="2200" dirty="0">
                <a:latin typeface="Alegreya Sans Medium" panose="00000600000000000000" pitchFamily="50" charset="0"/>
              </a:rPr>
              <a:t>             mil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7820793-0C35-31C8-C1B5-8FD2A2FE5DE1}"/>
              </a:ext>
            </a:extLst>
          </p:cNvPr>
          <p:cNvSpPr txBox="1"/>
          <p:nvPr/>
        </p:nvSpPr>
        <p:spPr>
          <a:xfrm>
            <a:off x="1467395" y="4104816"/>
            <a:ext cx="74893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bri</a:t>
            </a:r>
            <a:r>
              <a:rPr lang="en-US" sz="2200" dirty="0">
                <a:latin typeface="Alegreya Sans Medium" panose="00000600000000000000" pitchFamily="50" charset="0"/>
              </a:rPr>
              <a:t>        -      </a:t>
            </a:r>
            <a:r>
              <a:rPr lang="en-US" sz="2200" dirty="0" err="1">
                <a:latin typeface="Alegreya Sans Medium" panose="00000600000000000000" pitchFamily="50" charset="0"/>
              </a:rPr>
              <a:t>llan</a:t>
            </a:r>
            <a:r>
              <a:rPr lang="en-US" sz="2200" dirty="0">
                <a:latin typeface="Alegreya Sans Medium" panose="00000600000000000000" pitchFamily="50" charset="0"/>
              </a:rPr>
              <a:t>         -       </a:t>
            </a:r>
            <a:r>
              <a:rPr lang="en-US" sz="2200" dirty="0" smtClean="0">
                <a:latin typeface="Alegreya Sans Medium" panose="00000600000000000000" pitchFamily="50" charset="0"/>
              </a:rPr>
              <a:t>do </a:t>
            </a:r>
            <a:r>
              <a:rPr lang="en-US" sz="2200" dirty="0">
                <a:latin typeface="Alegreya Sans Medium" panose="00000600000000000000" pitchFamily="50" charset="0"/>
              </a:rPr>
              <a:t>es        -        </a:t>
            </a:r>
            <a:r>
              <a:rPr lang="en-US" sz="2200" dirty="0" err="1">
                <a:latin typeface="Alegreya Sans Medium" panose="00000600000000000000" pitchFamily="50" charset="0"/>
              </a:rPr>
              <a:t>té</a:t>
            </a:r>
            <a:r>
              <a:rPr lang="en-US" sz="2200" dirty="0">
                <a:latin typeface="Alegreya Sans Medium" panose="00000600000000000000" pitchFamily="50" charset="0"/>
              </a:rPr>
              <a:t>    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cual</a:t>
            </a:r>
            <a:r>
              <a:rPr lang="en-US" sz="2200" dirty="0">
                <a:latin typeface="Alegreya Sans Medium" panose="00000600000000000000" pitchFamily="50" charset="0"/>
              </a:rPr>
              <a:t>    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       </a:t>
            </a:r>
            <a:r>
              <a:rPr lang="en-US" sz="2200" dirty="0">
                <a:latin typeface="Alegreya Sans Medium" panose="00000600000000000000" pitchFamily="50" charset="0"/>
              </a:rPr>
              <a:t>sol,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63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F6BA9B-0891-8028-92E7-F69930C27690}"/>
              </a:ext>
            </a:extLst>
          </p:cNvPr>
          <p:cNvSpPr txBox="1"/>
          <p:nvPr/>
        </p:nvSpPr>
        <p:spPr>
          <a:xfrm>
            <a:off x="1467395" y="1374679"/>
            <a:ext cx="83297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Yo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can    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 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  </a:t>
            </a:r>
            <a:r>
              <a:rPr lang="es-ES" sz="2200" dirty="0" err="1">
                <a:latin typeface="Alegreya Sans Medium" panose="00000600000000000000" pitchFamily="50" charset="0"/>
              </a:rPr>
              <a:t>ré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</a:t>
            </a:r>
            <a:r>
              <a:rPr lang="es-ES" sz="2200" dirty="0">
                <a:latin typeface="Alegreya Sans Medium" panose="00000600000000000000" pitchFamily="50" charset="0"/>
              </a:rPr>
              <a:t>por         </a:t>
            </a:r>
            <a:r>
              <a:rPr lang="es-ES" sz="2200" dirty="0" err="1">
                <a:latin typeface="Alegreya Sans Medium" panose="00000600000000000000" pitchFamily="50" charset="0"/>
              </a:rPr>
              <a:t>siem</a:t>
            </a:r>
            <a:r>
              <a:rPr lang="es-ES" sz="2200" dirty="0">
                <a:latin typeface="Alegreya Sans Medium" panose="00000600000000000000" pitchFamily="50" charset="0"/>
              </a:rPr>
              <a:t>     -   pre a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         </a:t>
            </a:r>
            <a:r>
              <a:rPr lang="es-ES" sz="2200" dirty="0" err="1">
                <a:latin typeface="Alegreya Sans Medium" panose="00000600000000000000" pitchFamily="50" charset="0"/>
              </a:rPr>
              <a:t>llí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01090A5-7B19-4600-DA8D-929FB17FDC18}"/>
              </a:ext>
            </a:extLst>
          </p:cNvPr>
          <p:cNvSpPr txBox="1"/>
          <p:nvPr/>
        </p:nvSpPr>
        <p:spPr>
          <a:xfrm>
            <a:off x="1306286" y="4104816"/>
            <a:ext cx="77767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Su  a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</a:t>
            </a:r>
            <a:r>
              <a:rPr lang="es-ES" sz="2200" dirty="0">
                <a:latin typeface="Alegreya Sans Medium" panose="00000600000000000000" pitchFamily="50" charset="0"/>
              </a:rPr>
              <a:t>mor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</a:t>
            </a:r>
            <a:r>
              <a:rPr lang="es-ES" sz="2200" dirty="0">
                <a:latin typeface="Alegreya Sans Medium" panose="00000600000000000000" pitchFamily="50" charset="0"/>
              </a:rPr>
              <a:t>que                         me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 </a:t>
            </a:r>
            <a:r>
              <a:rPr lang="es-ES" sz="2200" dirty="0">
                <a:latin typeface="Alegreya Sans Medium" panose="00000600000000000000" pitchFamily="50" charset="0"/>
              </a:rPr>
              <a:t>sal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    </a:t>
            </a:r>
            <a:r>
              <a:rPr lang="es-ES" sz="2200" dirty="0" err="1">
                <a:latin typeface="Alegreya Sans Medium" panose="00000600000000000000" pitchFamily="50" charset="0"/>
              </a:rPr>
              <a:t>vó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1805</TotalTime>
  <Words>323</Words>
  <Application>Microsoft Office PowerPoint</Application>
  <PresentationFormat>On-screen Show (4:3)</PresentationFormat>
  <Paragraphs>39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Esther Eubanks</cp:lastModifiedBy>
  <cp:revision>10</cp:revision>
  <dcterms:created xsi:type="dcterms:W3CDTF">2019-09-13T22:29:37Z</dcterms:created>
  <dcterms:modified xsi:type="dcterms:W3CDTF">2024-05-23T19:25:06Z</dcterms:modified>
</cp:coreProperties>
</file>