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29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68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22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7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75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289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4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7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2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936B0-9EAB-482E-9E06-6487F9462519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36398-4AFC-4E79-BACB-D992EEF4F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26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40" descr="A pair of glasses on a table&#10;&#10;Description automatically generated">
            <a:extLst>
              <a:ext uri="{FF2B5EF4-FFF2-40B4-BE49-F238E27FC236}">
                <a16:creationId xmlns:a16="http://schemas.microsoft.com/office/drawing/2014/main" id="{1449155B-87EC-416F-A867-ACB2E7E0E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D37FE1D-4A68-4341-9055-DCBC531C9690}"/>
              </a:ext>
            </a:extLst>
          </p:cNvPr>
          <p:cNvSpPr txBox="1">
            <a:spLocks/>
          </p:cNvSpPr>
          <p:nvPr/>
        </p:nvSpPr>
        <p:spPr>
          <a:xfrm>
            <a:off x="787747" y="491491"/>
            <a:ext cx="3657600" cy="36576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/>
              <a:t>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DB1387D-ABD7-434B-A0AE-8193CFF3DD7F}"/>
              </a:ext>
            </a:extLst>
          </p:cNvPr>
          <p:cNvSpPr txBox="1">
            <a:spLocks/>
          </p:cNvSpPr>
          <p:nvPr/>
        </p:nvSpPr>
        <p:spPr>
          <a:xfrm>
            <a:off x="1016347" y="3148126"/>
            <a:ext cx="3200400" cy="84581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latin typeface="Avenir Next LT Pro"/>
              </a:rPr>
              <a:t>EPHESIANS</a:t>
            </a:r>
          </a:p>
          <a:p>
            <a:pPr marL="0" indent="0" algn="ctr">
              <a:buNone/>
            </a:pPr>
            <a:r>
              <a:rPr lang="en-US" dirty="0">
                <a:latin typeface="Avenir Next LT Pro"/>
              </a:rPr>
              <a:t>4:1-6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E4452D-7D8A-4194-9CFF-37B138C2740A}"/>
              </a:ext>
            </a:extLst>
          </p:cNvPr>
          <p:cNvSpPr txBox="1">
            <a:spLocks/>
          </p:cNvSpPr>
          <p:nvPr/>
        </p:nvSpPr>
        <p:spPr>
          <a:xfrm>
            <a:off x="5388160" y="731512"/>
            <a:ext cx="3657600" cy="36576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BC1332EF-8AA2-40E0-AEAA-104311F77618}"/>
              </a:ext>
            </a:extLst>
          </p:cNvPr>
          <p:cNvSpPr txBox="1">
            <a:spLocks/>
          </p:cNvSpPr>
          <p:nvPr/>
        </p:nvSpPr>
        <p:spPr>
          <a:xfrm>
            <a:off x="5616760" y="1385804"/>
            <a:ext cx="3200400" cy="168713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kern="1200" cap="none" baseline="0">
                <a:solidFill>
                  <a:srgbClr val="113245"/>
                </a:solidFill>
                <a:latin typeface="Avenir Next LT Pro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3200" dirty="0">
                <a:latin typeface="Alegreya Sans Medium"/>
              </a:rPr>
              <a:t>Hemos sido reunidos por Cristo a través de nuestra salvación.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E419B7D2-07EA-455E-8B48-6997E2B69CAD}"/>
              </a:ext>
            </a:extLst>
          </p:cNvPr>
          <p:cNvSpPr txBox="1">
            <a:spLocks/>
          </p:cNvSpPr>
          <p:nvPr/>
        </p:nvSpPr>
        <p:spPr>
          <a:xfrm>
            <a:off x="5616760" y="3303272"/>
            <a:ext cx="3200400" cy="82296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>
                <a:latin typeface="Alegreya Sans Medium"/>
              </a:rPr>
              <a:t>EFESIOS</a:t>
            </a:r>
          </a:p>
          <a:p>
            <a:pPr marL="0" indent="0" algn="ctr">
              <a:buNone/>
            </a:pPr>
            <a:r>
              <a:rPr lang="en-US" sz="3200" dirty="0">
                <a:latin typeface="Alegreya Sans Medium"/>
              </a:rPr>
              <a:t>4:1-6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5B76F32-44B3-4AFA-B044-D00666E74BFF}"/>
              </a:ext>
            </a:extLst>
          </p:cNvPr>
          <p:cNvSpPr txBox="1">
            <a:spLocks/>
          </p:cNvSpPr>
          <p:nvPr/>
        </p:nvSpPr>
        <p:spPr>
          <a:xfrm>
            <a:off x="1093880" y="1317917"/>
            <a:ext cx="3200400" cy="182291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kern="1200" cap="none" baseline="0">
                <a:solidFill>
                  <a:srgbClr val="113245"/>
                </a:solidFill>
                <a:latin typeface="Avenir Next LT Pro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We have been gathered by Christ through our salvation.</a:t>
            </a:r>
            <a:endParaRPr lang="en-US" dirty="0"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2279289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27</Words>
  <Application>Microsoft Office PowerPoint</Application>
  <PresentationFormat>On-screen Show (16:10)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Alegreya Sans Medium</vt:lpstr>
      <vt:lpstr>Arial</vt:lpstr>
      <vt:lpstr>Avenir Next LT Pro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Williams</dc:creator>
  <cp:lastModifiedBy>David Williams</cp:lastModifiedBy>
  <cp:revision>1</cp:revision>
  <dcterms:created xsi:type="dcterms:W3CDTF">2021-08-29T18:30:19Z</dcterms:created>
  <dcterms:modified xsi:type="dcterms:W3CDTF">2021-08-29T18:33:43Z</dcterms:modified>
</cp:coreProperties>
</file>