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media1.mp3" ContentType="audio/mpeg"/>
  <Override PartName="/ppt/media/media2.mp3" ContentType="audio/mpe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7" r:id="rId1"/>
    <p:sldMasterId id="2147483701" r:id="rId2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</p:sldIdLst>
  <p:sldSz cx="9144000" cy="5715000" type="screen16x1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14A81"/>
    <a:srgbClr val="057A84"/>
    <a:srgbClr val="113245"/>
    <a:srgbClr val="FFFFFF"/>
    <a:srgbClr val="1B255E"/>
    <a:srgbClr val="C80000"/>
    <a:srgbClr val="000000"/>
    <a:srgbClr val="2F6B33"/>
    <a:srgbClr val="5180AC"/>
    <a:srgbClr val="5A7BA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87" autoAdjust="0"/>
    <p:restoredTop sz="94660"/>
  </p:normalViewPr>
  <p:slideViewPr>
    <p:cSldViewPr snapToGrid="0">
      <p:cViewPr varScale="1">
        <p:scale>
          <a:sx n="91" d="100"/>
          <a:sy n="91" d="100"/>
        </p:scale>
        <p:origin x="1277" y="45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microsoft.com/office/2007/relationships/media" Target="../media/media1.mp3"/><Relationship Id="rId2" Type="http://schemas.openxmlformats.org/officeDocument/2006/relationships/audio" Target="../media/media1.mp3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microsoft.com/office/2007/relationships/media" Target="../media/media2.mp3"/><Relationship Id="rId2" Type="http://schemas.openxmlformats.org/officeDocument/2006/relationships/audio" Target="../media/media2.mp3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microsoft.com/office/2007/relationships/media" Target="../media/media2.mp3"/><Relationship Id="rId2" Type="http://schemas.openxmlformats.org/officeDocument/2006/relationships/audio" Target="../media/media2.mp3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microsoft.com/office/2007/relationships/media" Target="../media/media2.mp3"/><Relationship Id="rId2" Type="http://schemas.openxmlformats.org/officeDocument/2006/relationships/audio" Target="../media/media2.mp3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1.xml.rels><?xml version='1.0' encoding='UTF-8' standalone='yes'?>
<Relationships xmlns="http://schemas.openxmlformats.org/package/2006/relationships"><Relationship Id="rId1" Type="http://schemas.microsoft.com/office/2007/relationships/media" Target="../media/media1.mp3"/><Relationship Id="rId2" Type="http://schemas.openxmlformats.org/officeDocument/2006/relationships/audio" Target="../media/media1.mp3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6414ACA6-25A9-4915-905A-FD3CBE1D4DCB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0" y="0"/>
            <a:ext cx="9144000" cy="57150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1" name="Text Placeholder 10">
            <a:extLst>
              <a:ext uri="{FF2B5EF4-FFF2-40B4-BE49-F238E27FC236}">
                <a16:creationId xmlns:a16="http://schemas.microsoft.com/office/drawing/2014/main" id="{C3E1E18F-61D4-418C-8737-199CE3BC0B4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1033272" y="4687707"/>
            <a:ext cx="7638587" cy="914400"/>
          </a:xfrm>
          <a:prstGeom prst="rect">
            <a:avLst/>
          </a:prstGeom>
          <a:gradFill flip="none" rotWithShape="1">
            <a:gsLst>
              <a:gs pos="0">
                <a:srgbClr val="1B265E">
                  <a:alpha val="84706"/>
                </a:srgbClr>
              </a:gs>
              <a:gs pos="40000">
                <a:srgbClr val="182E64">
                  <a:alpha val="84706"/>
                </a:srgbClr>
              </a:gs>
              <a:gs pos="100000">
                <a:srgbClr val="0A598A">
                  <a:alpha val="90000"/>
                </a:srgbClr>
              </a:gs>
            </a:gsLst>
            <a:lin ang="108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indent="0">
              <a:buFont typeface="Arial" panose="020B0604020202020204" pitchFamily="34" charset="0"/>
              <a:buNone/>
              <a:defRPr lang="en-US" sz="1404" dirty="0">
                <a:solidFill>
                  <a:schemeClr val="lt1"/>
                </a:solidFill>
              </a:defRPr>
            </a:lvl1pPr>
          </a:lstStyle>
          <a:p>
            <a:pPr marL="0" lvl="0" indent="0" algn="ctr" defTabSz="713232">
              <a:buNone/>
            </a:pPr>
            <a:endParaRPr lang="en-US" dirty="0"/>
          </a:p>
        </p:txBody>
      </p:sp>
      <p:sp>
        <p:nvSpPr>
          <p:cNvPr id="13" name="song_number">
            <a:extLst>
              <a:ext uri="{FF2B5EF4-FFF2-40B4-BE49-F238E27FC236}">
                <a16:creationId xmlns:a16="http://schemas.microsoft.com/office/drawing/2014/main" id="{7C90B4E4-EFB1-4D2F-A03C-85168A64736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097280" y="5144907"/>
            <a:ext cx="914400" cy="365760"/>
          </a:xfrm>
          <a:prstGeom prst="roundRect">
            <a:avLst>
              <a:gd name="adj" fmla="val 50000"/>
            </a:avLst>
          </a:prstGeom>
          <a:solidFill>
            <a:schemeClr val="bg2">
              <a:lumMod val="50000"/>
            </a:schemeClr>
          </a:solidFill>
        </p:spPr>
        <p:txBody>
          <a:bodyPr lIns="274320" tIns="27432" rIns="0" bIns="0" anchor="ctr"/>
          <a:lstStyle>
            <a:lvl1pPr marL="0" indent="0" algn="r">
              <a:buNone/>
              <a:defRPr sz="1800" b="1">
                <a:solidFill>
                  <a:schemeClr val="bg1"/>
                </a:solidFill>
                <a:latin typeface="Avenir Next LT Pro" panose="020B0504020202020204" pitchFamily="34" charset="0"/>
              </a:defRPr>
            </a:lvl1pPr>
            <a:lvl2pPr marL="457200" indent="0">
              <a:buNone/>
              <a:defRPr sz="105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 algn="l">
              <a:buNone/>
              <a:defRPr sz="900"/>
            </a:lvl5pPr>
          </a:lstStyle>
          <a:p>
            <a:pPr lvl="0"/>
            <a:r>
              <a:rPr lang="en-US" dirty="0"/>
              <a:t>888</a:t>
            </a:r>
          </a:p>
        </p:txBody>
      </p:sp>
      <p:sp>
        <p:nvSpPr>
          <p:cNvPr id="14" name="songbook_logo">
            <a:extLst>
              <a:ext uri="{FF2B5EF4-FFF2-40B4-BE49-F238E27FC236}">
                <a16:creationId xmlns:a16="http://schemas.microsoft.com/office/drawing/2014/main" id="{B974C8F6-19A6-4FED-833E-441EF3906C99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1097280" y="5146320"/>
            <a:ext cx="365760" cy="361915"/>
          </a:xfrm>
          <a:prstGeom prst="roundRect">
            <a:avLst>
              <a:gd name="adj" fmla="val 50000"/>
            </a:avLst>
          </a:prstGeom>
        </p:spPr>
        <p:txBody>
          <a:bodyPr/>
          <a:lstStyle>
            <a:lvl1pPr marL="0" indent="0" algn="ctr">
              <a:buNone/>
              <a:defRPr sz="1400"/>
            </a:lvl1pPr>
          </a:lstStyle>
          <a:p>
            <a:r>
              <a:rPr lang="en-US" dirty="0"/>
              <a:t>Songbook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604A485-3738-4C04-81B8-D532D3482A4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087400" y="5097592"/>
            <a:ext cx="2951596" cy="361915"/>
          </a:xfrm>
          <a:prstGeom prst="rect">
            <a:avLst/>
          </a:prstGeom>
        </p:spPr>
        <p:txBody>
          <a:bodyPr wrap="none" lIns="0" tIns="0" rIns="0" bIns="0" anchor="ctr"/>
          <a:lstStyle>
            <a:lvl1pPr marL="0" indent="0">
              <a:lnSpc>
                <a:spcPts val="1600"/>
              </a:lnSpc>
              <a:spcBef>
                <a:spcPts val="0"/>
              </a:spcBef>
              <a:buNone/>
              <a:defRPr sz="2000" cap="small" baseline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venir Next LT Pro" panose="020B0504020202020204" pitchFamily="34" charset="0"/>
              </a:defRPr>
            </a:lvl1pPr>
          </a:lstStyle>
          <a:p>
            <a:pPr lvl="0"/>
            <a:r>
              <a:rPr lang="en-US" sz="1600" dirty="0"/>
              <a:t>Song Title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50B753F-E541-4C9F-B669-A910A156CE6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087400" y="5369019"/>
            <a:ext cx="2951596" cy="180975"/>
          </a:xfrm>
          <a:prstGeom prst="rect">
            <a:avLst/>
          </a:prstGeom>
        </p:spPr>
        <p:txBody>
          <a:bodyPr tIns="0" bIns="0" anchor="ctr"/>
          <a:lstStyle>
            <a:lvl1pPr marL="0" indent="0">
              <a:buNone/>
              <a:defRPr sz="90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venir Next LT Pro" panose="020B0504020202020204" pitchFamily="34" charset="0"/>
              </a:defRPr>
            </a:lvl1pPr>
          </a:lstStyle>
          <a:p>
            <a:pPr lvl="0"/>
            <a:r>
              <a:rPr lang="en-US" sz="700" dirty="0"/>
              <a:t>Copyright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F0ED832-0344-4740-AF3C-8E33EC7E5375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118872" y="457200"/>
            <a:ext cx="914400" cy="4297680"/>
          </a:xfrm>
          <a:prstGeom prst="roundRect">
            <a:avLst>
              <a:gd name="adj" fmla="val 28004"/>
            </a:avLst>
          </a:prstGeom>
          <a:solidFill>
            <a:srgbClr val="FFFFFF">
              <a:alpha val="14902"/>
            </a:srgbClr>
          </a:solidFill>
          <a:ln w="6350" cap="flat" cmpd="sng" algn="ctr">
            <a:noFill/>
            <a:prstDash val="solid"/>
            <a:miter lim="800000"/>
          </a:ln>
          <a:effectLst/>
        </p:spPr>
        <p:txBody>
          <a:bodyPr vert="horz" lIns="91440" tIns="45720" rIns="91440" bIns="45720" rtlCol="0" anchor="ctr">
            <a:noAutofit/>
          </a:bodyPr>
          <a:lstStyle>
            <a:lvl1pPr marL="0" indent="0">
              <a:buFontTx/>
              <a:buNone/>
              <a:defRPr lang="en-US" sz="1400" b="0" dirty="0">
                <a:solidFill>
                  <a:schemeClr val="bg1"/>
                </a:solidFill>
              </a:defRPr>
            </a:lvl1pPr>
          </a:lstStyle>
          <a:p>
            <a:pPr marL="228600" lvl="0" indent="-228600" algn="ctr" defTabSz="685800">
              <a:spcBef>
                <a:spcPts val="750"/>
              </a:spcBef>
            </a:pP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0E80279-BD62-43D8-9181-D59FD7657BA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31520" y="118872"/>
            <a:ext cx="8229600" cy="4937760"/>
          </a:xfrm>
          <a:prstGeom prst="roundRect">
            <a:avLst>
              <a:gd name="adj" fmla="val 4465"/>
            </a:avLst>
          </a:prstGeom>
          <a:effectLst>
            <a:outerShdw blurRad="127000" sx="101000" sy="101000" algn="ctr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8" name="Picture Placeholder 17">
            <a:extLst>
              <a:ext uri="{FF2B5EF4-FFF2-40B4-BE49-F238E27FC236}">
                <a16:creationId xmlns:a16="http://schemas.microsoft.com/office/drawing/2014/main" id="{DA5B166A-A382-4219-AA09-0C1C23FB1184}"/>
              </a:ext>
            </a:extLst>
          </p:cNvPr>
          <p:cNvSpPr>
            <a:spLocks noGrp="1" noChangeAspect="1"/>
          </p:cNvSpPr>
          <p:nvPr>
            <p:ph type="pic" sz="quarter" idx="20"/>
          </p:nvPr>
        </p:nvSpPr>
        <p:spPr>
          <a:xfrm>
            <a:off x="8157642" y="5144907"/>
            <a:ext cx="367371" cy="365760"/>
          </a:xfrm>
          <a:prstGeom prst="ellipse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B8B0EA83-2871-4B3A-BFBF-045B9CAC9BD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117393" y="5102352"/>
            <a:ext cx="2951596" cy="361950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lnSpc>
                <a:spcPts val="16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egreya Sans Medium" panose="00000600000000000000" pitchFamily="50" charset="0"/>
              </a:defRPr>
            </a:lvl1pPr>
          </a:lstStyle>
          <a:p>
            <a:pPr lvl="0"/>
            <a:r>
              <a:rPr lang="en-US" dirty="0">
                <a:latin typeface="Alegreya Sans Medium" panose="00000600000000000000" pitchFamily="50" charset="0"/>
              </a:rPr>
              <a:t>Song Title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54F2E3-7906-407E-A077-833997EA9730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17393" y="5369020"/>
            <a:ext cx="2893403" cy="180974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buFont typeface="Arial" panose="020B0604020202020204" pitchFamily="34" charset="0"/>
              <a:buNone/>
              <a:defRPr sz="90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egreya Sans Medium" panose="00000600000000000000" pitchFamily="50" charset="0"/>
              </a:defRPr>
            </a:lvl1pPr>
          </a:lstStyle>
          <a:p>
            <a:pPr lvl="0"/>
            <a:r>
              <a:rPr lang="en-US" dirty="0"/>
              <a:t>Translation</a:t>
            </a:r>
          </a:p>
        </p:txBody>
      </p:sp>
      <p:sp>
        <p:nvSpPr>
          <p:cNvPr id="35" name="highlight">
            <a:extLst>
              <a:ext uri="{FF2B5EF4-FFF2-40B4-BE49-F238E27FC236}">
                <a16:creationId xmlns:a16="http://schemas.microsoft.com/office/drawing/2014/main" id="{16182663-C95B-4D2F-B10C-F3173538E3CF}"/>
              </a:ext>
            </a:extLst>
          </p:cNvPr>
          <p:cNvSpPr>
            <a:spLocks noGrp="1"/>
          </p:cNvSpPr>
          <p:nvPr>
            <p:ph sz="quarter" idx="42" hasCustomPrompt="1"/>
          </p:nvPr>
        </p:nvSpPr>
        <p:spPr>
          <a:xfrm flipH="1" flipV="1">
            <a:off x="1725613" y="2344738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FFFFFF">
              <a:alpha val="50196"/>
            </a:srgbClr>
          </a:solidFill>
        </p:spPr>
        <p:txBody>
          <a:bodyPr/>
          <a:lstStyle>
            <a:lvl1pPr algn="ctr">
              <a:buNone/>
              <a:defRPr/>
            </a:lvl1pPr>
          </a:lstStyle>
          <a:p>
            <a:pPr lvl="0"/>
            <a:r>
              <a:rPr lang="en-US" dirty="0"/>
              <a:t>H</a:t>
            </a:r>
          </a:p>
        </p:txBody>
      </p:sp>
      <p:sp>
        <p:nvSpPr>
          <p:cNvPr id="15" name="verse bubble 1">
            <a:extLst>
              <a:ext uri="{FF2B5EF4-FFF2-40B4-BE49-F238E27FC236}">
                <a16:creationId xmlns:a16="http://schemas.microsoft.com/office/drawing/2014/main" id="{737DC236-BB5F-4BFF-A286-45EF0F972532}"/>
              </a:ext>
            </a:extLst>
          </p:cNvPr>
          <p:cNvSpPr>
            <a:spLocks noGrp="1" noChangeAspect="1"/>
          </p:cNvSpPr>
          <p:nvPr>
            <p:ph type="body" sz="quarter" idx="26" hasCustomPrompt="1"/>
          </p:nvPr>
        </p:nvSpPr>
        <p:spPr>
          <a:xfrm>
            <a:off x="1730375" y="979489"/>
            <a:ext cx="365760" cy="361915"/>
          </a:xfrm>
          <a:prstGeom prst="ellipse">
            <a:avLst/>
          </a:prstGeom>
          <a:solidFill>
            <a:srgbClr val="C80000"/>
          </a:solidFill>
        </p:spPr>
        <p:txBody>
          <a:bodyPr anchor="ctr"/>
          <a:lstStyle>
            <a:lvl1pPr algn="ctr">
              <a:buNone/>
              <a:defRPr/>
            </a:lvl1pPr>
          </a:lstStyle>
          <a:p>
            <a:pPr lvl="0"/>
            <a:r>
              <a:rPr lang="en-US" dirty="0"/>
              <a:t>N</a:t>
            </a:r>
          </a:p>
        </p:txBody>
      </p:sp>
      <p:sp>
        <p:nvSpPr>
          <p:cNvPr id="16" name="verse bubble 2">
            <a:extLst>
              <a:ext uri="{FF2B5EF4-FFF2-40B4-BE49-F238E27FC236}">
                <a16:creationId xmlns:a16="http://schemas.microsoft.com/office/drawing/2014/main" id="{D0AEDD85-7A0B-4D2B-B906-742725AF2F76}"/>
              </a:ext>
            </a:extLst>
          </p:cNvPr>
          <p:cNvSpPr>
            <a:spLocks noGrp="1" noChangeAspect="1"/>
          </p:cNvSpPr>
          <p:nvPr>
            <p:ph type="body" sz="quarter" idx="27" hasCustomPrompt="1"/>
          </p:nvPr>
        </p:nvSpPr>
        <p:spPr>
          <a:xfrm>
            <a:off x="2170158" y="979489"/>
            <a:ext cx="365760" cy="361915"/>
          </a:xfrm>
          <a:prstGeom prst="ellipse">
            <a:avLst/>
          </a:prstGeom>
          <a:solidFill>
            <a:srgbClr val="C80000"/>
          </a:solidFill>
        </p:spPr>
        <p:txBody>
          <a:bodyPr anchor="ctr"/>
          <a:lstStyle>
            <a:lvl1pPr algn="ctr">
              <a:buNone/>
              <a:defRPr/>
            </a:lvl1pPr>
          </a:lstStyle>
          <a:p>
            <a:pPr lvl="0"/>
            <a:r>
              <a:rPr lang="en-US" dirty="0"/>
              <a:t>N</a:t>
            </a:r>
          </a:p>
        </p:txBody>
      </p:sp>
      <p:sp>
        <p:nvSpPr>
          <p:cNvPr id="17" name="verse bubble 3">
            <a:extLst>
              <a:ext uri="{FF2B5EF4-FFF2-40B4-BE49-F238E27FC236}">
                <a16:creationId xmlns:a16="http://schemas.microsoft.com/office/drawing/2014/main" id="{E93B2427-07EA-4B99-B55D-7345681AAF77}"/>
              </a:ext>
            </a:extLst>
          </p:cNvPr>
          <p:cNvSpPr>
            <a:spLocks noGrp="1" noChangeAspect="1"/>
          </p:cNvSpPr>
          <p:nvPr>
            <p:ph type="body" sz="quarter" idx="28" hasCustomPrompt="1"/>
          </p:nvPr>
        </p:nvSpPr>
        <p:spPr>
          <a:xfrm>
            <a:off x="2609941" y="979489"/>
            <a:ext cx="365760" cy="361915"/>
          </a:xfrm>
          <a:prstGeom prst="ellipse">
            <a:avLst/>
          </a:prstGeom>
          <a:solidFill>
            <a:srgbClr val="C80000"/>
          </a:solidFill>
        </p:spPr>
        <p:txBody>
          <a:bodyPr anchor="ctr"/>
          <a:lstStyle>
            <a:lvl1pPr algn="ctr">
              <a:buNone/>
              <a:defRPr/>
            </a:lvl1pPr>
          </a:lstStyle>
          <a:p>
            <a:pPr lvl="0"/>
            <a:r>
              <a:rPr lang="en-US" dirty="0"/>
              <a:t>N</a:t>
            </a:r>
          </a:p>
        </p:txBody>
      </p:sp>
      <p:sp>
        <p:nvSpPr>
          <p:cNvPr id="19" name="verse bubble 4">
            <a:extLst>
              <a:ext uri="{FF2B5EF4-FFF2-40B4-BE49-F238E27FC236}">
                <a16:creationId xmlns:a16="http://schemas.microsoft.com/office/drawing/2014/main" id="{634350AA-9A35-485E-8F3F-30E2C1759797}"/>
              </a:ext>
            </a:extLst>
          </p:cNvPr>
          <p:cNvSpPr>
            <a:spLocks noGrp="1" noChangeAspect="1"/>
          </p:cNvSpPr>
          <p:nvPr>
            <p:ph type="body" sz="quarter" idx="29" hasCustomPrompt="1"/>
          </p:nvPr>
        </p:nvSpPr>
        <p:spPr>
          <a:xfrm>
            <a:off x="3049724" y="979489"/>
            <a:ext cx="365760" cy="361915"/>
          </a:xfrm>
          <a:prstGeom prst="ellipse">
            <a:avLst/>
          </a:prstGeom>
          <a:solidFill>
            <a:srgbClr val="C80000"/>
          </a:solidFill>
        </p:spPr>
        <p:txBody>
          <a:bodyPr anchor="ctr"/>
          <a:lstStyle>
            <a:lvl1pPr algn="ctr">
              <a:buNone/>
              <a:defRPr/>
            </a:lvl1pPr>
          </a:lstStyle>
          <a:p>
            <a:pPr lvl="0"/>
            <a:r>
              <a:rPr lang="en-US" dirty="0"/>
              <a:t>N</a:t>
            </a:r>
          </a:p>
        </p:txBody>
      </p:sp>
      <p:sp>
        <p:nvSpPr>
          <p:cNvPr id="21" name="verse bubble 5">
            <a:extLst>
              <a:ext uri="{FF2B5EF4-FFF2-40B4-BE49-F238E27FC236}">
                <a16:creationId xmlns:a16="http://schemas.microsoft.com/office/drawing/2014/main" id="{42B81697-728C-4898-82E6-FA3A25A8921E}"/>
              </a:ext>
            </a:extLst>
          </p:cNvPr>
          <p:cNvSpPr>
            <a:spLocks noGrp="1" noChangeAspect="1"/>
          </p:cNvSpPr>
          <p:nvPr>
            <p:ph type="body" sz="quarter" idx="30" hasCustomPrompt="1"/>
          </p:nvPr>
        </p:nvSpPr>
        <p:spPr>
          <a:xfrm>
            <a:off x="3489507" y="979489"/>
            <a:ext cx="365760" cy="361915"/>
          </a:xfrm>
          <a:prstGeom prst="ellipse">
            <a:avLst/>
          </a:prstGeom>
          <a:solidFill>
            <a:srgbClr val="C80000"/>
          </a:solidFill>
        </p:spPr>
        <p:txBody>
          <a:bodyPr anchor="ctr"/>
          <a:lstStyle>
            <a:lvl1pPr algn="ctr">
              <a:buNone/>
              <a:defRPr/>
            </a:lvl1pPr>
          </a:lstStyle>
          <a:p>
            <a:pPr lvl="0"/>
            <a:r>
              <a:rPr lang="en-US" dirty="0"/>
              <a:t>N</a:t>
            </a:r>
          </a:p>
        </p:txBody>
      </p:sp>
      <p:sp>
        <p:nvSpPr>
          <p:cNvPr id="22" name="verse bubble 6">
            <a:extLst>
              <a:ext uri="{FF2B5EF4-FFF2-40B4-BE49-F238E27FC236}">
                <a16:creationId xmlns:a16="http://schemas.microsoft.com/office/drawing/2014/main" id="{06DA6694-352C-4A1C-AE0E-B7716D46F1B1}"/>
              </a:ext>
            </a:extLst>
          </p:cNvPr>
          <p:cNvSpPr>
            <a:spLocks noGrp="1" noChangeAspect="1"/>
          </p:cNvSpPr>
          <p:nvPr>
            <p:ph type="body" sz="quarter" idx="31" hasCustomPrompt="1"/>
          </p:nvPr>
        </p:nvSpPr>
        <p:spPr>
          <a:xfrm>
            <a:off x="3929290" y="979489"/>
            <a:ext cx="365760" cy="361915"/>
          </a:xfrm>
          <a:prstGeom prst="ellipse">
            <a:avLst/>
          </a:prstGeom>
          <a:solidFill>
            <a:srgbClr val="C80000"/>
          </a:solidFill>
        </p:spPr>
        <p:txBody>
          <a:bodyPr anchor="ctr"/>
          <a:lstStyle>
            <a:lvl1pPr algn="ctr">
              <a:buNone/>
              <a:defRPr/>
            </a:lvl1pPr>
          </a:lstStyle>
          <a:p>
            <a:pPr lvl="0"/>
            <a:r>
              <a:rPr lang="en-US" dirty="0"/>
              <a:t>N</a:t>
            </a:r>
          </a:p>
        </p:txBody>
      </p:sp>
      <p:sp>
        <p:nvSpPr>
          <p:cNvPr id="23" name="verse bubble 7">
            <a:extLst>
              <a:ext uri="{FF2B5EF4-FFF2-40B4-BE49-F238E27FC236}">
                <a16:creationId xmlns:a16="http://schemas.microsoft.com/office/drawing/2014/main" id="{540D71D5-E26F-448F-B3EF-97EDF344DBC5}"/>
              </a:ext>
            </a:extLst>
          </p:cNvPr>
          <p:cNvSpPr>
            <a:spLocks noGrp="1" noChangeAspect="1"/>
          </p:cNvSpPr>
          <p:nvPr>
            <p:ph type="body" sz="quarter" idx="32" hasCustomPrompt="1"/>
          </p:nvPr>
        </p:nvSpPr>
        <p:spPr>
          <a:xfrm>
            <a:off x="4369073" y="979489"/>
            <a:ext cx="365760" cy="361915"/>
          </a:xfrm>
          <a:prstGeom prst="ellipse">
            <a:avLst/>
          </a:prstGeom>
          <a:solidFill>
            <a:srgbClr val="C80000"/>
          </a:solidFill>
        </p:spPr>
        <p:txBody>
          <a:bodyPr anchor="ctr"/>
          <a:lstStyle>
            <a:lvl1pPr algn="ctr">
              <a:buNone/>
              <a:defRPr/>
            </a:lvl1pPr>
          </a:lstStyle>
          <a:p>
            <a:pPr lvl="0"/>
            <a:r>
              <a:rPr lang="en-US" dirty="0"/>
              <a:t>N</a:t>
            </a:r>
          </a:p>
        </p:txBody>
      </p:sp>
      <p:sp>
        <p:nvSpPr>
          <p:cNvPr id="24" name="verse bubble 8">
            <a:extLst>
              <a:ext uri="{FF2B5EF4-FFF2-40B4-BE49-F238E27FC236}">
                <a16:creationId xmlns:a16="http://schemas.microsoft.com/office/drawing/2014/main" id="{2A6F04E9-A2BE-4165-95D8-5E9DCF2636C2}"/>
              </a:ext>
            </a:extLst>
          </p:cNvPr>
          <p:cNvSpPr>
            <a:spLocks noGrp="1" noChangeAspect="1"/>
          </p:cNvSpPr>
          <p:nvPr>
            <p:ph type="body" sz="quarter" idx="33" hasCustomPrompt="1"/>
          </p:nvPr>
        </p:nvSpPr>
        <p:spPr>
          <a:xfrm>
            <a:off x="4808856" y="979489"/>
            <a:ext cx="365760" cy="361915"/>
          </a:xfrm>
          <a:prstGeom prst="ellipse">
            <a:avLst/>
          </a:prstGeom>
          <a:solidFill>
            <a:srgbClr val="C80000"/>
          </a:solidFill>
        </p:spPr>
        <p:txBody>
          <a:bodyPr anchor="ctr"/>
          <a:lstStyle>
            <a:lvl1pPr algn="ctr">
              <a:buNone/>
              <a:defRPr/>
            </a:lvl1pPr>
          </a:lstStyle>
          <a:p>
            <a:pPr lvl="0"/>
            <a:r>
              <a:rPr lang="en-US" dirty="0"/>
              <a:t>N</a:t>
            </a:r>
          </a:p>
        </p:txBody>
      </p:sp>
      <p:sp>
        <p:nvSpPr>
          <p:cNvPr id="25" name="verse bubble 9">
            <a:extLst>
              <a:ext uri="{FF2B5EF4-FFF2-40B4-BE49-F238E27FC236}">
                <a16:creationId xmlns:a16="http://schemas.microsoft.com/office/drawing/2014/main" id="{F930E85B-311A-4F08-93CF-C547C5F89F49}"/>
              </a:ext>
            </a:extLst>
          </p:cNvPr>
          <p:cNvSpPr>
            <a:spLocks noGrp="1" noChangeAspect="1"/>
          </p:cNvSpPr>
          <p:nvPr>
            <p:ph type="body" sz="quarter" idx="34" hasCustomPrompt="1"/>
          </p:nvPr>
        </p:nvSpPr>
        <p:spPr>
          <a:xfrm>
            <a:off x="5248639" y="979489"/>
            <a:ext cx="365760" cy="361915"/>
          </a:xfrm>
          <a:prstGeom prst="ellipse">
            <a:avLst/>
          </a:prstGeom>
          <a:solidFill>
            <a:srgbClr val="C80000"/>
          </a:solidFill>
        </p:spPr>
        <p:txBody>
          <a:bodyPr anchor="ctr"/>
          <a:lstStyle>
            <a:lvl1pPr algn="ctr">
              <a:buNone/>
              <a:defRPr/>
            </a:lvl1pPr>
          </a:lstStyle>
          <a:p>
            <a:pPr lvl="0"/>
            <a:r>
              <a:rPr lang="en-US" dirty="0"/>
              <a:t>N</a:t>
            </a:r>
          </a:p>
        </p:txBody>
      </p:sp>
      <p:sp>
        <p:nvSpPr>
          <p:cNvPr id="26" name="verse bubble 10">
            <a:extLst>
              <a:ext uri="{FF2B5EF4-FFF2-40B4-BE49-F238E27FC236}">
                <a16:creationId xmlns:a16="http://schemas.microsoft.com/office/drawing/2014/main" id="{40F61BAD-E2AE-4384-959A-3E5E963B85CC}"/>
              </a:ext>
            </a:extLst>
          </p:cNvPr>
          <p:cNvSpPr>
            <a:spLocks noGrp="1" noChangeAspect="1"/>
          </p:cNvSpPr>
          <p:nvPr>
            <p:ph type="body" sz="quarter" idx="35" hasCustomPrompt="1"/>
          </p:nvPr>
        </p:nvSpPr>
        <p:spPr>
          <a:xfrm>
            <a:off x="5688422" y="979489"/>
            <a:ext cx="365760" cy="361915"/>
          </a:xfrm>
          <a:prstGeom prst="ellipse">
            <a:avLst/>
          </a:prstGeom>
          <a:solidFill>
            <a:srgbClr val="C80000"/>
          </a:solidFill>
        </p:spPr>
        <p:txBody>
          <a:bodyPr anchor="ctr"/>
          <a:lstStyle>
            <a:lvl1pPr algn="ctr">
              <a:buNone/>
              <a:defRPr/>
            </a:lvl1pPr>
          </a:lstStyle>
          <a:p>
            <a:pPr lvl="0"/>
            <a:r>
              <a:rPr lang="en-US" dirty="0"/>
              <a:t>N</a:t>
            </a:r>
          </a:p>
        </p:txBody>
      </p:sp>
      <p:sp>
        <p:nvSpPr>
          <p:cNvPr id="27" name="verse bubble 11">
            <a:extLst>
              <a:ext uri="{FF2B5EF4-FFF2-40B4-BE49-F238E27FC236}">
                <a16:creationId xmlns:a16="http://schemas.microsoft.com/office/drawing/2014/main" id="{E759EA89-2BB6-4D7A-9AD8-F831A5BA06CE}"/>
              </a:ext>
            </a:extLst>
          </p:cNvPr>
          <p:cNvSpPr>
            <a:spLocks noGrp="1" noChangeAspect="1"/>
          </p:cNvSpPr>
          <p:nvPr>
            <p:ph type="body" sz="quarter" idx="36" hasCustomPrompt="1"/>
          </p:nvPr>
        </p:nvSpPr>
        <p:spPr>
          <a:xfrm>
            <a:off x="6128205" y="979489"/>
            <a:ext cx="365760" cy="361915"/>
          </a:xfrm>
          <a:prstGeom prst="ellipse">
            <a:avLst/>
          </a:prstGeom>
          <a:solidFill>
            <a:srgbClr val="C80000"/>
          </a:solidFill>
        </p:spPr>
        <p:txBody>
          <a:bodyPr anchor="ctr"/>
          <a:lstStyle>
            <a:lvl1pPr algn="ctr">
              <a:buNone/>
              <a:defRPr/>
            </a:lvl1pPr>
          </a:lstStyle>
          <a:p>
            <a:pPr lvl="0"/>
            <a:r>
              <a:rPr lang="en-US" dirty="0"/>
              <a:t>N</a:t>
            </a:r>
          </a:p>
        </p:txBody>
      </p:sp>
      <p:sp>
        <p:nvSpPr>
          <p:cNvPr id="28" name="verse bubble 12">
            <a:extLst>
              <a:ext uri="{FF2B5EF4-FFF2-40B4-BE49-F238E27FC236}">
                <a16:creationId xmlns:a16="http://schemas.microsoft.com/office/drawing/2014/main" id="{23720F09-2E47-4AD2-8D6D-D128DC9A5EEE}"/>
              </a:ext>
            </a:extLst>
          </p:cNvPr>
          <p:cNvSpPr>
            <a:spLocks noGrp="1" noChangeAspect="1"/>
          </p:cNvSpPr>
          <p:nvPr>
            <p:ph type="body" sz="quarter" idx="37" hasCustomPrompt="1"/>
          </p:nvPr>
        </p:nvSpPr>
        <p:spPr>
          <a:xfrm>
            <a:off x="6567988" y="979489"/>
            <a:ext cx="365760" cy="361915"/>
          </a:xfrm>
          <a:prstGeom prst="ellipse">
            <a:avLst/>
          </a:prstGeom>
          <a:solidFill>
            <a:srgbClr val="C80000"/>
          </a:solidFill>
        </p:spPr>
        <p:txBody>
          <a:bodyPr anchor="ctr"/>
          <a:lstStyle>
            <a:lvl1pPr algn="ctr">
              <a:buNone/>
              <a:defRPr/>
            </a:lvl1pPr>
          </a:lstStyle>
          <a:p>
            <a:pPr lvl="0"/>
            <a:r>
              <a:rPr lang="en-US" dirty="0"/>
              <a:t>N</a:t>
            </a:r>
          </a:p>
        </p:txBody>
      </p:sp>
      <p:sp>
        <p:nvSpPr>
          <p:cNvPr id="3" name="arrow 1">
            <a:extLst>
              <a:ext uri="{FF2B5EF4-FFF2-40B4-BE49-F238E27FC236}">
                <a16:creationId xmlns:a16="http://schemas.microsoft.com/office/drawing/2014/main" id="{67599A41-5B05-4158-9E34-723E9520C38B}"/>
              </a:ext>
            </a:extLst>
          </p:cNvPr>
          <p:cNvSpPr>
            <a:spLocks noGrp="1"/>
          </p:cNvSpPr>
          <p:nvPr>
            <p:ph sz="quarter" idx="38" hasCustomPrompt="1"/>
          </p:nvPr>
        </p:nvSpPr>
        <p:spPr>
          <a:xfrm>
            <a:off x="1725485" y="1703353"/>
            <a:ext cx="361915" cy="361915"/>
          </a:xfrm>
          <a:prstGeom prst="downArrow">
            <a:avLst>
              <a:gd name="adj1" fmla="val 50000"/>
              <a:gd name="adj2" fmla="val 75733"/>
            </a:avLst>
          </a:prstGeom>
          <a:solidFill>
            <a:srgbClr val="2F6B33"/>
          </a:solidFill>
        </p:spPr>
        <p:txBody>
          <a:bodyPr anchor="ctr"/>
          <a:lstStyle>
            <a:lvl1pPr algn="ctr">
              <a:buNone/>
              <a:defRPr/>
            </a:lvl1pPr>
          </a:lstStyle>
          <a:p>
            <a:pPr lvl="0"/>
            <a:r>
              <a:rPr lang="en-US" dirty="0"/>
              <a:t>A</a:t>
            </a:r>
          </a:p>
        </p:txBody>
      </p:sp>
      <p:sp>
        <p:nvSpPr>
          <p:cNvPr id="32" name="arrow 2">
            <a:extLst>
              <a:ext uri="{FF2B5EF4-FFF2-40B4-BE49-F238E27FC236}">
                <a16:creationId xmlns:a16="http://schemas.microsoft.com/office/drawing/2014/main" id="{F099D2A6-DAB4-49CC-8F25-E80A8088197B}"/>
              </a:ext>
            </a:extLst>
          </p:cNvPr>
          <p:cNvSpPr>
            <a:spLocks noGrp="1"/>
          </p:cNvSpPr>
          <p:nvPr>
            <p:ph sz="quarter" idx="39" hasCustomPrompt="1"/>
          </p:nvPr>
        </p:nvSpPr>
        <p:spPr>
          <a:xfrm>
            <a:off x="2170158" y="1706317"/>
            <a:ext cx="361915" cy="361915"/>
          </a:xfrm>
          <a:prstGeom prst="downArrow">
            <a:avLst>
              <a:gd name="adj1" fmla="val 50000"/>
              <a:gd name="adj2" fmla="val 75733"/>
            </a:avLst>
          </a:prstGeom>
          <a:solidFill>
            <a:srgbClr val="2F6B33"/>
          </a:solidFill>
        </p:spPr>
        <p:txBody>
          <a:bodyPr anchor="ctr"/>
          <a:lstStyle>
            <a:lvl1pPr algn="ctr">
              <a:buNone/>
              <a:defRPr/>
            </a:lvl1pPr>
          </a:lstStyle>
          <a:p>
            <a:pPr lvl="0"/>
            <a:r>
              <a:rPr lang="en-US" dirty="0"/>
              <a:t>A</a:t>
            </a:r>
          </a:p>
        </p:txBody>
      </p:sp>
      <p:sp>
        <p:nvSpPr>
          <p:cNvPr id="33" name="arrow 3">
            <a:extLst>
              <a:ext uri="{FF2B5EF4-FFF2-40B4-BE49-F238E27FC236}">
                <a16:creationId xmlns:a16="http://schemas.microsoft.com/office/drawing/2014/main" id="{629A8049-CA79-45B5-A3A4-B7E2D589E4B9}"/>
              </a:ext>
            </a:extLst>
          </p:cNvPr>
          <p:cNvSpPr>
            <a:spLocks noGrp="1"/>
          </p:cNvSpPr>
          <p:nvPr>
            <p:ph sz="quarter" idx="40" hasCustomPrompt="1"/>
          </p:nvPr>
        </p:nvSpPr>
        <p:spPr>
          <a:xfrm>
            <a:off x="2614831" y="1709281"/>
            <a:ext cx="361915" cy="361915"/>
          </a:xfrm>
          <a:prstGeom prst="downArrow">
            <a:avLst>
              <a:gd name="adj1" fmla="val 50000"/>
              <a:gd name="adj2" fmla="val 75733"/>
            </a:avLst>
          </a:prstGeom>
          <a:solidFill>
            <a:srgbClr val="2F6B33"/>
          </a:solidFill>
        </p:spPr>
        <p:txBody>
          <a:bodyPr anchor="ctr"/>
          <a:lstStyle>
            <a:lvl1pPr algn="ctr">
              <a:buNone/>
              <a:defRPr/>
            </a:lvl1pPr>
          </a:lstStyle>
          <a:p>
            <a:pPr lvl="0"/>
            <a:r>
              <a:rPr lang="en-US" dirty="0"/>
              <a:t>A</a:t>
            </a:r>
          </a:p>
        </p:txBody>
      </p:sp>
      <p:sp>
        <p:nvSpPr>
          <p:cNvPr id="34" name="arrow 4">
            <a:extLst>
              <a:ext uri="{FF2B5EF4-FFF2-40B4-BE49-F238E27FC236}">
                <a16:creationId xmlns:a16="http://schemas.microsoft.com/office/drawing/2014/main" id="{7A71B740-231F-489E-B687-6E569D748FDE}"/>
              </a:ext>
            </a:extLst>
          </p:cNvPr>
          <p:cNvSpPr>
            <a:spLocks noGrp="1"/>
          </p:cNvSpPr>
          <p:nvPr>
            <p:ph sz="quarter" idx="41" hasCustomPrompt="1"/>
          </p:nvPr>
        </p:nvSpPr>
        <p:spPr>
          <a:xfrm>
            <a:off x="3059504" y="1712245"/>
            <a:ext cx="361915" cy="361915"/>
          </a:xfrm>
          <a:prstGeom prst="downArrow">
            <a:avLst>
              <a:gd name="adj1" fmla="val 50000"/>
              <a:gd name="adj2" fmla="val 75733"/>
            </a:avLst>
          </a:prstGeom>
          <a:solidFill>
            <a:srgbClr val="2F6B33"/>
          </a:solidFill>
        </p:spPr>
        <p:txBody>
          <a:bodyPr anchor="ctr"/>
          <a:lstStyle>
            <a:lvl1pPr algn="ctr">
              <a:buNone/>
              <a:defRPr/>
            </a:lvl1pPr>
          </a:lstStyle>
          <a:p>
            <a:pPr lvl="0"/>
            <a:r>
              <a:rPr lang="en-US" dirty="0"/>
              <a:t>A</a:t>
            </a:r>
          </a:p>
        </p:txBody>
      </p:sp>
      <p:sp>
        <p:nvSpPr>
          <p:cNvPr id="37" name="coda">
            <a:extLst>
              <a:ext uri="{FF2B5EF4-FFF2-40B4-BE49-F238E27FC236}">
                <a16:creationId xmlns:a16="http://schemas.microsoft.com/office/drawing/2014/main" id="{1463550C-78E1-41CF-A9A3-3A03BDFB211D}"/>
              </a:ext>
            </a:extLst>
          </p:cNvPr>
          <p:cNvSpPr>
            <a:spLocks noGrp="1"/>
          </p:cNvSpPr>
          <p:nvPr>
            <p:ph type="pic" sz="quarter" idx="43"/>
          </p:nvPr>
        </p:nvSpPr>
        <p:spPr>
          <a:xfrm>
            <a:off x="1690688" y="2887663"/>
            <a:ext cx="365760" cy="365760"/>
          </a:xfrm>
          <a:prstGeom prst="ellipse">
            <a:avLst/>
          </a:prstGeom>
          <a:noFill/>
        </p:spPr>
        <p:txBody>
          <a:bodyPr/>
          <a:lstStyle>
            <a:lvl1pPr>
              <a:buNone/>
              <a:defRPr/>
            </a:lvl1pPr>
          </a:lstStyle>
          <a:p>
            <a:r>
              <a:rPr lang="en-US" dirty="0"/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21098248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BCFC4D95-A1B9-4CAC-A7E4-3AFFE45B0987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0" y="0"/>
            <a:ext cx="9144000" cy="57150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E8801CDF-2457-49F4-8B32-2421C327572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932024" y="457201"/>
            <a:ext cx="2093104" cy="4846320"/>
          </a:xfrm>
          <a:prstGeom prst="rect">
            <a:avLst/>
          </a:prstGeom>
          <a:gradFill flip="none" rotWithShape="1">
            <a:gsLst>
              <a:gs pos="0">
                <a:srgbClr val="1B265E">
                  <a:alpha val="84706"/>
                </a:srgbClr>
              </a:gs>
              <a:gs pos="40000">
                <a:srgbClr val="182E64">
                  <a:alpha val="84706"/>
                </a:srgbClr>
              </a:gs>
              <a:gs pos="100000">
                <a:srgbClr val="0A598A">
                  <a:alpha val="9000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indent="0">
              <a:buFont typeface="Arial" panose="020B0604020202020204" pitchFamily="34" charset="0"/>
              <a:buNone/>
              <a:defRPr lang="en-US" sz="1404" dirty="0">
                <a:solidFill>
                  <a:schemeClr val="lt1"/>
                </a:solidFill>
              </a:defRPr>
            </a:lvl1pPr>
          </a:lstStyle>
          <a:p>
            <a:pPr marL="0" lvl="0" algn="ctr" defTabSz="713232">
              <a:buNone/>
            </a:pPr>
            <a:endParaRPr lang="en-US" dirty="0"/>
          </a:p>
        </p:txBody>
      </p:sp>
      <p:sp>
        <p:nvSpPr>
          <p:cNvPr id="13" name="song_number">
            <a:extLst>
              <a:ext uri="{FF2B5EF4-FFF2-40B4-BE49-F238E27FC236}">
                <a16:creationId xmlns:a16="http://schemas.microsoft.com/office/drawing/2014/main" id="{FCCFC2EA-00A5-43DD-BD0D-FA4AD2B986C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680960" y="548640"/>
            <a:ext cx="914400" cy="365760"/>
          </a:xfrm>
          <a:prstGeom prst="roundRect">
            <a:avLst>
              <a:gd name="adj" fmla="val 50000"/>
            </a:avLst>
          </a:prstGeom>
          <a:solidFill>
            <a:schemeClr val="bg2">
              <a:lumMod val="50000"/>
            </a:schemeClr>
          </a:solidFill>
        </p:spPr>
        <p:txBody>
          <a:bodyPr lIns="274320" tIns="27432" rIns="0" bIns="0" anchor="ctr"/>
          <a:lstStyle>
            <a:lvl1pPr marL="0" indent="0" algn="ctr">
              <a:buNone/>
              <a:defRPr sz="1800" b="1">
                <a:solidFill>
                  <a:schemeClr val="bg1"/>
                </a:solidFill>
                <a:latin typeface="Avenir Next LT Pro" panose="020B0504020202020204" pitchFamily="34" charset="0"/>
              </a:defRPr>
            </a:lvl1pPr>
            <a:lvl2pPr marL="457200" indent="0">
              <a:buNone/>
              <a:defRPr sz="105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 algn="l">
              <a:buNone/>
              <a:defRPr sz="900"/>
            </a:lvl5pPr>
          </a:lstStyle>
          <a:p>
            <a:pPr lvl="0"/>
            <a:r>
              <a:rPr lang="en-US" dirty="0"/>
              <a:t>888</a:t>
            </a:r>
          </a:p>
        </p:txBody>
      </p:sp>
      <p:sp>
        <p:nvSpPr>
          <p:cNvPr id="14" name="songbook_logo">
            <a:extLst>
              <a:ext uri="{FF2B5EF4-FFF2-40B4-BE49-F238E27FC236}">
                <a16:creationId xmlns:a16="http://schemas.microsoft.com/office/drawing/2014/main" id="{A8847B3E-C275-487D-A3D3-F6E68C8F4BA0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7680960" y="548640"/>
            <a:ext cx="365760" cy="361915"/>
          </a:xfrm>
          <a:prstGeom prst="roundRect">
            <a:avLst>
              <a:gd name="adj" fmla="val 50000"/>
            </a:avLst>
          </a:prstGeom>
        </p:spPr>
        <p:txBody>
          <a:bodyPr/>
          <a:lstStyle>
            <a:lvl1pPr marL="0" indent="0" algn="ctr">
              <a:buNone/>
              <a:defRPr sz="1400"/>
            </a:lvl1pPr>
          </a:lstStyle>
          <a:p>
            <a:r>
              <a:rPr lang="en-US" dirty="0"/>
              <a:t>Songbook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604A485-3738-4C04-81B8-D532D3482A4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7679775" y="1543662"/>
            <a:ext cx="1213847" cy="1164831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r">
              <a:lnSpc>
                <a:spcPct val="90000"/>
              </a:lnSpc>
              <a:spcBef>
                <a:spcPts val="0"/>
              </a:spcBef>
              <a:buNone/>
              <a:defRPr sz="2000" cap="small" baseline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venir Next LT Pro" panose="020B0504020202020204" pitchFamily="34" charset="0"/>
              </a:defRPr>
            </a:lvl1pPr>
          </a:lstStyle>
          <a:p>
            <a:pPr lvl="0"/>
            <a:r>
              <a:rPr lang="en-US" sz="1600" dirty="0"/>
              <a:t>Song Title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50B753F-E541-4C9F-B669-A910A156CE6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679775" y="4422523"/>
            <a:ext cx="1213399" cy="365760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r">
              <a:buNone/>
              <a:defRPr sz="90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venir Next LT Pro" panose="020B0504020202020204" pitchFamily="34" charset="0"/>
              </a:defRPr>
            </a:lvl1pPr>
          </a:lstStyle>
          <a:p>
            <a:pPr lvl="0"/>
            <a:r>
              <a:rPr lang="en-US" sz="700" dirty="0"/>
              <a:t>Copyright</a:t>
            </a:r>
            <a:endParaRPr lang="en-US" dirty="0"/>
          </a:p>
        </p:txBody>
      </p:sp>
      <p:sp>
        <p:nvSpPr>
          <p:cNvPr id="11" name="Content Placeholder 6">
            <a:extLst>
              <a:ext uri="{FF2B5EF4-FFF2-40B4-BE49-F238E27FC236}">
                <a16:creationId xmlns:a16="http://schemas.microsoft.com/office/drawing/2014/main" id="{699063FC-9632-4D6F-B1DE-EF002F6A361D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118872" y="457200"/>
            <a:ext cx="914400" cy="4297680"/>
          </a:xfrm>
          <a:prstGeom prst="roundRect">
            <a:avLst>
              <a:gd name="adj" fmla="val 28004"/>
            </a:avLst>
          </a:prstGeom>
          <a:solidFill>
            <a:srgbClr val="FFFFFF">
              <a:alpha val="14902"/>
            </a:srgbClr>
          </a:solidFill>
          <a:ln w="6350" cap="flat" cmpd="sng" algn="ctr">
            <a:noFill/>
            <a:prstDash val="solid"/>
            <a:miter lim="800000"/>
          </a:ln>
          <a:effectLst/>
        </p:spPr>
        <p:txBody>
          <a:bodyPr vert="horz" lIns="91440" tIns="45720" rIns="91440" bIns="45720" rtlCol="0" anchor="ctr">
            <a:noAutofit/>
          </a:bodyPr>
          <a:lstStyle>
            <a:lvl1pPr marL="0" indent="0">
              <a:buFontTx/>
              <a:buNone/>
              <a:defRPr lang="en-US" sz="1400" b="0" dirty="0">
                <a:solidFill>
                  <a:schemeClr val="bg1"/>
                </a:solidFill>
              </a:defRPr>
            </a:lvl1pPr>
          </a:lstStyle>
          <a:p>
            <a:pPr marL="228600" lvl="0" indent="-228600" algn="ctr" defTabSz="685800">
              <a:spcBef>
                <a:spcPts val="750"/>
              </a:spcBef>
            </a:pP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0E80279-BD62-43D8-9181-D59FD7657BA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31520" y="137160"/>
            <a:ext cx="6858000" cy="5486400"/>
          </a:xfrm>
          <a:prstGeom prst="roundRect">
            <a:avLst>
              <a:gd name="adj" fmla="val 4465"/>
            </a:avLst>
          </a:prstGeom>
          <a:effectLst>
            <a:outerShdw blurRad="127000" sx="101000" sy="101000" algn="ctr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5" name="Picture Placeholder 17">
            <a:extLst>
              <a:ext uri="{FF2B5EF4-FFF2-40B4-BE49-F238E27FC236}">
                <a16:creationId xmlns:a16="http://schemas.microsoft.com/office/drawing/2014/main" id="{02E7528C-D042-4C00-8262-48D39802E0FD}"/>
              </a:ext>
            </a:extLst>
          </p:cNvPr>
          <p:cNvSpPr>
            <a:spLocks noGrp="1" noChangeAspect="1"/>
          </p:cNvSpPr>
          <p:nvPr>
            <p:ph type="pic" sz="quarter" idx="20"/>
          </p:nvPr>
        </p:nvSpPr>
        <p:spPr>
          <a:xfrm>
            <a:off x="7679775" y="4831811"/>
            <a:ext cx="367371" cy="365760"/>
          </a:xfrm>
          <a:prstGeom prst="ellipse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FF209F-6325-4F89-AF15-E9902E6E185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679328" y="2790825"/>
            <a:ext cx="1213847" cy="1165225"/>
          </a:xfrm>
          <a:prstGeom prst="rect">
            <a:avLst/>
          </a:prstGeom>
        </p:spPr>
        <p:txBody>
          <a:bodyPr lIns="0" tIns="0" rIns="0" bIns="0"/>
          <a:lstStyle>
            <a:lvl1pPr marL="0" indent="0" algn="r">
              <a:spcBef>
                <a:spcPts val="0"/>
              </a:spcBef>
              <a:buNone/>
              <a:defRPr sz="160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egreya Sans Medium" panose="00000600000000000000" pitchFamily="50" charset="0"/>
              </a:defRPr>
            </a:lvl1pPr>
          </a:lstStyle>
          <a:p>
            <a:pPr lvl="0"/>
            <a:r>
              <a:rPr lang="en-US" dirty="0"/>
              <a:t>Song Title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BEE7DFD-75AB-4A06-A88A-D17B96DFDA49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679327" y="4009512"/>
            <a:ext cx="1213847" cy="365125"/>
          </a:xfrm>
          <a:prstGeom prst="rect">
            <a:avLst/>
          </a:prstGeom>
        </p:spPr>
        <p:txBody>
          <a:bodyPr lIns="0" tIns="0" rIns="0" bIns="0"/>
          <a:lstStyle>
            <a:lvl1pPr marL="0" indent="0" algn="r">
              <a:buNone/>
              <a:defRPr sz="90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egreya Sans Medium" panose="00000600000000000000" pitchFamily="50" charset="0"/>
              </a:defRPr>
            </a:lvl1pPr>
          </a:lstStyle>
          <a:p>
            <a:pPr lvl="0"/>
            <a:r>
              <a:rPr lang="en-US" dirty="0"/>
              <a:t>Translation</a:t>
            </a:r>
          </a:p>
        </p:txBody>
      </p:sp>
      <p:sp>
        <p:nvSpPr>
          <p:cNvPr id="16" name="highlight">
            <a:extLst>
              <a:ext uri="{FF2B5EF4-FFF2-40B4-BE49-F238E27FC236}">
                <a16:creationId xmlns:a16="http://schemas.microsoft.com/office/drawing/2014/main" id="{BAA7AA87-50C5-423B-86F8-0C6A4F1B1932}"/>
              </a:ext>
            </a:extLst>
          </p:cNvPr>
          <p:cNvSpPr>
            <a:spLocks noGrp="1"/>
          </p:cNvSpPr>
          <p:nvPr>
            <p:ph sz="quarter" idx="42" hasCustomPrompt="1"/>
          </p:nvPr>
        </p:nvSpPr>
        <p:spPr>
          <a:xfrm flipH="1" flipV="1">
            <a:off x="1725613" y="2344738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FFFFFF">
              <a:alpha val="50196"/>
            </a:srgbClr>
          </a:solidFill>
        </p:spPr>
        <p:txBody>
          <a:bodyPr/>
          <a:lstStyle>
            <a:lvl1pPr algn="ctr">
              <a:buNone/>
              <a:defRPr lang="en-US" dirty="0"/>
            </a:lvl1pPr>
          </a:lstStyle>
          <a:p>
            <a:pPr lvl="0" algn="ctr">
              <a:buNone/>
            </a:pPr>
            <a:r>
              <a:rPr lang="en-US" dirty="0"/>
              <a:t>H</a:t>
            </a:r>
          </a:p>
        </p:txBody>
      </p:sp>
      <p:sp>
        <p:nvSpPr>
          <p:cNvPr id="17" name="verse bubble 1">
            <a:extLst>
              <a:ext uri="{FF2B5EF4-FFF2-40B4-BE49-F238E27FC236}">
                <a16:creationId xmlns:a16="http://schemas.microsoft.com/office/drawing/2014/main" id="{82F03A9D-AB25-4AB8-9AC5-8C5B9F81F191}"/>
              </a:ext>
            </a:extLst>
          </p:cNvPr>
          <p:cNvSpPr>
            <a:spLocks noGrp="1" noChangeAspect="1"/>
          </p:cNvSpPr>
          <p:nvPr>
            <p:ph type="body" sz="quarter" idx="24" hasCustomPrompt="1"/>
          </p:nvPr>
        </p:nvSpPr>
        <p:spPr>
          <a:xfrm>
            <a:off x="1730375" y="979489"/>
            <a:ext cx="365760" cy="361915"/>
          </a:xfrm>
          <a:prstGeom prst="ellipse">
            <a:avLst/>
          </a:prstGeom>
        </p:spPr>
        <p:txBody>
          <a:bodyPr anchor="ctr"/>
          <a:lstStyle>
            <a:lvl1pPr algn="ctr">
              <a:buNone/>
              <a:defRPr/>
            </a:lvl1pPr>
          </a:lstStyle>
          <a:p>
            <a:pPr lvl="0"/>
            <a:r>
              <a:rPr lang="en-US" dirty="0"/>
              <a:t>N</a:t>
            </a:r>
          </a:p>
        </p:txBody>
      </p:sp>
      <p:sp>
        <p:nvSpPr>
          <p:cNvPr id="18" name="verse bubble 2">
            <a:extLst>
              <a:ext uri="{FF2B5EF4-FFF2-40B4-BE49-F238E27FC236}">
                <a16:creationId xmlns:a16="http://schemas.microsoft.com/office/drawing/2014/main" id="{E9D49E91-1075-47D8-A4B9-69865465C665}"/>
              </a:ext>
            </a:extLst>
          </p:cNvPr>
          <p:cNvSpPr>
            <a:spLocks noGrp="1" noChangeAspect="1"/>
          </p:cNvSpPr>
          <p:nvPr>
            <p:ph type="body" sz="quarter" idx="27" hasCustomPrompt="1"/>
          </p:nvPr>
        </p:nvSpPr>
        <p:spPr>
          <a:xfrm>
            <a:off x="2170158" y="979489"/>
            <a:ext cx="365760" cy="361915"/>
          </a:xfrm>
          <a:prstGeom prst="ellipse">
            <a:avLst/>
          </a:prstGeom>
        </p:spPr>
        <p:txBody>
          <a:bodyPr anchor="ctr"/>
          <a:lstStyle>
            <a:lvl1pPr algn="ctr">
              <a:buNone/>
              <a:defRPr/>
            </a:lvl1pPr>
          </a:lstStyle>
          <a:p>
            <a:pPr lvl="0"/>
            <a:r>
              <a:rPr lang="en-US" dirty="0"/>
              <a:t>N</a:t>
            </a:r>
          </a:p>
        </p:txBody>
      </p:sp>
      <p:sp>
        <p:nvSpPr>
          <p:cNvPr id="19" name="verse bubble 3">
            <a:extLst>
              <a:ext uri="{FF2B5EF4-FFF2-40B4-BE49-F238E27FC236}">
                <a16:creationId xmlns:a16="http://schemas.microsoft.com/office/drawing/2014/main" id="{A1DED6BF-A5E8-4313-8E13-D55C5827B238}"/>
              </a:ext>
            </a:extLst>
          </p:cNvPr>
          <p:cNvSpPr>
            <a:spLocks noGrp="1" noChangeAspect="1"/>
          </p:cNvSpPr>
          <p:nvPr>
            <p:ph type="body" sz="quarter" idx="28" hasCustomPrompt="1"/>
          </p:nvPr>
        </p:nvSpPr>
        <p:spPr>
          <a:xfrm>
            <a:off x="2609941" y="979489"/>
            <a:ext cx="365760" cy="361915"/>
          </a:xfrm>
          <a:prstGeom prst="ellipse">
            <a:avLst/>
          </a:prstGeom>
        </p:spPr>
        <p:txBody>
          <a:bodyPr anchor="ctr"/>
          <a:lstStyle>
            <a:lvl1pPr algn="ctr">
              <a:buNone/>
              <a:defRPr/>
            </a:lvl1pPr>
          </a:lstStyle>
          <a:p>
            <a:pPr lvl="0"/>
            <a:r>
              <a:rPr lang="en-US" dirty="0"/>
              <a:t>N</a:t>
            </a:r>
          </a:p>
        </p:txBody>
      </p:sp>
      <p:sp>
        <p:nvSpPr>
          <p:cNvPr id="20" name="verse bubble 4">
            <a:extLst>
              <a:ext uri="{FF2B5EF4-FFF2-40B4-BE49-F238E27FC236}">
                <a16:creationId xmlns:a16="http://schemas.microsoft.com/office/drawing/2014/main" id="{6D7C50B4-FDDA-4AB4-9582-5E18FA756CEC}"/>
              </a:ext>
            </a:extLst>
          </p:cNvPr>
          <p:cNvSpPr>
            <a:spLocks noGrp="1" noChangeAspect="1"/>
          </p:cNvSpPr>
          <p:nvPr>
            <p:ph type="body" sz="quarter" idx="29" hasCustomPrompt="1"/>
          </p:nvPr>
        </p:nvSpPr>
        <p:spPr>
          <a:xfrm>
            <a:off x="3049724" y="979489"/>
            <a:ext cx="365760" cy="361915"/>
          </a:xfrm>
          <a:prstGeom prst="ellipse">
            <a:avLst/>
          </a:prstGeom>
        </p:spPr>
        <p:txBody>
          <a:bodyPr anchor="ctr"/>
          <a:lstStyle>
            <a:lvl1pPr algn="ctr">
              <a:buNone/>
              <a:defRPr/>
            </a:lvl1pPr>
          </a:lstStyle>
          <a:p>
            <a:pPr lvl="0"/>
            <a:r>
              <a:rPr lang="en-US" dirty="0"/>
              <a:t>N</a:t>
            </a:r>
          </a:p>
        </p:txBody>
      </p:sp>
      <p:sp>
        <p:nvSpPr>
          <p:cNvPr id="21" name="verse bubble 5">
            <a:extLst>
              <a:ext uri="{FF2B5EF4-FFF2-40B4-BE49-F238E27FC236}">
                <a16:creationId xmlns:a16="http://schemas.microsoft.com/office/drawing/2014/main" id="{67272D6A-5CF6-40D7-96C7-5BB7E98D3587}"/>
              </a:ext>
            </a:extLst>
          </p:cNvPr>
          <p:cNvSpPr>
            <a:spLocks noGrp="1" noChangeAspect="1"/>
          </p:cNvSpPr>
          <p:nvPr>
            <p:ph type="body" sz="quarter" idx="30" hasCustomPrompt="1"/>
          </p:nvPr>
        </p:nvSpPr>
        <p:spPr>
          <a:xfrm>
            <a:off x="3489507" y="979489"/>
            <a:ext cx="365760" cy="361915"/>
          </a:xfrm>
          <a:prstGeom prst="ellipse">
            <a:avLst/>
          </a:prstGeom>
        </p:spPr>
        <p:txBody>
          <a:bodyPr anchor="ctr"/>
          <a:lstStyle>
            <a:lvl1pPr algn="ctr">
              <a:buNone/>
              <a:defRPr/>
            </a:lvl1pPr>
          </a:lstStyle>
          <a:p>
            <a:pPr lvl="0"/>
            <a:r>
              <a:rPr lang="en-US" dirty="0"/>
              <a:t>N</a:t>
            </a:r>
          </a:p>
        </p:txBody>
      </p:sp>
      <p:sp>
        <p:nvSpPr>
          <p:cNvPr id="22" name="verse bubble 6">
            <a:extLst>
              <a:ext uri="{FF2B5EF4-FFF2-40B4-BE49-F238E27FC236}">
                <a16:creationId xmlns:a16="http://schemas.microsoft.com/office/drawing/2014/main" id="{0FE42672-6A04-438A-B322-6562B702E077}"/>
              </a:ext>
            </a:extLst>
          </p:cNvPr>
          <p:cNvSpPr>
            <a:spLocks noGrp="1" noChangeAspect="1"/>
          </p:cNvSpPr>
          <p:nvPr>
            <p:ph type="body" sz="quarter" idx="31" hasCustomPrompt="1"/>
          </p:nvPr>
        </p:nvSpPr>
        <p:spPr>
          <a:xfrm>
            <a:off x="3929290" y="979489"/>
            <a:ext cx="365760" cy="361915"/>
          </a:xfrm>
          <a:prstGeom prst="ellipse">
            <a:avLst/>
          </a:prstGeom>
        </p:spPr>
        <p:txBody>
          <a:bodyPr anchor="ctr"/>
          <a:lstStyle>
            <a:lvl1pPr algn="ctr">
              <a:buNone/>
              <a:defRPr/>
            </a:lvl1pPr>
          </a:lstStyle>
          <a:p>
            <a:pPr lvl="0"/>
            <a:r>
              <a:rPr lang="en-US" dirty="0"/>
              <a:t>N</a:t>
            </a:r>
          </a:p>
        </p:txBody>
      </p:sp>
      <p:sp>
        <p:nvSpPr>
          <p:cNvPr id="23" name="verse bubble 7">
            <a:extLst>
              <a:ext uri="{FF2B5EF4-FFF2-40B4-BE49-F238E27FC236}">
                <a16:creationId xmlns:a16="http://schemas.microsoft.com/office/drawing/2014/main" id="{ECA2AC19-4B38-4ECD-8F50-5E8611A79E96}"/>
              </a:ext>
            </a:extLst>
          </p:cNvPr>
          <p:cNvSpPr>
            <a:spLocks noGrp="1" noChangeAspect="1"/>
          </p:cNvSpPr>
          <p:nvPr>
            <p:ph type="body" sz="quarter" idx="32" hasCustomPrompt="1"/>
          </p:nvPr>
        </p:nvSpPr>
        <p:spPr>
          <a:xfrm>
            <a:off x="4369073" y="979489"/>
            <a:ext cx="365760" cy="361915"/>
          </a:xfrm>
          <a:prstGeom prst="ellipse">
            <a:avLst/>
          </a:prstGeom>
        </p:spPr>
        <p:txBody>
          <a:bodyPr anchor="ctr"/>
          <a:lstStyle>
            <a:lvl1pPr algn="ctr">
              <a:buNone/>
              <a:defRPr/>
            </a:lvl1pPr>
          </a:lstStyle>
          <a:p>
            <a:pPr lvl="0"/>
            <a:r>
              <a:rPr lang="en-US" dirty="0"/>
              <a:t>N</a:t>
            </a:r>
          </a:p>
        </p:txBody>
      </p:sp>
      <p:sp>
        <p:nvSpPr>
          <p:cNvPr id="24" name="verse bubble 8">
            <a:extLst>
              <a:ext uri="{FF2B5EF4-FFF2-40B4-BE49-F238E27FC236}">
                <a16:creationId xmlns:a16="http://schemas.microsoft.com/office/drawing/2014/main" id="{614F49A9-D838-4332-836A-37D93D4190D4}"/>
              </a:ext>
            </a:extLst>
          </p:cNvPr>
          <p:cNvSpPr>
            <a:spLocks noGrp="1" noChangeAspect="1"/>
          </p:cNvSpPr>
          <p:nvPr>
            <p:ph type="body" sz="quarter" idx="33" hasCustomPrompt="1"/>
          </p:nvPr>
        </p:nvSpPr>
        <p:spPr>
          <a:xfrm>
            <a:off x="4808856" y="979489"/>
            <a:ext cx="365760" cy="361915"/>
          </a:xfrm>
          <a:prstGeom prst="ellipse">
            <a:avLst/>
          </a:prstGeom>
        </p:spPr>
        <p:txBody>
          <a:bodyPr anchor="ctr"/>
          <a:lstStyle>
            <a:lvl1pPr algn="ctr">
              <a:buNone/>
              <a:defRPr/>
            </a:lvl1pPr>
          </a:lstStyle>
          <a:p>
            <a:pPr lvl="0"/>
            <a:r>
              <a:rPr lang="en-US" dirty="0"/>
              <a:t>N</a:t>
            </a:r>
          </a:p>
        </p:txBody>
      </p:sp>
      <p:sp>
        <p:nvSpPr>
          <p:cNvPr id="25" name="verse bubble 9">
            <a:extLst>
              <a:ext uri="{FF2B5EF4-FFF2-40B4-BE49-F238E27FC236}">
                <a16:creationId xmlns:a16="http://schemas.microsoft.com/office/drawing/2014/main" id="{749173CF-22A0-4D33-A686-64C860B1ED32}"/>
              </a:ext>
            </a:extLst>
          </p:cNvPr>
          <p:cNvSpPr>
            <a:spLocks noGrp="1" noChangeAspect="1"/>
          </p:cNvSpPr>
          <p:nvPr>
            <p:ph type="body" sz="quarter" idx="34" hasCustomPrompt="1"/>
          </p:nvPr>
        </p:nvSpPr>
        <p:spPr>
          <a:xfrm>
            <a:off x="5248639" y="979489"/>
            <a:ext cx="365760" cy="361915"/>
          </a:xfrm>
          <a:prstGeom prst="ellipse">
            <a:avLst/>
          </a:prstGeom>
        </p:spPr>
        <p:txBody>
          <a:bodyPr anchor="ctr"/>
          <a:lstStyle>
            <a:lvl1pPr algn="ctr">
              <a:buNone/>
              <a:defRPr/>
            </a:lvl1pPr>
          </a:lstStyle>
          <a:p>
            <a:pPr lvl="0"/>
            <a:r>
              <a:rPr lang="en-US" dirty="0"/>
              <a:t>N</a:t>
            </a:r>
          </a:p>
        </p:txBody>
      </p:sp>
      <p:sp>
        <p:nvSpPr>
          <p:cNvPr id="26" name="verse bubble 10">
            <a:extLst>
              <a:ext uri="{FF2B5EF4-FFF2-40B4-BE49-F238E27FC236}">
                <a16:creationId xmlns:a16="http://schemas.microsoft.com/office/drawing/2014/main" id="{E69F2AE9-A6EB-45A9-BAB4-7BAF8E35FE40}"/>
              </a:ext>
            </a:extLst>
          </p:cNvPr>
          <p:cNvSpPr>
            <a:spLocks noGrp="1" noChangeAspect="1"/>
          </p:cNvSpPr>
          <p:nvPr>
            <p:ph type="body" sz="quarter" idx="35" hasCustomPrompt="1"/>
          </p:nvPr>
        </p:nvSpPr>
        <p:spPr>
          <a:xfrm>
            <a:off x="5688422" y="979489"/>
            <a:ext cx="365760" cy="361915"/>
          </a:xfrm>
          <a:prstGeom prst="ellipse">
            <a:avLst/>
          </a:prstGeom>
        </p:spPr>
        <p:txBody>
          <a:bodyPr anchor="ctr"/>
          <a:lstStyle>
            <a:lvl1pPr algn="ctr">
              <a:buNone/>
              <a:defRPr/>
            </a:lvl1pPr>
          </a:lstStyle>
          <a:p>
            <a:pPr lvl="0"/>
            <a:r>
              <a:rPr lang="en-US" dirty="0"/>
              <a:t>N</a:t>
            </a:r>
          </a:p>
        </p:txBody>
      </p:sp>
      <p:sp>
        <p:nvSpPr>
          <p:cNvPr id="27" name="verse bubble 11">
            <a:extLst>
              <a:ext uri="{FF2B5EF4-FFF2-40B4-BE49-F238E27FC236}">
                <a16:creationId xmlns:a16="http://schemas.microsoft.com/office/drawing/2014/main" id="{7095BE66-2A43-474F-8119-625B960C8833}"/>
              </a:ext>
            </a:extLst>
          </p:cNvPr>
          <p:cNvSpPr>
            <a:spLocks noGrp="1" noChangeAspect="1"/>
          </p:cNvSpPr>
          <p:nvPr>
            <p:ph type="body" sz="quarter" idx="36" hasCustomPrompt="1"/>
          </p:nvPr>
        </p:nvSpPr>
        <p:spPr>
          <a:xfrm>
            <a:off x="6128205" y="979489"/>
            <a:ext cx="365760" cy="361915"/>
          </a:xfrm>
          <a:prstGeom prst="ellipse">
            <a:avLst/>
          </a:prstGeom>
        </p:spPr>
        <p:txBody>
          <a:bodyPr anchor="ctr"/>
          <a:lstStyle>
            <a:lvl1pPr algn="ctr">
              <a:buNone/>
              <a:defRPr/>
            </a:lvl1pPr>
          </a:lstStyle>
          <a:p>
            <a:pPr lvl="0"/>
            <a:r>
              <a:rPr lang="en-US" dirty="0"/>
              <a:t>N</a:t>
            </a:r>
          </a:p>
        </p:txBody>
      </p:sp>
      <p:sp>
        <p:nvSpPr>
          <p:cNvPr id="28" name="verse bubble 12">
            <a:extLst>
              <a:ext uri="{FF2B5EF4-FFF2-40B4-BE49-F238E27FC236}">
                <a16:creationId xmlns:a16="http://schemas.microsoft.com/office/drawing/2014/main" id="{33F6DF6F-9465-490B-A1B5-CFEEA9AA5A9A}"/>
              </a:ext>
            </a:extLst>
          </p:cNvPr>
          <p:cNvSpPr>
            <a:spLocks noGrp="1" noChangeAspect="1"/>
          </p:cNvSpPr>
          <p:nvPr>
            <p:ph type="body" sz="quarter" idx="37" hasCustomPrompt="1"/>
          </p:nvPr>
        </p:nvSpPr>
        <p:spPr>
          <a:xfrm>
            <a:off x="6567988" y="979489"/>
            <a:ext cx="365760" cy="361915"/>
          </a:xfrm>
          <a:prstGeom prst="ellipse">
            <a:avLst/>
          </a:prstGeom>
        </p:spPr>
        <p:txBody>
          <a:bodyPr anchor="ctr"/>
          <a:lstStyle>
            <a:lvl1pPr algn="ctr">
              <a:buNone/>
              <a:defRPr/>
            </a:lvl1pPr>
          </a:lstStyle>
          <a:p>
            <a:pPr lvl="0"/>
            <a:r>
              <a:rPr lang="en-US" dirty="0"/>
              <a:t>N</a:t>
            </a:r>
          </a:p>
        </p:txBody>
      </p:sp>
      <p:sp>
        <p:nvSpPr>
          <p:cNvPr id="29" name="arrow 1">
            <a:extLst>
              <a:ext uri="{FF2B5EF4-FFF2-40B4-BE49-F238E27FC236}">
                <a16:creationId xmlns:a16="http://schemas.microsoft.com/office/drawing/2014/main" id="{7E8CED3D-E261-4A9E-9550-E3A55B8A1401}"/>
              </a:ext>
            </a:extLst>
          </p:cNvPr>
          <p:cNvSpPr>
            <a:spLocks noGrp="1"/>
          </p:cNvSpPr>
          <p:nvPr>
            <p:ph sz="quarter" idx="38" hasCustomPrompt="1"/>
          </p:nvPr>
        </p:nvSpPr>
        <p:spPr>
          <a:xfrm>
            <a:off x="1725485" y="1703353"/>
            <a:ext cx="361915" cy="361915"/>
          </a:xfrm>
          <a:prstGeom prst="downArrow">
            <a:avLst>
              <a:gd name="adj1" fmla="val 50000"/>
              <a:gd name="adj2" fmla="val 75733"/>
            </a:avLst>
          </a:prstGeom>
        </p:spPr>
        <p:txBody>
          <a:bodyPr anchor="ctr"/>
          <a:lstStyle>
            <a:lvl1pPr algn="ctr">
              <a:buNone/>
              <a:defRPr/>
            </a:lvl1pPr>
          </a:lstStyle>
          <a:p>
            <a:pPr lvl="0"/>
            <a:r>
              <a:rPr lang="en-US" dirty="0"/>
              <a:t>A</a:t>
            </a:r>
          </a:p>
        </p:txBody>
      </p:sp>
      <p:sp>
        <p:nvSpPr>
          <p:cNvPr id="31" name="arrow 2">
            <a:extLst>
              <a:ext uri="{FF2B5EF4-FFF2-40B4-BE49-F238E27FC236}">
                <a16:creationId xmlns:a16="http://schemas.microsoft.com/office/drawing/2014/main" id="{3795FAE6-69C7-460D-896E-689566A8B2E9}"/>
              </a:ext>
            </a:extLst>
          </p:cNvPr>
          <p:cNvSpPr>
            <a:spLocks noGrp="1"/>
          </p:cNvSpPr>
          <p:nvPr>
            <p:ph sz="quarter" idx="39" hasCustomPrompt="1"/>
          </p:nvPr>
        </p:nvSpPr>
        <p:spPr>
          <a:xfrm>
            <a:off x="2170158" y="1706317"/>
            <a:ext cx="361915" cy="361915"/>
          </a:xfrm>
          <a:prstGeom prst="downArrow">
            <a:avLst>
              <a:gd name="adj1" fmla="val 50000"/>
              <a:gd name="adj2" fmla="val 75733"/>
            </a:avLst>
          </a:prstGeom>
        </p:spPr>
        <p:txBody>
          <a:bodyPr anchor="ctr"/>
          <a:lstStyle>
            <a:lvl1pPr algn="ctr">
              <a:buNone/>
              <a:defRPr/>
            </a:lvl1pPr>
          </a:lstStyle>
          <a:p>
            <a:pPr lvl="0"/>
            <a:r>
              <a:rPr lang="en-US" dirty="0"/>
              <a:t>A</a:t>
            </a:r>
          </a:p>
        </p:txBody>
      </p:sp>
      <p:sp>
        <p:nvSpPr>
          <p:cNvPr id="32" name="arrow 3">
            <a:extLst>
              <a:ext uri="{FF2B5EF4-FFF2-40B4-BE49-F238E27FC236}">
                <a16:creationId xmlns:a16="http://schemas.microsoft.com/office/drawing/2014/main" id="{09ABCEF0-0DE6-4825-96C5-C776F725AFE5}"/>
              </a:ext>
            </a:extLst>
          </p:cNvPr>
          <p:cNvSpPr>
            <a:spLocks noGrp="1"/>
          </p:cNvSpPr>
          <p:nvPr>
            <p:ph sz="quarter" idx="40" hasCustomPrompt="1"/>
          </p:nvPr>
        </p:nvSpPr>
        <p:spPr>
          <a:xfrm>
            <a:off x="2614831" y="1709281"/>
            <a:ext cx="361915" cy="361915"/>
          </a:xfrm>
          <a:prstGeom prst="downArrow">
            <a:avLst>
              <a:gd name="adj1" fmla="val 50000"/>
              <a:gd name="adj2" fmla="val 75733"/>
            </a:avLst>
          </a:prstGeom>
        </p:spPr>
        <p:txBody>
          <a:bodyPr anchor="ctr"/>
          <a:lstStyle>
            <a:lvl1pPr algn="ctr">
              <a:buNone/>
              <a:defRPr/>
            </a:lvl1pPr>
          </a:lstStyle>
          <a:p>
            <a:pPr lvl="0"/>
            <a:r>
              <a:rPr lang="en-US" dirty="0"/>
              <a:t>A</a:t>
            </a:r>
          </a:p>
        </p:txBody>
      </p:sp>
      <p:sp>
        <p:nvSpPr>
          <p:cNvPr id="33" name="arrow 4">
            <a:extLst>
              <a:ext uri="{FF2B5EF4-FFF2-40B4-BE49-F238E27FC236}">
                <a16:creationId xmlns:a16="http://schemas.microsoft.com/office/drawing/2014/main" id="{1018D508-1B69-4AC3-9C67-41AC0F9FFF48}"/>
              </a:ext>
            </a:extLst>
          </p:cNvPr>
          <p:cNvSpPr>
            <a:spLocks noGrp="1"/>
          </p:cNvSpPr>
          <p:nvPr>
            <p:ph sz="quarter" idx="41" hasCustomPrompt="1"/>
          </p:nvPr>
        </p:nvSpPr>
        <p:spPr>
          <a:xfrm>
            <a:off x="3059504" y="1712245"/>
            <a:ext cx="361915" cy="361915"/>
          </a:xfrm>
          <a:prstGeom prst="downArrow">
            <a:avLst>
              <a:gd name="adj1" fmla="val 50000"/>
              <a:gd name="adj2" fmla="val 75733"/>
            </a:avLst>
          </a:prstGeom>
        </p:spPr>
        <p:txBody>
          <a:bodyPr anchor="ctr"/>
          <a:lstStyle>
            <a:lvl1pPr algn="ctr">
              <a:buNone/>
              <a:defRPr/>
            </a:lvl1pPr>
          </a:lstStyle>
          <a:p>
            <a:pPr lvl="0"/>
            <a:r>
              <a:rPr lang="en-US" dirty="0"/>
              <a:t>A</a:t>
            </a:r>
          </a:p>
        </p:txBody>
      </p:sp>
      <p:sp>
        <p:nvSpPr>
          <p:cNvPr id="30" name="coda">
            <a:extLst>
              <a:ext uri="{FF2B5EF4-FFF2-40B4-BE49-F238E27FC236}">
                <a16:creationId xmlns:a16="http://schemas.microsoft.com/office/drawing/2014/main" id="{9A233050-FD81-44D5-BC12-AA485D30BF2B}"/>
              </a:ext>
            </a:extLst>
          </p:cNvPr>
          <p:cNvSpPr>
            <a:spLocks noGrp="1"/>
          </p:cNvSpPr>
          <p:nvPr>
            <p:ph type="pic" sz="quarter" idx="43"/>
          </p:nvPr>
        </p:nvSpPr>
        <p:spPr>
          <a:xfrm>
            <a:off x="1690688" y="2887663"/>
            <a:ext cx="365760" cy="365760"/>
          </a:xfrm>
          <a:prstGeom prst="ellipse">
            <a:avLst/>
          </a:prstGeom>
        </p:spPr>
        <p:txBody>
          <a:bodyPr/>
          <a:lstStyle>
            <a:lvl1pPr>
              <a:buNone/>
              <a:defRPr/>
            </a:lvl1pPr>
          </a:lstStyle>
          <a:p>
            <a:r>
              <a:rPr lang="en-US" dirty="0"/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35682012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B8B91267-FDE2-4D9A-8E71-A5FFC5550501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0" y="-6435"/>
            <a:ext cx="9144000" cy="57150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6EE5E541-0B4C-4026-A54E-B6945EDC064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1033272" y="4687707"/>
            <a:ext cx="7638587" cy="914400"/>
          </a:xfrm>
          <a:prstGeom prst="rect">
            <a:avLst/>
          </a:prstGeom>
          <a:gradFill flip="none" rotWithShape="1">
            <a:gsLst>
              <a:gs pos="0">
                <a:srgbClr val="1B265E">
                  <a:alpha val="84706"/>
                </a:srgbClr>
              </a:gs>
              <a:gs pos="40000">
                <a:srgbClr val="182E64">
                  <a:alpha val="84706"/>
                </a:srgbClr>
              </a:gs>
              <a:gs pos="100000">
                <a:srgbClr val="0A598A">
                  <a:alpha val="90000"/>
                </a:srgbClr>
              </a:gs>
            </a:gsLst>
            <a:lin ang="108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indent="0">
              <a:buFont typeface="Arial" panose="020B0604020202020204" pitchFamily="34" charset="0"/>
              <a:buNone/>
              <a:defRPr lang="en-US" sz="1404" dirty="0">
                <a:solidFill>
                  <a:schemeClr val="lt1"/>
                </a:solidFill>
              </a:defRPr>
            </a:lvl1pPr>
          </a:lstStyle>
          <a:p>
            <a:pPr marL="0" lvl="0" indent="0" algn="ctr" defTabSz="713232">
              <a:buNone/>
            </a:pPr>
            <a:endParaRPr lang="en-US" dirty="0"/>
          </a:p>
        </p:txBody>
      </p:sp>
      <p:sp>
        <p:nvSpPr>
          <p:cNvPr id="3" name="song_number">
            <a:extLst>
              <a:ext uri="{FF2B5EF4-FFF2-40B4-BE49-F238E27FC236}">
                <a16:creationId xmlns:a16="http://schemas.microsoft.com/office/drawing/2014/main" id="{E1887CE4-DD4C-4587-8EC3-4DC394CD174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097280" y="5144907"/>
            <a:ext cx="914400" cy="365760"/>
          </a:xfrm>
          <a:prstGeom prst="roundRect">
            <a:avLst>
              <a:gd name="adj" fmla="val 50000"/>
            </a:avLst>
          </a:prstGeom>
          <a:solidFill>
            <a:schemeClr val="bg2">
              <a:lumMod val="50000"/>
            </a:schemeClr>
          </a:solidFill>
        </p:spPr>
        <p:txBody>
          <a:bodyPr lIns="274320" tIns="27432" rIns="0" bIns="0" anchor="ctr"/>
          <a:lstStyle>
            <a:lvl1pPr marL="0" indent="0" algn="r">
              <a:buNone/>
              <a:defRPr sz="1800" b="1">
                <a:solidFill>
                  <a:schemeClr val="bg1"/>
                </a:solidFill>
                <a:latin typeface="Avenir Next LT Pro" panose="020B0504020202020204" pitchFamily="34" charset="0"/>
              </a:defRPr>
            </a:lvl1pPr>
            <a:lvl2pPr marL="457200" indent="0">
              <a:buNone/>
              <a:defRPr sz="105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 algn="l">
              <a:buNone/>
              <a:defRPr sz="900"/>
            </a:lvl5pPr>
          </a:lstStyle>
          <a:p>
            <a:pPr lvl="0"/>
            <a:r>
              <a:rPr lang="en-US" dirty="0"/>
              <a:t>888</a:t>
            </a:r>
          </a:p>
        </p:txBody>
      </p:sp>
      <p:sp>
        <p:nvSpPr>
          <p:cNvPr id="6" name="songbook_logo">
            <a:extLst>
              <a:ext uri="{FF2B5EF4-FFF2-40B4-BE49-F238E27FC236}">
                <a16:creationId xmlns:a16="http://schemas.microsoft.com/office/drawing/2014/main" id="{137C8DEF-D234-4CF7-B2B7-D99941A16A3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097280" y="5146320"/>
            <a:ext cx="365760" cy="361915"/>
          </a:xfrm>
          <a:prstGeom prst="roundRect">
            <a:avLst>
              <a:gd name="adj" fmla="val 50000"/>
            </a:avLst>
          </a:prstGeom>
        </p:spPr>
        <p:txBody>
          <a:bodyPr/>
          <a:lstStyle>
            <a:lvl1pPr marL="0" indent="0" algn="ctr">
              <a:buNone/>
              <a:defRPr sz="1400"/>
            </a:lvl1pPr>
          </a:lstStyle>
          <a:p>
            <a:r>
              <a:rPr lang="en-US" dirty="0"/>
              <a:t>Songbook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604A485-3738-4C04-81B8-D532D3482A4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083869" y="5097592"/>
            <a:ext cx="2951596" cy="361915"/>
          </a:xfrm>
          <a:prstGeom prst="rect">
            <a:avLst/>
          </a:prstGeom>
        </p:spPr>
        <p:txBody>
          <a:bodyPr wrap="none" lIns="0" tIns="0" rIns="0" bIns="0" anchor="ctr"/>
          <a:lstStyle>
            <a:lvl1pPr marL="0" indent="0">
              <a:lnSpc>
                <a:spcPts val="1600"/>
              </a:lnSpc>
              <a:spcBef>
                <a:spcPts val="0"/>
              </a:spcBef>
              <a:buNone/>
              <a:defRPr sz="2000" cap="small" baseline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venir Next LT Pro" panose="020B0504020202020204" pitchFamily="34" charset="0"/>
              </a:defRPr>
            </a:lvl1pPr>
          </a:lstStyle>
          <a:p>
            <a:pPr lvl="0"/>
            <a:r>
              <a:rPr lang="en-US" sz="1600" dirty="0"/>
              <a:t>Song Title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50B753F-E541-4C9F-B669-A910A156CE6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083869" y="5369019"/>
            <a:ext cx="2951596" cy="180975"/>
          </a:xfrm>
          <a:prstGeom prst="rect">
            <a:avLst/>
          </a:prstGeom>
        </p:spPr>
        <p:txBody>
          <a:bodyPr tIns="0" bIns="0" anchor="ctr"/>
          <a:lstStyle>
            <a:lvl1pPr marL="0" indent="0">
              <a:buNone/>
              <a:defRPr sz="90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venir Next LT Pro" panose="020B0504020202020204" pitchFamily="34" charset="0"/>
              </a:defRPr>
            </a:lvl1pPr>
          </a:lstStyle>
          <a:p>
            <a:pPr lvl="0"/>
            <a:r>
              <a:rPr lang="en-US" sz="700" dirty="0"/>
              <a:t>Copyright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F0ED832-0344-4740-AF3C-8E33EC7E5375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118872" y="457200"/>
            <a:ext cx="914400" cy="4297680"/>
          </a:xfrm>
          <a:prstGeom prst="roundRect">
            <a:avLst>
              <a:gd name="adj" fmla="val 28004"/>
            </a:avLst>
          </a:prstGeom>
          <a:solidFill>
            <a:srgbClr val="FFFFFF">
              <a:alpha val="14902"/>
            </a:srgbClr>
          </a:solidFill>
          <a:ln w="6350" cap="flat" cmpd="sng" algn="ctr">
            <a:noFill/>
            <a:prstDash val="solid"/>
            <a:miter lim="800000"/>
          </a:ln>
          <a:effectLst/>
        </p:spPr>
        <p:txBody>
          <a:bodyPr vert="horz" lIns="91440" tIns="45720" rIns="91440" bIns="45720" rtlCol="0" anchor="ctr">
            <a:noAutofit/>
          </a:bodyPr>
          <a:lstStyle>
            <a:lvl1pPr marL="0" indent="0">
              <a:buFontTx/>
              <a:buNone/>
              <a:defRPr lang="en-US" sz="1400" b="0" dirty="0">
                <a:solidFill>
                  <a:schemeClr val="bg1"/>
                </a:solidFill>
              </a:defRPr>
            </a:lvl1pPr>
          </a:lstStyle>
          <a:p>
            <a:pPr marL="228600" lvl="0" indent="-228600" algn="ctr" defTabSz="685800">
              <a:spcBef>
                <a:spcPts val="750"/>
              </a:spcBef>
            </a:pP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0E80279-BD62-43D8-9181-D59FD7657BA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31520" y="118872"/>
            <a:ext cx="8229600" cy="4937760"/>
          </a:xfrm>
          <a:prstGeom prst="roundRect">
            <a:avLst>
              <a:gd name="adj" fmla="val 4465"/>
            </a:avLst>
          </a:prstGeom>
          <a:effectLst>
            <a:outerShdw blurRad="127000" sx="101000" sy="101000" algn="ctr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8" name="Picture Placeholder 17">
            <a:extLst>
              <a:ext uri="{FF2B5EF4-FFF2-40B4-BE49-F238E27FC236}">
                <a16:creationId xmlns:a16="http://schemas.microsoft.com/office/drawing/2014/main" id="{DA5B166A-A382-4219-AA09-0C1C23FB1184}"/>
              </a:ext>
            </a:extLst>
          </p:cNvPr>
          <p:cNvSpPr>
            <a:spLocks noGrp="1" noChangeAspect="1"/>
          </p:cNvSpPr>
          <p:nvPr>
            <p:ph type="pic" sz="quarter" idx="20"/>
          </p:nvPr>
        </p:nvSpPr>
        <p:spPr>
          <a:xfrm>
            <a:off x="8157642" y="5144907"/>
            <a:ext cx="367371" cy="365760"/>
          </a:xfrm>
          <a:prstGeom prst="ellipse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B8B0EA83-2871-4B3A-BFBF-045B9CAC9BD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117393" y="5102352"/>
            <a:ext cx="2951596" cy="361950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lnSpc>
                <a:spcPts val="16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egreya Sans Medium" panose="00000600000000000000" pitchFamily="50" charset="0"/>
              </a:defRPr>
            </a:lvl1pPr>
          </a:lstStyle>
          <a:p>
            <a:pPr lvl="0"/>
            <a:r>
              <a:rPr lang="en-US" dirty="0">
                <a:latin typeface="Alegreya Sans Medium" panose="00000600000000000000" pitchFamily="50" charset="0"/>
              </a:rPr>
              <a:t>Song Title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54F2E3-7906-407E-A077-833997EA9730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17393" y="5369020"/>
            <a:ext cx="2893403" cy="180974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buFont typeface="Arial" panose="020B0604020202020204" pitchFamily="34" charset="0"/>
              <a:buNone/>
              <a:defRPr sz="90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egreya Sans Medium" panose="00000600000000000000" pitchFamily="50" charset="0"/>
              </a:defRPr>
            </a:lvl1pPr>
          </a:lstStyle>
          <a:p>
            <a:pPr lvl="0"/>
            <a:r>
              <a:rPr lang="en-US" dirty="0"/>
              <a:t>Translation</a:t>
            </a:r>
          </a:p>
        </p:txBody>
      </p:sp>
      <p:sp>
        <p:nvSpPr>
          <p:cNvPr id="13" name="highlight">
            <a:extLst>
              <a:ext uri="{FF2B5EF4-FFF2-40B4-BE49-F238E27FC236}">
                <a16:creationId xmlns:a16="http://schemas.microsoft.com/office/drawing/2014/main" id="{A899190C-0700-477D-A65F-234791936260}"/>
              </a:ext>
            </a:extLst>
          </p:cNvPr>
          <p:cNvSpPr>
            <a:spLocks noGrp="1"/>
          </p:cNvSpPr>
          <p:nvPr>
            <p:ph sz="quarter" idx="42" hasCustomPrompt="1"/>
          </p:nvPr>
        </p:nvSpPr>
        <p:spPr>
          <a:xfrm flipH="1" flipV="1">
            <a:off x="1725613" y="2344738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FFFFFF">
              <a:alpha val="50196"/>
            </a:srgbClr>
          </a:solidFill>
        </p:spPr>
        <p:txBody>
          <a:bodyPr/>
          <a:lstStyle>
            <a:lvl1pPr algn="ctr">
              <a:buNone/>
              <a:defRPr/>
            </a:lvl1pPr>
          </a:lstStyle>
          <a:p>
            <a:pPr lvl="0"/>
            <a:r>
              <a:rPr lang="en-US" dirty="0"/>
              <a:t>H</a:t>
            </a:r>
          </a:p>
        </p:txBody>
      </p:sp>
      <p:sp>
        <p:nvSpPr>
          <p:cNvPr id="12" name="verse bubble 1">
            <a:extLst>
              <a:ext uri="{FF2B5EF4-FFF2-40B4-BE49-F238E27FC236}">
                <a16:creationId xmlns:a16="http://schemas.microsoft.com/office/drawing/2014/main" id="{10E014E7-AD5E-4627-BBCE-C729EE422E1E}"/>
              </a:ext>
            </a:extLst>
          </p:cNvPr>
          <p:cNvSpPr>
            <a:spLocks noGrp="1" noChangeAspect="1"/>
          </p:cNvSpPr>
          <p:nvPr>
            <p:ph type="body" sz="quarter" idx="24" hasCustomPrompt="1"/>
          </p:nvPr>
        </p:nvSpPr>
        <p:spPr>
          <a:xfrm>
            <a:off x="1730375" y="979489"/>
            <a:ext cx="365760" cy="361915"/>
          </a:xfrm>
          <a:prstGeom prst="ellipse">
            <a:avLst/>
          </a:prstGeom>
          <a:solidFill>
            <a:srgbClr val="C80000"/>
          </a:solidFill>
        </p:spPr>
        <p:txBody>
          <a:bodyPr anchor="ctr"/>
          <a:lstStyle>
            <a:lvl1pPr algn="ctr">
              <a:buNone/>
              <a:defRPr/>
            </a:lvl1pPr>
          </a:lstStyle>
          <a:p>
            <a:pPr lvl="0"/>
            <a:r>
              <a:rPr lang="en-US" dirty="0"/>
              <a:t>N</a:t>
            </a:r>
          </a:p>
        </p:txBody>
      </p:sp>
      <p:sp>
        <p:nvSpPr>
          <p:cNvPr id="14" name="verse bubble 2">
            <a:extLst>
              <a:ext uri="{FF2B5EF4-FFF2-40B4-BE49-F238E27FC236}">
                <a16:creationId xmlns:a16="http://schemas.microsoft.com/office/drawing/2014/main" id="{259582AF-2007-4C65-AE5E-62E5D641A2A9}"/>
              </a:ext>
            </a:extLst>
          </p:cNvPr>
          <p:cNvSpPr>
            <a:spLocks noGrp="1" noChangeAspect="1"/>
          </p:cNvSpPr>
          <p:nvPr>
            <p:ph type="body" sz="quarter" idx="27" hasCustomPrompt="1"/>
          </p:nvPr>
        </p:nvSpPr>
        <p:spPr>
          <a:xfrm>
            <a:off x="2170158" y="979489"/>
            <a:ext cx="365760" cy="361915"/>
          </a:xfrm>
          <a:prstGeom prst="ellipse">
            <a:avLst/>
          </a:prstGeom>
          <a:solidFill>
            <a:srgbClr val="C80000"/>
          </a:solidFill>
        </p:spPr>
        <p:txBody>
          <a:bodyPr anchor="ctr"/>
          <a:lstStyle>
            <a:lvl1pPr algn="ctr">
              <a:buNone/>
              <a:defRPr/>
            </a:lvl1pPr>
          </a:lstStyle>
          <a:p>
            <a:pPr lvl="0"/>
            <a:r>
              <a:rPr lang="en-US" dirty="0"/>
              <a:t>N</a:t>
            </a:r>
          </a:p>
        </p:txBody>
      </p:sp>
      <p:sp>
        <p:nvSpPr>
          <p:cNvPr id="15" name="verse bubble 3">
            <a:extLst>
              <a:ext uri="{FF2B5EF4-FFF2-40B4-BE49-F238E27FC236}">
                <a16:creationId xmlns:a16="http://schemas.microsoft.com/office/drawing/2014/main" id="{0F99BFD7-E18F-48B7-85B0-2381A1A27BBC}"/>
              </a:ext>
            </a:extLst>
          </p:cNvPr>
          <p:cNvSpPr>
            <a:spLocks noGrp="1" noChangeAspect="1"/>
          </p:cNvSpPr>
          <p:nvPr>
            <p:ph type="body" sz="quarter" idx="28" hasCustomPrompt="1"/>
          </p:nvPr>
        </p:nvSpPr>
        <p:spPr>
          <a:xfrm>
            <a:off x="2609941" y="979489"/>
            <a:ext cx="365760" cy="361915"/>
          </a:xfrm>
          <a:prstGeom prst="ellipse">
            <a:avLst/>
          </a:prstGeom>
          <a:solidFill>
            <a:srgbClr val="C80000"/>
          </a:solidFill>
        </p:spPr>
        <p:txBody>
          <a:bodyPr anchor="ctr"/>
          <a:lstStyle>
            <a:lvl1pPr algn="ctr">
              <a:buNone/>
              <a:defRPr/>
            </a:lvl1pPr>
          </a:lstStyle>
          <a:p>
            <a:pPr lvl="0"/>
            <a:r>
              <a:rPr lang="en-US" dirty="0"/>
              <a:t>N</a:t>
            </a:r>
          </a:p>
        </p:txBody>
      </p:sp>
      <p:sp>
        <p:nvSpPr>
          <p:cNvPr id="16" name="verse bubble 4">
            <a:extLst>
              <a:ext uri="{FF2B5EF4-FFF2-40B4-BE49-F238E27FC236}">
                <a16:creationId xmlns:a16="http://schemas.microsoft.com/office/drawing/2014/main" id="{A3D2E26D-2971-45FB-B7E2-C9BC3040514C}"/>
              </a:ext>
            </a:extLst>
          </p:cNvPr>
          <p:cNvSpPr>
            <a:spLocks noGrp="1" noChangeAspect="1"/>
          </p:cNvSpPr>
          <p:nvPr>
            <p:ph type="body" sz="quarter" idx="29" hasCustomPrompt="1"/>
          </p:nvPr>
        </p:nvSpPr>
        <p:spPr>
          <a:xfrm>
            <a:off x="3049724" y="979489"/>
            <a:ext cx="365760" cy="361915"/>
          </a:xfrm>
          <a:prstGeom prst="ellipse">
            <a:avLst/>
          </a:prstGeom>
          <a:solidFill>
            <a:srgbClr val="C80000"/>
          </a:solidFill>
        </p:spPr>
        <p:txBody>
          <a:bodyPr anchor="ctr"/>
          <a:lstStyle>
            <a:lvl1pPr algn="ctr">
              <a:buNone/>
              <a:defRPr/>
            </a:lvl1pPr>
          </a:lstStyle>
          <a:p>
            <a:pPr lvl="0"/>
            <a:r>
              <a:rPr lang="en-US" dirty="0"/>
              <a:t>N</a:t>
            </a:r>
          </a:p>
        </p:txBody>
      </p:sp>
      <p:sp>
        <p:nvSpPr>
          <p:cNvPr id="17" name="verse bubble 5">
            <a:extLst>
              <a:ext uri="{FF2B5EF4-FFF2-40B4-BE49-F238E27FC236}">
                <a16:creationId xmlns:a16="http://schemas.microsoft.com/office/drawing/2014/main" id="{CB38EF52-0BA5-42C8-A054-AD96B4FA24E6}"/>
              </a:ext>
            </a:extLst>
          </p:cNvPr>
          <p:cNvSpPr>
            <a:spLocks noGrp="1" noChangeAspect="1"/>
          </p:cNvSpPr>
          <p:nvPr>
            <p:ph type="body" sz="quarter" idx="30" hasCustomPrompt="1"/>
          </p:nvPr>
        </p:nvSpPr>
        <p:spPr>
          <a:xfrm>
            <a:off x="3489507" y="979489"/>
            <a:ext cx="365760" cy="361915"/>
          </a:xfrm>
          <a:prstGeom prst="ellipse">
            <a:avLst/>
          </a:prstGeom>
          <a:solidFill>
            <a:srgbClr val="C80000"/>
          </a:solidFill>
        </p:spPr>
        <p:txBody>
          <a:bodyPr anchor="ctr"/>
          <a:lstStyle>
            <a:lvl1pPr algn="ctr">
              <a:buNone/>
              <a:defRPr/>
            </a:lvl1pPr>
          </a:lstStyle>
          <a:p>
            <a:pPr lvl="0"/>
            <a:r>
              <a:rPr lang="en-US" dirty="0"/>
              <a:t>N</a:t>
            </a:r>
          </a:p>
        </p:txBody>
      </p:sp>
      <p:sp>
        <p:nvSpPr>
          <p:cNvPr id="19" name="verse bubble 6">
            <a:extLst>
              <a:ext uri="{FF2B5EF4-FFF2-40B4-BE49-F238E27FC236}">
                <a16:creationId xmlns:a16="http://schemas.microsoft.com/office/drawing/2014/main" id="{6E195C6A-FCF9-4725-A12B-4C907FAC9CC7}"/>
              </a:ext>
            </a:extLst>
          </p:cNvPr>
          <p:cNvSpPr>
            <a:spLocks noGrp="1" noChangeAspect="1"/>
          </p:cNvSpPr>
          <p:nvPr>
            <p:ph type="body" sz="quarter" idx="31" hasCustomPrompt="1"/>
          </p:nvPr>
        </p:nvSpPr>
        <p:spPr>
          <a:xfrm>
            <a:off x="3929290" y="979489"/>
            <a:ext cx="365760" cy="361915"/>
          </a:xfrm>
          <a:prstGeom prst="ellipse">
            <a:avLst/>
          </a:prstGeom>
          <a:solidFill>
            <a:srgbClr val="C80000"/>
          </a:solidFill>
        </p:spPr>
        <p:txBody>
          <a:bodyPr anchor="ctr"/>
          <a:lstStyle>
            <a:lvl1pPr algn="ctr">
              <a:buNone/>
              <a:defRPr/>
            </a:lvl1pPr>
          </a:lstStyle>
          <a:p>
            <a:pPr lvl="0"/>
            <a:r>
              <a:rPr lang="en-US" dirty="0"/>
              <a:t>N</a:t>
            </a:r>
          </a:p>
        </p:txBody>
      </p:sp>
      <p:sp>
        <p:nvSpPr>
          <p:cNvPr id="21" name="verse bubble 7">
            <a:extLst>
              <a:ext uri="{FF2B5EF4-FFF2-40B4-BE49-F238E27FC236}">
                <a16:creationId xmlns:a16="http://schemas.microsoft.com/office/drawing/2014/main" id="{B3D5AC04-0626-495C-9F7B-5714DA7938E5}"/>
              </a:ext>
            </a:extLst>
          </p:cNvPr>
          <p:cNvSpPr>
            <a:spLocks noGrp="1" noChangeAspect="1"/>
          </p:cNvSpPr>
          <p:nvPr>
            <p:ph type="body" sz="quarter" idx="32" hasCustomPrompt="1"/>
          </p:nvPr>
        </p:nvSpPr>
        <p:spPr>
          <a:xfrm>
            <a:off x="4369073" y="979489"/>
            <a:ext cx="365760" cy="361915"/>
          </a:xfrm>
          <a:prstGeom prst="ellipse">
            <a:avLst/>
          </a:prstGeom>
          <a:solidFill>
            <a:srgbClr val="C80000"/>
          </a:solidFill>
        </p:spPr>
        <p:txBody>
          <a:bodyPr anchor="ctr"/>
          <a:lstStyle>
            <a:lvl1pPr algn="ctr">
              <a:buNone/>
              <a:defRPr/>
            </a:lvl1pPr>
          </a:lstStyle>
          <a:p>
            <a:pPr lvl="0"/>
            <a:r>
              <a:rPr lang="en-US" dirty="0"/>
              <a:t>N</a:t>
            </a:r>
          </a:p>
        </p:txBody>
      </p:sp>
      <p:sp>
        <p:nvSpPr>
          <p:cNvPr id="22" name="verse bubble 8">
            <a:extLst>
              <a:ext uri="{FF2B5EF4-FFF2-40B4-BE49-F238E27FC236}">
                <a16:creationId xmlns:a16="http://schemas.microsoft.com/office/drawing/2014/main" id="{34F67621-337B-4BBD-863F-A76519F8AF46}"/>
              </a:ext>
            </a:extLst>
          </p:cNvPr>
          <p:cNvSpPr>
            <a:spLocks noGrp="1" noChangeAspect="1"/>
          </p:cNvSpPr>
          <p:nvPr>
            <p:ph type="body" sz="quarter" idx="33" hasCustomPrompt="1"/>
          </p:nvPr>
        </p:nvSpPr>
        <p:spPr>
          <a:xfrm>
            <a:off x="4808856" y="979489"/>
            <a:ext cx="365760" cy="361915"/>
          </a:xfrm>
          <a:prstGeom prst="ellipse">
            <a:avLst/>
          </a:prstGeom>
          <a:solidFill>
            <a:srgbClr val="C80000"/>
          </a:solidFill>
        </p:spPr>
        <p:txBody>
          <a:bodyPr anchor="ctr"/>
          <a:lstStyle>
            <a:lvl1pPr algn="ctr">
              <a:buNone/>
              <a:defRPr/>
            </a:lvl1pPr>
          </a:lstStyle>
          <a:p>
            <a:pPr lvl="0"/>
            <a:r>
              <a:rPr lang="en-US" dirty="0"/>
              <a:t>N</a:t>
            </a:r>
          </a:p>
        </p:txBody>
      </p:sp>
      <p:sp>
        <p:nvSpPr>
          <p:cNvPr id="23" name="verse bubble 9">
            <a:extLst>
              <a:ext uri="{FF2B5EF4-FFF2-40B4-BE49-F238E27FC236}">
                <a16:creationId xmlns:a16="http://schemas.microsoft.com/office/drawing/2014/main" id="{F929F94E-4FE0-41D1-A2A6-A7DAC386EFB4}"/>
              </a:ext>
            </a:extLst>
          </p:cNvPr>
          <p:cNvSpPr>
            <a:spLocks noGrp="1" noChangeAspect="1"/>
          </p:cNvSpPr>
          <p:nvPr>
            <p:ph type="body" sz="quarter" idx="34" hasCustomPrompt="1"/>
          </p:nvPr>
        </p:nvSpPr>
        <p:spPr>
          <a:xfrm>
            <a:off x="5248639" y="979489"/>
            <a:ext cx="365760" cy="361915"/>
          </a:xfrm>
          <a:prstGeom prst="ellipse">
            <a:avLst/>
          </a:prstGeom>
          <a:solidFill>
            <a:srgbClr val="C80000"/>
          </a:solidFill>
        </p:spPr>
        <p:txBody>
          <a:bodyPr anchor="ctr"/>
          <a:lstStyle>
            <a:lvl1pPr algn="ctr">
              <a:buNone/>
              <a:defRPr/>
            </a:lvl1pPr>
          </a:lstStyle>
          <a:p>
            <a:pPr lvl="0"/>
            <a:r>
              <a:rPr lang="en-US" dirty="0"/>
              <a:t>N</a:t>
            </a:r>
          </a:p>
        </p:txBody>
      </p:sp>
      <p:sp>
        <p:nvSpPr>
          <p:cNvPr id="24" name="verse bubble 10">
            <a:extLst>
              <a:ext uri="{FF2B5EF4-FFF2-40B4-BE49-F238E27FC236}">
                <a16:creationId xmlns:a16="http://schemas.microsoft.com/office/drawing/2014/main" id="{389786B5-0C94-44CF-8785-7C3C68D07790}"/>
              </a:ext>
            </a:extLst>
          </p:cNvPr>
          <p:cNvSpPr>
            <a:spLocks noGrp="1" noChangeAspect="1"/>
          </p:cNvSpPr>
          <p:nvPr>
            <p:ph type="body" sz="quarter" idx="35" hasCustomPrompt="1"/>
          </p:nvPr>
        </p:nvSpPr>
        <p:spPr>
          <a:xfrm>
            <a:off x="5688422" y="979489"/>
            <a:ext cx="365760" cy="361915"/>
          </a:xfrm>
          <a:prstGeom prst="ellipse">
            <a:avLst/>
          </a:prstGeom>
          <a:solidFill>
            <a:srgbClr val="C80000"/>
          </a:solidFill>
        </p:spPr>
        <p:txBody>
          <a:bodyPr anchor="ctr"/>
          <a:lstStyle>
            <a:lvl1pPr algn="ctr">
              <a:buNone/>
              <a:defRPr/>
            </a:lvl1pPr>
          </a:lstStyle>
          <a:p>
            <a:pPr lvl="0"/>
            <a:r>
              <a:rPr lang="en-US" dirty="0"/>
              <a:t>N</a:t>
            </a:r>
          </a:p>
        </p:txBody>
      </p:sp>
      <p:sp>
        <p:nvSpPr>
          <p:cNvPr id="25" name="verse bubble 11">
            <a:extLst>
              <a:ext uri="{FF2B5EF4-FFF2-40B4-BE49-F238E27FC236}">
                <a16:creationId xmlns:a16="http://schemas.microsoft.com/office/drawing/2014/main" id="{BFE21B06-65DF-43AE-9B0A-D8C7D1F3C07D}"/>
              </a:ext>
            </a:extLst>
          </p:cNvPr>
          <p:cNvSpPr>
            <a:spLocks noGrp="1" noChangeAspect="1"/>
          </p:cNvSpPr>
          <p:nvPr>
            <p:ph type="body" sz="quarter" idx="36" hasCustomPrompt="1"/>
          </p:nvPr>
        </p:nvSpPr>
        <p:spPr>
          <a:xfrm>
            <a:off x="6128205" y="979489"/>
            <a:ext cx="365760" cy="361915"/>
          </a:xfrm>
          <a:prstGeom prst="ellipse">
            <a:avLst/>
          </a:prstGeom>
          <a:solidFill>
            <a:srgbClr val="C80000"/>
          </a:solidFill>
        </p:spPr>
        <p:txBody>
          <a:bodyPr anchor="ctr"/>
          <a:lstStyle>
            <a:lvl1pPr algn="ctr">
              <a:buNone/>
              <a:defRPr/>
            </a:lvl1pPr>
          </a:lstStyle>
          <a:p>
            <a:pPr lvl="0"/>
            <a:r>
              <a:rPr lang="en-US" dirty="0"/>
              <a:t>N</a:t>
            </a:r>
          </a:p>
        </p:txBody>
      </p:sp>
      <p:sp>
        <p:nvSpPr>
          <p:cNvPr id="26" name="verse bubble 12">
            <a:extLst>
              <a:ext uri="{FF2B5EF4-FFF2-40B4-BE49-F238E27FC236}">
                <a16:creationId xmlns:a16="http://schemas.microsoft.com/office/drawing/2014/main" id="{9825D956-414D-4DA3-86AE-A00E538964E7}"/>
              </a:ext>
            </a:extLst>
          </p:cNvPr>
          <p:cNvSpPr>
            <a:spLocks noGrp="1" noChangeAspect="1"/>
          </p:cNvSpPr>
          <p:nvPr>
            <p:ph type="body" sz="quarter" idx="37" hasCustomPrompt="1"/>
          </p:nvPr>
        </p:nvSpPr>
        <p:spPr>
          <a:xfrm>
            <a:off x="6567988" y="979489"/>
            <a:ext cx="365760" cy="361915"/>
          </a:xfrm>
          <a:prstGeom prst="ellipse">
            <a:avLst/>
          </a:prstGeom>
          <a:solidFill>
            <a:srgbClr val="C80000"/>
          </a:solidFill>
        </p:spPr>
        <p:txBody>
          <a:bodyPr anchor="ctr"/>
          <a:lstStyle>
            <a:lvl1pPr algn="ctr">
              <a:buNone/>
              <a:defRPr/>
            </a:lvl1pPr>
          </a:lstStyle>
          <a:p>
            <a:pPr lvl="0"/>
            <a:r>
              <a:rPr lang="en-US" dirty="0"/>
              <a:t>N</a:t>
            </a:r>
          </a:p>
        </p:txBody>
      </p:sp>
      <p:sp>
        <p:nvSpPr>
          <p:cNvPr id="31" name="arrow 1">
            <a:extLst>
              <a:ext uri="{FF2B5EF4-FFF2-40B4-BE49-F238E27FC236}">
                <a16:creationId xmlns:a16="http://schemas.microsoft.com/office/drawing/2014/main" id="{7476E0B6-96A7-41D7-90A5-49CA75BDB350}"/>
              </a:ext>
            </a:extLst>
          </p:cNvPr>
          <p:cNvSpPr>
            <a:spLocks noGrp="1"/>
          </p:cNvSpPr>
          <p:nvPr>
            <p:ph sz="quarter" idx="38" hasCustomPrompt="1"/>
          </p:nvPr>
        </p:nvSpPr>
        <p:spPr>
          <a:xfrm>
            <a:off x="1725485" y="1703353"/>
            <a:ext cx="361915" cy="361915"/>
          </a:xfrm>
          <a:prstGeom prst="downArrow">
            <a:avLst>
              <a:gd name="adj1" fmla="val 50000"/>
              <a:gd name="adj2" fmla="val 75733"/>
            </a:avLst>
          </a:prstGeom>
          <a:solidFill>
            <a:schemeClr val="tx1"/>
          </a:solidFill>
        </p:spPr>
        <p:txBody>
          <a:bodyPr anchor="ctr"/>
          <a:lstStyle>
            <a:lvl1pPr algn="ctr">
              <a:buNone/>
              <a:defRPr>
                <a:solidFill>
                  <a:srgbClr val="2F6B33"/>
                </a:solidFill>
              </a:defRPr>
            </a:lvl1pPr>
          </a:lstStyle>
          <a:p>
            <a:pPr lvl="0"/>
            <a:r>
              <a:rPr lang="en-US" dirty="0"/>
              <a:t>A</a:t>
            </a:r>
          </a:p>
        </p:txBody>
      </p:sp>
      <p:sp>
        <p:nvSpPr>
          <p:cNvPr id="32" name="arrow 2">
            <a:extLst>
              <a:ext uri="{FF2B5EF4-FFF2-40B4-BE49-F238E27FC236}">
                <a16:creationId xmlns:a16="http://schemas.microsoft.com/office/drawing/2014/main" id="{E8AC0966-4CED-42BF-A748-5F55C6EA79F4}"/>
              </a:ext>
            </a:extLst>
          </p:cNvPr>
          <p:cNvSpPr>
            <a:spLocks noGrp="1"/>
          </p:cNvSpPr>
          <p:nvPr>
            <p:ph sz="quarter" idx="39" hasCustomPrompt="1"/>
          </p:nvPr>
        </p:nvSpPr>
        <p:spPr>
          <a:xfrm>
            <a:off x="2170158" y="1706317"/>
            <a:ext cx="361915" cy="361915"/>
          </a:xfrm>
          <a:prstGeom prst="downArrow">
            <a:avLst>
              <a:gd name="adj1" fmla="val 50000"/>
              <a:gd name="adj2" fmla="val 75733"/>
            </a:avLst>
          </a:prstGeom>
          <a:solidFill>
            <a:schemeClr val="tx1"/>
          </a:solidFill>
        </p:spPr>
        <p:txBody>
          <a:bodyPr anchor="ctr"/>
          <a:lstStyle>
            <a:lvl1pPr algn="ctr">
              <a:buNone/>
              <a:defRPr>
                <a:solidFill>
                  <a:srgbClr val="2F6B33"/>
                </a:solidFill>
              </a:defRPr>
            </a:lvl1pPr>
          </a:lstStyle>
          <a:p>
            <a:pPr lvl="0"/>
            <a:r>
              <a:rPr lang="en-US" dirty="0"/>
              <a:t>A</a:t>
            </a:r>
          </a:p>
        </p:txBody>
      </p:sp>
      <p:sp>
        <p:nvSpPr>
          <p:cNvPr id="33" name="arrow 3">
            <a:extLst>
              <a:ext uri="{FF2B5EF4-FFF2-40B4-BE49-F238E27FC236}">
                <a16:creationId xmlns:a16="http://schemas.microsoft.com/office/drawing/2014/main" id="{FAF836BF-3BD9-4BBE-B038-CEBB384FC639}"/>
              </a:ext>
            </a:extLst>
          </p:cNvPr>
          <p:cNvSpPr>
            <a:spLocks noGrp="1"/>
          </p:cNvSpPr>
          <p:nvPr>
            <p:ph sz="quarter" idx="40" hasCustomPrompt="1"/>
          </p:nvPr>
        </p:nvSpPr>
        <p:spPr>
          <a:xfrm>
            <a:off x="2614831" y="1709281"/>
            <a:ext cx="361915" cy="361915"/>
          </a:xfrm>
          <a:prstGeom prst="downArrow">
            <a:avLst>
              <a:gd name="adj1" fmla="val 50000"/>
              <a:gd name="adj2" fmla="val 75733"/>
            </a:avLst>
          </a:prstGeom>
          <a:solidFill>
            <a:schemeClr val="tx1"/>
          </a:solidFill>
        </p:spPr>
        <p:txBody>
          <a:bodyPr anchor="ctr"/>
          <a:lstStyle>
            <a:lvl1pPr algn="ctr">
              <a:buNone/>
              <a:defRPr>
                <a:solidFill>
                  <a:srgbClr val="2F6B33"/>
                </a:solidFill>
              </a:defRPr>
            </a:lvl1pPr>
          </a:lstStyle>
          <a:p>
            <a:pPr lvl="0"/>
            <a:r>
              <a:rPr lang="en-US" dirty="0"/>
              <a:t>A</a:t>
            </a:r>
          </a:p>
        </p:txBody>
      </p:sp>
      <p:sp>
        <p:nvSpPr>
          <p:cNvPr id="34" name="arrow 4">
            <a:extLst>
              <a:ext uri="{FF2B5EF4-FFF2-40B4-BE49-F238E27FC236}">
                <a16:creationId xmlns:a16="http://schemas.microsoft.com/office/drawing/2014/main" id="{DD61458B-021A-421D-B2CB-55FDB3D74662}"/>
              </a:ext>
            </a:extLst>
          </p:cNvPr>
          <p:cNvSpPr>
            <a:spLocks noGrp="1"/>
          </p:cNvSpPr>
          <p:nvPr>
            <p:ph sz="quarter" idx="41" hasCustomPrompt="1"/>
          </p:nvPr>
        </p:nvSpPr>
        <p:spPr>
          <a:xfrm>
            <a:off x="3059504" y="1712245"/>
            <a:ext cx="361915" cy="361915"/>
          </a:xfrm>
          <a:prstGeom prst="downArrow">
            <a:avLst>
              <a:gd name="adj1" fmla="val 50000"/>
              <a:gd name="adj2" fmla="val 75733"/>
            </a:avLst>
          </a:prstGeom>
          <a:solidFill>
            <a:schemeClr val="tx1"/>
          </a:solidFill>
        </p:spPr>
        <p:txBody>
          <a:bodyPr anchor="ctr"/>
          <a:lstStyle>
            <a:lvl1pPr algn="ctr">
              <a:buNone/>
              <a:defRPr>
                <a:solidFill>
                  <a:srgbClr val="2F6B33"/>
                </a:solidFill>
              </a:defRPr>
            </a:lvl1pPr>
          </a:lstStyle>
          <a:p>
            <a:pPr lvl="0"/>
            <a:r>
              <a:rPr lang="en-US" dirty="0"/>
              <a:t>A</a:t>
            </a:r>
          </a:p>
        </p:txBody>
      </p:sp>
      <p:sp>
        <p:nvSpPr>
          <p:cNvPr id="35" name="coda">
            <a:extLst>
              <a:ext uri="{FF2B5EF4-FFF2-40B4-BE49-F238E27FC236}">
                <a16:creationId xmlns:a16="http://schemas.microsoft.com/office/drawing/2014/main" id="{5D05FB20-A57F-4C7D-BB57-63334EF65B9F}"/>
              </a:ext>
            </a:extLst>
          </p:cNvPr>
          <p:cNvSpPr>
            <a:spLocks noGrp="1"/>
          </p:cNvSpPr>
          <p:nvPr>
            <p:ph type="pic" sz="quarter" idx="43"/>
          </p:nvPr>
        </p:nvSpPr>
        <p:spPr>
          <a:xfrm>
            <a:off x="1690688" y="2887663"/>
            <a:ext cx="365760" cy="365760"/>
          </a:xfrm>
          <a:prstGeom prst="ellipse">
            <a:avLst/>
          </a:prstGeom>
          <a:noFill/>
        </p:spPr>
        <p:txBody>
          <a:bodyPr/>
          <a:lstStyle>
            <a:lvl1pPr>
              <a:buNone/>
              <a:defRPr/>
            </a:lvl1pPr>
          </a:lstStyle>
          <a:p>
            <a:r>
              <a:rPr lang="en-US" dirty="0"/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2353061281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3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2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4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1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16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17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19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21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22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23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24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2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26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31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32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500"/>
                                        <p:tgtEl>
                                          <p:spTgt spid="33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500"/>
                                        <p:tgtEl>
                                          <p:spTgt spid="3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500"/>
                                        <p:tgtEl>
                                          <p:spTgt spid="34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500"/>
                                        <p:tgtEl>
                                          <p:spTgt spid="3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build="p" animBg="1">
        <p:tmplLst>
          <p:tmpl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1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11"/>
                        </p:tgtEl>
                      </p:cBhvr>
                    </p:animEffect>
                  </p:childTnLst>
                </p:cTn>
              </p:par>
            </p:tnLst>
          </p:tmpl>
          <p:tmpl lvl="1">
            <p:tnLst>
              <p:par>
                <p:cTn presetID="10" presetClass="entr" presetSubtype="0" fill="hold" nodeType="withEffect" nodePh="1">
                  <p:stCondLst>
                    <p:cond delay="0"/>
                  </p:stCondLst>
                  <p:endCondLst>
                    <p:cond delay="0"/>
                  </p:end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1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11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3" grpId="0" build="p" animBg="1">
        <p:tmplLst>
          <p:tmpl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3"/>
                        </p:tgtEl>
                      </p:cBhvr>
                    </p:animEffect>
                  </p:childTnLst>
                </p:cTn>
              </p:par>
            </p:tnLst>
          </p:tmpl>
          <p:tmpl lvl="1"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3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6" grpId="0"/>
      <p:bldP spid="5" grpId="0" build="p">
        <p:tmplLst>
          <p:tmpl lvl="1"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5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8" grpId="0" build="p">
        <p:tmplLst>
          <p:tmpl lvl="1"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7" grpId="0" build="p" animBg="1">
        <p:tmplLst>
          <p:tmpl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7"/>
                        </p:tgtEl>
                      </p:cBhvr>
                    </p:animEffect>
                  </p:childTnLst>
                </p:cTn>
              </p:par>
            </p:tnLst>
          </p:tmpl>
          <p:tmpl lvl="1">
            <p:tnLst>
              <p:par>
                <p:cTn presetID="10" presetClass="entr" presetSubtype="0" fill="hold" nodeType="withEffect" nodePh="1">
                  <p:stCondLst>
                    <p:cond delay="0"/>
                  </p:stCondLst>
                  <p:endCondLst>
                    <p:cond delay="0"/>
                  </p:end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7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10" grpId="0"/>
      <p:bldP spid="18" grpId="0"/>
      <p:bldP spid="20" grpId="0" build="p">
        <p:tmplLst>
          <p:tmpl lvl="1"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0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20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4" grpId="0" build="p">
        <p:tmplLst>
          <p:tmpl lvl="1"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13" grpId="0" build="p" animBg="1">
        <p:tmplLst>
          <p:tmpl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13"/>
                        </p:tgtEl>
                      </p:cBhvr>
                    </p:animEffect>
                  </p:childTnLst>
                </p:cTn>
              </p:par>
            </p:tnLst>
          </p:tmpl>
          <p:tmpl lvl="1"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13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12" grpId="0" build="p" animBg="1">
        <p:tmplLst>
          <p:tmpl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2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12"/>
                        </p:tgtEl>
                      </p:cBhvr>
                    </p:animEffect>
                  </p:childTnLst>
                </p:cTn>
              </p:par>
            </p:tnLst>
          </p:tmpl>
          <p:tmpl lvl="1"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2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12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14" grpId="0" build="p" animBg="1">
        <p:tmplLst>
          <p:tmpl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14"/>
                        </p:tgtEl>
                      </p:cBhvr>
                    </p:animEffect>
                  </p:childTnLst>
                </p:cTn>
              </p:par>
            </p:tnLst>
          </p:tmpl>
          <p:tmpl lvl="1"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1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15" grpId="0" build="p" animBg="1">
        <p:tmplLst>
          <p:tmpl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15"/>
                        </p:tgtEl>
                      </p:cBhvr>
                    </p:animEffect>
                  </p:childTnLst>
                </p:cTn>
              </p:par>
            </p:tnLst>
          </p:tmpl>
          <p:tmpl lvl="1"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15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16" grpId="0" build="p" animBg="1">
        <p:tmplLst>
          <p:tmpl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6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16"/>
                        </p:tgtEl>
                      </p:cBhvr>
                    </p:animEffect>
                  </p:childTnLst>
                </p:cTn>
              </p:par>
            </p:tnLst>
          </p:tmpl>
          <p:tmpl lvl="1"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6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16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17" grpId="0" build="p" animBg="1">
        <p:tmplLst>
          <p:tmpl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17"/>
                        </p:tgtEl>
                      </p:cBhvr>
                    </p:animEffect>
                  </p:childTnLst>
                </p:cTn>
              </p:par>
            </p:tnLst>
          </p:tmpl>
          <p:tmpl lvl="1"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17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19" grpId="0" build="p" animBg="1">
        <p:tmplLst>
          <p:tmpl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19"/>
                        </p:tgtEl>
                      </p:cBhvr>
                    </p:animEffect>
                  </p:childTnLst>
                </p:cTn>
              </p:par>
            </p:tnLst>
          </p:tmpl>
          <p:tmpl lvl="1"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19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1" grpId="0" build="p" animBg="1">
        <p:tmplLst>
          <p:tmpl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1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21"/>
                        </p:tgtEl>
                      </p:cBhvr>
                    </p:animEffect>
                  </p:childTnLst>
                </p:cTn>
              </p:par>
            </p:tnLst>
          </p:tmpl>
          <p:tmpl lvl="1"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1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21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2" grpId="0" build="p" animBg="1">
        <p:tmplLst>
          <p:tmpl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2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22"/>
                        </p:tgtEl>
                      </p:cBhvr>
                    </p:animEffect>
                  </p:childTnLst>
                </p:cTn>
              </p:par>
            </p:tnLst>
          </p:tmpl>
          <p:tmpl lvl="1"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2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22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3" grpId="0" build="p" animBg="1">
        <p:tmplLst>
          <p:tmpl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23"/>
                        </p:tgtEl>
                      </p:cBhvr>
                    </p:animEffect>
                  </p:childTnLst>
                </p:cTn>
              </p:par>
            </p:tnLst>
          </p:tmpl>
          <p:tmpl lvl="1"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23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4" grpId="0" build="p" animBg="1">
        <p:tmplLst>
          <p:tmpl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24"/>
                        </p:tgtEl>
                      </p:cBhvr>
                    </p:animEffect>
                  </p:childTnLst>
                </p:cTn>
              </p:par>
            </p:tnLst>
          </p:tmpl>
          <p:tmpl lvl="1"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2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5" grpId="0" build="p" animBg="1">
        <p:tmplLst>
          <p:tmpl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25"/>
                        </p:tgtEl>
                      </p:cBhvr>
                    </p:animEffect>
                  </p:childTnLst>
                </p:cTn>
              </p:par>
            </p:tnLst>
          </p:tmpl>
          <p:tmpl lvl="1"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25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6" grpId="0" build="p" animBg="1">
        <p:tmplLst>
          <p:tmpl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6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26"/>
                        </p:tgtEl>
                      </p:cBhvr>
                    </p:animEffect>
                  </p:childTnLst>
                </p:cTn>
              </p:par>
            </p:tnLst>
          </p:tmpl>
          <p:tmpl lvl="1"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6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26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31" grpId="0" build="p" animBg="1">
        <p:tmplLst>
          <p:tmpl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1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31"/>
                        </p:tgtEl>
                      </p:cBhvr>
                    </p:animEffect>
                  </p:childTnLst>
                </p:cTn>
              </p:par>
            </p:tnLst>
          </p:tmpl>
          <p:tmpl lvl="1"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1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31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32" grpId="0" build="p" animBg="1">
        <p:tmplLst>
          <p:tmpl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2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32"/>
                        </p:tgtEl>
                      </p:cBhvr>
                    </p:animEffect>
                  </p:childTnLst>
                </p:cTn>
              </p:par>
            </p:tnLst>
          </p:tmpl>
          <p:tmpl lvl="1"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2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32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33" grpId="0" build="p" animBg="1">
        <p:tmplLst>
          <p:tmpl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33"/>
                        </p:tgtEl>
                      </p:cBhvr>
                    </p:animEffect>
                  </p:childTnLst>
                </p:cTn>
              </p:par>
            </p:tnLst>
          </p:tmpl>
          <p:tmpl lvl="1"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33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34" grpId="0" build="p" animBg="1">
        <p:tmplLst>
          <p:tmpl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34"/>
                        </p:tgtEl>
                      </p:cBhvr>
                    </p:animEffect>
                  </p:childTnLst>
                </p:cTn>
              </p:par>
            </p:tnLst>
          </p:tmpl>
          <p:tmpl lvl="1"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3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35" grpId="0" animBg="1"/>
    </p:bld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8C84ADAA-E604-4CEB-91B0-AF1B9F902348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0" y="0"/>
            <a:ext cx="9144000" cy="57150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E8801CDF-2457-49F4-8B32-2421C327572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932024" y="457201"/>
            <a:ext cx="2093104" cy="4846320"/>
          </a:xfrm>
          <a:prstGeom prst="rect">
            <a:avLst/>
          </a:prstGeom>
          <a:gradFill flip="none" rotWithShape="1">
            <a:gsLst>
              <a:gs pos="0">
                <a:srgbClr val="1B265E">
                  <a:alpha val="84706"/>
                </a:srgbClr>
              </a:gs>
              <a:gs pos="40000">
                <a:srgbClr val="182E64">
                  <a:alpha val="84706"/>
                </a:srgbClr>
              </a:gs>
              <a:gs pos="100000">
                <a:srgbClr val="0A598A">
                  <a:alpha val="9000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indent="0">
              <a:buFont typeface="Arial" panose="020B0604020202020204" pitchFamily="34" charset="0"/>
              <a:buNone/>
              <a:defRPr lang="en-US" sz="1404" dirty="0">
                <a:solidFill>
                  <a:schemeClr val="lt1"/>
                </a:solidFill>
              </a:defRPr>
            </a:lvl1pPr>
          </a:lstStyle>
          <a:p>
            <a:pPr marL="0" lvl="0" indent="0" algn="ctr" defTabSz="713232">
              <a:buNone/>
            </a:pPr>
            <a:endParaRPr lang="en-US" dirty="0"/>
          </a:p>
        </p:txBody>
      </p:sp>
      <p:sp>
        <p:nvSpPr>
          <p:cNvPr id="13" name="song_number">
            <a:extLst>
              <a:ext uri="{FF2B5EF4-FFF2-40B4-BE49-F238E27FC236}">
                <a16:creationId xmlns:a16="http://schemas.microsoft.com/office/drawing/2014/main" id="{7C6BC108-63F5-494C-AD18-0ACA3C0C44A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680960" y="548640"/>
            <a:ext cx="914400" cy="365760"/>
          </a:xfrm>
          <a:prstGeom prst="roundRect">
            <a:avLst>
              <a:gd name="adj" fmla="val 50000"/>
            </a:avLst>
          </a:prstGeom>
          <a:solidFill>
            <a:schemeClr val="bg2">
              <a:lumMod val="50000"/>
            </a:schemeClr>
          </a:solidFill>
        </p:spPr>
        <p:txBody>
          <a:bodyPr lIns="274320" tIns="27432" rIns="0" bIns="0" anchor="ctr"/>
          <a:lstStyle>
            <a:lvl1pPr marL="0" indent="0" algn="ctr">
              <a:buNone/>
              <a:defRPr sz="1800" b="1">
                <a:solidFill>
                  <a:schemeClr val="bg1"/>
                </a:solidFill>
                <a:latin typeface="Avenir Next LT Pro" panose="020B0504020202020204" pitchFamily="34" charset="0"/>
              </a:defRPr>
            </a:lvl1pPr>
            <a:lvl2pPr marL="457200" indent="0">
              <a:buNone/>
              <a:defRPr sz="105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 algn="l">
              <a:buNone/>
              <a:defRPr sz="900"/>
            </a:lvl5pPr>
          </a:lstStyle>
          <a:p>
            <a:pPr lvl="0"/>
            <a:r>
              <a:rPr lang="en-US" dirty="0"/>
              <a:t>888</a:t>
            </a:r>
          </a:p>
        </p:txBody>
      </p:sp>
      <p:sp>
        <p:nvSpPr>
          <p:cNvPr id="14" name="songbook_logo">
            <a:extLst>
              <a:ext uri="{FF2B5EF4-FFF2-40B4-BE49-F238E27FC236}">
                <a16:creationId xmlns:a16="http://schemas.microsoft.com/office/drawing/2014/main" id="{F6B992DB-BF87-468E-9ADD-A14380E2412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7680960" y="548640"/>
            <a:ext cx="365760" cy="361915"/>
          </a:xfrm>
          <a:prstGeom prst="roundRect">
            <a:avLst>
              <a:gd name="adj" fmla="val 50000"/>
            </a:avLst>
          </a:prstGeom>
        </p:spPr>
        <p:txBody>
          <a:bodyPr/>
          <a:lstStyle>
            <a:lvl1pPr marL="0" indent="0" algn="ctr">
              <a:buNone/>
              <a:defRPr sz="1400"/>
            </a:lvl1pPr>
          </a:lstStyle>
          <a:p>
            <a:r>
              <a:rPr lang="en-US" dirty="0"/>
              <a:t>Songbook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604A485-3738-4C04-81B8-D532D3482A4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7679775" y="1543662"/>
            <a:ext cx="1213847" cy="1164831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r">
              <a:lnSpc>
                <a:spcPct val="90000"/>
              </a:lnSpc>
              <a:spcBef>
                <a:spcPts val="0"/>
              </a:spcBef>
              <a:buNone/>
              <a:defRPr sz="2000" cap="small" baseline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venir Next LT Pro" panose="020B0504020202020204" pitchFamily="34" charset="0"/>
              </a:defRPr>
            </a:lvl1pPr>
          </a:lstStyle>
          <a:p>
            <a:pPr lvl="0"/>
            <a:r>
              <a:rPr lang="en-US" sz="1600" dirty="0"/>
              <a:t>Song Title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50B753F-E541-4C9F-B669-A910A156CE6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679775" y="4422523"/>
            <a:ext cx="1213399" cy="365760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r">
              <a:buNone/>
              <a:defRPr sz="90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venir Next LT Pro" panose="020B0504020202020204" pitchFamily="34" charset="0"/>
              </a:defRPr>
            </a:lvl1pPr>
          </a:lstStyle>
          <a:p>
            <a:pPr lvl="0"/>
            <a:r>
              <a:rPr lang="en-US" sz="700" dirty="0"/>
              <a:t>Copyright</a:t>
            </a:r>
            <a:endParaRPr lang="en-US" dirty="0"/>
          </a:p>
        </p:txBody>
      </p:sp>
      <p:sp>
        <p:nvSpPr>
          <p:cNvPr id="11" name="Content Placeholder 6">
            <a:extLst>
              <a:ext uri="{FF2B5EF4-FFF2-40B4-BE49-F238E27FC236}">
                <a16:creationId xmlns:a16="http://schemas.microsoft.com/office/drawing/2014/main" id="{699063FC-9632-4D6F-B1DE-EF002F6A361D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118872" y="457200"/>
            <a:ext cx="914400" cy="4297680"/>
          </a:xfrm>
          <a:prstGeom prst="roundRect">
            <a:avLst>
              <a:gd name="adj" fmla="val 28004"/>
            </a:avLst>
          </a:prstGeom>
          <a:solidFill>
            <a:srgbClr val="FFFFFF">
              <a:alpha val="14902"/>
            </a:srgbClr>
          </a:solidFill>
          <a:ln w="6350" cap="flat" cmpd="sng" algn="ctr">
            <a:noFill/>
            <a:prstDash val="solid"/>
            <a:miter lim="800000"/>
          </a:ln>
          <a:effectLst/>
        </p:spPr>
        <p:txBody>
          <a:bodyPr vert="horz" lIns="91440" tIns="45720" rIns="91440" bIns="45720" rtlCol="0" anchor="ctr">
            <a:noAutofit/>
          </a:bodyPr>
          <a:lstStyle>
            <a:lvl1pPr marL="0" indent="0">
              <a:buFontTx/>
              <a:buNone/>
              <a:defRPr lang="en-US" sz="1400" b="0" dirty="0">
                <a:solidFill>
                  <a:schemeClr val="bg1"/>
                </a:solidFill>
              </a:defRPr>
            </a:lvl1pPr>
          </a:lstStyle>
          <a:p>
            <a:pPr marL="228600" lvl="0" indent="-228600" algn="ctr" defTabSz="685800">
              <a:spcBef>
                <a:spcPts val="750"/>
              </a:spcBef>
            </a:pP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0E80279-BD62-43D8-9181-D59FD7657BA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00290" y="228600"/>
            <a:ext cx="6858000" cy="5486400"/>
          </a:xfrm>
          <a:prstGeom prst="roundRect">
            <a:avLst>
              <a:gd name="adj" fmla="val 4465"/>
            </a:avLst>
          </a:prstGeom>
          <a:effectLst>
            <a:outerShdw blurRad="127000" sx="101000" sy="101000" algn="ctr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5" name="Picture Placeholder 17">
            <a:extLst>
              <a:ext uri="{FF2B5EF4-FFF2-40B4-BE49-F238E27FC236}">
                <a16:creationId xmlns:a16="http://schemas.microsoft.com/office/drawing/2014/main" id="{02E7528C-D042-4C00-8262-48D39802E0FD}"/>
              </a:ext>
            </a:extLst>
          </p:cNvPr>
          <p:cNvSpPr>
            <a:spLocks noGrp="1" noChangeAspect="1"/>
          </p:cNvSpPr>
          <p:nvPr>
            <p:ph type="pic" sz="quarter" idx="20"/>
          </p:nvPr>
        </p:nvSpPr>
        <p:spPr>
          <a:xfrm>
            <a:off x="7679775" y="4831811"/>
            <a:ext cx="367371" cy="365760"/>
          </a:xfrm>
          <a:prstGeom prst="ellipse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FF209F-6325-4F89-AF15-E9902E6E185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679328" y="2790825"/>
            <a:ext cx="1213847" cy="1165225"/>
          </a:xfrm>
          <a:prstGeom prst="rect">
            <a:avLst/>
          </a:prstGeom>
        </p:spPr>
        <p:txBody>
          <a:bodyPr lIns="0" tIns="0" rIns="0" bIns="0"/>
          <a:lstStyle>
            <a:lvl1pPr marL="0" indent="0" algn="r">
              <a:spcBef>
                <a:spcPts val="0"/>
              </a:spcBef>
              <a:buNone/>
              <a:defRPr sz="160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egreya Sans Medium" panose="00000600000000000000" pitchFamily="50" charset="0"/>
              </a:defRPr>
            </a:lvl1pPr>
          </a:lstStyle>
          <a:p>
            <a:pPr lvl="0"/>
            <a:r>
              <a:rPr lang="en-US" dirty="0"/>
              <a:t>Song Title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BEE7DFD-75AB-4A06-A88A-D17B96DFDA49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679327" y="4009512"/>
            <a:ext cx="1213847" cy="365125"/>
          </a:xfrm>
          <a:prstGeom prst="rect">
            <a:avLst/>
          </a:prstGeom>
        </p:spPr>
        <p:txBody>
          <a:bodyPr lIns="0" tIns="0" rIns="0" bIns="0"/>
          <a:lstStyle>
            <a:lvl1pPr marL="0" indent="0" algn="r">
              <a:buNone/>
              <a:defRPr sz="90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egreya Sans Medium" panose="00000600000000000000" pitchFamily="50" charset="0"/>
              </a:defRPr>
            </a:lvl1pPr>
          </a:lstStyle>
          <a:p>
            <a:pPr lvl="0"/>
            <a:r>
              <a:rPr lang="en-US" dirty="0"/>
              <a:t>Translation</a:t>
            </a:r>
          </a:p>
        </p:txBody>
      </p:sp>
      <p:sp>
        <p:nvSpPr>
          <p:cNvPr id="34" name="highlight">
            <a:extLst>
              <a:ext uri="{FF2B5EF4-FFF2-40B4-BE49-F238E27FC236}">
                <a16:creationId xmlns:a16="http://schemas.microsoft.com/office/drawing/2014/main" id="{61CB7EFD-BD44-4B06-A1E0-C5B8F0FE6B00}"/>
              </a:ext>
            </a:extLst>
          </p:cNvPr>
          <p:cNvSpPr>
            <a:spLocks noGrp="1"/>
          </p:cNvSpPr>
          <p:nvPr>
            <p:ph sz="quarter" idx="42" hasCustomPrompt="1"/>
          </p:nvPr>
        </p:nvSpPr>
        <p:spPr>
          <a:xfrm flipH="1" flipV="1">
            <a:off x="1725613" y="2344738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FFFFFF">
              <a:alpha val="50196"/>
            </a:srgbClr>
          </a:solidFill>
        </p:spPr>
        <p:txBody>
          <a:bodyPr/>
          <a:lstStyle>
            <a:lvl1pPr algn="ctr">
              <a:buNone/>
              <a:defRPr/>
            </a:lvl1pPr>
          </a:lstStyle>
          <a:p>
            <a:pPr lvl="0"/>
            <a:r>
              <a:rPr lang="en-US" dirty="0"/>
              <a:t>H</a:t>
            </a:r>
          </a:p>
        </p:txBody>
      </p:sp>
      <p:sp>
        <p:nvSpPr>
          <p:cNvPr id="35" name="verse bubble 1">
            <a:extLst>
              <a:ext uri="{FF2B5EF4-FFF2-40B4-BE49-F238E27FC236}">
                <a16:creationId xmlns:a16="http://schemas.microsoft.com/office/drawing/2014/main" id="{A6FD5BBB-6C0D-4198-B190-49BEC9170B88}"/>
              </a:ext>
            </a:extLst>
          </p:cNvPr>
          <p:cNvSpPr>
            <a:spLocks noGrp="1" noChangeAspect="1"/>
          </p:cNvSpPr>
          <p:nvPr>
            <p:ph type="body" sz="quarter" idx="24" hasCustomPrompt="1"/>
          </p:nvPr>
        </p:nvSpPr>
        <p:spPr>
          <a:xfrm>
            <a:off x="1730375" y="979489"/>
            <a:ext cx="365760" cy="361915"/>
          </a:xfrm>
          <a:prstGeom prst="ellipse">
            <a:avLst/>
          </a:prstGeom>
          <a:solidFill>
            <a:srgbClr val="C80000"/>
          </a:solidFill>
        </p:spPr>
        <p:txBody>
          <a:bodyPr anchor="ctr"/>
          <a:lstStyle>
            <a:lvl1pPr algn="ctr">
              <a:buNone/>
              <a:defRPr/>
            </a:lvl1pPr>
          </a:lstStyle>
          <a:p>
            <a:pPr lvl="0"/>
            <a:r>
              <a:rPr lang="en-US" dirty="0"/>
              <a:t>N</a:t>
            </a:r>
          </a:p>
        </p:txBody>
      </p:sp>
      <p:sp>
        <p:nvSpPr>
          <p:cNvPr id="36" name="verse bubble 2">
            <a:extLst>
              <a:ext uri="{FF2B5EF4-FFF2-40B4-BE49-F238E27FC236}">
                <a16:creationId xmlns:a16="http://schemas.microsoft.com/office/drawing/2014/main" id="{FEC94C96-EC65-4289-8B61-E15D0C2D1FE3}"/>
              </a:ext>
            </a:extLst>
          </p:cNvPr>
          <p:cNvSpPr>
            <a:spLocks noGrp="1" noChangeAspect="1"/>
          </p:cNvSpPr>
          <p:nvPr>
            <p:ph type="body" sz="quarter" idx="27" hasCustomPrompt="1"/>
          </p:nvPr>
        </p:nvSpPr>
        <p:spPr>
          <a:xfrm>
            <a:off x="2170158" y="979489"/>
            <a:ext cx="365760" cy="361915"/>
          </a:xfrm>
          <a:prstGeom prst="ellipse">
            <a:avLst/>
          </a:prstGeom>
          <a:solidFill>
            <a:srgbClr val="C80000"/>
          </a:solidFill>
        </p:spPr>
        <p:txBody>
          <a:bodyPr anchor="ctr"/>
          <a:lstStyle>
            <a:lvl1pPr algn="ctr">
              <a:buNone/>
              <a:defRPr/>
            </a:lvl1pPr>
          </a:lstStyle>
          <a:p>
            <a:pPr lvl="0"/>
            <a:r>
              <a:rPr lang="en-US" dirty="0"/>
              <a:t>N</a:t>
            </a:r>
          </a:p>
        </p:txBody>
      </p:sp>
      <p:sp>
        <p:nvSpPr>
          <p:cNvPr id="37" name="verse bubble 3">
            <a:extLst>
              <a:ext uri="{FF2B5EF4-FFF2-40B4-BE49-F238E27FC236}">
                <a16:creationId xmlns:a16="http://schemas.microsoft.com/office/drawing/2014/main" id="{FBFA4583-ECA1-45BF-87FE-1C5F48145EB4}"/>
              </a:ext>
            </a:extLst>
          </p:cNvPr>
          <p:cNvSpPr>
            <a:spLocks noGrp="1" noChangeAspect="1"/>
          </p:cNvSpPr>
          <p:nvPr>
            <p:ph type="body" sz="quarter" idx="28" hasCustomPrompt="1"/>
          </p:nvPr>
        </p:nvSpPr>
        <p:spPr>
          <a:xfrm>
            <a:off x="2609941" y="979489"/>
            <a:ext cx="365760" cy="361915"/>
          </a:xfrm>
          <a:prstGeom prst="ellipse">
            <a:avLst/>
          </a:prstGeom>
          <a:solidFill>
            <a:srgbClr val="C80000"/>
          </a:solidFill>
        </p:spPr>
        <p:txBody>
          <a:bodyPr anchor="ctr"/>
          <a:lstStyle>
            <a:lvl1pPr algn="ctr">
              <a:buNone/>
              <a:defRPr/>
            </a:lvl1pPr>
          </a:lstStyle>
          <a:p>
            <a:pPr lvl="0"/>
            <a:r>
              <a:rPr lang="en-US" dirty="0"/>
              <a:t>N</a:t>
            </a:r>
          </a:p>
        </p:txBody>
      </p:sp>
      <p:sp>
        <p:nvSpPr>
          <p:cNvPr id="38" name="verse bubble 4">
            <a:extLst>
              <a:ext uri="{FF2B5EF4-FFF2-40B4-BE49-F238E27FC236}">
                <a16:creationId xmlns:a16="http://schemas.microsoft.com/office/drawing/2014/main" id="{64F21FFD-0332-4460-8120-5DFDA2049C1B}"/>
              </a:ext>
            </a:extLst>
          </p:cNvPr>
          <p:cNvSpPr>
            <a:spLocks noGrp="1" noChangeAspect="1"/>
          </p:cNvSpPr>
          <p:nvPr>
            <p:ph type="body" sz="quarter" idx="29" hasCustomPrompt="1"/>
          </p:nvPr>
        </p:nvSpPr>
        <p:spPr>
          <a:xfrm>
            <a:off x="3049724" y="979489"/>
            <a:ext cx="365760" cy="361915"/>
          </a:xfrm>
          <a:prstGeom prst="ellipse">
            <a:avLst/>
          </a:prstGeom>
          <a:solidFill>
            <a:srgbClr val="C80000"/>
          </a:solidFill>
        </p:spPr>
        <p:txBody>
          <a:bodyPr anchor="ctr"/>
          <a:lstStyle>
            <a:lvl1pPr algn="ctr">
              <a:buNone/>
              <a:defRPr/>
            </a:lvl1pPr>
          </a:lstStyle>
          <a:p>
            <a:pPr lvl="0"/>
            <a:r>
              <a:rPr lang="en-US" dirty="0"/>
              <a:t>N</a:t>
            </a:r>
          </a:p>
        </p:txBody>
      </p:sp>
      <p:sp>
        <p:nvSpPr>
          <p:cNvPr id="39" name="verse bubble 5">
            <a:extLst>
              <a:ext uri="{FF2B5EF4-FFF2-40B4-BE49-F238E27FC236}">
                <a16:creationId xmlns:a16="http://schemas.microsoft.com/office/drawing/2014/main" id="{7713CC5A-C6E7-46A4-837E-035390E9A066}"/>
              </a:ext>
            </a:extLst>
          </p:cNvPr>
          <p:cNvSpPr>
            <a:spLocks noGrp="1" noChangeAspect="1"/>
          </p:cNvSpPr>
          <p:nvPr>
            <p:ph type="body" sz="quarter" idx="30" hasCustomPrompt="1"/>
          </p:nvPr>
        </p:nvSpPr>
        <p:spPr>
          <a:xfrm>
            <a:off x="3489507" y="979489"/>
            <a:ext cx="365760" cy="361915"/>
          </a:xfrm>
          <a:prstGeom prst="ellipse">
            <a:avLst/>
          </a:prstGeom>
          <a:solidFill>
            <a:srgbClr val="C80000"/>
          </a:solidFill>
        </p:spPr>
        <p:txBody>
          <a:bodyPr anchor="ctr"/>
          <a:lstStyle>
            <a:lvl1pPr algn="ctr">
              <a:buNone/>
              <a:defRPr/>
            </a:lvl1pPr>
          </a:lstStyle>
          <a:p>
            <a:pPr lvl="0"/>
            <a:r>
              <a:rPr lang="en-US" dirty="0"/>
              <a:t>N</a:t>
            </a:r>
          </a:p>
        </p:txBody>
      </p:sp>
      <p:sp>
        <p:nvSpPr>
          <p:cNvPr id="40" name="verse bubble 6">
            <a:extLst>
              <a:ext uri="{FF2B5EF4-FFF2-40B4-BE49-F238E27FC236}">
                <a16:creationId xmlns:a16="http://schemas.microsoft.com/office/drawing/2014/main" id="{762E0081-B402-4920-BF13-AC2BDF3686C8}"/>
              </a:ext>
            </a:extLst>
          </p:cNvPr>
          <p:cNvSpPr>
            <a:spLocks noGrp="1" noChangeAspect="1"/>
          </p:cNvSpPr>
          <p:nvPr>
            <p:ph type="body" sz="quarter" idx="31" hasCustomPrompt="1"/>
          </p:nvPr>
        </p:nvSpPr>
        <p:spPr>
          <a:xfrm>
            <a:off x="3929290" y="979489"/>
            <a:ext cx="365760" cy="361915"/>
          </a:xfrm>
          <a:prstGeom prst="ellipse">
            <a:avLst/>
          </a:prstGeom>
          <a:solidFill>
            <a:srgbClr val="C80000"/>
          </a:solidFill>
        </p:spPr>
        <p:txBody>
          <a:bodyPr anchor="ctr"/>
          <a:lstStyle>
            <a:lvl1pPr algn="ctr">
              <a:buNone/>
              <a:defRPr/>
            </a:lvl1pPr>
          </a:lstStyle>
          <a:p>
            <a:pPr lvl="0"/>
            <a:r>
              <a:rPr lang="en-US" dirty="0"/>
              <a:t>N</a:t>
            </a:r>
          </a:p>
        </p:txBody>
      </p:sp>
      <p:sp>
        <p:nvSpPr>
          <p:cNvPr id="41" name="verse bubble 7">
            <a:extLst>
              <a:ext uri="{FF2B5EF4-FFF2-40B4-BE49-F238E27FC236}">
                <a16:creationId xmlns:a16="http://schemas.microsoft.com/office/drawing/2014/main" id="{14596804-1D5C-4F38-8556-68E92AD69A0B}"/>
              </a:ext>
            </a:extLst>
          </p:cNvPr>
          <p:cNvSpPr>
            <a:spLocks noGrp="1" noChangeAspect="1"/>
          </p:cNvSpPr>
          <p:nvPr>
            <p:ph type="body" sz="quarter" idx="32" hasCustomPrompt="1"/>
          </p:nvPr>
        </p:nvSpPr>
        <p:spPr>
          <a:xfrm>
            <a:off x="4369073" y="979489"/>
            <a:ext cx="365760" cy="361915"/>
          </a:xfrm>
          <a:prstGeom prst="ellipse">
            <a:avLst/>
          </a:prstGeom>
          <a:solidFill>
            <a:srgbClr val="C80000"/>
          </a:solidFill>
        </p:spPr>
        <p:txBody>
          <a:bodyPr anchor="ctr"/>
          <a:lstStyle>
            <a:lvl1pPr algn="ctr">
              <a:buNone/>
              <a:defRPr/>
            </a:lvl1pPr>
          </a:lstStyle>
          <a:p>
            <a:pPr lvl="0"/>
            <a:r>
              <a:rPr lang="en-US" dirty="0"/>
              <a:t>N</a:t>
            </a:r>
          </a:p>
        </p:txBody>
      </p:sp>
      <p:sp>
        <p:nvSpPr>
          <p:cNvPr id="42" name="verse bubble 8">
            <a:extLst>
              <a:ext uri="{FF2B5EF4-FFF2-40B4-BE49-F238E27FC236}">
                <a16:creationId xmlns:a16="http://schemas.microsoft.com/office/drawing/2014/main" id="{4440295B-EF48-44E9-B8DC-D86435338896}"/>
              </a:ext>
            </a:extLst>
          </p:cNvPr>
          <p:cNvSpPr>
            <a:spLocks noGrp="1" noChangeAspect="1"/>
          </p:cNvSpPr>
          <p:nvPr>
            <p:ph type="body" sz="quarter" idx="33" hasCustomPrompt="1"/>
          </p:nvPr>
        </p:nvSpPr>
        <p:spPr>
          <a:xfrm>
            <a:off x="4808856" y="979489"/>
            <a:ext cx="365760" cy="361915"/>
          </a:xfrm>
          <a:prstGeom prst="ellipse">
            <a:avLst/>
          </a:prstGeom>
          <a:solidFill>
            <a:srgbClr val="C80000"/>
          </a:solidFill>
        </p:spPr>
        <p:txBody>
          <a:bodyPr anchor="ctr"/>
          <a:lstStyle>
            <a:lvl1pPr algn="ctr">
              <a:buNone/>
              <a:defRPr/>
            </a:lvl1pPr>
          </a:lstStyle>
          <a:p>
            <a:pPr lvl="0"/>
            <a:r>
              <a:rPr lang="en-US" dirty="0"/>
              <a:t>N</a:t>
            </a:r>
          </a:p>
        </p:txBody>
      </p:sp>
      <p:sp>
        <p:nvSpPr>
          <p:cNvPr id="43" name="verse bubble 9">
            <a:extLst>
              <a:ext uri="{FF2B5EF4-FFF2-40B4-BE49-F238E27FC236}">
                <a16:creationId xmlns:a16="http://schemas.microsoft.com/office/drawing/2014/main" id="{25E142A8-CC09-4113-93E3-B780EA7D9DB8}"/>
              </a:ext>
            </a:extLst>
          </p:cNvPr>
          <p:cNvSpPr>
            <a:spLocks noGrp="1" noChangeAspect="1"/>
          </p:cNvSpPr>
          <p:nvPr>
            <p:ph type="body" sz="quarter" idx="34" hasCustomPrompt="1"/>
          </p:nvPr>
        </p:nvSpPr>
        <p:spPr>
          <a:xfrm>
            <a:off x="5248639" y="979489"/>
            <a:ext cx="365760" cy="361915"/>
          </a:xfrm>
          <a:prstGeom prst="ellipse">
            <a:avLst/>
          </a:prstGeom>
          <a:solidFill>
            <a:srgbClr val="C80000"/>
          </a:solidFill>
        </p:spPr>
        <p:txBody>
          <a:bodyPr anchor="ctr"/>
          <a:lstStyle>
            <a:lvl1pPr algn="ctr">
              <a:buNone/>
              <a:defRPr/>
            </a:lvl1pPr>
          </a:lstStyle>
          <a:p>
            <a:pPr lvl="0"/>
            <a:r>
              <a:rPr lang="en-US" dirty="0"/>
              <a:t>N</a:t>
            </a:r>
          </a:p>
        </p:txBody>
      </p:sp>
      <p:sp>
        <p:nvSpPr>
          <p:cNvPr id="44" name="verse bubble 10">
            <a:extLst>
              <a:ext uri="{FF2B5EF4-FFF2-40B4-BE49-F238E27FC236}">
                <a16:creationId xmlns:a16="http://schemas.microsoft.com/office/drawing/2014/main" id="{0F0F089A-584F-4FF8-B1E2-4F2326728124}"/>
              </a:ext>
            </a:extLst>
          </p:cNvPr>
          <p:cNvSpPr>
            <a:spLocks noGrp="1" noChangeAspect="1"/>
          </p:cNvSpPr>
          <p:nvPr>
            <p:ph type="body" sz="quarter" idx="35" hasCustomPrompt="1"/>
          </p:nvPr>
        </p:nvSpPr>
        <p:spPr>
          <a:xfrm>
            <a:off x="5688422" y="979489"/>
            <a:ext cx="365760" cy="361915"/>
          </a:xfrm>
          <a:prstGeom prst="ellipse">
            <a:avLst/>
          </a:prstGeom>
          <a:solidFill>
            <a:srgbClr val="C80000"/>
          </a:solidFill>
        </p:spPr>
        <p:txBody>
          <a:bodyPr anchor="ctr"/>
          <a:lstStyle>
            <a:lvl1pPr algn="ctr">
              <a:buNone/>
              <a:defRPr/>
            </a:lvl1pPr>
          </a:lstStyle>
          <a:p>
            <a:pPr lvl="0"/>
            <a:r>
              <a:rPr lang="en-US" dirty="0"/>
              <a:t>N</a:t>
            </a:r>
          </a:p>
        </p:txBody>
      </p:sp>
      <p:sp>
        <p:nvSpPr>
          <p:cNvPr id="45" name="verse bubble 11">
            <a:extLst>
              <a:ext uri="{FF2B5EF4-FFF2-40B4-BE49-F238E27FC236}">
                <a16:creationId xmlns:a16="http://schemas.microsoft.com/office/drawing/2014/main" id="{03A39CC9-B6F7-48C3-A8CC-EA7C85076092}"/>
              </a:ext>
            </a:extLst>
          </p:cNvPr>
          <p:cNvSpPr>
            <a:spLocks noGrp="1" noChangeAspect="1"/>
          </p:cNvSpPr>
          <p:nvPr>
            <p:ph type="body" sz="quarter" idx="36" hasCustomPrompt="1"/>
          </p:nvPr>
        </p:nvSpPr>
        <p:spPr>
          <a:xfrm>
            <a:off x="6128205" y="979489"/>
            <a:ext cx="365760" cy="361915"/>
          </a:xfrm>
          <a:prstGeom prst="ellipse">
            <a:avLst/>
          </a:prstGeom>
          <a:solidFill>
            <a:srgbClr val="C80000"/>
          </a:solidFill>
        </p:spPr>
        <p:txBody>
          <a:bodyPr anchor="ctr"/>
          <a:lstStyle>
            <a:lvl1pPr algn="ctr">
              <a:buNone/>
              <a:defRPr/>
            </a:lvl1pPr>
          </a:lstStyle>
          <a:p>
            <a:pPr lvl="0"/>
            <a:r>
              <a:rPr lang="en-US" dirty="0"/>
              <a:t>N</a:t>
            </a:r>
          </a:p>
        </p:txBody>
      </p:sp>
      <p:sp>
        <p:nvSpPr>
          <p:cNvPr id="46" name="verse bubble 12">
            <a:extLst>
              <a:ext uri="{FF2B5EF4-FFF2-40B4-BE49-F238E27FC236}">
                <a16:creationId xmlns:a16="http://schemas.microsoft.com/office/drawing/2014/main" id="{E5FECA32-30E4-48BA-AC33-B4E8123E2CC2}"/>
              </a:ext>
            </a:extLst>
          </p:cNvPr>
          <p:cNvSpPr>
            <a:spLocks noGrp="1" noChangeAspect="1"/>
          </p:cNvSpPr>
          <p:nvPr>
            <p:ph type="body" sz="quarter" idx="37" hasCustomPrompt="1"/>
          </p:nvPr>
        </p:nvSpPr>
        <p:spPr>
          <a:xfrm>
            <a:off x="6567988" y="979489"/>
            <a:ext cx="365760" cy="361915"/>
          </a:xfrm>
          <a:prstGeom prst="ellipse">
            <a:avLst/>
          </a:prstGeom>
          <a:solidFill>
            <a:srgbClr val="C80000"/>
          </a:solidFill>
        </p:spPr>
        <p:txBody>
          <a:bodyPr anchor="ctr"/>
          <a:lstStyle>
            <a:lvl1pPr algn="ctr">
              <a:buNone/>
              <a:defRPr/>
            </a:lvl1pPr>
          </a:lstStyle>
          <a:p>
            <a:pPr lvl="0"/>
            <a:r>
              <a:rPr lang="en-US" dirty="0"/>
              <a:t>N</a:t>
            </a:r>
          </a:p>
        </p:txBody>
      </p:sp>
      <p:sp>
        <p:nvSpPr>
          <p:cNvPr id="47" name="arrow 1">
            <a:extLst>
              <a:ext uri="{FF2B5EF4-FFF2-40B4-BE49-F238E27FC236}">
                <a16:creationId xmlns:a16="http://schemas.microsoft.com/office/drawing/2014/main" id="{162298F0-271B-46D4-8C1E-7CBB2993BCC6}"/>
              </a:ext>
            </a:extLst>
          </p:cNvPr>
          <p:cNvSpPr>
            <a:spLocks noGrp="1"/>
          </p:cNvSpPr>
          <p:nvPr>
            <p:ph sz="quarter" idx="38" hasCustomPrompt="1"/>
          </p:nvPr>
        </p:nvSpPr>
        <p:spPr>
          <a:xfrm>
            <a:off x="1725485" y="1703353"/>
            <a:ext cx="361915" cy="361915"/>
          </a:xfrm>
          <a:prstGeom prst="downArrow">
            <a:avLst>
              <a:gd name="adj1" fmla="val 50000"/>
              <a:gd name="adj2" fmla="val 75733"/>
            </a:avLst>
          </a:prstGeom>
          <a:solidFill>
            <a:schemeClr val="tx1"/>
          </a:solidFill>
        </p:spPr>
        <p:txBody>
          <a:bodyPr anchor="ctr"/>
          <a:lstStyle>
            <a:lvl1pPr algn="ctr">
              <a:buNone/>
              <a:defRPr>
                <a:solidFill>
                  <a:srgbClr val="2F6B33"/>
                </a:solidFill>
              </a:defRPr>
            </a:lvl1pPr>
          </a:lstStyle>
          <a:p>
            <a:pPr lvl="0"/>
            <a:r>
              <a:rPr lang="en-US" dirty="0"/>
              <a:t>A</a:t>
            </a:r>
          </a:p>
        </p:txBody>
      </p:sp>
      <p:sp>
        <p:nvSpPr>
          <p:cNvPr id="49" name="arrow 2">
            <a:extLst>
              <a:ext uri="{FF2B5EF4-FFF2-40B4-BE49-F238E27FC236}">
                <a16:creationId xmlns:a16="http://schemas.microsoft.com/office/drawing/2014/main" id="{7E3D4712-3E2F-4CA7-AF0F-2B278ADBA62C}"/>
              </a:ext>
            </a:extLst>
          </p:cNvPr>
          <p:cNvSpPr>
            <a:spLocks noGrp="1"/>
          </p:cNvSpPr>
          <p:nvPr>
            <p:ph sz="quarter" idx="39" hasCustomPrompt="1"/>
          </p:nvPr>
        </p:nvSpPr>
        <p:spPr>
          <a:xfrm>
            <a:off x="2170158" y="1706317"/>
            <a:ext cx="361915" cy="361915"/>
          </a:xfrm>
          <a:prstGeom prst="downArrow">
            <a:avLst>
              <a:gd name="adj1" fmla="val 50000"/>
              <a:gd name="adj2" fmla="val 75733"/>
            </a:avLst>
          </a:prstGeom>
          <a:solidFill>
            <a:schemeClr val="tx1"/>
          </a:solidFill>
        </p:spPr>
        <p:txBody>
          <a:bodyPr anchor="ctr"/>
          <a:lstStyle>
            <a:lvl1pPr algn="ctr">
              <a:buNone/>
              <a:defRPr>
                <a:solidFill>
                  <a:srgbClr val="2F6B33"/>
                </a:solidFill>
              </a:defRPr>
            </a:lvl1pPr>
          </a:lstStyle>
          <a:p>
            <a:pPr lvl="0"/>
            <a:r>
              <a:rPr lang="en-US" dirty="0"/>
              <a:t>A</a:t>
            </a:r>
          </a:p>
        </p:txBody>
      </p:sp>
      <p:sp>
        <p:nvSpPr>
          <p:cNvPr id="50" name="arrow 3">
            <a:extLst>
              <a:ext uri="{FF2B5EF4-FFF2-40B4-BE49-F238E27FC236}">
                <a16:creationId xmlns:a16="http://schemas.microsoft.com/office/drawing/2014/main" id="{73B10C46-99DD-480F-962C-DDC24DD4F563}"/>
              </a:ext>
            </a:extLst>
          </p:cNvPr>
          <p:cNvSpPr>
            <a:spLocks noGrp="1"/>
          </p:cNvSpPr>
          <p:nvPr>
            <p:ph sz="quarter" idx="40" hasCustomPrompt="1"/>
          </p:nvPr>
        </p:nvSpPr>
        <p:spPr>
          <a:xfrm>
            <a:off x="2614831" y="1709281"/>
            <a:ext cx="361915" cy="361915"/>
          </a:xfrm>
          <a:prstGeom prst="downArrow">
            <a:avLst>
              <a:gd name="adj1" fmla="val 50000"/>
              <a:gd name="adj2" fmla="val 75733"/>
            </a:avLst>
          </a:prstGeom>
          <a:solidFill>
            <a:schemeClr val="tx1"/>
          </a:solidFill>
        </p:spPr>
        <p:txBody>
          <a:bodyPr anchor="ctr"/>
          <a:lstStyle>
            <a:lvl1pPr algn="ctr">
              <a:buNone/>
              <a:defRPr>
                <a:solidFill>
                  <a:srgbClr val="2F6B33"/>
                </a:solidFill>
              </a:defRPr>
            </a:lvl1pPr>
          </a:lstStyle>
          <a:p>
            <a:pPr lvl="0"/>
            <a:r>
              <a:rPr lang="en-US" dirty="0"/>
              <a:t>A</a:t>
            </a:r>
          </a:p>
        </p:txBody>
      </p:sp>
      <p:sp>
        <p:nvSpPr>
          <p:cNvPr id="51" name="arrow 4">
            <a:extLst>
              <a:ext uri="{FF2B5EF4-FFF2-40B4-BE49-F238E27FC236}">
                <a16:creationId xmlns:a16="http://schemas.microsoft.com/office/drawing/2014/main" id="{2AB38A91-5394-4C24-93C3-CAD174155CB4}"/>
              </a:ext>
            </a:extLst>
          </p:cNvPr>
          <p:cNvSpPr>
            <a:spLocks noGrp="1"/>
          </p:cNvSpPr>
          <p:nvPr>
            <p:ph sz="quarter" idx="41" hasCustomPrompt="1"/>
          </p:nvPr>
        </p:nvSpPr>
        <p:spPr>
          <a:xfrm>
            <a:off x="3059504" y="1712245"/>
            <a:ext cx="361915" cy="361915"/>
          </a:xfrm>
          <a:prstGeom prst="downArrow">
            <a:avLst>
              <a:gd name="adj1" fmla="val 50000"/>
              <a:gd name="adj2" fmla="val 75733"/>
            </a:avLst>
          </a:prstGeom>
          <a:solidFill>
            <a:schemeClr val="tx1"/>
          </a:solidFill>
        </p:spPr>
        <p:txBody>
          <a:bodyPr anchor="ctr"/>
          <a:lstStyle>
            <a:lvl1pPr algn="ctr">
              <a:buNone/>
              <a:defRPr>
                <a:solidFill>
                  <a:srgbClr val="2F6B33"/>
                </a:solidFill>
              </a:defRPr>
            </a:lvl1pPr>
          </a:lstStyle>
          <a:p>
            <a:pPr lvl="0"/>
            <a:r>
              <a:rPr lang="en-US" dirty="0"/>
              <a:t>A</a:t>
            </a:r>
          </a:p>
        </p:txBody>
      </p:sp>
      <p:sp>
        <p:nvSpPr>
          <p:cNvPr id="48" name="coda">
            <a:extLst>
              <a:ext uri="{FF2B5EF4-FFF2-40B4-BE49-F238E27FC236}">
                <a16:creationId xmlns:a16="http://schemas.microsoft.com/office/drawing/2014/main" id="{CF9DED1F-1FA5-4D28-BAD4-A03C7E01CEE9}"/>
              </a:ext>
            </a:extLst>
          </p:cNvPr>
          <p:cNvSpPr>
            <a:spLocks noGrp="1"/>
          </p:cNvSpPr>
          <p:nvPr>
            <p:ph type="pic" sz="quarter" idx="43"/>
          </p:nvPr>
        </p:nvSpPr>
        <p:spPr>
          <a:xfrm>
            <a:off x="1690688" y="2887663"/>
            <a:ext cx="365760" cy="365760"/>
          </a:xfrm>
          <a:prstGeom prst="ellipse">
            <a:avLst/>
          </a:prstGeom>
          <a:noFill/>
        </p:spPr>
        <p:txBody>
          <a:bodyPr/>
          <a:lstStyle>
            <a:lvl1pPr>
              <a:buNone/>
              <a:defRPr/>
            </a:lvl1pPr>
          </a:lstStyle>
          <a:p>
            <a:r>
              <a:rPr lang="en-US" dirty="0"/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3404966945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3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1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4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36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37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38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39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40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41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4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42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4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43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44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4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4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46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47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49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500"/>
                                        <p:tgtEl>
                                          <p:spTgt spid="50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500"/>
                                        <p:tgtEl>
                                          <p:spTgt spid="5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500"/>
                                        <p:tgtEl>
                                          <p:spTgt spid="51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500"/>
                                        <p:tgtEl>
                                          <p:spTgt spid="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build="p" animBg="1">
        <p:tmplLst>
          <p:tmpl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2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12"/>
                        </p:tgtEl>
                      </p:cBhvr>
                    </p:animEffect>
                  </p:childTnLst>
                </p:cTn>
              </p:par>
            </p:tnLst>
          </p:tmpl>
          <p:tmpl lvl="1">
            <p:tnLst>
              <p:par>
                <p:cTn presetID="10" presetClass="entr" presetSubtype="0" fill="hold" nodeType="withEffect" nodePh="1">
                  <p:stCondLst>
                    <p:cond delay="0"/>
                  </p:stCondLst>
                  <p:endCondLst>
                    <p:cond delay="0"/>
                  </p:end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2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12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13" grpId="0" build="p" animBg="1">
        <p:tmplLst>
          <p:tmpl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13"/>
                        </p:tgtEl>
                      </p:cBhvr>
                    </p:animEffect>
                  </p:childTnLst>
                </p:cTn>
              </p:par>
            </p:tnLst>
          </p:tmpl>
          <p:tmpl lvl="1"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13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14" grpId="0"/>
      <p:bldP spid="5" grpId="0" build="p">
        <p:tmplLst>
          <p:tmpl lvl="1"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5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8" grpId="0" build="p">
        <p:tmplLst>
          <p:tmpl lvl="1"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11" grpId="0" build="p" animBg="1">
        <p:tmplLst>
          <p:tmpl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1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11"/>
                        </p:tgtEl>
                      </p:cBhvr>
                    </p:animEffect>
                  </p:childTnLst>
                </p:cTn>
              </p:par>
            </p:tnLst>
          </p:tmpl>
          <p:tmpl lvl="1">
            <p:tnLst>
              <p:par>
                <p:cTn presetID="10" presetClass="entr" presetSubtype="0" fill="hold" nodeType="withEffect" nodePh="1">
                  <p:stCondLst>
                    <p:cond delay="0"/>
                  </p:stCondLst>
                  <p:endCondLst>
                    <p:cond delay="0"/>
                  </p:end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1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11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10" grpId="0"/>
      <p:bldP spid="15" grpId="0"/>
      <p:bldP spid="4" grpId="0" build="p">
        <p:tmplLst>
          <p:tmpl lvl="1"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9" grpId="0" build="p">
        <p:tmplLst>
          <p:tmpl lvl="1"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9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34" grpId="0" build="p" animBg="1">
        <p:tmplLst>
          <p:tmpl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34"/>
                        </p:tgtEl>
                      </p:cBhvr>
                    </p:animEffect>
                  </p:childTnLst>
                </p:cTn>
              </p:par>
            </p:tnLst>
          </p:tmpl>
          <p:tmpl lvl="1"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3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35" grpId="0" build="p" animBg="1">
        <p:tmplLst>
          <p:tmpl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35"/>
                        </p:tgtEl>
                      </p:cBhvr>
                    </p:animEffect>
                  </p:childTnLst>
                </p:cTn>
              </p:par>
            </p:tnLst>
          </p:tmpl>
          <p:tmpl lvl="1"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35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36" grpId="0" build="p" animBg="1">
        <p:tmplLst>
          <p:tmpl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6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36"/>
                        </p:tgtEl>
                      </p:cBhvr>
                    </p:animEffect>
                  </p:childTnLst>
                </p:cTn>
              </p:par>
            </p:tnLst>
          </p:tmpl>
          <p:tmpl lvl="1"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6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36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37" grpId="0" build="p" animBg="1">
        <p:tmplLst>
          <p:tmpl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37"/>
                        </p:tgtEl>
                      </p:cBhvr>
                    </p:animEffect>
                  </p:childTnLst>
                </p:cTn>
              </p:par>
            </p:tnLst>
          </p:tmpl>
          <p:tmpl lvl="1"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37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38" grpId="0" build="p" animBg="1">
        <p:tmplLst>
          <p:tmpl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38"/>
                        </p:tgtEl>
                      </p:cBhvr>
                    </p:animEffect>
                  </p:childTnLst>
                </p:cTn>
              </p:par>
            </p:tnLst>
          </p:tmpl>
          <p:tmpl lvl="1"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3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39" grpId="0" build="p" animBg="1">
        <p:tmplLst>
          <p:tmpl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39"/>
                        </p:tgtEl>
                      </p:cBhvr>
                    </p:animEffect>
                  </p:childTnLst>
                </p:cTn>
              </p:par>
            </p:tnLst>
          </p:tmpl>
          <p:tmpl lvl="1"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39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40" grpId="0" build="p" animBg="1">
        <p:tmplLst>
          <p:tmpl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40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40"/>
                        </p:tgtEl>
                      </p:cBhvr>
                    </p:animEffect>
                  </p:childTnLst>
                </p:cTn>
              </p:par>
            </p:tnLst>
          </p:tmpl>
          <p:tmpl lvl="1"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40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40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41" grpId="0" build="p" animBg="1">
        <p:tmplLst>
          <p:tmpl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41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41"/>
                        </p:tgtEl>
                      </p:cBhvr>
                    </p:animEffect>
                  </p:childTnLst>
                </p:cTn>
              </p:par>
            </p:tnLst>
          </p:tmpl>
          <p:tmpl lvl="1"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41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41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42" grpId="0" build="p" animBg="1">
        <p:tmplLst>
          <p:tmpl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42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42"/>
                        </p:tgtEl>
                      </p:cBhvr>
                    </p:animEffect>
                  </p:childTnLst>
                </p:cTn>
              </p:par>
            </p:tnLst>
          </p:tmpl>
          <p:tmpl lvl="1"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42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42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43" grpId="0" build="p" animBg="1">
        <p:tmplLst>
          <p:tmpl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4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43"/>
                        </p:tgtEl>
                      </p:cBhvr>
                    </p:animEffect>
                  </p:childTnLst>
                </p:cTn>
              </p:par>
            </p:tnLst>
          </p:tmpl>
          <p:tmpl lvl="1"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4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43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44" grpId="0" build="p" animBg="1">
        <p:tmplLst>
          <p:tmpl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4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44"/>
                        </p:tgtEl>
                      </p:cBhvr>
                    </p:animEffect>
                  </p:childTnLst>
                </p:cTn>
              </p:par>
            </p:tnLst>
          </p:tmpl>
          <p:tmpl lvl="1"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4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4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45" grpId="0" build="p" animBg="1">
        <p:tmplLst>
          <p:tmpl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4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45"/>
                        </p:tgtEl>
                      </p:cBhvr>
                    </p:animEffect>
                  </p:childTnLst>
                </p:cTn>
              </p:par>
            </p:tnLst>
          </p:tmpl>
          <p:tmpl lvl="1"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4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45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46" grpId="0" build="p" animBg="1">
        <p:tmplLst>
          <p:tmpl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46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46"/>
                        </p:tgtEl>
                      </p:cBhvr>
                    </p:animEffect>
                  </p:childTnLst>
                </p:cTn>
              </p:par>
            </p:tnLst>
          </p:tmpl>
          <p:tmpl lvl="1"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46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46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47" grpId="0" build="p" animBg="1">
        <p:tmplLst>
          <p:tmpl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4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47"/>
                        </p:tgtEl>
                      </p:cBhvr>
                    </p:animEffect>
                  </p:childTnLst>
                </p:cTn>
              </p:par>
            </p:tnLst>
          </p:tmpl>
          <p:tmpl lvl="1"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4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47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49" grpId="0" build="p" animBg="1">
        <p:tmplLst>
          <p:tmpl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4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49"/>
                        </p:tgtEl>
                      </p:cBhvr>
                    </p:animEffect>
                  </p:childTnLst>
                </p:cTn>
              </p:par>
            </p:tnLst>
          </p:tmpl>
          <p:tmpl lvl="1"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4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49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0" grpId="0" build="p" animBg="1">
        <p:tmplLst>
          <p:tmpl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0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50"/>
                        </p:tgtEl>
                      </p:cBhvr>
                    </p:animEffect>
                  </p:childTnLst>
                </p:cTn>
              </p:par>
            </p:tnLst>
          </p:tmpl>
          <p:tmpl lvl="1"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0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50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1" grpId="0" build="p" animBg="1">
        <p:tmplLst>
          <p:tmpl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1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51"/>
                        </p:tgtEl>
                      </p:cBhvr>
                    </p:animEffect>
                  </p:childTnLst>
                </p:cTn>
              </p:par>
            </p:tnLst>
          </p:tmpl>
          <p:tmpl lvl="1"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1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51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48" grpId="0" animBg="1"/>
    </p:bld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ackground">
            <a:extLst>
              <a:ext uri="{FF2B5EF4-FFF2-40B4-BE49-F238E27FC236}">
                <a16:creationId xmlns:a16="http://schemas.microsoft.com/office/drawing/2014/main" id="{AEB9645B-E98A-42E2-8A89-EC689429C2D8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>
            <a:lvl1pPr>
              <a:buNone/>
              <a:defRPr/>
            </a:lvl1pPr>
          </a:lstStyle>
          <a:p>
            <a:r>
              <a:rPr lang="en-US" dirty="0"/>
              <a:t>background</a:t>
            </a:r>
          </a:p>
        </p:txBody>
      </p:sp>
      <p:sp>
        <p:nvSpPr>
          <p:cNvPr id="12" name="navbar-background">
            <a:extLst>
              <a:ext uri="{FF2B5EF4-FFF2-40B4-BE49-F238E27FC236}">
                <a16:creationId xmlns:a16="http://schemas.microsoft.com/office/drawing/2014/main" id="{0B550FED-FDFE-400F-A66B-5E2A68B6C6F6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0" y="0"/>
            <a:ext cx="1554480" cy="5715000"/>
          </a:xfrm>
          <a:prstGeom prst="rect">
            <a:avLst/>
          </a:prstGeom>
          <a:gradFill flip="none" rotWithShape="1">
            <a:gsLst>
              <a:gs pos="0">
                <a:srgbClr val="1B265E">
                  <a:alpha val="84706"/>
                </a:srgbClr>
              </a:gs>
              <a:gs pos="40000">
                <a:srgbClr val="182E64">
                  <a:alpha val="84706"/>
                </a:srgbClr>
              </a:gs>
              <a:gs pos="100000">
                <a:srgbClr val="0A598A">
                  <a:alpha val="9000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>
              <a:buNone/>
              <a:defRPr lang="en-US" sz="1404" dirty="0">
                <a:solidFill>
                  <a:schemeClr val="lt1"/>
                </a:solidFill>
              </a:defRPr>
            </a:lvl1pPr>
          </a:lstStyle>
          <a:p>
            <a:pPr marL="0" lvl="0" algn="ctr" defTabSz="713232"/>
            <a:r>
              <a:rPr lang="en-US" dirty="0"/>
              <a:t>Navbar-background</a:t>
            </a:r>
          </a:p>
        </p:txBody>
      </p:sp>
      <p:sp>
        <p:nvSpPr>
          <p:cNvPr id="15" name="circle-background">
            <a:extLst>
              <a:ext uri="{FF2B5EF4-FFF2-40B4-BE49-F238E27FC236}">
                <a16:creationId xmlns:a16="http://schemas.microsoft.com/office/drawing/2014/main" id="{4307AE6C-D3E8-4BD1-9215-CCBC161642CA}"/>
              </a:ext>
            </a:extLst>
          </p:cNvPr>
          <p:cNvSpPr>
            <a:spLocks noGrp="1" noChangeAspect="1"/>
          </p:cNvSpPr>
          <p:nvPr>
            <p:ph sz="quarter" idx="18" hasCustomPrompt="1"/>
          </p:nvPr>
        </p:nvSpPr>
        <p:spPr>
          <a:xfrm>
            <a:off x="3063240" y="411480"/>
            <a:ext cx="4572000" cy="4572000"/>
          </a:xfrm>
          <a:prstGeom prst="ellipse">
            <a:avLst/>
          </a:prstGeom>
          <a:solidFill>
            <a:srgbClr val="FFFFFF">
              <a:alpha val="85000"/>
            </a:srgbClr>
          </a:solidFill>
        </p:spPr>
        <p:txBody>
          <a:bodyPr/>
          <a:lstStyle>
            <a:lvl1pPr>
              <a:buNone/>
              <a:defRPr/>
            </a:lvl1pPr>
          </a:lstStyle>
          <a:p>
            <a:pPr lvl="0"/>
            <a:r>
              <a:rPr lang="en-US" dirty="0"/>
              <a:t>Circle-background</a:t>
            </a:r>
          </a:p>
        </p:txBody>
      </p:sp>
      <p:sp>
        <p:nvSpPr>
          <p:cNvPr id="8" name="title">
            <a:extLst>
              <a:ext uri="{FF2B5EF4-FFF2-40B4-BE49-F238E27FC236}">
                <a16:creationId xmlns:a16="http://schemas.microsoft.com/office/drawing/2014/main" id="{115AD74F-6597-4D11-84E3-F03F2DD9F1D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836709" y="2329636"/>
            <a:ext cx="3007152" cy="590445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5400" b="1" cap="none" baseline="0">
                <a:solidFill>
                  <a:srgbClr val="014A81"/>
                </a:solidFill>
                <a:latin typeface="Avenir Next LT Pro" panose="020B0504020202020204" pitchFamily="34" charset="0"/>
              </a:defRPr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10" name="detail">
            <a:extLst>
              <a:ext uri="{FF2B5EF4-FFF2-40B4-BE49-F238E27FC236}">
                <a16:creationId xmlns:a16="http://schemas.microsoft.com/office/drawing/2014/main" id="{2177151D-518D-4586-8940-820C57BEEF5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26264" y="848689"/>
            <a:ext cx="2917597" cy="904875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000" b="0" cap="none" baseline="0">
                <a:solidFill>
                  <a:srgbClr val="113245"/>
                </a:solidFill>
                <a:latin typeface="Avenir Next LT Pro" panose="020B0504020202020204" pitchFamily="34" charset="0"/>
              </a:defRPr>
            </a:lvl1pPr>
          </a:lstStyle>
          <a:p>
            <a:pPr lvl="0"/>
            <a:r>
              <a:rPr lang="en-US" dirty="0"/>
              <a:t>Detail</a:t>
            </a:r>
          </a:p>
        </p:txBody>
      </p:sp>
      <p:sp>
        <p:nvSpPr>
          <p:cNvPr id="7" name="quote">
            <a:extLst>
              <a:ext uri="{FF2B5EF4-FFF2-40B4-BE49-F238E27FC236}">
                <a16:creationId xmlns:a16="http://schemas.microsoft.com/office/drawing/2014/main" id="{D28D1B06-F61E-46C8-8BE2-2C9EE74B301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984942" y="3990326"/>
            <a:ext cx="2936452" cy="393700"/>
          </a:xfrm>
          <a:prstGeom prst="rect">
            <a:avLst/>
          </a:prstGeom>
        </p:spPr>
        <p:txBody>
          <a:bodyPr lIns="0" tIns="0" rIns="0" bIns="0"/>
          <a:lstStyle>
            <a:lvl1pPr marL="0" indent="0" algn="ctr">
              <a:spcBef>
                <a:spcPts val="0"/>
              </a:spcBef>
              <a:buNone/>
              <a:defRPr b="0" cap="none" baseline="0">
                <a:solidFill>
                  <a:srgbClr val="113245"/>
                </a:solidFill>
                <a:latin typeface="Avenir Next LT Pro" panose="020B0504020202020204" pitchFamily="34" charset="0"/>
              </a:defRPr>
            </a:lvl1pPr>
          </a:lstStyle>
          <a:p>
            <a:pPr lvl="0"/>
            <a:r>
              <a:rPr lang="en-US" dirty="0"/>
              <a:t>quote</a:t>
            </a:r>
          </a:p>
        </p:txBody>
      </p:sp>
      <p:sp>
        <p:nvSpPr>
          <p:cNvPr id="11" name="credits">
            <a:extLst>
              <a:ext uri="{FF2B5EF4-FFF2-40B4-BE49-F238E27FC236}">
                <a16:creationId xmlns:a16="http://schemas.microsoft.com/office/drawing/2014/main" id="{1B4EDC40-1BDE-452F-9CDF-5FFDDA12B83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548967" y="4538133"/>
            <a:ext cx="2400856" cy="940894"/>
          </a:xfrm>
          <a:prstGeom prst="rect">
            <a:avLst/>
          </a:prstGeom>
        </p:spPr>
        <p:txBody>
          <a:bodyPr anchor="b"/>
          <a:lstStyle>
            <a:lvl1pPr algn="r">
              <a:spcBef>
                <a:spcPts val="0"/>
              </a:spcBef>
              <a:buNone/>
              <a:defRPr sz="200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venir Next LT Pro" panose="020B0504020202020204" pitchFamily="34" charset="0"/>
              </a:defRPr>
            </a:lvl1pPr>
          </a:lstStyle>
          <a:p>
            <a:pPr lvl="0"/>
            <a:r>
              <a:rPr lang="en-US" dirty="0"/>
              <a:t>credits</a:t>
            </a:r>
          </a:p>
        </p:txBody>
      </p:sp>
      <p:sp>
        <p:nvSpPr>
          <p:cNvPr id="13" name="reference">
            <a:extLst>
              <a:ext uri="{FF2B5EF4-FFF2-40B4-BE49-F238E27FC236}">
                <a16:creationId xmlns:a16="http://schemas.microsoft.com/office/drawing/2014/main" id="{CE2545CB-1CAD-41DE-B9A3-343E2927583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984942" y="4470640"/>
            <a:ext cx="2936452" cy="393700"/>
          </a:xfrm>
          <a:prstGeom prst="rect">
            <a:avLst/>
          </a:prstGeom>
        </p:spPr>
        <p:txBody>
          <a:bodyPr lIns="0" tIns="0" rIns="0" bIns="0"/>
          <a:lstStyle>
            <a:lvl1pPr marL="0" indent="0" algn="ctr">
              <a:spcBef>
                <a:spcPts val="0"/>
              </a:spcBef>
              <a:buNone/>
              <a:defRPr b="0" cap="none" baseline="0">
                <a:solidFill>
                  <a:srgbClr val="113245"/>
                </a:solidFill>
                <a:latin typeface="Avenir Next LT Pro" panose="020B0504020202020204" pitchFamily="34" charset="0"/>
              </a:defRPr>
            </a:lvl1pPr>
          </a:lstStyle>
          <a:p>
            <a:pPr lvl="0"/>
            <a:r>
              <a:rPr lang="en-US" dirty="0"/>
              <a:t>reference</a:t>
            </a:r>
          </a:p>
        </p:txBody>
      </p:sp>
      <p:sp>
        <p:nvSpPr>
          <p:cNvPr id="3" name="logo">
            <a:extLst>
              <a:ext uri="{FF2B5EF4-FFF2-40B4-BE49-F238E27FC236}">
                <a16:creationId xmlns:a16="http://schemas.microsoft.com/office/drawing/2014/main" id="{D5C254D8-33A5-4125-A911-B875ACEA7E53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1668537" y="5029200"/>
            <a:ext cx="1828800" cy="457200"/>
          </a:xfrm>
          <a:prstGeom prst="rect">
            <a:avLst/>
          </a:prstGeom>
        </p:spPr>
        <p:txBody>
          <a:bodyPr/>
          <a:lstStyle>
            <a:lvl1pPr>
              <a:buNone/>
              <a:defRPr/>
            </a:lvl1pPr>
          </a:lstStyle>
          <a:p>
            <a:r>
              <a:rPr lang="en-US" dirty="0"/>
              <a:t>logo</a:t>
            </a:r>
          </a:p>
        </p:txBody>
      </p:sp>
      <p:sp>
        <p:nvSpPr>
          <p:cNvPr id="14" name="highlight">
            <a:extLst>
              <a:ext uri="{FF2B5EF4-FFF2-40B4-BE49-F238E27FC236}">
                <a16:creationId xmlns:a16="http://schemas.microsoft.com/office/drawing/2014/main" id="{C61CF084-E13F-49CD-A369-86E5602DA44D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58311" y="542302"/>
            <a:ext cx="1450450" cy="306387"/>
          </a:xfrm>
          <a:prstGeom prst="roundRect">
            <a:avLst>
              <a:gd name="adj" fmla="val 22360"/>
            </a:avLst>
          </a:prstGeom>
          <a:solidFill>
            <a:srgbClr val="057A84"/>
          </a:solidFill>
          <a:ln>
            <a:noFill/>
          </a:ln>
        </p:spPr>
        <p:txBody>
          <a:bodyPr anchor="ctr"/>
          <a:lstStyle>
            <a:lvl1pPr algn="ctr">
              <a:buNone/>
              <a:defRPr sz="900"/>
            </a:lvl1pPr>
          </a:lstStyle>
          <a:p>
            <a:pPr lvl="0"/>
            <a:r>
              <a:rPr lang="en-US" dirty="0"/>
              <a:t>highlight</a:t>
            </a:r>
          </a:p>
        </p:txBody>
      </p:sp>
      <p:sp>
        <p:nvSpPr>
          <p:cNvPr id="6" name="navbar">
            <a:extLst>
              <a:ext uri="{FF2B5EF4-FFF2-40B4-BE49-F238E27FC236}">
                <a16:creationId xmlns:a16="http://schemas.microsoft.com/office/drawing/2014/main" id="{E9B9669B-7121-41D3-84BD-6DD37099A76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-79512" y="0"/>
            <a:ext cx="1633676" cy="5120640"/>
          </a:xfrm>
          <a:prstGeom prst="rect">
            <a:avLst/>
          </a:prstGeom>
        </p:spPr>
        <p:txBody>
          <a:bodyPr anchor="ctr"/>
          <a:lstStyle>
            <a:lvl1pPr algn="r">
              <a:lnSpc>
                <a:spcPts val="1700"/>
              </a:lnSpc>
              <a:buNone/>
              <a:defRPr sz="1600">
                <a:solidFill>
                  <a:schemeClr val="bg1"/>
                </a:solidFill>
                <a:latin typeface="Avenir Next LT Pro" panose="020B0504020202020204" pitchFamily="34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5" name="callout">
            <a:extLst>
              <a:ext uri="{FF2B5EF4-FFF2-40B4-BE49-F238E27FC236}">
                <a16:creationId xmlns:a16="http://schemas.microsoft.com/office/drawing/2014/main" id="{24980923-FB96-4E12-B290-EAFB8C34AF3B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836988" y="3257550"/>
            <a:ext cx="3006725" cy="444500"/>
          </a:xfrm>
          <a:prstGeom prst="roundRect">
            <a:avLst>
              <a:gd name="adj" fmla="val 26137"/>
            </a:avLst>
          </a:prstGeom>
          <a:solidFill>
            <a:srgbClr val="014A81"/>
          </a:solidFill>
        </p:spPr>
        <p:txBody>
          <a:bodyPr anchor="ctr"/>
          <a:lstStyle>
            <a:lvl1pPr algn="ctr">
              <a:buNone/>
              <a:defRPr>
                <a:solidFill>
                  <a:schemeClr val="bg1"/>
                </a:solidFill>
                <a:latin typeface="Avenir Next LT Pro" panose="020B0504020202020204" pitchFamily="34" charset="0"/>
              </a:defRPr>
            </a:lvl1pPr>
          </a:lstStyle>
          <a:p>
            <a:pPr lvl="0"/>
            <a:r>
              <a:rPr lang="en-US" dirty="0"/>
              <a:t>callout</a:t>
            </a:r>
          </a:p>
        </p:txBody>
      </p:sp>
      <p:sp>
        <p:nvSpPr>
          <p:cNvPr id="9" name="copyright">
            <a:extLst>
              <a:ext uri="{FF2B5EF4-FFF2-40B4-BE49-F238E27FC236}">
                <a16:creationId xmlns:a16="http://schemas.microsoft.com/office/drawing/2014/main" id="{000CC8A8-8C0E-4E6E-91F4-36696E1A12E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554164" y="5505027"/>
            <a:ext cx="7603461" cy="209973"/>
          </a:xfrm>
          <a:prstGeom prst="rect">
            <a:avLst/>
          </a:prstGeom>
        </p:spPr>
        <p:txBody>
          <a:bodyPr lIns="0" tIns="0" rIns="0" bIns="0" anchor="ctr"/>
          <a:lstStyle>
            <a:lvl1pPr algn="ctr">
              <a:spcBef>
                <a:spcPts val="0"/>
              </a:spcBef>
              <a:buNone/>
              <a:defRPr sz="90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venir Next LT Pro" panose="020B0504020202020204" pitchFamily="34" charset="0"/>
              </a:defRPr>
            </a:lvl1pPr>
          </a:lstStyle>
          <a:p>
            <a:pPr lvl="0"/>
            <a:r>
              <a:rPr lang="en-US" dirty="0"/>
              <a:t>copyright</a:t>
            </a:r>
          </a:p>
        </p:txBody>
      </p:sp>
      <p:sp>
        <p:nvSpPr>
          <p:cNvPr id="16" name="leader">
            <a:extLst>
              <a:ext uri="{FF2B5EF4-FFF2-40B4-BE49-F238E27FC236}">
                <a16:creationId xmlns:a16="http://schemas.microsoft.com/office/drawing/2014/main" id="{C02578DB-0DB7-4085-90A0-F5FFA0FA8DC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108192" y="5093208"/>
            <a:ext cx="2837543" cy="415925"/>
          </a:xfrm>
          <a:prstGeom prst="rect">
            <a:avLst/>
          </a:prstGeom>
        </p:spPr>
        <p:txBody>
          <a:bodyPr anchor="ctr"/>
          <a:lstStyle>
            <a:lvl1pPr marL="0" indent="0" algn="r">
              <a:buNone/>
              <a:defRPr cap="small" baseline="0">
                <a:solidFill>
                  <a:schemeClr val="bg1"/>
                </a:solidFill>
                <a:latin typeface="Avenir Next LT Pro" panose="020B0504020202020204" pitchFamily="34" charset="0"/>
              </a:defRPr>
            </a:lvl1pPr>
          </a:lstStyle>
          <a:p>
            <a:pPr lvl="0"/>
            <a:r>
              <a:rPr lang="en-US" dirty="0"/>
              <a:t>Leader</a:t>
            </a:r>
          </a:p>
        </p:txBody>
      </p:sp>
    </p:spTree>
    <p:extLst>
      <p:ext uri="{BB962C8B-B14F-4D97-AF65-F5344CB8AC3E}">
        <p14:creationId xmlns:p14="http://schemas.microsoft.com/office/powerpoint/2010/main" val="20788469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ackground">
            <a:extLst>
              <a:ext uri="{FF2B5EF4-FFF2-40B4-BE49-F238E27FC236}">
                <a16:creationId xmlns:a16="http://schemas.microsoft.com/office/drawing/2014/main" id="{AEB9645B-E98A-42E2-8A89-EC689429C2D8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>
            <a:lvl1pPr>
              <a:buNone/>
              <a:defRPr/>
            </a:lvl1pPr>
          </a:lstStyle>
          <a:p>
            <a:r>
              <a:rPr lang="en-US" dirty="0"/>
              <a:t>background</a:t>
            </a:r>
          </a:p>
        </p:txBody>
      </p:sp>
      <p:sp>
        <p:nvSpPr>
          <p:cNvPr id="12" name="navbar-background">
            <a:extLst>
              <a:ext uri="{FF2B5EF4-FFF2-40B4-BE49-F238E27FC236}">
                <a16:creationId xmlns:a16="http://schemas.microsoft.com/office/drawing/2014/main" id="{0B550FED-FDFE-400F-A66B-5E2A68B6C6F6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0" y="0"/>
            <a:ext cx="1554480" cy="5715000"/>
          </a:xfrm>
          <a:prstGeom prst="rect">
            <a:avLst/>
          </a:prstGeom>
          <a:gradFill flip="none" rotWithShape="1">
            <a:gsLst>
              <a:gs pos="0">
                <a:srgbClr val="1B265E">
                  <a:alpha val="84706"/>
                </a:srgbClr>
              </a:gs>
              <a:gs pos="40000">
                <a:srgbClr val="182E64">
                  <a:alpha val="84706"/>
                </a:srgbClr>
              </a:gs>
              <a:gs pos="100000">
                <a:srgbClr val="0A598A">
                  <a:alpha val="9000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>
              <a:buNone/>
              <a:defRPr lang="en-US" sz="1404" dirty="0">
                <a:solidFill>
                  <a:schemeClr val="lt1"/>
                </a:solidFill>
              </a:defRPr>
            </a:lvl1pPr>
          </a:lstStyle>
          <a:p>
            <a:pPr marL="0" lvl="0" algn="ctr" defTabSz="713232"/>
            <a:r>
              <a:rPr lang="en-US" dirty="0"/>
              <a:t>Navbar-background</a:t>
            </a:r>
          </a:p>
        </p:txBody>
      </p:sp>
      <p:sp>
        <p:nvSpPr>
          <p:cNvPr id="15" name="circle-background">
            <a:extLst>
              <a:ext uri="{FF2B5EF4-FFF2-40B4-BE49-F238E27FC236}">
                <a16:creationId xmlns:a16="http://schemas.microsoft.com/office/drawing/2014/main" id="{4307AE6C-D3E8-4BD1-9215-CCBC161642CA}"/>
              </a:ext>
            </a:extLst>
          </p:cNvPr>
          <p:cNvSpPr>
            <a:spLocks noGrp="1" noChangeAspect="1"/>
          </p:cNvSpPr>
          <p:nvPr>
            <p:ph sz="quarter" idx="18" hasCustomPrompt="1"/>
          </p:nvPr>
        </p:nvSpPr>
        <p:spPr>
          <a:xfrm>
            <a:off x="3063240" y="411480"/>
            <a:ext cx="4572000" cy="4572000"/>
          </a:xfrm>
          <a:prstGeom prst="ellipse">
            <a:avLst/>
          </a:prstGeom>
          <a:solidFill>
            <a:srgbClr val="FFFFFF">
              <a:alpha val="85000"/>
            </a:srgbClr>
          </a:solidFill>
        </p:spPr>
        <p:txBody>
          <a:bodyPr/>
          <a:lstStyle>
            <a:lvl1pPr>
              <a:buNone/>
              <a:defRPr/>
            </a:lvl1pPr>
          </a:lstStyle>
          <a:p>
            <a:pPr lvl="0"/>
            <a:r>
              <a:rPr lang="en-US" dirty="0"/>
              <a:t>Circle-background</a:t>
            </a:r>
          </a:p>
        </p:txBody>
      </p:sp>
      <p:sp>
        <p:nvSpPr>
          <p:cNvPr id="8" name="title">
            <a:extLst>
              <a:ext uri="{FF2B5EF4-FFF2-40B4-BE49-F238E27FC236}">
                <a16:creationId xmlns:a16="http://schemas.microsoft.com/office/drawing/2014/main" id="{115AD74F-6597-4D11-84E3-F03F2DD9F1D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836709" y="2329636"/>
            <a:ext cx="3007152" cy="590445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5400" b="1" cap="none" baseline="0">
                <a:solidFill>
                  <a:srgbClr val="014A81"/>
                </a:solidFill>
                <a:latin typeface="Avenir Next LT Pro" panose="020B0504020202020204" pitchFamily="34" charset="0"/>
              </a:defRPr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10" name="detail">
            <a:extLst>
              <a:ext uri="{FF2B5EF4-FFF2-40B4-BE49-F238E27FC236}">
                <a16:creationId xmlns:a16="http://schemas.microsoft.com/office/drawing/2014/main" id="{2177151D-518D-4586-8940-820C57BEEF5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26264" y="848689"/>
            <a:ext cx="2917597" cy="904875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000" b="1" cap="none" baseline="0">
                <a:solidFill>
                  <a:srgbClr val="113245"/>
                </a:solidFill>
                <a:latin typeface="Avenir Next LT Pro" panose="020B0504020202020204" pitchFamily="34" charset="0"/>
              </a:defRPr>
            </a:lvl1pPr>
          </a:lstStyle>
          <a:p>
            <a:pPr lvl="0"/>
            <a:r>
              <a:rPr lang="en-US" dirty="0"/>
              <a:t>Detail</a:t>
            </a:r>
          </a:p>
        </p:txBody>
      </p:sp>
      <p:sp>
        <p:nvSpPr>
          <p:cNvPr id="7" name="quote">
            <a:extLst>
              <a:ext uri="{FF2B5EF4-FFF2-40B4-BE49-F238E27FC236}">
                <a16:creationId xmlns:a16="http://schemas.microsoft.com/office/drawing/2014/main" id="{D28D1B06-F61E-46C8-8BE2-2C9EE74B301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984942" y="3990326"/>
            <a:ext cx="2936452" cy="393700"/>
          </a:xfrm>
          <a:prstGeom prst="rect">
            <a:avLst/>
          </a:prstGeom>
        </p:spPr>
        <p:txBody>
          <a:bodyPr lIns="0" tIns="0" rIns="0" bIns="0"/>
          <a:lstStyle>
            <a:lvl1pPr marL="0" indent="0" algn="ctr">
              <a:spcBef>
                <a:spcPts val="0"/>
              </a:spcBef>
              <a:buNone/>
              <a:defRPr b="0" cap="none" baseline="0">
                <a:solidFill>
                  <a:srgbClr val="113245"/>
                </a:solidFill>
                <a:latin typeface="Avenir Next LT Pro" panose="020B0504020202020204" pitchFamily="34" charset="0"/>
              </a:defRPr>
            </a:lvl1pPr>
          </a:lstStyle>
          <a:p>
            <a:pPr lvl="0"/>
            <a:r>
              <a:rPr lang="en-US" dirty="0"/>
              <a:t>quote</a:t>
            </a:r>
          </a:p>
        </p:txBody>
      </p:sp>
      <p:sp>
        <p:nvSpPr>
          <p:cNvPr id="11" name="credits">
            <a:extLst>
              <a:ext uri="{FF2B5EF4-FFF2-40B4-BE49-F238E27FC236}">
                <a16:creationId xmlns:a16="http://schemas.microsoft.com/office/drawing/2014/main" id="{1B4EDC40-1BDE-452F-9CDF-5FFDDA12B83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548967" y="4538133"/>
            <a:ext cx="2400856" cy="940894"/>
          </a:xfrm>
          <a:prstGeom prst="rect">
            <a:avLst/>
          </a:prstGeom>
        </p:spPr>
        <p:txBody>
          <a:bodyPr anchor="b"/>
          <a:lstStyle>
            <a:lvl1pPr algn="r">
              <a:spcBef>
                <a:spcPts val="0"/>
              </a:spcBef>
              <a:buNone/>
              <a:defRPr sz="200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venir Next LT Pro" panose="020B0504020202020204" pitchFamily="34" charset="0"/>
              </a:defRPr>
            </a:lvl1pPr>
          </a:lstStyle>
          <a:p>
            <a:pPr lvl="0"/>
            <a:r>
              <a:rPr lang="en-US" dirty="0"/>
              <a:t>credits</a:t>
            </a:r>
          </a:p>
        </p:txBody>
      </p:sp>
      <p:sp>
        <p:nvSpPr>
          <p:cNvPr id="13" name="reference">
            <a:extLst>
              <a:ext uri="{FF2B5EF4-FFF2-40B4-BE49-F238E27FC236}">
                <a16:creationId xmlns:a16="http://schemas.microsoft.com/office/drawing/2014/main" id="{CE2545CB-1CAD-41DE-B9A3-343E2927583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984942" y="4470640"/>
            <a:ext cx="2936452" cy="393700"/>
          </a:xfrm>
          <a:prstGeom prst="rect">
            <a:avLst/>
          </a:prstGeom>
        </p:spPr>
        <p:txBody>
          <a:bodyPr lIns="0" tIns="0" rIns="0" bIns="0"/>
          <a:lstStyle>
            <a:lvl1pPr marL="0" indent="0" algn="ctr">
              <a:spcBef>
                <a:spcPts val="0"/>
              </a:spcBef>
              <a:buNone/>
              <a:defRPr b="0" cap="none" baseline="0">
                <a:solidFill>
                  <a:srgbClr val="113245"/>
                </a:solidFill>
                <a:latin typeface="Avenir Next LT Pro" panose="020B0504020202020204" pitchFamily="34" charset="0"/>
              </a:defRPr>
            </a:lvl1pPr>
          </a:lstStyle>
          <a:p>
            <a:pPr lvl="0"/>
            <a:r>
              <a:rPr lang="en-US" dirty="0"/>
              <a:t>reference</a:t>
            </a:r>
          </a:p>
        </p:txBody>
      </p:sp>
      <p:sp>
        <p:nvSpPr>
          <p:cNvPr id="3" name="logo">
            <a:extLst>
              <a:ext uri="{FF2B5EF4-FFF2-40B4-BE49-F238E27FC236}">
                <a16:creationId xmlns:a16="http://schemas.microsoft.com/office/drawing/2014/main" id="{D5C254D8-33A5-4125-A911-B875ACEA7E53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1668537" y="5029200"/>
            <a:ext cx="1828800" cy="457200"/>
          </a:xfrm>
          <a:prstGeom prst="rect">
            <a:avLst/>
          </a:prstGeom>
        </p:spPr>
        <p:txBody>
          <a:bodyPr/>
          <a:lstStyle>
            <a:lvl1pPr>
              <a:buNone/>
              <a:defRPr/>
            </a:lvl1pPr>
          </a:lstStyle>
          <a:p>
            <a:r>
              <a:rPr lang="en-US" dirty="0"/>
              <a:t>logo</a:t>
            </a:r>
          </a:p>
        </p:txBody>
      </p:sp>
      <p:sp>
        <p:nvSpPr>
          <p:cNvPr id="28" name="highlight">
            <a:extLst>
              <a:ext uri="{FF2B5EF4-FFF2-40B4-BE49-F238E27FC236}">
                <a16:creationId xmlns:a16="http://schemas.microsoft.com/office/drawing/2014/main" id="{A33580DC-3D3A-465D-96F6-1519354675F4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53078" y="482274"/>
            <a:ext cx="1449387" cy="338455"/>
          </a:xfrm>
          <a:prstGeom prst="roundRect">
            <a:avLst>
              <a:gd name="adj" fmla="val 18293"/>
            </a:avLst>
          </a:prstGeom>
          <a:solidFill>
            <a:srgbClr val="057A84"/>
          </a:solidFill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600"/>
            </a:lvl1pPr>
          </a:lstStyle>
          <a:p>
            <a:pPr lvl="0"/>
            <a:r>
              <a:rPr lang="en-US" dirty="0"/>
              <a:t>highlight</a:t>
            </a:r>
          </a:p>
        </p:txBody>
      </p:sp>
      <p:sp>
        <p:nvSpPr>
          <p:cNvPr id="6" name="navbar">
            <a:extLst>
              <a:ext uri="{FF2B5EF4-FFF2-40B4-BE49-F238E27FC236}">
                <a16:creationId xmlns:a16="http://schemas.microsoft.com/office/drawing/2014/main" id="{E9B9669B-7121-41D3-84BD-6DD37099A76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-79512" y="0"/>
            <a:ext cx="1633676" cy="5120640"/>
          </a:xfrm>
          <a:prstGeom prst="rect">
            <a:avLst/>
          </a:prstGeom>
        </p:spPr>
        <p:txBody>
          <a:bodyPr anchor="ctr"/>
          <a:lstStyle>
            <a:lvl1pPr algn="r">
              <a:lnSpc>
                <a:spcPts val="1700"/>
              </a:lnSpc>
              <a:buNone/>
              <a:defRPr sz="1600">
                <a:solidFill>
                  <a:schemeClr val="bg1"/>
                </a:solidFill>
                <a:latin typeface="Avenir Next LT Pro" panose="020B0504020202020204" pitchFamily="34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31" name="callout">
            <a:extLst>
              <a:ext uri="{FF2B5EF4-FFF2-40B4-BE49-F238E27FC236}">
                <a16:creationId xmlns:a16="http://schemas.microsoft.com/office/drawing/2014/main" id="{5555FF73-0CDC-424B-AD6C-6AA9A6095B25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3410940" y="3270391"/>
            <a:ext cx="1662113" cy="444500"/>
          </a:xfrm>
          <a:prstGeom prst="roundRect">
            <a:avLst>
              <a:gd name="adj" fmla="val 26702"/>
            </a:avLst>
          </a:prstGeom>
          <a:solidFill>
            <a:srgbClr val="014A81"/>
          </a:solidFill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  <a:latin typeface="Avenir Next LT Pro" panose="020B0504020202020204" pitchFamily="34" charset="0"/>
              </a:defRPr>
            </a:lvl1pPr>
          </a:lstStyle>
          <a:p>
            <a:pPr lvl="0"/>
            <a:r>
              <a:rPr lang="en-US" dirty="0"/>
              <a:t>callout</a:t>
            </a:r>
          </a:p>
        </p:txBody>
      </p:sp>
      <p:sp>
        <p:nvSpPr>
          <p:cNvPr id="9" name="copyright">
            <a:extLst>
              <a:ext uri="{FF2B5EF4-FFF2-40B4-BE49-F238E27FC236}">
                <a16:creationId xmlns:a16="http://schemas.microsoft.com/office/drawing/2014/main" id="{000CC8A8-8C0E-4E6E-91F4-36696E1A12E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554164" y="5550751"/>
            <a:ext cx="7603461" cy="118525"/>
          </a:xfrm>
          <a:prstGeom prst="rect">
            <a:avLst/>
          </a:prstGeom>
        </p:spPr>
        <p:txBody>
          <a:bodyPr lIns="0" tIns="0" rIns="0" bIns="0" anchor="ctr"/>
          <a:lstStyle>
            <a:lvl1pPr algn="ctr">
              <a:spcBef>
                <a:spcPts val="0"/>
              </a:spcBef>
              <a:buNone/>
              <a:defRPr sz="90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venir Next LT Pro" panose="020B0504020202020204" pitchFamily="34" charset="0"/>
              </a:defRPr>
            </a:lvl1pPr>
          </a:lstStyle>
          <a:p>
            <a:pPr lvl="0"/>
            <a:r>
              <a:rPr lang="en-US" dirty="0"/>
              <a:t>copyright</a:t>
            </a:r>
          </a:p>
        </p:txBody>
      </p:sp>
      <p:sp>
        <p:nvSpPr>
          <p:cNvPr id="16" name="leader">
            <a:extLst>
              <a:ext uri="{FF2B5EF4-FFF2-40B4-BE49-F238E27FC236}">
                <a16:creationId xmlns:a16="http://schemas.microsoft.com/office/drawing/2014/main" id="{C02578DB-0DB7-4085-90A0-F5FFA0FA8DC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108192" y="5093208"/>
            <a:ext cx="2837543" cy="420624"/>
          </a:xfrm>
          <a:prstGeom prst="rect">
            <a:avLst/>
          </a:prstGeom>
        </p:spPr>
        <p:txBody>
          <a:bodyPr anchor="ctr"/>
          <a:lstStyle>
            <a:lvl1pPr marL="0" indent="0" algn="r">
              <a:buNone/>
              <a:defRPr cap="small" baseline="0">
                <a:solidFill>
                  <a:schemeClr val="bg1"/>
                </a:solidFill>
                <a:latin typeface="Avenir Next LT Pro" panose="020B0504020202020204" pitchFamily="34" charset="0"/>
              </a:defRPr>
            </a:lvl1pPr>
          </a:lstStyle>
          <a:p>
            <a:pPr lvl="0"/>
            <a:r>
              <a:rPr lang="en-US" dirty="0"/>
              <a:t>Leader</a:t>
            </a:r>
          </a:p>
        </p:txBody>
      </p:sp>
      <p:sp>
        <p:nvSpPr>
          <p:cNvPr id="17" name="esp-title">
            <a:extLst>
              <a:ext uri="{FF2B5EF4-FFF2-40B4-BE49-F238E27FC236}">
                <a16:creationId xmlns:a16="http://schemas.microsoft.com/office/drawing/2014/main" id="{DAF42457-8B43-4BE6-8458-681251A8F816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989109" y="2482036"/>
            <a:ext cx="3007152" cy="590445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5400" b="1" cap="none" baseline="0">
                <a:solidFill>
                  <a:srgbClr val="014A81"/>
                </a:solidFill>
                <a:latin typeface="Avenir Next LT Pro" panose="020B0504020202020204" pitchFamily="34" charset="0"/>
              </a:defRPr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18" name="esp-detail">
            <a:extLst>
              <a:ext uri="{FF2B5EF4-FFF2-40B4-BE49-F238E27FC236}">
                <a16:creationId xmlns:a16="http://schemas.microsoft.com/office/drawing/2014/main" id="{33D4B0F1-EF15-48BB-8E2F-BFC5E757FD1D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078664" y="1001089"/>
            <a:ext cx="2917597" cy="904875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000" b="1" cap="none" baseline="0">
                <a:solidFill>
                  <a:srgbClr val="113245"/>
                </a:solidFill>
                <a:latin typeface="Avenir Next LT Pro" panose="020B0504020202020204" pitchFamily="34" charset="0"/>
              </a:defRPr>
            </a:lvl1pPr>
          </a:lstStyle>
          <a:p>
            <a:pPr lvl="0"/>
            <a:r>
              <a:rPr lang="en-US" dirty="0"/>
              <a:t>Detail</a:t>
            </a:r>
          </a:p>
        </p:txBody>
      </p:sp>
      <p:sp>
        <p:nvSpPr>
          <p:cNvPr id="19" name="esp-quote">
            <a:extLst>
              <a:ext uri="{FF2B5EF4-FFF2-40B4-BE49-F238E27FC236}">
                <a16:creationId xmlns:a16="http://schemas.microsoft.com/office/drawing/2014/main" id="{7FB4866D-503C-46C5-9CC9-32FA979E397E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137342" y="4142726"/>
            <a:ext cx="2936452" cy="393700"/>
          </a:xfrm>
          <a:prstGeom prst="rect">
            <a:avLst/>
          </a:prstGeom>
        </p:spPr>
        <p:txBody>
          <a:bodyPr lIns="0" tIns="0" rIns="0" bIns="0"/>
          <a:lstStyle>
            <a:lvl1pPr marL="0" indent="0" algn="ctr">
              <a:spcBef>
                <a:spcPts val="0"/>
              </a:spcBef>
              <a:buNone/>
              <a:defRPr b="0" cap="none" baseline="0">
                <a:solidFill>
                  <a:srgbClr val="113245"/>
                </a:solidFill>
                <a:latin typeface="Avenir Next LT Pro" panose="020B0504020202020204" pitchFamily="34" charset="0"/>
              </a:defRPr>
            </a:lvl1pPr>
          </a:lstStyle>
          <a:p>
            <a:pPr lvl="0"/>
            <a:r>
              <a:rPr lang="en-US" dirty="0"/>
              <a:t>quote</a:t>
            </a:r>
          </a:p>
        </p:txBody>
      </p:sp>
      <p:sp>
        <p:nvSpPr>
          <p:cNvPr id="20" name="esp-credits">
            <a:extLst>
              <a:ext uri="{FF2B5EF4-FFF2-40B4-BE49-F238E27FC236}">
                <a16:creationId xmlns:a16="http://schemas.microsoft.com/office/drawing/2014/main" id="{F70D7E14-764E-445B-A94F-62EDA7CA65D3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559844" y="4549012"/>
            <a:ext cx="2400856" cy="940894"/>
          </a:xfrm>
          <a:prstGeom prst="rect">
            <a:avLst/>
          </a:prstGeom>
        </p:spPr>
        <p:txBody>
          <a:bodyPr anchor="b"/>
          <a:lstStyle>
            <a:lvl1pPr algn="r">
              <a:spcBef>
                <a:spcPts val="0"/>
              </a:spcBef>
              <a:buNone/>
              <a:defRPr sz="200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venir Next LT Pro" panose="020B0504020202020204" pitchFamily="34" charset="0"/>
              </a:defRPr>
            </a:lvl1pPr>
          </a:lstStyle>
          <a:p>
            <a:pPr lvl="0"/>
            <a:r>
              <a:rPr lang="en-US" dirty="0"/>
              <a:t>credits</a:t>
            </a:r>
          </a:p>
        </p:txBody>
      </p:sp>
      <p:sp>
        <p:nvSpPr>
          <p:cNvPr id="21" name="esp-reference">
            <a:extLst>
              <a:ext uri="{FF2B5EF4-FFF2-40B4-BE49-F238E27FC236}">
                <a16:creationId xmlns:a16="http://schemas.microsoft.com/office/drawing/2014/main" id="{CBD09730-1303-4D7B-920D-D59F64FC4E5F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137342" y="4623040"/>
            <a:ext cx="2936452" cy="393700"/>
          </a:xfrm>
          <a:prstGeom prst="rect">
            <a:avLst/>
          </a:prstGeom>
        </p:spPr>
        <p:txBody>
          <a:bodyPr lIns="0" tIns="0" rIns="0" bIns="0"/>
          <a:lstStyle>
            <a:lvl1pPr marL="0" indent="0" algn="ctr">
              <a:spcBef>
                <a:spcPts val="0"/>
              </a:spcBef>
              <a:buNone/>
              <a:defRPr b="0" cap="none" baseline="0">
                <a:solidFill>
                  <a:srgbClr val="113245"/>
                </a:solidFill>
                <a:latin typeface="Avenir Next LT Pro" panose="020B0504020202020204" pitchFamily="34" charset="0"/>
              </a:defRPr>
            </a:lvl1pPr>
          </a:lstStyle>
          <a:p>
            <a:pPr lvl="0"/>
            <a:r>
              <a:rPr lang="en-US" dirty="0"/>
              <a:t>reference</a:t>
            </a:r>
          </a:p>
        </p:txBody>
      </p:sp>
      <p:sp>
        <p:nvSpPr>
          <p:cNvPr id="22" name="esp-logo">
            <a:extLst>
              <a:ext uri="{FF2B5EF4-FFF2-40B4-BE49-F238E27FC236}">
                <a16:creationId xmlns:a16="http://schemas.microsoft.com/office/drawing/2014/main" id="{A449D713-59D3-43EE-BB66-B5747C9C60A2}"/>
              </a:ext>
            </a:extLst>
          </p:cNvPr>
          <p:cNvSpPr>
            <a:spLocks noGrp="1"/>
          </p:cNvSpPr>
          <p:nvPr>
            <p:ph type="pic" sz="quarter" idx="31" hasCustomPrompt="1"/>
          </p:nvPr>
        </p:nvSpPr>
        <p:spPr>
          <a:xfrm>
            <a:off x="1668537" y="5028697"/>
            <a:ext cx="1828800" cy="457200"/>
          </a:xfrm>
          <a:prstGeom prst="rect">
            <a:avLst/>
          </a:prstGeom>
        </p:spPr>
        <p:txBody>
          <a:bodyPr/>
          <a:lstStyle>
            <a:lvl1pPr>
              <a:buNone/>
              <a:defRPr/>
            </a:lvl1pPr>
          </a:lstStyle>
          <a:p>
            <a:r>
              <a:rPr lang="en-US" dirty="0"/>
              <a:t>logo</a:t>
            </a:r>
          </a:p>
        </p:txBody>
      </p:sp>
      <p:sp>
        <p:nvSpPr>
          <p:cNvPr id="29" name="esp-highlight">
            <a:extLst>
              <a:ext uri="{FF2B5EF4-FFF2-40B4-BE49-F238E27FC236}">
                <a16:creationId xmlns:a16="http://schemas.microsoft.com/office/drawing/2014/main" id="{115545AB-E91A-42DC-8068-AFF72A9D5DA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53078" y="948681"/>
            <a:ext cx="1449387" cy="338455"/>
          </a:xfrm>
          <a:prstGeom prst="roundRect">
            <a:avLst>
              <a:gd name="adj" fmla="val 18293"/>
            </a:avLst>
          </a:prstGeom>
          <a:solidFill>
            <a:srgbClr val="057A84"/>
          </a:solidFill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600"/>
            </a:lvl1pPr>
          </a:lstStyle>
          <a:p>
            <a:pPr lvl="0"/>
            <a:r>
              <a:rPr lang="en-US" dirty="0" err="1"/>
              <a:t>esp</a:t>
            </a:r>
            <a:r>
              <a:rPr lang="en-US" dirty="0"/>
              <a:t>-highlight</a:t>
            </a:r>
          </a:p>
        </p:txBody>
      </p:sp>
      <p:sp>
        <p:nvSpPr>
          <p:cNvPr id="24" name="esp-navbar">
            <a:extLst>
              <a:ext uri="{FF2B5EF4-FFF2-40B4-BE49-F238E27FC236}">
                <a16:creationId xmlns:a16="http://schemas.microsoft.com/office/drawing/2014/main" id="{22476951-8E99-4FE9-B8E7-773D03E74096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-79522" y="-8"/>
            <a:ext cx="1633676" cy="5120640"/>
          </a:xfrm>
          <a:prstGeom prst="rect">
            <a:avLst/>
          </a:prstGeom>
        </p:spPr>
        <p:txBody>
          <a:bodyPr anchor="ctr"/>
          <a:lstStyle>
            <a:lvl1pPr algn="r">
              <a:lnSpc>
                <a:spcPts val="1700"/>
              </a:lnSpc>
              <a:buNone/>
              <a:defRPr sz="1600">
                <a:solidFill>
                  <a:schemeClr val="bg1"/>
                </a:solidFill>
                <a:latin typeface="Avenir Next LT Pro" panose="020B0504020202020204" pitchFamily="34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32" name="esp-callout">
            <a:extLst>
              <a:ext uri="{FF2B5EF4-FFF2-40B4-BE49-F238E27FC236}">
                <a16:creationId xmlns:a16="http://schemas.microsoft.com/office/drawing/2014/main" id="{C89FEC88-BCA8-4440-92B1-D090C9215495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5174349" y="3268712"/>
            <a:ext cx="2252453" cy="444500"/>
          </a:xfrm>
          <a:prstGeom prst="roundRect">
            <a:avLst>
              <a:gd name="adj" fmla="val 26702"/>
            </a:avLst>
          </a:prstGeom>
          <a:solidFill>
            <a:srgbClr val="014A81"/>
          </a:solidFill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  <a:latin typeface="Avenir Next LT Pro" panose="020B0504020202020204" pitchFamily="34" charset="0"/>
              </a:defRPr>
            </a:lvl1pPr>
          </a:lstStyle>
          <a:p>
            <a:pPr lvl="0"/>
            <a:r>
              <a:rPr lang="en-US" dirty="0" err="1"/>
              <a:t>esp</a:t>
            </a:r>
            <a:r>
              <a:rPr lang="en-US" dirty="0"/>
              <a:t>-callout</a:t>
            </a:r>
          </a:p>
        </p:txBody>
      </p:sp>
      <p:sp>
        <p:nvSpPr>
          <p:cNvPr id="26" name="esp-copyright">
            <a:extLst>
              <a:ext uri="{FF2B5EF4-FFF2-40B4-BE49-F238E27FC236}">
                <a16:creationId xmlns:a16="http://schemas.microsoft.com/office/drawing/2014/main" id="{9F0726DE-C67E-4CA6-A0DC-42EB439EF029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1706564" y="5703151"/>
            <a:ext cx="7603461" cy="118525"/>
          </a:xfrm>
          <a:prstGeom prst="rect">
            <a:avLst/>
          </a:prstGeom>
        </p:spPr>
        <p:txBody>
          <a:bodyPr lIns="0" tIns="0" rIns="0" bIns="0" anchor="ctr"/>
          <a:lstStyle>
            <a:lvl1pPr algn="ctr">
              <a:spcBef>
                <a:spcPts val="0"/>
              </a:spcBef>
              <a:buNone/>
              <a:defRPr sz="90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venir Next LT Pro" panose="020B0504020202020204" pitchFamily="34" charset="0"/>
              </a:defRPr>
            </a:lvl1pPr>
          </a:lstStyle>
          <a:p>
            <a:pPr lvl="0"/>
            <a:r>
              <a:rPr lang="en-US" dirty="0"/>
              <a:t>copyright</a:t>
            </a:r>
          </a:p>
        </p:txBody>
      </p:sp>
      <p:pic>
        <p:nvPicPr>
          <p:cNvPr id="2" name="silence-10s">
            <a:hlinkClick r:id="" action="ppaction://media"/>
            <a:extLst>
              <a:ext uri="{FF2B5EF4-FFF2-40B4-BE49-F238E27FC236}">
                <a16:creationId xmlns:a16="http://schemas.microsoft.com/office/drawing/2014/main" id="{51584255-B263-4500-A903-6DE4F9716DC7}"/>
              </a:ext>
            </a:extLst>
          </p:cNvPr>
          <p:cNvPicPr>
            <a:picLocks noChangeAspect="1"/>
          </p:cNvPicPr>
          <p:nvPr userDrawn="1">
            <a:audioFile r:link="rId2"/>
            <p:extLst>
              <p:ext uri="{DAA4B4D4-6D71-4841-9C94-3DE7FCFB9230}">
                <p14:media xmlns:p14="http://schemas.microsoft.com/office/powerpoint/2010/main" r:embed="rId1">
                  <p14:bmkLst>
                    <p14:bmk name="Bookmark 1" time="0"/>
                  </p14:bmkLst>
                </p14:media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8556942" y="3926760"/>
            <a:ext cx="271463" cy="271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87134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1" presetClass="mediacall" presetSubtype="0" fill="hold" nodeType="afterEffect">
                                      <p:stCondLst>
                                        <p:cond delay="0"/>
                                      </p:stCondLst>
                                      <p:childTnLst>
                                        <p:cmd type="call" cmd="playFrom(0.0)">
                                          <p:cBhvr>
                                            <p:cTn id="6" dur="10031" fill="hold"/>
                                            <p:tgtEl>
                                              <p:spTgt spid="2"/>
                                            </p:tgtEl>
                                          </p:cBhvr>
                                        </p:cmd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  <p:audio>
                  <p:cMediaNode vol="80000" mute="1" showWhenStopped="0">
                    <p:cTn id="7" repeatCount="indefinite" fill="hold" display="0">
                      <p:stCondLst>
                        <p:cond delay="indefinite"/>
                      </p:stCondLst>
                      <p:endCondLst>
                        <p:cond evt="onStopAudio" delay="0">
                          <p:tgtEl>
                            <p:sldTgt/>
                          </p:tgtEl>
                        </p:cond>
                      </p:endCondLst>
                    </p:cTn>
                    <p:tgtEl>
                      <p:spTgt spid="2"/>
                    </p:tgtEl>
                  </p:cMediaNode>
                </p:audio>
                <p:seq concurrent="1" nextAc="seek">
                  <p:cTn id="8" restart="whenNotActive" fill="hold" evtFilter="cancelBubble" nodeType="interactiveSeq">
                    <p:stCondLst>
                      <p:cond evt="onMediaBookmark" delay="0">
                        <p:tgtEl>
                          <p14:bmkTgt spid="2" bmkName="Bookmark 1"/>
                        </p:tgtEl>
                      </p:cond>
                    </p:stCondLst>
                    <p:endSync evt="end" delay="0">
                      <p:rtn val="all"/>
                    </p:endSync>
                    <p:childTnLst>
                      <p:par>
                        <p:cTn id="9" fill="hold">
                          <p:stCondLst>
                            <p:cond delay="0"/>
                          </p:stCondLst>
                          <p:childTnLst>
                            <p:par>
                              <p:cTn id="10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11" presetID="10" presetClass="exit" presetSubtype="0" fill="hold" grpId="0" nodeType="withEffect">
                                      <p:stCondLst>
                                        <p:cond delay="4500"/>
                                      </p:stCondLst>
                                      <p:childTnLst>
                                        <p:animEffect transition="out" filter="fade">
                                          <p:cBhvr>
                                            <p:cTn id="12" dur="500"/>
                                            <p:tgtEl>
                                              <p:spTgt spid="8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13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8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14" presetID="10" presetClass="exit" presetSubtype="0" fill="hold" grpId="0" nodeType="withEffect">
                                      <p:stCondLst>
                                        <p:cond delay="4500"/>
                                      </p:stCondLst>
                                      <p:childTnLst>
                                        <p:animEffect transition="out" filter="fade">
                                          <p:cBhvr>
                                            <p:cTn id="15" dur="500"/>
                                            <p:tgtEl>
                                              <p:spTgt spid="9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16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9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17" presetID="10" presetClass="exit" presetSubtype="0" fill="hold" grpId="0" nodeType="withEffect" nodePh="1">
                                      <p:stCondLst>
                                        <p:cond delay="4500"/>
                                      </p:stCondLst>
                                      <p:endCondLst>
                                        <p:cond evt="begin" delay="0">
                                          <p:tn val="17"/>
                                        </p:cond>
                                      </p:endCondLst>
                                      <p:childTnLst>
                                        <p:animEffect transition="out" filter="fade">
                                          <p:cBhvr>
                                            <p:cTn id="18" dur="500"/>
                                            <p:tgtEl>
                                              <p:spTgt spid="6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19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6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20" presetID="10" presetClass="exit" presetSubtype="0" fill="hold" grpId="0" nodeType="withEffect">
                                      <p:stCondLst>
                                        <p:cond delay="4500"/>
                                      </p:stCondLst>
                                      <p:childTnLst>
                                        <p:animEffect transition="out" filter="fade">
                                          <p:cBhvr>
                                            <p:cTn id="21" dur="500"/>
                                            <p:tgtEl>
                                              <p:spTgt spid="3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22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23" presetID="10" presetClass="exit" presetSubtype="0" fill="hold" grpId="0" nodeType="withEffect">
                                      <p:stCondLst>
                                        <p:cond delay="4500"/>
                                      </p:stCondLst>
                                      <p:childTnLst>
                                        <p:animEffect transition="out" filter="fade">
                                          <p:cBhvr>
                                            <p:cTn id="24" dur="500"/>
                                            <p:tgtEl>
                                              <p:spTgt spid="13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25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13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26" presetID="10" presetClass="exit" presetSubtype="0" fill="hold" grpId="0" nodeType="withEffect">
                                      <p:stCondLst>
                                        <p:cond delay="4500"/>
                                      </p:stCondLst>
                                      <p:childTnLst>
                                        <p:animEffect transition="out" filter="fade">
                                          <p:cBhvr>
                                            <p:cTn id="27" dur="500"/>
                                            <p:tgtEl>
                                              <p:spTgt spid="11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28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11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29" presetID="10" presetClass="exit" presetSubtype="0" fill="hold" grpId="0" nodeType="withEffect">
                                      <p:stCondLst>
                                        <p:cond delay="4500"/>
                                      </p:stCondLst>
                                      <p:childTnLst>
                                        <p:animEffect transition="out" filter="fade">
                                          <p:cBhvr>
                                            <p:cTn id="30" dur="500"/>
                                            <p:tgtEl>
                                              <p:spTgt spid="7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31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7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32" presetID="10" presetClass="exit" presetSubtype="0" fill="hold" grpId="0" nodeType="withEffect">
                                      <p:stCondLst>
                                        <p:cond delay="4500"/>
                                      </p:stCondLst>
                                      <p:childTnLst>
                                        <p:animEffect transition="out" filter="fade">
                                          <p:cBhvr>
                                            <p:cTn id="33" dur="500"/>
                                            <p:tgtEl>
                                              <p:spTgt spid="28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34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35" presetID="10" presetClass="exit" presetSubtype="0" fill="hold" grpId="0" nodeType="withEffect">
                                      <p:stCondLst>
                                        <p:cond delay="4500"/>
                                      </p:stCondLst>
                                      <p:childTnLst>
                                        <p:animEffect transition="out" filter="fade">
                                          <p:cBhvr>
                                            <p:cTn id="36" dur="500"/>
                                            <p:tgtEl>
                                              <p:spTgt spid="31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37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38" presetID="10" presetClass="exit" presetSubtype="0" fill="hold" grpId="0" nodeType="withEffect">
                                      <p:stCondLst>
                                        <p:cond delay="4500"/>
                                      </p:stCondLst>
                                      <p:childTnLst>
                                        <p:animEffect transition="out" filter="fade">
                                          <p:cBhvr>
                                            <p:cTn id="39" dur="500"/>
                                            <p:tgtEl>
                                              <p:spTgt spid="10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40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10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41" presetID="10" presetClass="entr" presetSubtype="0" fill="hold" grpId="0" nodeType="withEffect">
                                      <p:stCondLst>
                                        <p:cond delay="4500"/>
                                      </p:stCondLst>
                                      <p:childTnLst>
                                        <p:set>
                                          <p:cBhvr>
                                            <p:cTn id="4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3" dur="500"/>
                                            <p:tgtEl>
                                              <p:spTgt spid="17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4" presetID="10" presetClass="entr" presetSubtype="0" fill="hold" grpId="0" nodeType="withEffect">
                                      <p:stCondLst>
                                        <p:cond delay="4500"/>
                                      </p:stCondLst>
                                      <p:childTnLst>
                                        <p:set>
                                          <p:cBhvr>
                                            <p:cTn id="4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6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6" dur="500"/>
                                            <p:tgtEl>
                                              <p:spTgt spid="26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7" presetID="10" presetClass="entr" presetSubtype="0" fill="hold" grpId="0" nodeType="withEffect" nodePh="1">
                                      <p:stCondLst>
                                        <p:cond delay="4500"/>
                                      </p:stCondLst>
                                      <p:endCondLst>
                                        <p:cond evt="begin" delay="0">
                                          <p:tn val="47"/>
                                        </p:cond>
                                      </p:endCondLst>
                                      <p:childTnLst>
                                        <p:set>
                                          <p:cBhvr>
                                            <p:cTn id="4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4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9" dur="500"/>
                                            <p:tgtEl>
                                              <p:spTgt spid="24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0" presetID="10" presetClass="entr" presetSubtype="0" fill="hold" grpId="0" nodeType="withEffect">
                                      <p:stCondLst>
                                        <p:cond delay="4500"/>
                                      </p:stCondLst>
                                      <p:childTnLst>
                                        <p:set>
                                          <p:cBhvr>
                                            <p:cTn id="5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2" dur="500"/>
                                            <p:tgtEl>
                                              <p:spTgt spid="2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3" presetID="10" presetClass="entr" presetSubtype="0" fill="hold" grpId="0" nodeType="withEffect">
                                      <p:stCondLst>
                                        <p:cond delay="4500"/>
                                      </p:stCondLst>
                                      <p:childTnLst>
                                        <p:set>
                                          <p:cBhvr>
                                            <p:cTn id="5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1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5" dur="500"/>
                                            <p:tgtEl>
                                              <p:spTgt spid="21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6" presetID="10" presetClass="entr" presetSubtype="0" fill="hold" grpId="0" nodeType="withEffect">
                                      <p:stCondLst>
                                        <p:cond delay="4500"/>
                                      </p:stCondLst>
                                      <p:childTnLst>
                                        <p:set>
                                          <p:cBhvr>
                                            <p:cTn id="5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0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8" dur="500"/>
                                            <p:tgtEl>
                                              <p:spTgt spid="20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9" presetID="10" presetClass="entr" presetSubtype="0" fill="hold" grpId="0" nodeType="withEffect">
                                      <p:stCondLst>
                                        <p:cond delay="4500"/>
                                      </p:stCondLst>
                                      <p:childTnLst>
                                        <p:set>
                                          <p:cBhvr>
                                            <p:cTn id="6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61" dur="500"/>
                                            <p:tgtEl>
                                              <p:spTgt spid="19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62" presetID="10" presetClass="entr" presetSubtype="0" fill="hold" grpId="0" nodeType="withEffect">
                                      <p:stCondLst>
                                        <p:cond delay="4500"/>
                                      </p:stCondLst>
                                      <p:childTnLst>
                                        <p:set>
                                          <p:cBhvr>
                                            <p:cTn id="6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64" dur="500"/>
                                            <p:tgtEl>
                                              <p:spTgt spid="2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65" presetID="10" presetClass="entr" presetSubtype="0" fill="hold" grpId="0" nodeType="withEffect">
                                      <p:stCondLst>
                                        <p:cond delay="4500"/>
                                      </p:stCondLst>
                                      <p:childTnLst>
                                        <p:set>
                                          <p:cBhvr>
                                            <p:cTn id="6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67" dur="500"/>
                                            <p:tgtEl>
                                              <p:spTgt spid="3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68" presetID="10" presetClass="entr" presetSubtype="0" fill="hold" grpId="0" nodeType="withEffect">
                                      <p:stCondLst>
                                        <p:cond delay="4500"/>
                                      </p:stCondLst>
                                      <p:childTnLst>
                                        <p:set>
                                          <p:cBhvr>
                                            <p:cTn id="6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8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0" dur="500"/>
                                            <p:tgtEl>
                                              <p:spTgt spid="18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71" presetID="10" presetClass="exit" presetSubtype="0" fill="hold" grpId="1" nodeType="withEffect">
                                      <p:stCondLst>
                                        <p:cond delay="9500"/>
                                      </p:stCondLst>
                                      <p:childTnLst>
                                        <p:animEffect transition="out" filter="fade">
                                          <p:cBhvr>
                                            <p:cTn id="72" dur="500"/>
                                            <p:tgtEl>
                                              <p:spTgt spid="17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73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17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74" presetID="10" presetClass="exit" presetSubtype="0" fill="hold" grpId="1" nodeType="withEffect">
                                      <p:stCondLst>
                                        <p:cond delay="9500"/>
                                      </p:stCondLst>
                                      <p:childTnLst>
                                        <p:animEffect transition="out" filter="fade">
                                          <p:cBhvr>
                                            <p:cTn id="75" dur="500"/>
                                            <p:tgtEl>
                                              <p:spTgt spid="18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76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18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77" presetID="10" presetClass="exit" presetSubtype="0" fill="hold" grpId="1" nodeType="withEffect">
                                      <p:stCondLst>
                                        <p:cond delay="9500"/>
                                      </p:stCondLst>
                                      <p:childTnLst>
                                        <p:animEffect transition="out" filter="fade">
                                          <p:cBhvr>
                                            <p:cTn id="78" dur="500"/>
                                            <p:tgtEl>
                                              <p:spTgt spid="26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79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26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80" presetID="10" presetClass="exit" presetSubtype="0" fill="hold" grpId="1" nodeType="withEffect" nodePh="1">
                                      <p:stCondLst>
                                        <p:cond delay="9500"/>
                                      </p:stCondLst>
                                      <p:endCondLst>
                                        <p:cond evt="begin" delay="0">
                                          <p:tn val="80"/>
                                        </p:cond>
                                      </p:endCondLst>
                                      <p:childTnLst>
                                        <p:animEffect transition="out" filter="fade">
                                          <p:cBhvr>
                                            <p:cTn id="81" dur="500"/>
                                            <p:tgtEl>
                                              <p:spTgt spid="24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82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24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83" presetID="10" presetClass="exit" presetSubtype="0" fill="hold" grpId="1" nodeType="withEffect">
                                      <p:stCondLst>
                                        <p:cond delay="9500"/>
                                      </p:stCondLst>
                                      <p:childTnLst>
                                        <p:animEffect transition="out" filter="fade">
                                          <p:cBhvr>
                                            <p:cTn id="84" dur="500"/>
                                            <p:tgtEl>
                                              <p:spTgt spid="22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85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86" presetID="10" presetClass="exit" presetSubtype="0" fill="hold" grpId="1" nodeType="withEffect">
                                      <p:stCondLst>
                                        <p:cond delay="9500"/>
                                      </p:stCondLst>
                                      <p:childTnLst>
                                        <p:animEffect transition="out" filter="fade">
                                          <p:cBhvr>
                                            <p:cTn id="87" dur="500"/>
                                            <p:tgtEl>
                                              <p:spTgt spid="21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88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21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89" presetID="10" presetClass="exit" presetSubtype="0" fill="hold" grpId="1" nodeType="withEffect">
                                      <p:stCondLst>
                                        <p:cond delay="9500"/>
                                      </p:stCondLst>
                                      <p:childTnLst>
                                        <p:animEffect transition="out" filter="fade">
                                          <p:cBhvr>
                                            <p:cTn id="90" dur="500"/>
                                            <p:tgtEl>
                                              <p:spTgt spid="20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91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20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92" presetID="10" presetClass="exit" presetSubtype="0" fill="hold" grpId="1" nodeType="withEffect">
                                      <p:stCondLst>
                                        <p:cond delay="9500"/>
                                      </p:stCondLst>
                                      <p:childTnLst>
                                        <p:animEffect transition="out" filter="fade">
                                          <p:cBhvr>
                                            <p:cTn id="93" dur="500"/>
                                            <p:tgtEl>
                                              <p:spTgt spid="29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94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95" presetID="10" presetClass="exit" presetSubtype="0" fill="hold" grpId="1" nodeType="withEffect">
                                      <p:stCondLst>
                                        <p:cond delay="9500"/>
                                      </p:stCondLst>
                                      <p:childTnLst>
                                        <p:animEffect transition="out" filter="fade">
                                          <p:cBhvr>
                                            <p:cTn id="96" dur="500"/>
                                            <p:tgtEl>
                                              <p:spTgt spid="32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97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98" presetID="10" presetClass="exit" presetSubtype="0" fill="hold" grpId="1" nodeType="withEffect">
                                      <p:stCondLst>
                                        <p:cond delay="9500"/>
                                      </p:stCondLst>
                                      <p:childTnLst>
                                        <p:animEffect transition="out" filter="fade">
                                          <p:cBhvr>
                                            <p:cTn id="99" dur="500"/>
                                            <p:tgtEl>
                                              <p:spTgt spid="19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100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19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101" presetID="10" presetClass="entr" presetSubtype="0" fill="hold" grpId="1" nodeType="withEffect">
                                      <p:stCondLst>
                                        <p:cond delay="9500"/>
                                      </p:stCondLst>
                                      <p:childTnLst>
                                        <p:set>
                                          <p:cBhvr>
                                            <p:cTn id="10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8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03" dur="500"/>
                                            <p:tgtEl>
                                              <p:spTgt spid="8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04" presetID="10" presetClass="entr" presetSubtype="0" fill="hold" grpId="1" nodeType="withEffect">
                                      <p:stCondLst>
                                        <p:cond delay="9500"/>
                                      </p:stCondLst>
                                      <p:childTnLst>
                                        <p:set>
                                          <p:cBhvr>
                                            <p:cTn id="10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0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06" dur="500"/>
                                            <p:tgtEl>
                                              <p:spTgt spid="10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07" presetID="10" presetClass="entr" presetSubtype="0" fill="hold" grpId="1" nodeType="withEffect">
                                      <p:stCondLst>
                                        <p:cond delay="9500"/>
                                      </p:stCondLst>
                                      <p:childTnLst>
                                        <p:set>
                                          <p:cBhvr>
                                            <p:cTn id="10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09" dur="500"/>
                                            <p:tgtEl>
                                              <p:spTgt spid="9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10" presetID="10" presetClass="entr" presetSubtype="0" fill="hold" grpId="1" nodeType="withEffect" nodePh="1">
                                      <p:stCondLst>
                                        <p:cond delay="9500"/>
                                      </p:stCondLst>
                                      <p:endCondLst>
                                        <p:cond evt="begin" delay="0">
                                          <p:tn val="110"/>
                                        </p:cond>
                                      </p:endCondLst>
                                      <p:childTnLst>
                                        <p:set>
                                          <p:cBhvr>
                                            <p:cTn id="1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12" dur="500"/>
                                            <p:tgtEl>
                                              <p:spTgt spid="6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13" presetID="10" presetClass="entr" presetSubtype="0" fill="hold" grpId="1" nodeType="withEffect">
                                      <p:stCondLst>
                                        <p:cond delay="9500"/>
                                      </p:stCondLst>
                                      <p:childTnLst>
                                        <p:set>
                                          <p:cBhvr>
                                            <p:cTn id="1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15" dur="500"/>
                                            <p:tgtEl>
                                              <p:spTgt spid="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16" presetID="10" presetClass="entr" presetSubtype="0" fill="hold" grpId="1" nodeType="withEffect">
                                      <p:stCondLst>
                                        <p:cond delay="9500"/>
                                      </p:stCondLst>
                                      <p:childTnLst>
                                        <p:set>
                                          <p:cBhvr>
                                            <p:cTn id="11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3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18" dur="500"/>
                                            <p:tgtEl>
                                              <p:spTgt spid="13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19" presetID="10" presetClass="entr" presetSubtype="0" fill="hold" grpId="1" nodeType="withEffect">
                                      <p:stCondLst>
                                        <p:cond delay="9500"/>
                                      </p:stCondLst>
                                      <p:childTnLst>
                                        <p:set>
                                          <p:cBhvr>
                                            <p:cTn id="12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1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21" dur="500"/>
                                            <p:tgtEl>
                                              <p:spTgt spid="11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22" presetID="10" presetClass="entr" presetSubtype="0" fill="hold" grpId="1" nodeType="withEffect">
                                      <p:stCondLst>
                                        <p:cond delay="9500"/>
                                      </p:stCondLst>
                                      <p:childTnLst>
                                        <p:set>
                                          <p:cBhvr>
                                            <p:cTn id="12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24" dur="500"/>
                                            <p:tgtEl>
                                              <p:spTgt spid="2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25" presetID="10" presetClass="entr" presetSubtype="0" fill="hold" grpId="1" nodeType="withEffect">
                                      <p:stCondLst>
                                        <p:cond delay="9500"/>
                                      </p:stCondLst>
                                      <p:childTnLst>
                                        <p:set>
                                          <p:cBhvr>
                                            <p:cTn id="12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27" dur="500"/>
                                            <p:tgtEl>
                                              <p:spTgt spid="3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28" presetID="10" presetClass="entr" presetSubtype="0" fill="hold" grpId="1" nodeType="withEffect">
                                      <p:stCondLst>
                                        <p:cond delay="9500"/>
                                      </p:stCondLst>
                                      <p:childTnLst>
                                        <p:set>
                                          <p:cBhvr>
                                            <p:cTn id="12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7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30" dur="500"/>
                                            <p:tgtEl>
                                              <p:spTgt spid="7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nextCondLst>
                    <p:cond evt="onMediaBookmark" delay="0">
                      <p:tgtEl>
                        <p14:bmkTgt spid="2" bmkName="Bookmark 1"/>
                      </p:tgtEl>
                    </p:cond>
                  </p:nextCondLst>
                </p:seq>
              </p:childTnLst>
            </p:cTn>
          </p:par>
        </p:tnLst>
        <p:bldLst>
          <p:bldP spid="8" grpId="0" build="p">
            <p:tmplLst>
              <p:tmpl lvl="1">
                <p:tnLst>
                  <p:par>
                    <p:cTn presetID="10" presetClass="exit" presetSubtype="0" fill="hold" nodeType="withEffect">
                      <p:stCondLst>
                        <p:cond delay="4500"/>
                      </p:stCondLst>
                      <p:childTnLst>
                        <p:animEffect transition="out" filter="fade">
                          <p:cBhvr>
                            <p:cTn dur="500"/>
                            <p:tgtEl>
                              <p:spTgt spid="8"/>
                            </p:tgtEl>
                          </p:cBhvr>
                        </p:animEffect>
                        <p:set>
                          <p:cBhvr>
                            <p:cTn dur="1" fill="hold">
                              <p:stCondLst>
                                <p:cond delay="499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tnLst>
              </p:tmpl>
            </p:tmplLst>
          </p:bldP>
          <p:bldP spid="8" grpId="1" build="p">
            <p:tmplLst>
              <p:tmpl lvl="1">
                <p:tnLst>
                  <p:par>
                    <p:cTn presetID="10" presetClass="entr" presetSubtype="0" fill="hold" nodeType="withEffect">
                      <p:stCondLst>
                        <p:cond delay="950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dur="50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</p:tnLst>
              </p:tmpl>
            </p:tmplLst>
          </p:bldP>
          <p:bldP spid="10" grpId="0" build="p">
            <p:tmplLst>
              <p:tmpl lvl="1">
                <p:tnLst>
                  <p:par>
                    <p:cTn presetID="10" presetClass="exit" presetSubtype="0" fill="hold" nodeType="withEffect">
                      <p:stCondLst>
                        <p:cond delay="4500"/>
                      </p:stCondLst>
                      <p:childTnLst>
                        <p:animEffect transition="out" filter="fade">
                          <p:cBhvr>
                            <p:cTn dur="500"/>
                            <p:tgtEl>
                              <p:spTgt spid="10"/>
                            </p:tgtEl>
                          </p:cBhvr>
                        </p:animEffect>
                        <p:set>
                          <p:cBhvr>
                            <p:cTn dur="1" fill="hold">
                              <p:stCondLst>
                                <p:cond delay="499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tnLst>
              </p:tmpl>
            </p:tmplLst>
          </p:bldP>
          <p:bldP spid="10" grpId="1" build="p">
            <p:tmplLst>
              <p:tmpl lvl="1">
                <p:tnLst>
                  <p:par>
                    <p:cTn presetID="10" presetClass="entr" presetSubtype="0" fill="hold" nodeType="withEffect">
                      <p:stCondLst>
                        <p:cond delay="950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dur="500"/>
                            <p:tgtEl>
                              <p:spTgt spid="10"/>
                            </p:tgtEl>
                          </p:cBhvr>
                        </p:animEffect>
                      </p:childTnLst>
                    </p:cTn>
                  </p:par>
                </p:tnLst>
              </p:tmpl>
            </p:tmplLst>
          </p:bldP>
          <p:bldP spid="7" grpId="0" build="p">
            <p:tmplLst>
              <p:tmpl lvl="1">
                <p:tnLst>
                  <p:par>
                    <p:cTn presetID="10" presetClass="exit" presetSubtype="0" fill="hold" nodeType="withEffect">
                      <p:stCondLst>
                        <p:cond delay="4500"/>
                      </p:stCondLst>
                      <p:childTnLst>
                        <p:animEffect transition="out" filter="fade">
                          <p:cBhvr>
                            <p:cTn dur="500"/>
                            <p:tgtEl>
                              <p:spTgt spid="7"/>
                            </p:tgtEl>
                          </p:cBhvr>
                        </p:animEffect>
                        <p:set>
                          <p:cBhvr>
                            <p:cTn dur="1" fill="hold">
                              <p:stCondLst>
                                <p:cond delay="499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tnLst>
              </p:tmpl>
            </p:tmplLst>
          </p:bldP>
          <p:bldP spid="7" grpId="1" build="p">
            <p:tmplLst>
              <p:tmpl lvl="1">
                <p:tnLst>
                  <p:par>
                    <p:cTn presetID="10" presetClass="entr" presetSubtype="0" fill="hold" nodeType="withEffect">
                      <p:stCondLst>
                        <p:cond delay="950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dur="50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</p:tnLst>
              </p:tmpl>
            </p:tmplLst>
          </p:bldP>
          <p:bldP spid="11" grpId="0" build="p">
            <p:tmplLst>
              <p:tmpl lvl="1">
                <p:tnLst>
                  <p:par>
                    <p:cTn presetID="10" presetClass="exit" presetSubtype="0" fill="hold" nodeType="withEffect">
                      <p:stCondLst>
                        <p:cond delay="4500"/>
                      </p:stCondLst>
                      <p:childTnLst>
                        <p:animEffect transition="out" filter="fade">
                          <p:cBhvr>
                            <p:cTn dur="500"/>
                            <p:tgtEl>
                              <p:spTgt spid="11"/>
                            </p:tgtEl>
                          </p:cBhvr>
                        </p:animEffect>
                        <p:set>
                          <p:cBhvr>
                            <p:cTn dur="1" fill="hold">
                              <p:stCondLst>
                                <p:cond delay="499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tnLst>
              </p:tmpl>
            </p:tmplLst>
          </p:bldP>
          <p:bldP spid="11" grpId="1" build="p">
            <p:tmplLst>
              <p:tmpl lvl="1">
                <p:tnLst>
                  <p:par>
                    <p:cTn presetID="10" presetClass="entr" presetSubtype="0" fill="hold" nodeType="withEffect">
                      <p:stCondLst>
                        <p:cond delay="950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dur="500"/>
                            <p:tgtEl>
                              <p:spTgt spid="11"/>
                            </p:tgtEl>
                          </p:cBhvr>
                        </p:animEffect>
                      </p:childTnLst>
                    </p:cTn>
                  </p:par>
                </p:tnLst>
              </p:tmpl>
            </p:tmplLst>
          </p:bldP>
          <p:bldP spid="13" grpId="0" build="p">
            <p:tmplLst>
              <p:tmpl lvl="1">
                <p:tnLst>
                  <p:par>
                    <p:cTn presetID="10" presetClass="exit" presetSubtype="0" fill="hold" nodeType="withEffect">
                      <p:stCondLst>
                        <p:cond delay="4500"/>
                      </p:stCondLst>
                      <p:childTnLst>
                        <p:animEffect transition="out" filter="fade">
                          <p:cBhvr>
                            <p:cTn dur="500"/>
                            <p:tgtEl>
                              <p:spTgt spid="13"/>
                            </p:tgtEl>
                          </p:cBhvr>
                        </p:animEffect>
                        <p:set>
                          <p:cBhvr>
                            <p:cTn dur="1" fill="hold">
                              <p:stCondLst>
                                <p:cond delay="499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tnLst>
              </p:tmpl>
            </p:tmplLst>
          </p:bldP>
          <p:bldP spid="13" grpId="1" build="p">
            <p:tmplLst>
              <p:tmpl lvl="1">
                <p:tnLst>
                  <p:par>
                    <p:cTn presetID="10" presetClass="entr" presetSubtype="0" fill="hold" nodeType="withEffect">
                      <p:stCondLst>
                        <p:cond delay="950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dur="500"/>
                            <p:tgtEl>
                              <p:spTgt spid="13"/>
                            </p:tgtEl>
                          </p:cBhvr>
                        </p:animEffect>
                      </p:childTnLst>
                    </p:cTn>
                  </p:par>
                </p:tnLst>
              </p:tmpl>
            </p:tmplLst>
          </p:bldP>
          <p:bldP spid="3" grpId="0"/>
          <p:bldP spid="3" grpId="1"/>
          <p:bldP spid="28" grpId="0" animBg="1">
            <p:tmplLst>
              <p:tmpl>
                <p:tnLst>
                  <p:par>
                    <p:cTn presetID="10" presetClass="exit" presetSubtype="0" fill="hold" nodeType="withEffect">
                      <p:stCondLst>
                        <p:cond delay="4500"/>
                      </p:stCondLst>
                      <p:childTnLst>
                        <p:animEffect transition="out" filter="fade">
                          <p:cBhvr>
                            <p:cTn dur="500"/>
                            <p:tgtEl>
                              <p:spTgt spid="28"/>
                            </p:tgtEl>
                          </p:cBhvr>
                        </p:animEffect>
                        <p:set>
                          <p:cBhvr>
                            <p:cTn dur="1" fill="hold">
                              <p:stCondLst>
                                <p:cond delay="499"/>
                              </p:stCondLst>
                            </p:cTn>
                            <p:tgtEl>
                              <p:spTgt spid="2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tnLst>
              </p:tmpl>
            </p:tmplLst>
          </p:bldP>
          <p:bldP spid="28" grpId="1" animBg="1">
            <p:tmplLst>
              <p:tmpl>
                <p:tnLst>
                  <p:par>
                    <p:cTn presetID="10" presetClass="entr" presetSubtype="0" fill="hold" nodeType="withEffect">
                      <p:stCondLst>
                        <p:cond delay="950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dur="500"/>
                            <p:tgtEl>
                              <p:spTgt spid="28"/>
                            </p:tgtEl>
                          </p:cBhvr>
                        </p:animEffect>
                      </p:childTnLst>
                    </p:cTn>
                  </p:par>
                </p:tnLst>
              </p:tmpl>
            </p:tmplLst>
          </p:bldP>
          <p:bldP spid="6" grpId="0" build="p">
            <p:tmplLst>
              <p:tmpl lvl="1">
                <p:tnLst>
                  <p:par>
                    <p:cTn presetID="10" presetClass="exit" presetSubtype="0" fill="hold" nodeType="withEffect" nodePh="1">
                      <p:stCondLst>
                        <p:cond delay="4500"/>
                      </p:stCondLst>
                      <p:endCondLst>
                        <p:cond delay="0"/>
                      </p:endCondLst>
                      <p:childTnLst>
                        <p:animEffect transition="out" filter="fade">
                          <p:cBhvr>
                            <p:cTn dur="500"/>
                            <p:tgtEl>
                              <p:spTgt spid="6"/>
                            </p:tgtEl>
                          </p:cBhvr>
                        </p:animEffect>
                        <p:set>
                          <p:cBhvr>
                            <p:cTn dur="1" fill="hold">
                              <p:stCondLst>
                                <p:cond delay="499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tnLst>
              </p:tmpl>
            </p:tmplLst>
          </p:bldP>
          <p:bldP spid="6" grpId="1" build="p">
            <p:tmplLst>
              <p:tmpl lvl="1">
                <p:tnLst>
                  <p:par>
                    <p:cTn presetID="10" presetClass="entr" presetSubtype="0" fill="hold" nodeType="withEffect" nodePh="1">
                      <p:stCondLst>
                        <p:cond delay="9500"/>
                      </p:stCondLst>
                      <p:endCondLst>
                        <p:cond delay="0"/>
                      </p:end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dur="50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</p:tnLst>
              </p:tmpl>
            </p:tmplLst>
          </p:bldP>
          <p:bldP spid="31" grpId="0" animBg="1">
            <p:tmplLst>
              <p:tmpl>
                <p:tnLst>
                  <p:par>
                    <p:cTn presetID="10" presetClass="exit" presetSubtype="0" fill="hold" nodeType="withEffect">
                      <p:stCondLst>
                        <p:cond delay="4500"/>
                      </p:stCondLst>
                      <p:childTnLst>
                        <p:animEffect transition="out" filter="fade">
                          <p:cBhvr>
                            <p:cTn dur="500"/>
                            <p:tgtEl>
                              <p:spTgt spid="31"/>
                            </p:tgtEl>
                          </p:cBhvr>
                        </p:animEffect>
                        <p:set>
                          <p:cBhvr>
                            <p:cTn dur="1" fill="hold">
                              <p:stCondLst>
                                <p:cond delay="499"/>
                              </p:stCondLst>
                            </p:cTn>
                            <p:tgtEl>
                              <p:spTgt spid="3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tnLst>
              </p:tmpl>
            </p:tmplLst>
          </p:bldP>
          <p:bldP spid="31" grpId="1" animBg="1">
            <p:tmplLst>
              <p:tmpl>
                <p:tnLst>
                  <p:par>
                    <p:cTn presetID="10" presetClass="entr" presetSubtype="0" fill="hold" nodeType="withEffect">
                      <p:stCondLst>
                        <p:cond delay="950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dur="500"/>
                            <p:tgtEl>
                              <p:spTgt spid="31"/>
                            </p:tgtEl>
                          </p:cBhvr>
                        </p:animEffect>
                      </p:childTnLst>
                    </p:cTn>
                  </p:par>
                </p:tnLst>
              </p:tmpl>
            </p:tmplLst>
          </p:bldP>
          <p:bldP spid="9" grpId="0" build="p">
            <p:tmplLst>
              <p:tmpl lvl="1">
                <p:tnLst>
                  <p:par>
                    <p:cTn presetID="10" presetClass="exit" presetSubtype="0" fill="hold" nodeType="withEffect">
                      <p:stCondLst>
                        <p:cond delay="4500"/>
                      </p:stCondLst>
                      <p:childTnLst>
                        <p:animEffect transition="out" filter="fade">
                          <p:cBhvr>
                            <p:cTn dur="500"/>
                            <p:tgtEl>
                              <p:spTgt spid="9"/>
                            </p:tgtEl>
                          </p:cBhvr>
                        </p:animEffect>
                        <p:set>
                          <p:cBhvr>
                            <p:cTn dur="1" fill="hold">
                              <p:stCondLst>
                                <p:cond delay="499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tnLst>
              </p:tmpl>
            </p:tmplLst>
          </p:bldP>
          <p:bldP spid="9" grpId="1" build="p">
            <p:tmplLst>
              <p:tmpl lvl="1">
                <p:tnLst>
                  <p:par>
                    <p:cTn presetID="10" presetClass="entr" presetSubtype="0" fill="hold" nodeType="withEffect">
                      <p:stCondLst>
                        <p:cond delay="950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dur="500"/>
                            <p:tgtEl>
                              <p:spTgt spid="9"/>
                            </p:tgtEl>
                          </p:cBhvr>
                        </p:animEffect>
                      </p:childTnLst>
                    </p:cTn>
                  </p:par>
                </p:tnLst>
              </p:tmpl>
            </p:tmplLst>
          </p:bldP>
          <p:bldP spid="17" grpId="0" build="p">
            <p:tmplLst>
              <p:tmpl lvl="1">
                <p:tnLst>
                  <p:par>
                    <p:cTn presetID="10" presetClass="entr" presetSubtype="0" fill="hold" nodeType="withEffect">
                      <p:stCondLst>
                        <p:cond delay="450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dur="500"/>
                            <p:tgtEl>
                              <p:spTgt spid="17"/>
                            </p:tgtEl>
                          </p:cBhvr>
                        </p:animEffect>
                      </p:childTnLst>
                    </p:cTn>
                  </p:par>
                </p:tnLst>
              </p:tmpl>
            </p:tmplLst>
          </p:bldP>
          <p:bldP spid="17" grpId="1" build="p">
            <p:tmplLst>
              <p:tmpl lvl="1">
                <p:tnLst>
                  <p:par>
                    <p:cTn presetID="10" presetClass="exit" presetSubtype="0" fill="hold" nodeType="withEffect">
                      <p:stCondLst>
                        <p:cond delay="9500"/>
                      </p:stCondLst>
                      <p:childTnLst>
                        <p:animEffect transition="out" filter="fade">
                          <p:cBhvr>
                            <p:cTn dur="500"/>
                            <p:tgtEl>
                              <p:spTgt spid="17"/>
                            </p:tgtEl>
                          </p:cBhvr>
                        </p:animEffect>
                        <p:set>
                          <p:cBhvr>
                            <p:cTn dur="1" fill="hold">
                              <p:stCondLst>
                                <p:cond delay="499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tnLst>
              </p:tmpl>
            </p:tmplLst>
          </p:bldP>
          <p:bldP spid="18" grpId="0" build="p">
            <p:tmplLst>
              <p:tmpl lvl="1">
                <p:tnLst>
                  <p:par>
                    <p:cTn presetID="10" presetClass="entr" presetSubtype="0" fill="hold" nodeType="withEffect">
                      <p:stCondLst>
                        <p:cond delay="450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dur="50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</p:tnLst>
              </p:tmpl>
            </p:tmplLst>
          </p:bldP>
          <p:bldP spid="18" grpId="1" build="p">
            <p:tmplLst>
              <p:tmpl lvl="1">
                <p:tnLst>
                  <p:par>
                    <p:cTn presetID="10" presetClass="exit" presetSubtype="0" fill="hold" nodeType="withEffect">
                      <p:stCondLst>
                        <p:cond delay="9500"/>
                      </p:stCondLst>
                      <p:childTnLst>
                        <p:animEffect transition="out" filter="fade">
                          <p:cBhvr>
                            <p:cTn dur="500"/>
                            <p:tgtEl>
                              <p:spTgt spid="18"/>
                            </p:tgtEl>
                          </p:cBhvr>
                        </p:animEffect>
                        <p:set>
                          <p:cBhvr>
                            <p:cTn dur="1" fill="hold">
                              <p:stCondLst>
                                <p:cond delay="499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tnLst>
              </p:tmpl>
            </p:tmplLst>
          </p:bldP>
          <p:bldP spid="19" grpId="0" build="p">
            <p:tmplLst>
              <p:tmpl lvl="1">
                <p:tnLst>
                  <p:par>
                    <p:cTn presetID="10" presetClass="entr" presetSubtype="0" fill="hold" nodeType="withEffect">
                      <p:stCondLst>
                        <p:cond delay="450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dur="500"/>
                            <p:tgtEl>
                              <p:spTgt spid="19"/>
                            </p:tgtEl>
                          </p:cBhvr>
                        </p:animEffect>
                      </p:childTnLst>
                    </p:cTn>
                  </p:par>
                </p:tnLst>
              </p:tmpl>
            </p:tmplLst>
          </p:bldP>
          <p:bldP spid="19" grpId="1" build="p">
            <p:tmplLst>
              <p:tmpl lvl="1">
                <p:tnLst>
                  <p:par>
                    <p:cTn presetID="10" presetClass="exit" presetSubtype="0" fill="hold" nodeType="withEffect">
                      <p:stCondLst>
                        <p:cond delay="9500"/>
                      </p:stCondLst>
                      <p:childTnLst>
                        <p:animEffect transition="out" filter="fade">
                          <p:cBhvr>
                            <p:cTn dur="500"/>
                            <p:tgtEl>
                              <p:spTgt spid="19"/>
                            </p:tgtEl>
                          </p:cBhvr>
                        </p:animEffect>
                        <p:set>
                          <p:cBhvr>
                            <p:cTn dur="1" fill="hold">
                              <p:stCondLst>
                                <p:cond delay="499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tnLst>
              </p:tmpl>
            </p:tmplLst>
          </p:bldP>
          <p:bldP spid="20" grpId="0" build="p">
            <p:tmplLst>
              <p:tmpl lvl="1">
                <p:tnLst>
                  <p:par>
                    <p:cTn presetID="10" presetClass="entr" presetSubtype="0" fill="hold" nodeType="withEffect">
                      <p:stCondLst>
                        <p:cond delay="450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dur="50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</p:tnLst>
              </p:tmpl>
            </p:tmplLst>
          </p:bldP>
          <p:bldP spid="20" grpId="1" build="p">
            <p:tmplLst>
              <p:tmpl lvl="1">
                <p:tnLst>
                  <p:par>
                    <p:cTn presetID="10" presetClass="exit" presetSubtype="0" fill="hold" nodeType="withEffect">
                      <p:stCondLst>
                        <p:cond delay="9500"/>
                      </p:stCondLst>
                      <p:childTnLst>
                        <p:animEffect transition="out" filter="fade">
                          <p:cBhvr>
                            <p:cTn dur="500"/>
                            <p:tgtEl>
                              <p:spTgt spid="20"/>
                            </p:tgtEl>
                          </p:cBhvr>
                        </p:animEffect>
                        <p:set>
                          <p:cBhvr>
                            <p:cTn dur="1" fill="hold">
                              <p:stCondLst>
                                <p:cond delay="499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tnLst>
              </p:tmpl>
            </p:tmplLst>
          </p:bldP>
          <p:bldP spid="21" grpId="0" build="p">
            <p:tmplLst>
              <p:tmpl lvl="1">
                <p:tnLst>
                  <p:par>
                    <p:cTn presetID="10" presetClass="entr" presetSubtype="0" fill="hold" nodeType="withEffect">
                      <p:stCondLst>
                        <p:cond delay="450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dur="500"/>
                            <p:tgtEl>
                              <p:spTgt spid="21"/>
                            </p:tgtEl>
                          </p:cBhvr>
                        </p:animEffect>
                      </p:childTnLst>
                    </p:cTn>
                  </p:par>
                </p:tnLst>
              </p:tmpl>
            </p:tmplLst>
          </p:bldP>
          <p:bldP spid="21" grpId="1" build="p">
            <p:tmplLst>
              <p:tmpl lvl="1">
                <p:tnLst>
                  <p:par>
                    <p:cTn presetID="10" presetClass="exit" presetSubtype="0" fill="hold" nodeType="withEffect">
                      <p:stCondLst>
                        <p:cond delay="9500"/>
                      </p:stCondLst>
                      <p:childTnLst>
                        <p:animEffect transition="out" filter="fade">
                          <p:cBhvr>
                            <p:cTn dur="500"/>
                            <p:tgtEl>
                              <p:spTgt spid="21"/>
                            </p:tgtEl>
                          </p:cBhvr>
                        </p:animEffect>
                        <p:set>
                          <p:cBhvr>
                            <p:cTn dur="1" fill="hold">
                              <p:stCondLst>
                                <p:cond delay="499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tnLst>
              </p:tmpl>
            </p:tmplLst>
          </p:bldP>
          <p:bldP spid="22" grpId="0"/>
          <p:bldP spid="22" grpId="1"/>
          <p:bldP spid="29" grpId="0" animBg="1">
            <p:tmplLst>
              <p:tmpl>
                <p:tnLst>
                  <p:par>
                    <p:cTn presetID="10" presetClass="entr" presetSubtype="0" fill="hold" nodeType="withEffect">
                      <p:stCondLst>
                        <p:cond delay="450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dur="500"/>
                            <p:tgtEl>
                              <p:spTgt spid="29"/>
                            </p:tgtEl>
                          </p:cBhvr>
                        </p:animEffect>
                      </p:childTnLst>
                    </p:cTn>
                  </p:par>
                </p:tnLst>
              </p:tmpl>
            </p:tmplLst>
          </p:bldP>
          <p:bldP spid="29" grpId="1" animBg="1">
            <p:tmplLst>
              <p:tmpl>
                <p:tnLst>
                  <p:par>
                    <p:cTn presetID="10" presetClass="exit" presetSubtype="0" fill="hold" nodeType="withEffect">
                      <p:stCondLst>
                        <p:cond delay="9500"/>
                      </p:stCondLst>
                      <p:childTnLst>
                        <p:animEffect transition="out" filter="fade">
                          <p:cBhvr>
                            <p:cTn dur="500"/>
                            <p:tgtEl>
                              <p:spTgt spid="29"/>
                            </p:tgtEl>
                          </p:cBhvr>
                        </p:animEffect>
                        <p:set>
                          <p:cBhvr>
                            <p:cTn dur="1" fill="hold">
                              <p:stCondLst>
                                <p:cond delay="499"/>
                              </p:stCondLst>
                            </p:cTn>
                            <p:tgtEl>
                              <p:spTgt spid="2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tnLst>
              </p:tmpl>
            </p:tmplLst>
          </p:bldP>
          <p:bldP spid="24" grpId="0" build="p">
            <p:tmplLst>
              <p:tmpl lvl="1">
                <p:tnLst>
                  <p:par>
                    <p:cTn presetID="10" presetClass="entr" presetSubtype="0" fill="hold" nodeType="withEffect" nodePh="1">
                      <p:stCondLst>
                        <p:cond delay="4500"/>
                      </p:stCondLst>
                      <p:endCondLst>
                        <p:cond delay="0"/>
                      </p:end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dur="500"/>
                            <p:tgtEl>
                              <p:spTgt spid="24"/>
                            </p:tgtEl>
                          </p:cBhvr>
                        </p:animEffect>
                      </p:childTnLst>
                    </p:cTn>
                  </p:par>
                </p:tnLst>
              </p:tmpl>
            </p:tmplLst>
          </p:bldP>
          <p:bldP spid="24" grpId="1" build="p">
            <p:tmplLst>
              <p:tmpl lvl="1">
                <p:tnLst>
                  <p:par>
                    <p:cTn presetID="10" presetClass="exit" presetSubtype="0" fill="hold" nodeType="withEffect" nodePh="1">
                      <p:stCondLst>
                        <p:cond delay="9500"/>
                      </p:stCondLst>
                      <p:endCondLst>
                        <p:cond delay="0"/>
                      </p:endCondLst>
                      <p:childTnLst>
                        <p:animEffect transition="out" filter="fade">
                          <p:cBhvr>
                            <p:cTn dur="500"/>
                            <p:tgtEl>
                              <p:spTgt spid="24"/>
                            </p:tgtEl>
                          </p:cBhvr>
                        </p:animEffect>
                        <p:set>
                          <p:cBhvr>
                            <p:cTn dur="1" fill="hold">
                              <p:stCondLst>
                                <p:cond delay="499"/>
                              </p:stCondLst>
                            </p:cTn>
                            <p:tgtEl>
                              <p:spTgt spid="2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tnLst>
              </p:tmpl>
            </p:tmplLst>
          </p:bldP>
          <p:bldP spid="32" grpId="0" animBg="1">
            <p:tmplLst>
              <p:tmpl>
                <p:tnLst>
                  <p:par>
                    <p:cTn presetID="10" presetClass="entr" presetSubtype="0" fill="hold" nodeType="withEffect">
                      <p:stCondLst>
                        <p:cond delay="450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dur="500"/>
                            <p:tgtEl>
                              <p:spTgt spid="32"/>
                            </p:tgtEl>
                          </p:cBhvr>
                        </p:animEffect>
                      </p:childTnLst>
                    </p:cTn>
                  </p:par>
                </p:tnLst>
              </p:tmpl>
            </p:tmplLst>
          </p:bldP>
          <p:bldP spid="32" grpId="1" animBg="1">
            <p:tmplLst>
              <p:tmpl>
                <p:tnLst>
                  <p:par>
                    <p:cTn presetID="10" presetClass="exit" presetSubtype="0" fill="hold" nodeType="withEffect">
                      <p:stCondLst>
                        <p:cond delay="9500"/>
                      </p:stCondLst>
                      <p:childTnLst>
                        <p:animEffect transition="out" filter="fade">
                          <p:cBhvr>
                            <p:cTn dur="500"/>
                            <p:tgtEl>
                              <p:spTgt spid="32"/>
                            </p:tgtEl>
                          </p:cBhvr>
                        </p:animEffect>
                        <p:set>
                          <p:cBhvr>
                            <p:cTn dur="1" fill="hold">
                              <p:stCondLst>
                                <p:cond delay="499"/>
                              </p:stCondLst>
                            </p:cTn>
                            <p:tgtEl>
                              <p:spTgt spid="3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tnLst>
              </p:tmpl>
            </p:tmplLst>
          </p:bldP>
          <p:bldP spid="26" grpId="0" build="p">
            <p:tmplLst>
              <p:tmpl lvl="1">
                <p:tnLst>
                  <p:par>
                    <p:cTn presetID="10" presetClass="entr" presetSubtype="0" fill="hold" nodeType="withEffect">
                      <p:stCondLst>
                        <p:cond delay="450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dur="500"/>
                            <p:tgtEl>
                              <p:spTgt spid="26"/>
                            </p:tgtEl>
                          </p:cBhvr>
                        </p:animEffect>
                      </p:childTnLst>
                    </p:cTn>
                  </p:par>
                </p:tnLst>
              </p:tmpl>
            </p:tmplLst>
          </p:bldP>
          <p:bldP spid="26" grpId="1" build="p">
            <p:tmplLst>
              <p:tmpl lvl="1">
                <p:tnLst>
                  <p:par>
                    <p:cTn presetID="10" presetClass="exit" presetSubtype="0" fill="hold" nodeType="withEffect">
                      <p:stCondLst>
                        <p:cond delay="9500"/>
                      </p:stCondLst>
                      <p:childTnLst>
                        <p:animEffect transition="out" filter="fade">
                          <p:cBhvr>
                            <p:cTn dur="500"/>
                            <p:tgtEl>
                              <p:spTgt spid="26"/>
                            </p:tgtEl>
                          </p:cBhvr>
                        </p:animEffect>
                        <p:set>
                          <p:cBhvr>
                            <p:cTn dur="1" fill="hold">
                              <p:stCondLst>
                                <p:cond delay="499"/>
                              </p:stCondLst>
                            </p:cTn>
                            <p:tgtEl>
                              <p:spTgt spid="2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tnLst>
              </p:tmpl>
            </p:tmplLst>
          </p:bldP>
        </p:bldLst>
      </p:timing>
    </mc:Choice>
    <mc:Fallback xmlns="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1" presetClass="mediacall" presetSubtype="0" fill="hold" nodeType="afterEffect">
                                      <p:stCondLst>
                                        <p:cond delay="0"/>
                                      </p:stCondLst>
                                      <p:childTnLst>
                                        <p:cmd type="call" cmd="playFrom(0.0)">
                                          <p:cBhvr>
                                            <p:cTn id="6" dur="10031" fill="hold"/>
                                            <p:tgtEl>
                                              <p:spTgt spid="2"/>
                                            </p:tgtEl>
                                          </p:cBhvr>
                                        </p:cmd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  <p:audio>
                  <p:cMediaNode vol="80000" mute="1" showWhenStopped="0">
                    <p:cTn id="7" repeatCount="indefinite" fill="hold" display="0">
                      <p:stCondLst>
                        <p:cond delay="indefinite"/>
                      </p:stCondLst>
                      <p:endCondLst>
                        <p:cond evt="onStopAudio" delay="0">
                          <p:tgtEl>
                            <p:sldTgt/>
                          </p:tgtEl>
                        </p:cond>
                      </p:endCondLst>
                    </p:cTn>
                    <p:tgtEl>
                      <p:spTgt spid="2"/>
                    </p:tgtEl>
                  </p:cMediaNode>
                </p:audio>
              </p:childTnLst>
            </p:cTn>
          </p:par>
        </p:tnLst>
      </p:timing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ackground">
            <a:extLst>
              <a:ext uri="{FF2B5EF4-FFF2-40B4-BE49-F238E27FC236}">
                <a16:creationId xmlns:a16="http://schemas.microsoft.com/office/drawing/2014/main" id="{AEB9645B-E98A-42E2-8A89-EC689429C2D8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>
            <a:lvl1pPr>
              <a:buNone/>
              <a:defRPr/>
            </a:lvl1pPr>
          </a:lstStyle>
          <a:p>
            <a:r>
              <a:rPr lang="en-US" dirty="0"/>
              <a:t>background</a:t>
            </a:r>
          </a:p>
        </p:txBody>
      </p:sp>
      <p:sp>
        <p:nvSpPr>
          <p:cNvPr id="12" name="navbar-background">
            <a:extLst>
              <a:ext uri="{FF2B5EF4-FFF2-40B4-BE49-F238E27FC236}">
                <a16:creationId xmlns:a16="http://schemas.microsoft.com/office/drawing/2014/main" id="{0B550FED-FDFE-400F-A66B-5E2A68B6C6F6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0" y="0"/>
            <a:ext cx="1554480" cy="5715000"/>
          </a:xfrm>
          <a:prstGeom prst="rect">
            <a:avLst/>
          </a:prstGeom>
          <a:gradFill flip="none" rotWithShape="1">
            <a:gsLst>
              <a:gs pos="0">
                <a:srgbClr val="1B265E">
                  <a:alpha val="84706"/>
                </a:srgbClr>
              </a:gs>
              <a:gs pos="40000">
                <a:srgbClr val="182E64">
                  <a:alpha val="84706"/>
                </a:srgbClr>
              </a:gs>
              <a:gs pos="100000">
                <a:srgbClr val="0A598A">
                  <a:alpha val="9000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>
              <a:buNone/>
              <a:defRPr lang="en-US" sz="1404" dirty="0">
                <a:solidFill>
                  <a:schemeClr val="lt1"/>
                </a:solidFill>
              </a:defRPr>
            </a:lvl1pPr>
          </a:lstStyle>
          <a:p>
            <a:pPr marL="0" lvl="0" algn="ctr" defTabSz="713232"/>
            <a:r>
              <a:rPr lang="en-US" dirty="0"/>
              <a:t>Navbar-background</a:t>
            </a:r>
          </a:p>
        </p:txBody>
      </p:sp>
      <p:sp>
        <p:nvSpPr>
          <p:cNvPr id="15" name="circle-background">
            <a:extLst>
              <a:ext uri="{FF2B5EF4-FFF2-40B4-BE49-F238E27FC236}">
                <a16:creationId xmlns:a16="http://schemas.microsoft.com/office/drawing/2014/main" id="{4307AE6C-D3E8-4BD1-9215-CCBC161642CA}"/>
              </a:ext>
            </a:extLst>
          </p:cNvPr>
          <p:cNvSpPr>
            <a:spLocks noGrp="1" noChangeAspect="1"/>
          </p:cNvSpPr>
          <p:nvPr>
            <p:ph sz="quarter" idx="18" hasCustomPrompt="1"/>
          </p:nvPr>
        </p:nvSpPr>
        <p:spPr>
          <a:xfrm>
            <a:off x="3063240" y="411480"/>
            <a:ext cx="4572000" cy="4572000"/>
          </a:xfrm>
          <a:prstGeom prst="ellipse">
            <a:avLst/>
          </a:prstGeom>
          <a:solidFill>
            <a:srgbClr val="FFFFFF">
              <a:alpha val="85000"/>
            </a:srgbClr>
          </a:solidFill>
        </p:spPr>
        <p:txBody>
          <a:bodyPr/>
          <a:lstStyle>
            <a:lvl1pPr>
              <a:buNone/>
              <a:defRPr/>
            </a:lvl1pPr>
          </a:lstStyle>
          <a:p>
            <a:pPr lvl="0"/>
            <a:r>
              <a:rPr lang="en-US" dirty="0"/>
              <a:t>Circle-background</a:t>
            </a:r>
          </a:p>
        </p:txBody>
      </p:sp>
      <p:sp>
        <p:nvSpPr>
          <p:cNvPr id="8" name="title">
            <a:extLst>
              <a:ext uri="{FF2B5EF4-FFF2-40B4-BE49-F238E27FC236}">
                <a16:creationId xmlns:a16="http://schemas.microsoft.com/office/drawing/2014/main" id="{115AD74F-6597-4D11-84E3-F03F2DD9F1D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836709" y="2329636"/>
            <a:ext cx="3007152" cy="590445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5400" b="1" cap="none" baseline="0">
                <a:solidFill>
                  <a:srgbClr val="014A81"/>
                </a:solidFill>
                <a:latin typeface="Avenir Next LT Pro" panose="020B0504020202020204" pitchFamily="34" charset="0"/>
              </a:defRPr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10" name="detail">
            <a:extLst>
              <a:ext uri="{FF2B5EF4-FFF2-40B4-BE49-F238E27FC236}">
                <a16:creationId xmlns:a16="http://schemas.microsoft.com/office/drawing/2014/main" id="{2177151D-518D-4586-8940-820C57BEEF5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26264" y="848689"/>
            <a:ext cx="2917597" cy="904875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000" b="1" cap="none" baseline="0">
                <a:solidFill>
                  <a:srgbClr val="113245"/>
                </a:solidFill>
                <a:latin typeface="Avenir Next LT Pro" panose="020B0504020202020204" pitchFamily="34" charset="0"/>
              </a:defRPr>
            </a:lvl1pPr>
          </a:lstStyle>
          <a:p>
            <a:pPr lvl="0"/>
            <a:r>
              <a:rPr lang="en-US" dirty="0"/>
              <a:t>Detail</a:t>
            </a:r>
          </a:p>
        </p:txBody>
      </p:sp>
      <p:sp>
        <p:nvSpPr>
          <p:cNvPr id="7" name="quote">
            <a:extLst>
              <a:ext uri="{FF2B5EF4-FFF2-40B4-BE49-F238E27FC236}">
                <a16:creationId xmlns:a16="http://schemas.microsoft.com/office/drawing/2014/main" id="{D28D1B06-F61E-46C8-8BE2-2C9EE74B301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984942" y="3990326"/>
            <a:ext cx="2936452" cy="393700"/>
          </a:xfrm>
          <a:prstGeom prst="rect">
            <a:avLst/>
          </a:prstGeom>
        </p:spPr>
        <p:txBody>
          <a:bodyPr lIns="0" tIns="0" rIns="0" bIns="0"/>
          <a:lstStyle>
            <a:lvl1pPr marL="0" indent="0" algn="ctr">
              <a:spcBef>
                <a:spcPts val="0"/>
              </a:spcBef>
              <a:buNone/>
              <a:defRPr b="0" cap="none" baseline="0">
                <a:solidFill>
                  <a:srgbClr val="113245"/>
                </a:solidFill>
                <a:latin typeface="Avenir Next LT Pro" panose="020B0504020202020204" pitchFamily="34" charset="0"/>
              </a:defRPr>
            </a:lvl1pPr>
          </a:lstStyle>
          <a:p>
            <a:pPr lvl="0"/>
            <a:r>
              <a:rPr lang="en-US" dirty="0"/>
              <a:t>quote</a:t>
            </a:r>
          </a:p>
        </p:txBody>
      </p:sp>
      <p:sp>
        <p:nvSpPr>
          <p:cNvPr id="11" name="credits">
            <a:extLst>
              <a:ext uri="{FF2B5EF4-FFF2-40B4-BE49-F238E27FC236}">
                <a16:creationId xmlns:a16="http://schemas.microsoft.com/office/drawing/2014/main" id="{1B4EDC40-1BDE-452F-9CDF-5FFDDA12B83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548967" y="4538133"/>
            <a:ext cx="2400856" cy="940894"/>
          </a:xfrm>
          <a:prstGeom prst="rect">
            <a:avLst/>
          </a:prstGeom>
        </p:spPr>
        <p:txBody>
          <a:bodyPr anchor="b"/>
          <a:lstStyle>
            <a:lvl1pPr algn="r">
              <a:spcBef>
                <a:spcPts val="0"/>
              </a:spcBef>
              <a:buNone/>
              <a:defRPr sz="200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venir Next LT Pro" panose="020B0504020202020204" pitchFamily="34" charset="0"/>
              </a:defRPr>
            </a:lvl1pPr>
          </a:lstStyle>
          <a:p>
            <a:pPr lvl="0"/>
            <a:r>
              <a:rPr lang="en-US" dirty="0"/>
              <a:t>credits</a:t>
            </a:r>
          </a:p>
        </p:txBody>
      </p:sp>
      <p:sp>
        <p:nvSpPr>
          <p:cNvPr id="13" name="reference">
            <a:extLst>
              <a:ext uri="{FF2B5EF4-FFF2-40B4-BE49-F238E27FC236}">
                <a16:creationId xmlns:a16="http://schemas.microsoft.com/office/drawing/2014/main" id="{CE2545CB-1CAD-41DE-B9A3-343E2927583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984942" y="4470640"/>
            <a:ext cx="2936452" cy="393700"/>
          </a:xfrm>
          <a:prstGeom prst="rect">
            <a:avLst/>
          </a:prstGeom>
        </p:spPr>
        <p:txBody>
          <a:bodyPr lIns="0" tIns="0" rIns="0" bIns="0"/>
          <a:lstStyle>
            <a:lvl1pPr marL="0" indent="0" algn="ctr">
              <a:spcBef>
                <a:spcPts val="0"/>
              </a:spcBef>
              <a:buNone/>
              <a:defRPr b="0" cap="none" baseline="0">
                <a:solidFill>
                  <a:srgbClr val="113245"/>
                </a:solidFill>
                <a:latin typeface="Avenir Next LT Pro" panose="020B0504020202020204" pitchFamily="34" charset="0"/>
              </a:defRPr>
            </a:lvl1pPr>
          </a:lstStyle>
          <a:p>
            <a:pPr lvl="0"/>
            <a:r>
              <a:rPr lang="en-US" dirty="0"/>
              <a:t>reference</a:t>
            </a:r>
          </a:p>
        </p:txBody>
      </p:sp>
      <p:sp>
        <p:nvSpPr>
          <p:cNvPr id="3" name="logo">
            <a:extLst>
              <a:ext uri="{FF2B5EF4-FFF2-40B4-BE49-F238E27FC236}">
                <a16:creationId xmlns:a16="http://schemas.microsoft.com/office/drawing/2014/main" id="{D5C254D8-33A5-4125-A911-B875ACEA7E53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1668537" y="5029200"/>
            <a:ext cx="1828800" cy="457200"/>
          </a:xfrm>
          <a:prstGeom prst="rect">
            <a:avLst/>
          </a:prstGeom>
        </p:spPr>
        <p:txBody>
          <a:bodyPr/>
          <a:lstStyle>
            <a:lvl1pPr>
              <a:buNone/>
              <a:defRPr/>
            </a:lvl1pPr>
          </a:lstStyle>
          <a:p>
            <a:r>
              <a:rPr lang="en-US" dirty="0"/>
              <a:t>logo</a:t>
            </a:r>
          </a:p>
        </p:txBody>
      </p:sp>
      <p:sp>
        <p:nvSpPr>
          <p:cNvPr id="28" name="highlight">
            <a:extLst>
              <a:ext uri="{FF2B5EF4-FFF2-40B4-BE49-F238E27FC236}">
                <a16:creationId xmlns:a16="http://schemas.microsoft.com/office/drawing/2014/main" id="{A33580DC-3D3A-465D-96F6-1519354675F4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53078" y="482274"/>
            <a:ext cx="1449387" cy="338455"/>
          </a:xfrm>
          <a:prstGeom prst="roundRect">
            <a:avLst>
              <a:gd name="adj" fmla="val 18293"/>
            </a:avLst>
          </a:prstGeom>
          <a:solidFill>
            <a:srgbClr val="057A84"/>
          </a:solidFill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600"/>
            </a:lvl1pPr>
          </a:lstStyle>
          <a:p>
            <a:pPr lvl="0"/>
            <a:r>
              <a:rPr lang="en-US" dirty="0"/>
              <a:t>highlight</a:t>
            </a:r>
          </a:p>
        </p:txBody>
      </p:sp>
      <p:sp>
        <p:nvSpPr>
          <p:cNvPr id="6" name="navbar">
            <a:extLst>
              <a:ext uri="{FF2B5EF4-FFF2-40B4-BE49-F238E27FC236}">
                <a16:creationId xmlns:a16="http://schemas.microsoft.com/office/drawing/2014/main" id="{E9B9669B-7121-41D3-84BD-6DD37099A76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-79512" y="0"/>
            <a:ext cx="1633676" cy="5120640"/>
          </a:xfrm>
          <a:prstGeom prst="rect">
            <a:avLst/>
          </a:prstGeom>
        </p:spPr>
        <p:txBody>
          <a:bodyPr anchor="ctr"/>
          <a:lstStyle>
            <a:lvl1pPr algn="r">
              <a:lnSpc>
                <a:spcPts val="1700"/>
              </a:lnSpc>
              <a:buNone/>
              <a:defRPr sz="1600">
                <a:solidFill>
                  <a:schemeClr val="bg1"/>
                </a:solidFill>
                <a:latin typeface="Avenir Next LT Pro" panose="020B0504020202020204" pitchFamily="34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31" name="callout">
            <a:extLst>
              <a:ext uri="{FF2B5EF4-FFF2-40B4-BE49-F238E27FC236}">
                <a16:creationId xmlns:a16="http://schemas.microsoft.com/office/drawing/2014/main" id="{5555FF73-0CDC-424B-AD6C-6AA9A6095B25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3410940" y="3270391"/>
            <a:ext cx="1662113" cy="444500"/>
          </a:xfrm>
          <a:prstGeom prst="roundRect">
            <a:avLst>
              <a:gd name="adj" fmla="val 26702"/>
            </a:avLst>
          </a:prstGeom>
          <a:solidFill>
            <a:srgbClr val="014A81"/>
          </a:solidFill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  <a:latin typeface="Avenir Next LT Pro" panose="020B0504020202020204" pitchFamily="34" charset="0"/>
              </a:defRPr>
            </a:lvl1pPr>
          </a:lstStyle>
          <a:p>
            <a:pPr lvl="0"/>
            <a:r>
              <a:rPr lang="en-US" dirty="0"/>
              <a:t>callout</a:t>
            </a:r>
          </a:p>
        </p:txBody>
      </p:sp>
      <p:sp>
        <p:nvSpPr>
          <p:cNvPr id="9" name="copyright">
            <a:extLst>
              <a:ext uri="{FF2B5EF4-FFF2-40B4-BE49-F238E27FC236}">
                <a16:creationId xmlns:a16="http://schemas.microsoft.com/office/drawing/2014/main" id="{000CC8A8-8C0E-4E6E-91F4-36696E1A12E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554164" y="5550751"/>
            <a:ext cx="7603461" cy="118525"/>
          </a:xfrm>
          <a:prstGeom prst="rect">
            <a:avLst/>
          </a:prstGeom>
        </p:spPr>
        <p:txBody>
          <a:bodyPr lIns="0" tIns="0" rIns="0" bIns="0" anchor="ctr"/>
          <a:lstStyle>
            <a:lvl1pPr algn="ctr">
              <a:spcBef>
                <a:spcPts val="0"/>
              </a:spcBef>
              <a:buNone/>
              <a:defRPr sz="90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venir Next LT Pro" panose="020B0504020202020204" pitchFamily="34" charset="0"/>
              </a:defRPr>
            </a:lvl1pPr>
          </a:lstStyle>
          <a:p>
            <a:pPr lvl="0"/>
            <a:r>
              <a:rPr lang="en-US" dirty="0"/>
              <a:t>copyright</a:t>
            </a:r>
          </a:p>
        </p:txBody>
      </p:sp>
      <p:sp>
        <p:nvSpPr>
          <p:cNvPr id="16" name="leader">
            <a:extLst>
              <a:ext uri="{FF2B5EF4-FFF2-40B4-BE49-F238E27FC236}">
                <a16:creationId xmlns:a16="http://schemas.microsoft.com/office/drawing/2014/main" id="{C02578DB-0DB7-4085-90A0-F5FFA0FA8DC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108192" y="5093208"/>
            <a:ext cx="2837543" cy="420624"/>
          </a:xfrm>
          <a:prstGeom prst="rect">
            <a:avLst/>
          </a:prstGeom>
        </p:spPr>
        <p:txBody>
          <a:bodyPr anchor="ctr"/>
          <a:lstStyle>
            <a:lvl1pPr marL="0" indent="0" algn="r">
              <a:buNone/>
              <a:defRPr cap="small" baseline="0">
                <a:solidFill>
                  <a:schemeClr val="bg1"/>
                </a:solidFill>
                <a:latin typeface="Avenir Next LT Pro" panose="020B0504020202020204" pitchFamily="34" charset="0"/>
              </a:defRPr>
            </a:lvl1pPr>
          </a:lstStyle>
          <a:p>
            <a:pPr lvl="0"/>
            <a:r>
              <a:rPr lang="en-US" dirty="0"/>
              <a:t>Leader</a:t>
            </a:r>
          </a:p>
        </p:txBody>
      </p:sp>
      <p:sp>
        <p:nvSpPr>
          <p:cNvPr id="17" name="esp-title">
            <a:extLst>
              <a:ext uri="{FF2B5EF4-FFF2-40B4-BE49-F238E27FC236}">
                <a16:creationId xmlns:a16="http://schemas.microsoft.com/office/drawing/2014/main" id="{DAF42457-8B43-4BE6-8458-681251A8F816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989109" y="2482036"/>
            <a:ext cx="3007152" cy="590445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5400" b="1" cap="none" baseline="0">
                <a:solidFill>
                  <a:srgbClr val="014A81"/>
                </a:solidFill>
                <a:latin typeface="Avenir Next LT Pro" panose="020B0504020202020204" pitchFamily="34" charset="0"/>
              </a:defRPr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18" name="esp-detail">
            <a:extLst>
              <a:ext uri="{FF2B5EF4-FFF2-40B4-BE49-F238E27FC236}">
                <a16:creationId xmlns:a16="http://schemas.microsoft.com/office/drawing/2014/main" id="{33D4B0F1-EF15-48BB-8E2F-BFC5E757FD1D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078664" y="1001089"/>
            <a:ext cx="2917597" cy="904875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000" b="1" cap="none" baseline="0">
                <a:solidFill>
                  <a:srgbClr val="113245"/>
                </a:solidFill>
                <a:latin typeface="Avenir Next LT Pro" panose="020B0504020202020204" pitchFamily="34" charset="0"/>
              </a:defRPr>
            </a:lvl1pPr>
          </a:lstStyle>
          <a:p>
            <a:pPr lvl="0"/>
            <a:r>
              <a:rPr lang="en-US" dirty="0"/>
              <a:t>Detail</a:t>
            </a:r>
          </a:p>
        </p:txBody>
      </p:sp>
      <p:sp>
        <p:nvSpPr>
          <p:cNvPr id="19" name="esp-quote">
            <a:extLst>
              <a:ext uri="{FF2B5EF4-FFF2-40B4-BE49-F238E27FC236}">
                <a16:creationId xmlns:a16="http://schemas.microsoft.com/office/drawing/2014/main" id="{7FB4866D-503C-46C5-9CC9-32FA979E397E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137342" y="4142726"/>
            <a:ext cx="2936452" cy="393700"/>
          </a:xfrm>
          <a:prstGeom prst="rect">
            <a:avLst/>
          </a:prstGeom>
        </p:spPr>
        <p:txBody>
          <a:bodyPr lIns="0" tIns="0" rIns="0" bIns="0"/>
          <a:lstStyle>
            <a:lvl1pPr marL="0" indent="0" algn="ctr">
              <a:spcBef>
                <a:spcPts val="0"/>
              </a:spcBef>
              <a:buNone/>
              <a:defRPr b="0" cap="none" baseline="0">
                <a:solidFill>
                  <a:srgbClr val="113245"/>
                </a:solidFill>
                <a:latin typeface="Avenir Next LT Pro" panose="020B0504020202020204" pitchFamily="34" charset="0"/>
              </a:defRPr>
            </a:lvl1pPr>
          </a:lstStyle>
          <a:p>
            <a:pPr lvl="0"/>
            <a:r>
              <a:rPr lang="en-US" dirty="0"/>
              <a:t>quote</a:t>
            </a:r>
          </a:p>
        </p:txBody>
      </p:sp>
      <p:sp>
        <p:nvSpPr>
          <p:cNvPr id="20" name="esp-credits">
            <a:extLst>
              <a:ext uri="{FF2B5EF4-FFF2-40B4-BE49-F238E27FC236}">
                <a16:creationId xmlns:a16="http://schemas.microsoft.com/office/drawing/2014/main" id="{F70D7E14-764E-445B-A94F-62EDA7CA65D3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559844" y="4549012"/>
            <a:ext cx="2400856" cy="940894"/>
          </a:xfrm>
          <a:prstGeom prst="rect">
            <a:avLst/>
          </a:prstGeom>
        </p:spPr>
        <p:txBody>
          <a:bodyPr anchor="b"/>
          <a:lstStyle>
            <a:lvl1pPr algn="r">
              <a:spcBef>
                <a:spcPts val="0"/>
              </a:spcBef>
              <a:buNone/>
              <a:defRPr sz="200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venir Next LT Pro" panose="020B0504020202020204" pitchFamily="34" charset="0"/>
              </a:defRPr>
            </a:lvl1pPr>
          </a:lstStyle>
          <a:p>
            <a:pPr lvl="0"/>
            <a:r>
              <a:rPr lang="en-US" dirty="0"/>
              <a:t>credits</a:t>
            </a:r>
          </a:p>
        </p:txBody>
      </p:sp>
      <p:sp>
        <p:nvSpPr>
          <p:cNvPr id="21" name="esp-reference">
            <a:extLst>
              <a:ext uri="{FF2B5EF4-FFF2-40B4-BE49-F238E27FC236}">
                <a16:creationId xmlns:a16="http://schemas.microsoft.com/office/drawing/2014/main" id="{CBD09730-1303-4D7B-920D-D59F64FC4E5F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137342" y="4623040"/>
            <a:ext cx="2936452" cy="393700"/>
          </a:xfrm>
          <a:prstGeom prst="rect">
            <a:avLst/>
          </a:prstGeom>
        </p:spPr>
        <p:txBody>
          <a:bodyPr lIns="0" tIns="0" rIns="0" bIns="0"/>
          <a:lstStyle>
            <a:lvl1pPr marL="0" indent="0" algn="ctr">
              <a:spcBef>
                <a:spcPts val="0"/>
              </a:spcBef>
              <a:buNone/>
              <a:defRPr b="0" cap="none" baseline="0">
                <a:solidFill>
                  <a:srgbClr val="113245"/>
                </a:solidFill>
                <a:latin typeface="Avenir Next LT Pro" panose="020B0504020202020204" pitchFamily="34" charset="0"/>
              </a:defRPr>
            </a:lvl1pPr>
          </a:lstStyle>
          <a:p>
            <a:pPr lvl="0"/>
            <a:r>
              <a:rPr lang="en-US" dirty="0"/>
              <a:t>reference</a:t>
            </a:r>
          </a:p>
        </p:txBody>
      </p:sp>
      <p:sp>
        <p:nvSpPr>
          <p:cNvPr id="22" name="esp-logo">
            <a:extLst>
              <a:ext uri="{FF2B5EF4-FFF2-40B4-BE49-F238E27FC236}">
                <a16:creationId xmlns:a16="http://schemas.microsoft.com/office/drawing/2014/main" id="{A449D713-59D3-43EE-BB66-B5747C9C60A2}"/>
              </a:ext>
            </a:extLst>
          </p:cNvPr>
          <p:cNvSpPr>
            <a:spLocks noGrp="1"/>
          </p:cNvSpPr>
          <p:nvPr>
            <p:ph type="pic" sz="quarter" idx="31" hasCustomPrompt="1"/>
          </p:nvPr>
        </p:nvSpPr>
        <p:spPr>
          <a:xfrm>
            <a:off x="1668537" y="5028697"/>
            <a:ext cx="1828800" cy="457200"/>
          </a:xfrm>
          <a:prstGeom prst="rect">
            <a:avLst/>
          </a:prstGeom>
        </p:spPr>
        <p:txBody>
          <a:bodyPr/>
          <a:lstStyle>
            <a:lvl1pPr>
              <a:buNone/>
              <a:defRPr/>
            </a:lvl1pPr>
          </a:lstStyle>
          <a:p>
            <a:r>
              <a:rPr lang="en-US" dirty="0"/>
              <a:t>logo</a:t>
            </a:r>
          </a:p>
        </p:txBody>
      </p:sp>
      <p:sp>
        <p:nvSpPr>
          <p:cNvPr id="29" name="esp-highlight">
            <a:extLst>
              <a:ext uri="{FF2B5EF4-FFF2-40B4-BE49-F238E27FC236}">
                <a16:creationId xmlns:a16="http://schemas.microsoft.com/office/drawing/2014/main" id="{115545AB-E91A-42DC-8068-AFF72A9D5DA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53078" y="948681"/>
            <a:ext cx="1449387" cy="338455"/>
          </a:xfrm>
          <a:prstGeom prst="roundRect">
            <a:avLst>
              <a:gd name="adj" fmla="val 18293"/>
            </a:avLst>
          </a:prstGeom>
          <a:solidFill>
            <a:srgbClr val="057A84"/>
          </a:solidFill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600"/>
            </a:lvl1pPr>
          </a:lstStyle>
          <a:p>
            <a:pPr lvl="0"/>
            <a:r>
              <a:rPr lang="en-US" dirty="0" err="1"/>
              <a:t>esp</a:t>
            </a:r>
            <a:r>
              <a:rPr lang="en-US" dirty="0"/>
              <a:t>-highlight</a:t>
            </a:r>
          </a:p>
        </p:txBody>
      </p:sp>
      <p:sp>
        <p:nvSpPr>
          <p:cNvPr id="24" name="esp-navbar">
            <a:extLst>
              <a:ext uri="{FF2B5EF4-FFF2-40B4-BE49-F238E27FC236}">
                <a16:creationId xmlns:a16="http://schemas.microsoft.com/office/drawing/2014/main" id="{22476951-8E99-4FE9-B8E7-773D03E74096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-79522" y="-8"/>
            <a:ext cx="1633676" cy="5120640"/>
          </a:xfrm>
          <a:prstGeom prst="rect">
            <a:avLst/>
          </a:prstGeom>
        </p:spPr>
        <p:txBody>
          <a:bodyPr anchor="ctr"/>
          <a:lstStyle>
            <a:lvl1pPr algn="r">
              <a:lnSpc>
                <a:spcPts val="1700"/>
              </a:lnSpc>
              <a:buNone/>
              <a:defRPr sz="1600">
                <a:solidFill>
                  <a:schemeClr val="bg1"/>
                </a:solidFill>
                <a:latin typeface="Avenir Next LT Pro" panose="020B0504020202020204" pitchFamily="34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32" name="esp-callout">
            <a:extLst>
              <a:ext uri="{FF2B5EF4-FFF2-40B4-BE49-F238E27FC236}">
                <a16:creationId xmlns:a16="http://schemas.microsoft.com/office/drawing/2014/main" id="{C89FEC88-BCA8-4440-92B1-D090C9215495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5174349" y="3268712"/>
            <a:ext cx="2252453" cy="444500"/>
          </a:xfrm>
          <a:prstGeom prst="roundRect">
            <a:avLst>
              <a:gd name="adj" fmla="val 26702"/>
            </a:avLst>
          </a:prstGeom>
          <a:solidFill>
            <a:srgbClr val="014A81"/>
          </a:solidFill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  <a:latin typeface="Avenir Next LT Pro" panose="020B0504020202020204" pitchFamily="34" charset="0"/>
              </a:defRPr>
            </a:lvl1pPr>
          </a:lstStyle>
          <a:p>
            <a:pPr lvl="0"/>
            <a:r>
              <a:rPr lang="en-US" dirty="0" err="1"/>
              <a:t>esp</a:t>
            </a:r>
            <a:r>
              <a:rPr lang="en-US" dirty="0"/>
              <a:t>-callout</a:t>
            </a:r>
          </a:p>
        </p:txBody>
      </p:sp>
      <p:sp>
        <p:nvSpPr>
          <p:cNvPr id="26" name="esp-copyright">
            <a:extLst>
              <a:ext uri="{FF2B5EF4-FFF2-40B4-BE49-F238E27FC236}">
                <a16:creationId xmlns:a16="http://schemas.microsoft.com/office/drawing/2014/main" id="{9F0726DE-C67E-4CA6-A0DC-42EB439EF029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1706564" y="5703151"/>
            <a:ext cx="7603461" cy="118525"/>
          </a:xfrm>
          <a:prstGeom prst="rect">
            <a:avLst/>
          </a:prstGeom>
        </p:spPr>
        <p:txBody>
          <a:bodyPr lIns="0" tIns="0" rIns="0" bIns="0" anchor="ctr"/>
          <a:lstStyle>
            <a:lvl1pPr algn="ctr">
              <a:spcBef>
                <a:spcPts val="0"/>
              </a:spcBef>
              <a:buNone/>
              <a:defRPr sz="90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venir Next LT Pro" panose="020B0504020202020204" pitchFamily="34" charset="0"/>
              </a:defRPr>
            </a:lvl1pPr>
          </a:lstStyle>
          <a:p>
            <a:pPr lvl="0"/>
            <a:r>
              <a:rPr lang="en-US" dirty="0"/>
              <a:t>copyright</a:t>
            </a:r>
          </a:p>
        </p:txBody>
      </p:sp>
      <p:pic>
        <p:nvPicPr>
          <p:cNvPr id="5" name="silence-40s">
            <a:hlinkClick r:id="" action="ppaction://media"/>
            <a:extLst>
              <a:ext uri="{FF2B5EF4-FFF2-40B4-BE49-F238E27FC236}">
                <a16:creationId xmlns:a16="http://schemas.microsoft.com/office/drawing/2014/main" id="{F8501AD9-913E-4623-94C0-4CCABB8914DA}"/>
              </a:ext>
            </a:extLst>
          </p:cNvPr>
          <p:cNvPicPr>
            <a:picLocks noChangeAspect="1"/>
          </p:cNvPicPr>
          <p:nvPr userDrawn="1">
            <a:audioFile r:link="rId2"/>
            <p:extLst>
              <p:ext uri="{DAA4B4D4-6D71-4841-9C94-3DE7FCFB9230}">
                <p14:media xmlns:p14="http://schemas.microsoft.com/office/powerpoint/2010/main" r:embed="rId1">
                  <p14:bmkLst>
                    <p14:bmk name="Bookmark 1" time="0"/>
                  </p14:bmkLst>
                </p14:media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8435350" y="3638273"/>
            <a:ext cx="271463" cy="271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96997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10000"/>
                                </p:stCondLst>
                                <p:childTnLst>
                                  <p:par>
                                    <p:cTn id="5" presetID="1" presetClass="mediacall" presetSubtype="0" fill="hold" nodeType="afterEffect">
                                      <p:stCondLst>
                                        <p:cond delay="0"/>
                                      </p:stCondLst>
                                      <p:childTnLst>
                                        <p:cmd type="call" cmd="playFrom(0.0)">
                                          <p:cBhvr>
                                            <p:cTn id="6" dur="40045" fill="hold"/>
                                            <p:tgtEl>
                                              <p:spTgt spid="5"/>
                                            </p:tgtEl>
                                          </p:cBhvr>
                                        </p:cmd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  <p:audio>
                  <p:cMediaNode vol="80000" showWhenStopped="0">
                    <p:cTn id="7" repeatCount="indefinite" fill="hold" display="0">
                      <p:stCondLst>
                        <p:cond delay="indefinite"/>
                      </p:stCondLst>
                      <p:endCondLst>
                        <p:cond evt="onStopAudio" delay="0">
                          <p:tgtEl>
                            <p:sldTgt/>
                          </p:tgtEl>
                        </p:cond>
                      </p:endCondLst>
                    </p:cTn>
                    <p:tgtEl>
                      <p:spTgt spid="5"/>
                    </p:tgtEl>
                  </p:cMediaNode>
                </p:audio>
                <p:seq concurrent="1" nextAc="seek">
                  <p:cTn id="8" restart="whenNotActive" fill="hold" evtFilter="cancelBubble" nodeType="interactiveSeq">
                    <p:stCondLst>
                      <p:cond evt="onMediaBookmark" delay="0">
                        <p:tgtEl>
                          <p14:bmkTgt spid="5" bmkName="Bookmark 1"/>
                        </p:tgtEl>
                      </p:cond>
                    </p:stCondLst>
                    <p:endSync evt="end" delay="0">
                      <p:rtn val="all"/>
                    </p:endSync>
                    <p:childTnLst>
                      <p:par>
                        <p:cTn id="9" fill="hold">
                          <p:stCondLst>
                            <p:cond delay="0"/>
                          </p:stCondLst>
                          <p:childTnLst>
                            <p:par>
                              <p:cTn id="10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11" presetID="10" presetClass="exit" presetSubtype="0" fill="hold" grpId="0" nodeType="withEffect">
                                      <p:stCondLst>
                                        <p:cond delay="19500"/>
                                      </p:stCondLst>
                                      <p:childTnLst>
                                        <p:animEffect transition="out" filter="fade">
                                          <p:cBhvr>
                                            <p:cTn id="12" dur="500"/>
                                            <p:tgtEl>
                                              <p:spTgt spid="8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13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8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14" presetID="10" presetClass="exit" presetSubtype="0" fill="hold" grpId="0" nodeType="withEffect">
                                      <p:stCondLst>
                                        <p:cond delay="19500"/>
                                      </p:stCondLst>
                                      <p:childTnLst>
                                        <p:animEffect transition="out" filter="fade">
                                          <p:cBhvr>
                                            <p:cTn id="15" dur="500"/>
                                            <p:tgtEl>
                                              <p:spTgt spid="9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16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9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17" presetID="10" presetClass="exit" presetSubtype="0" fill="hold" grpId="0" nodeType="withEffect" nodePh="1">
                                      <p:stCondLst>
                                        <p:cond delay="19500"/>
                                      </p:stCondLst>
                                      <p:endCondLst>
                                        <p:cond evt="begin" delay="0">
                                          <p:tn val="17"/>
                                        </p:cond>
                                      </p:endCondLst>
                                      <p:childTnLst>
                                        <p:animEffect transition="out" filter="fade">
                                          <p:cBhvr>
                                            <p:cTn id="18" dur="500"/>
                                            <p:tgtEl>
                                              <p:spTgt spid="6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19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6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20" presetID="10" presetClass="exit" presetSubtype="0" fill="hold" grpId="0" nodeType="withEffect">
                                      <p:stCondLst>
                                        <p:cond delay="19500"/>
                                      </p:stCondLst>
                                      <p:childTnLst>
                                        <p:animEffect transition="out" filter="fade">
                                          <p:cBhvr>
                                            <p:cTn id="21" dur="500"/>
                                            <p:tgtEl>
                                              <p:spTgt spid="3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22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23" presetID="10" presetClass="exit" presetSubtype="0" fill="hold" grpId="0" nodeType="withEffect">
                                      <p:stCondLst>
                                        <p:cond delay="19500"/>
                                      </p:stCondLst>
                                      <p:childTnLst>
                                        <p:animEffect transition="out" filter="fade">
                                          <p:cBhvr>
                                            <p:cTn id="24" dur="500"/>
                                            <p:tgtEl>
                                              <p:spTgt spid="13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25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13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26" presetID="10" presetClass="exit" presetSubtype="0" fill="hold" grpId="0" nodeType="withEffect">
                                      <p:stCondLst>
                                        <p:cond delay="19500"/>
                                      </p:stCondLst>
                                      <p:childTnLst>
                                        <p:animEffect transition="out" filter="fade">
                                          <p:cBhvr>
                                            <p:cTn id="27" dur="500"/>
                                            <p:tgtEl>
                                              <p:spTgt spid="11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28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11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29" presetID="10" presetClass="exit" presetSubtype="0" fill="hold" grpId="0" nodeType="withEffect">
                                      <p:stCondLst>
                                        <p:cond delay="19500"/>
                                      </p:stCondLst>
                                      <p:childTnLst>
                                        <p:animEffect transition="out" filter="fade">
                                          <p:cBhvr>
                                            <p:cTn id="30" dur="500"/>
                                            <p:tgtEl>
                                              <p:spTgt spid="7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31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7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32" presetID="10" presetClass="exit" presetSubtype="0" fill="hold" grpId="0" nodeType="withEffect">
                                      <p:stCondLst>
                                        <p:cond delay="19500"/>
                                      </p:stCondLst>
                                      <p:childTnLst>
                                        <p:animEffect transition="out" filter="fade">
                                          <p:cBhvr>
                                            <p:cTn id="33" dur="500"/>
                                            <p:tgtEl>
                                              <p:spTgt spid="28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34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35" presetID="10" presetClass="exit" presetSubtype="0" fill="hold" grpId="0" nodeType="withEffect">
                                      <p:stCondLst>
                                        <p:cond delay="19500"/>
                                      </p:stCondLst>
                                      <p:childTnLst>
                                        <p:animEffect transition="out" filter="fade">
                                          <p:cBhvr>
                                            <p:cTn id="36" dur="500"/>
                                            <p:tgtEl>
                                              <p:spTgt spid="31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37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38" presetID="10" presetClass="exit" presetSubtype="0" fill="hold" grpId="0" nodeType="withEffect">
                                      <p:stCondLst>
                                        <p:cond delay="19500"/>
                                      </p:stCondLst>
                                      <p:childTnLst>
                                        <p:animEffect transition="out" filter="fade">
                                          <p:cBhvr>
                                            <p:cTn id="39" dur="500"/>
                                            <p:tgtEl>
                                              <p:spTgt spid="10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40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10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41" presetID="10" presetClass="entr" presetSubtype="0" fill="hold" grpId="0" nodeType="withEffect">
                                      <p:stCondLst>
                                        <p:cond delay="19500"/>
                                      </p:stCondLst>
                                      <p:childTnLst>
                                        <p:set>
                                          <p:cBhvr>
                                            <p:cTn id="4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3" dur="500"/>
                                            <p:tgtEl>
                                              <p:spTgt spid="17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4" presetID="10" presetClass="entr" presetSubtype="0" fill="hold" grpId="0" nodeType="withEffect">
                                      <p:stCondLst>
                                        <p:cond delay="19500"/>
                                      </p:stCondLst>
                                      <p:childTnLst>
                                        <p:set>
                                          <p:cBhvr>
                                            <p:cTn id="4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6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6" dur="500"/>
                                            <p:tgtEl>
                                              <p:spTgt spid="26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7" presetID="10" presetClass="entr" presetSubtype="0" fill="hold" grpId="0" nodeType="withEffect" nodePh="1">
                                      <p:stCondLst>
                                        <p:cond delay="19500"/>
                                      </p:stCondLst>
                                      <p:endCondLst>
                                        <p:cond evt="begin" delay="0">
                                          <p:tn val="47"/>
                                        </p:cond>
                                      </p:endCondLst>
                                      <p:childTnLst>
                                        <p:set>
                                          <p:cBhvr>
                                            <p:cTn id="4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4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9" dur="500"/>
                                            <p:tgtEl>
                                              <p:spTgt spid="24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0" presetID="10" presetClass="entr" presetSubtype="0" fill="hold" grpId="0" nodeType="withEffect">
                                      <p:stCondLst>
                                        <p:cond delay="19500"/>
                                      </p:stCondLst>
                                      <p:childTnLst>
                                        <p:set>
                                          <p:cBhvr>
                                            <p:cTn id="5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2" dur="500"/>
                                            <p:tgtEl>
                                              <p:spTgt spid="2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3" presetID="10" presetClass="entr" presetSubtype="0" fill="hold" grpId="0" nodeType="withEffect">
                                      <p:stCondLst>
                                        <p:cond delay="19500"/>
                                      </p:stCondLst>
                                      <p:childTnLst>
                                        <p:set>
                                          <p:cBhvr>
                                            <p:cTn id="5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1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5" dur="500"/>
                                            <p:tgtEl>
                                              <p:spTgt spid="21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6" presetID="10" presetClass="entr" presetSubtype="0" fill="hold" grpId="0" nodeType="withEffect">
                                      <p:stCondLst>
                                        <p:cond delay="19500"/>
                                      </p:stCondLst>
                                      <p:childTnLst>
                                        <p:set>
                                          <p:cBhvr>
                                            <p:cTn id="5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0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8" dur="500"/>
                                            <p:tgtEl>
                                              <p:spTgt spid="20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9" presetID="10" presetClass="entr" presetSubtype="0" fill="hold" grpId="0" nodeType="withEffect">
                                      <p:stCondLst>
                                        <p:cond delay="19500"/>
                                      </p:stCondLst>
                                      <p:childTnLst>
                                        <p:set>
                                          <p:cBhvr>
                                            <p:cTn id="6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61" dur="500"/>
                                            <p:tgtEl>
                                              <p:spTgt spid="19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62" presetID="10" presetClass="entr" presetSubtype="0" fill="hold" grpId="0" nodeType="withEffect">
                                      <p:stCondLst>
                                        <p:cond delay="19500"/>
                                      </p:stCondLst>
                                      <p:childTnLst>
                                        <p:set>
                                          <p:cBhvr>
                                            <p:cTn id="6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64" dur="500"/>
                                            <p:tgtEl>
                                              <p:spTgt spid="2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65" presetID="10" presetClass="entr" presetSubtype="0" fill="hold" grpId="0" nodeType="withEffect">
                                      <p:stCondLst>
                                        <p:cond delay="19500"/>
                                      </p:stCondLst>
                                      <p:childTnLst>
                                        <p:set>
                                          <p:cBhvr>
                                            <p:cTn id="6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67" dur="500"/>
                                            <p:tgtEl>
                                              <p:spTgt spid="3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68" presetID="10" presetClass="entr" presetSubtype="0" fill="hold" grpId="0" nodeType="withEffect">
                                      <p:stCondLst>
                                        <p:cond delay="19500"/>
                                      </p:stCondLst>
                                      <p:childTnLst>
                                        <p:set>
                                          <p:cBhvr>
                                            <p:cTn id="6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8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0" dur="500"/>
                                            <p:tgtEl>
                                              <p:spTgt spid="18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71" presetID="10" presetClass="exit" presetSubtype="0" fill="hold" grpId="1" nodeType="withEffect">
                                      <p:stCondLst>
                                        <p:cond delay="39500"/>
                                      </p:stCondLst>
                                      <p:childTnLst>
                                        <p:animEffect transition="out" filter="fade">
                                          <p:cBhvr>
                                            <p:cTn id="72" dur="500"/>
                                            <p:tgtEl>
                                              <p:spTgt spid="17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73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17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74" presetID="10" presetClass="exit" presetSubtype="0" fill="hold" grpId="1" nodeType="withEffect">
                                      <p:stCondLst>
                                        <p:cond delay="39500"/>
                                      </p:stCondLst>
                                      <p:childTnLst>
                                        <p:animEffect transition="out" filter="fade">
                                          <p:cBhvr>
                                            <p:cTn id="75" dur="500"/>
                                            <p:tgtEl>
                                              <p:spTgt spid="18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76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18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77" presetID="10" presetClass="exit" presetSubtype="0" fill="hold" grpId="1" nodeType="withEffect">
                                      <p:stCondLst>
                                        <p:cond delay="39500"/>
                                      </p:stCondLst>
                                      <p:childTnLst>
                                        <p:animEffect transition="out" filter="fade">
                                          <p:cBhvr>
                                            <p:cTn id="78" dur="500"/>
                                            <p:tgtEl>
                                              <p:spTgt spid="26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79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26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80" presetID="10" presetClass="exit" presetSubtype="0" fill="hold" grpId="1" nodeType="withEffect" nodePh="1">
                                      <p:stCondLst>
                                        <p:cond delay="39500"/>
                                      </p:stCondLst>
                                      <p:endCondLst>
                                        <p:cond evt="begin" delay="0">
                                          <p:tn val="80"/>
                                        </p:cond>
                                      </p:endCondLst>
                                      <p:childTnLst>
                                        <p:animEffect transition="out" filter="fade">
                                          <p:cBhvr>
                                            <p:cTn id="81" dur="500"/>
                                            <p:tgtEl>
                                              <p:spTgt spid="24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82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24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83" presetID="10" presetClass="exit" presetSubtype="0" fill="hold" grpId="1" nodeType="withEffect">
                                      <p:stCondLst>
                                        <p:cond delay="39500"/>
                                      </p:stCondLst>
                                      <p:childTnLst>
                                        <p:animEffect transition="out" filter="fade">
                                          <p:cBhvr>
                                            <p:cTn id="84" dur="500"/>
                                            <p:tgtEl>
                                              <p:spTgt spid="22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85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86" presetID="10" presetClass="exit" presetSubtype="0" fill="hold" grpId="1" nodeType="withEffect">
                                      <p:stCondLst>
                                        <p:cond delay="39500"/>
                                      </p:stCondLst>
                                      <p:childTnLst>
                                        <p:animEffect transition="out" filter="fade">
                                          <p:cBhvr>
                                            <p:cTn id="87" dur="500"/>
                                            <p:tgtEl>
                                              <p:spTgt spid="21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88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21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89" presetID="10" presetClass="exit" presetSubtype="0" fill="hold" grpId="1" nodeType="withEffect">
                                      <p:stCondLst>
                                        <p:cond delay="39500"/>
                                      </p:stCondLst>
                                      <p:childTnLst>
                                        <p:animEffect transition="out" filter="fade">
                                          <p:cBhvr>
                                            <p:cTn id="90" dur="500"/>
                                            <p:tgtEl>
                                              <p:spTgt spid="20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91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20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92" presetID="10" presetClass="exit" presetSubtype="0" fill="hold" grpId="1" nodeType="withEffect">
                                      <p:stCondLst>
                                        <p:cond delay="39500"/>
                                      </p:stCondLst>
                                      <p:childTnLst>
                                        <p:animEffect transition="out" filter="fade">
                                          <p:cBhvr>
                                            <p:cTn id="93" dur="500"/>
                                            <p:tgtEl>
                                              <p:spTgt spid="29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94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95" presetID="10" presetClass="exit" presetSubtype="0" fill="hold" grpId="1" nodeType="withEffect">
                                      <p:stCondLst>
                                        <p:cond delay="39500"/>
                                      </p:stCondLst>
                                      <p:childTnLst>
                                        <p:animEffect transition="out" filter="fade">
                                          <p:cBhvr>
                                            <p:cTn id="96" dur="500"/>
                                            <p:tgtEl>
                                              <p:spTgt spid="32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97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98" presetID="10" presetClass="exit" presetSubtype="0" fill="hold" grpId="1" nodeType="withEffect">
                                      <p:stCondLst>
                                        <p:cond delay="39500"/>
                                      </p:stCondLst>
                                      <p:childTnLst>
                                        <p:animEffect transition="out" filter="fade">
                                          <p:cBhvr>
                                            <p:cTn id="99" dur="500"/>
                                            <p:tgtEl>
                                              <p:spTgt spid="19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100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19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101" presetID="10" presetClass="entr" presetSubtype="0" fill="hold" grpId="1" nodeType="withEffect">
                                      <p:stCondLst>
                                        <p:cond delay="39500"/>
                                      </p:stCondLst>
                                      <p:childTnLst>
                                        <p:set>
                                          <p:cBhvr>
                                            <p:cTn id="10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8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03" dur="500"/>
                                            <p:tgtEl>
                                              <p:spTgt spid="8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04" presetID="10" presetClass="entr" presetSubtype="0" fill="hold" grpId="1" nodeType="withEffect">
                                      <p:stCondLst>
                                        <p:cond delay="39500"/>
                                      </p:stCondLst>
                                      <p:childTnLst>
                                        <p:set>
                                          <p:cBhvr>
                                            <p:cTn id="10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0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06" dur="500"/>
                                            <p:tgtEl>
                                              <p:spTgt spid="10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07" presetID="10" presetClass="entr" presetSubtype="0" fill="hold" grpId="1" nodeType="withEffect">
                                      <p:stCondLst>
                                        <p:cond delay="39500"/>
                                      </p:stCondLst>
                                      <p:childTnLst>
                                        <p:set>
                                          <p:cBhvr>
                                            <p:cTn id="10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09" dur="500"/>
                                            <p:tgtEl>
                                              <p:spTgt spid="9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10" presetID="10" presetClass="entr" presetSubtype="0" fill="hold" grpId="1" nodeType="withEffect" nodePh="1">
                                      <p:stCondLst>
                                        <p:cond delay="39500"/>
                                      </p:stCondLst>
                                      <p:endCondLst>
                                        <p:cond evt="begin" delay="0">
                                          <p:tn val="110"/>
                                        </p:cond>
                                      </p:endCondLst>
                                      <p:childTnLst>
                                        <p:set>
                                          <p:cBhvr>
                                            <p:cTn id="1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12" dur="500"/>
                                            <p:tgtEl>
                                              <p:spTgt spid="6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13" presetID="10" presetClass="entr" presetSubtype="0" fill="hold" grpId="1" nodeType="withEffect">
                                      <p:stCondLst>
                                        <p:cond delay="39500"/>
                                      </p:stCondLst>
                                      <p:childTnLst>
                                        <p:set>
                                          <p:cBhvr>
                                            <p:cTn id="1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15" dur="500"/>
                                            <p:tgtEl>
                                              <p:spTgt spid="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16" presetID="10" presetClass="entr" presetSubtype="0" fill="hold" grpId="1" nodeType="withEffect">
                                      <p:stCondLst>
                                        <p:cond delay="39500"/>
                                      </p:stCondLst>
                                      <p:childTnLst>
                                        <p:set>
                                          <p:cBhvr>
                                            <p:cTn id="11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3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18" dur="500"/>
                                            <p:tgtEl>
                                              <p:spTgt spid="13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19" presetID="10" presetClass="entr" presetSubtype="0" fill="hold" grpId="1" nodeType="withEffect">
                                      <p:stCondLst>
                                        <p:cond delay="39500"/>
                                      </p:stCondLst>
                                      <p:childTnLst>
                                        <p:set>
                                          <p:cBhvr>
                                            <p:cTn id="12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1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21" dur="500"/>
                                            <p:tgtEl>
                                              <p:spTgt spid="11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22" presetID="10" presetClass="entr" presetSubtype="0" fill="hold" grpId="1" nodeType="withEffect">
                                      <p:stCondLst>
                                        <p:cond delay="39500"/>
                                      </p:stCondLst>
                                      <p:childTnLst>
                                        <p:set>
                                          <p:cBhvr>
                                            <p:cTn id="12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24" dur="500"/>
                                            <p:tgtEl>
                                              <p:spTgt spid="2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25" presetID="10" presetClass="entr" presetSubtype="0" fill="hold" grpId="1" nodeType="withEffect">
                                      <p:stCondLst>
                                        <p:cond delay="39500"/>
                                      </p:stCondLst>
                                      <p:childTnLst>
                                        <p:set>
                                          <p:cBhvr>
                                            <p:cTn id="12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27" dur="500"/>
                                            <p:tgtEl>
                                              <p:spTgt spid="3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28" presetID="10" presetClass="entr" presetSubtype="0" fill="hold" grpId="1" nodeType="withEffect">
                                      <p:stCondLst>
                                        <p:cond delay="39500"/>
                                      </p:stCondLst>
                                      <p:childTnLst>
                                        <p:set>
                                          <p:cBhvr>
                                            <p:cTn id="12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7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30" dur="500"/>
                                            <p:tgtEl>
                                              <p:spTgt spid="7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nextCondLst>
                    <p:cond evt="onMediaBookmark" delay="0">
                      <p:tgtEl>
                        <p14:bmkTgt spid="5" bmkName="Bookmark 1"/>
                      </p:tgtEl>
                    </p:cond>
                  </p:nextCondLst>
                </p:seq>
              </p:childTnLst>
            </p:cTn>
          </p:par>
        </p:tnLst>
        <p:bldLst>
          <p:bldP spid="8" grpId="0" build="p">
            <p:tmplLst>
              <p:tmpl lvl="1">
                <p:tnLst>
                  <p:par>
                    <p:cTn presetID="10" presetClass="exit" presetSubtype="0" fill="hold" nodeType="withEffect">
                      <p:stCondLst>
                        <p:cond delay="19500"/>
                      </p:stCondLst>
                      <p:childTnLst>
                        <p:animEffect transition="out" filter="fade">
                          <p:cBhvr>
                            <p:cTn dur="500"/>
                            <p:tgtEl>
                              <p:spTgt spid="8"/>
                            </p:tgtEl>
                          </p:cBhvr>
                        </p:animEffect>
                        <p:set>
                          <p:cBhvr>
                            <p:cTn dur="1" fill="hold">
                              <p:stCondLst>
                                <p:cond delay="499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tnLst>
              </p:tmpl>
            </p:tmplLst>
          </p:bldP>
          <p:bldP spid="8" grpId="1" build="p">
            <p:tmplLst>
              <p:tmpl lvl="1">
                <p:tnLst>
                  <p:par>
                    <p:cTn presetID="10" presetClass="entr" presetSubtype="0" fill="hold" nodeType="withEffect">
                      <p:stCondLst>
                        <p:cond delay="3950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dur="50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</p:tnLst>
              </p:tmpl>
            </p:tmplLst>
          </p:bldP>
          <p:bldP spid="10" grpId="0" build="p">
            <p:tmplLst>
              <p:tmpl lvl="1">
                <p:tnLst>
                  <p:par>
                    <p:cTn presetID="10" presetClass="exit" presetSubtype="0" fill="hold" nodeType="withEffect">
                      <p:stCondLst>
                        <p:cond delay="19500"/>
                      </p:stCondLst>
                      <p:childTnLst>
                        <p:animEffect transition="out" filter="fade">
                          <p:cBhvr>
                            <p:cTn dur="500"/>
                            <p:tgtEl>
                              <p:spTgt spid="10"/>
                            </p:tgtEl>
                          </p:cBhvr>
                        </p:animEffect>
                        <p:set>
                          <p:cBhvr>
                            <p:cTn dur="1" fill="hold">
                              <p:stCondLst>
                                <p:cond delay="499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tnLst>
              </p:tmpl>
            </p:tmplLst>
          </p:bldP>
          <p:bldP spid="10" grpId="1" build="p">
            <p:tmplLst>
              <p:tmpl lvl="1">
                <p:tnLst>
                  <p:par>
                    <p:cTn presetID="10" presetClass="entr" presetSubtype="0" fill="hold" nodeType="withEffect">
                      <p:stCondLst>
                        <p:cond delay="3950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dur="500"/>
                            <p:tgtEl>
                              <p:spTgt spid="10"/>
                            </p:tgtEl>
                          </p:cBhvr>
                        </p:animEffect>
                      </p:childTnLst>
                    </p:cTn>
                  </p:par>
                </p:tnLst>
              </p:tmpl>
            </p:tmplLst>
          </p:bldP>
          <p:bldP spid="7" grpId="0" build="p">
            <p:tmplLst>
              <p:tmpl lvl="1">
                <p:tnLst>
                  <p:par>
                    <p:cTn presetID="10" presetClass="exit" presetSubtype="0" fill="hold" nodeType="withEffect">
                      <p:stCondLst>
                        <p:cond delay="19500"/>
                      </p:stCondLst>
                      <p:childTnLst>
                        <p:animEffect transition="out" filter="fade">
                          <p:cBhvr>
                            <p:cTn dur="500"/>
                            <p:tgtEl>
                              <p:spTgt spid="7"/>
                            </p:tgtEl>
                          </p:cBhvr>
                        </p:animEffect>
                        <p:set>
                          <p:cBhvr>
                            <p:cTn dur="1" fill="hold">
                              <p:stCondLst>
                                <p:cond delay="499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tnLst>
              </p:tmpl>
            </p:tmplLst>
          </p:bldP>
          <p:bldP spid="7" grpId="1" build="p">
            <p:tmplLst>
              <p:tmpl lvl="1">
                <p:tnLst>
                  <p:par>
                    <p:cTn presetID="10" presetClass="entr" presetSubtype="0" fill="hold" nodeType="withEffect">
                      <p:stCondLst>
                        <p:cond delay="3950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dur="50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</p:tnLst>
              </p:tmpl>
            </p:tmplLst>
          </p:bldP>
          <p:bldP spid="11" grpId="0" build="p">
            <p:tmplLst>
              <p:tmpl lvl="1">
                <p:tnLst>
                  <p:par>
                    <p:cTn presetID="10" presetClass="exit" presetSubtype="0" fill="hold" nodeType="withEffect">
                      <p:stCondLst>
                        <p:cond delay="19500"/>
                      </p:stCondLst>
                      <p:childTnLst>
                        <p:animEffect transition="out" filter="fade">
                          <p:cBhvr>
                            <p:cTn dur="500"/>
                            <p:tgtEl>
                              <p:spTgt spid="11"/>
                            </p:tgtEl>
                          </p:cBhvr>
                        </p:animEffect>
                        <p:set>
                          <p:cBhvr>
                            <p:cTn dur="1" fill="hold">
                              <p:stCondLst>
                                <p:cond delay="499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tnLst>
              </p:tmpl>
            </p:tmplLst>
          </p:bldP>
          <p:bldP spid="11" grpId="1" build="p">
            <p:tmplLst>
              <p:tmpl lvl="1">
                <p:tnLst>
                  <p:par>
                    <p:cTn presetID="10" presetClass="entr" presetSubtype="0" fill="hold" nodeType="withEffect">
                      <p:stCondLst>
                        <p:cond delay="3950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dur="500"/>
                            <p:tgtEl>
                              <p:spTgt spid="11"/>
                            </p:tgtEl>
                          </p:cBhvr>
                        </p:animEffect>
                      </p:childTnLst>
                    </p:cTn>
                  </p:par>
                </p:tnLst>
              </p:tmpl>
            </p:tmplLst>
          </p:bldP>
          <p:bldP spid="13" grpId="0" build="p">
            <p:tmplLst>
              <p:tmpl lvl="1">
                <p:tnLst>
                  <p:par>
                    <p:cTn presetID="10" presetClass="exit" presetSubtype="0" fill="hold" nodeType="withEffect">
                      <p:stCondLst>
                        <p:cond delay="19500"/>
                      </p:stCondLst>
                      <p:childTnLst>
                        <p:animEffect transition="out" filter="fade">
                          <p:cBhvr>
                            <p:cTn dur="500"/>
                            <p:tgtEl>
                              <p:spTgt spid="13"/>
                            </p:tgtEl>
                          </p:cBhvr>
                        </p:animEffect>
                        <p:set>
                          <p:cBhvr>
                            <p:cTn dur="1" fill="hold">
                              <p:stCondLst>
                                <p:cond delay="499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tnLst>
              </p:tmpl>
            </p:tmplLst>
          </p:bldP>
          <p:bldP spid="13" grpId="1" build="p">
            <p:tmplLst>
              <p:tmpl lvl="1">
                <p:tnLst>
                  <p:par>
                    <p:cTn presetID="10" presetClass="entr" presetSubtype="0" fill="hold" nodeType="withEffect">
                      <p:stCondLst>
                        <p:cond delay="3950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dur="500"/>
                            <p:tgtEl>
                              <p:spTgt spid="13"/>
                            </p:tgtEl>
                          </p:cBhvr>
                        </p:animEffect>
                      </p:childTnLst>
                    </p:cTn>
                  </p:par>
                </p:tnLst>
              </p:tmpl>
            </p:tmplLst>
          </p:bldP>
          <p:bldP spid="3" grpId="0"/>
          <p:bldP spid="3" grpId="1"/>
          <p:bldP spid="28" grpId="0" animBg="1">
            <p:tmplLst>
              <p:tmpl>
                <p:tnLst>
                  <p:par>
                    <p:cTn presetID="10" presetClass="exit" presetSubtype="0" fill="hold" nodeType="withEffect">
                      <p:stCondLst>
                        <p:cond delay="19500"/>
                      </p:stCondLst>
                      <p:childTnLst>
                        <p:animEffect transition="out" filter="fade">
                          <p:cBhvr>
                            <p:cTn dur="500"/>
                            <p:tgtEl>
                              <p:spTgt spid="28"/>
                            </p:tgtEl>
                          </p:cBhvr>
                        </p:animEffect>
                        <p:set>
                          <p:cBhvr>
                            <p:cTn dur="1" fill="hold">
                              <p:stCondLst>
                                <p:cond delay="499"/>
                              </p:stCondLst>
                            </p:cTn>
                            <p:tgtEl>
                              <p:spTgt spid="2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tnLst>
              </p:tmpl>
            </p:tmplLst>
          </p:bldP>
          <p:bldP spid="28" grpId="1" animBg="1">
            <p:tmplLst>
              <p:tmpl>
                <p:tnLst>
                  <p:par>
                    <p:cTn presetID="10" presetClass="entr" presetSubtype="0" fill="hold" nodeType="withEffect">
                      <p:stCondLst>
                        <p:cond delay="3950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dur="500"/>
                            <p:tgtEl>
                              <p:spTgt spid="28"/>
                            </p:tgtEl>
                          </p:cBhvr>
                        </p:animEffect>
                      </p:childTnLst>
                    </p:cTn>
                  </p:par>
                </p:tnLst>
              </p:tmpl>
            </p:tmplLst>
          </p:bldP>
          <p:bldP spid="6" grpId="0" build="p">
            <p:tmplLst>
              <p:tmpl lvl="1">
                <p:tnLst>
                  <p:par>
                    <p:cTn presetID="10" presetClass="exit" presetSubtype="0" fill="hold" nodeType="withEffect" nodePh="1">
                      <p:stCondLst>
                        <p:cond delay="19500"/>
                      </p:stCondLst>
                      <p:endCondLst>
                        <p:cond delay="0"/>
                      </p:endCondLst>
                      <p:childTnLst>
                        <p:animEffect transition="out" filter="fade">
                          <p:cBhvr>
                            <p:cTn dur="500"/>
                            <p:tgtEl>
                              <p:spTgt spid="6"/>
                            </p:tgtEl>
                          </p:cBhvr>
                        </p:animEffect>
                        <p:set>
                          <p:cBhvr>
                            <p:cTn dur="1" fill="hold">
                              <p:stCondLst>
                                <p:cond delay="499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tnLst>
              </p:tmpl>
            </p:tmplLst>
          </p:bldP>
          <p:bldP spid="6" grpId="1" build="p">
            <p:tmplLst>
              <p:tmpl lvl="1">
                <p:tnLst>
                  <p:par>
                    <p:cTn presetID="10" presetClass="entr" presetSubtype="0" fill="hold" nodeType="withEffect" nodePh="1">
                      <p:stCondLst>
                        <p:cond delay="39500"/>
                      </p:stCondLst>
                      <p:endCondLst>
                        <p:cond delay="0"/>
                      </p:end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dur="50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</p:tnLst>
              </p:tmpl>
            </p:tmplLst>
          </p:bldP>
          <p:bldP spid="31" grpId="0" animBg="1">
            <p:tmplLst>
              <p:tmpl>
                <p:tnLst>
                  <p:par>
                    <p:cTn presetID="10" presetClass="exit" presetSubtype="0" fill="hold" nodeType="withEffect">
                      <p:stCondLst>
                        <p:cond delay="19500"/>
                      </p:stCondLst>
                      <p:childTnLst>
                        <p:animEffect transition="out" filter="fade">
                          <p:cBhvr>
                            <p:cTn dur="500"/>
                            <p:tgtEl>
                              <p:spTgt spid="31"/>
                            </p:tgtEl>
                          </p:cBhvr>
                        </p:animEffect>
                        <p:set>
                          <p:cBhvr>
                            <p:cTn dur="1" fill="hold">
                              <p:stCondLst>
                                <p:cond delay="499"/>
                              </p:stCondLst>
                            </p:cTn>
                            <p:tgtEl>
                              <p:spTgt spid="3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tnLst>
              </p:tmpl>
            </p:tmplLst>
          </p:bldP>
          <p:bldP spid="31" grpId="1" animBg="1">
            <p:tmplLst>
              <p:tmpl>
                <p:tnLst>
                  <p:par>
                    <p:cTn presetID="10" presetClass="entr" presetSubtype="0" fill="hold" nodeType="withEffect">
                      <p:stCondLst>
                        <p:cond delay="3950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dur="500"/>
                            <p:tgtEl>
                              <p:spTgt spid="31"/>
                            </p:tgtEl>
                          </p:cBhvr>
                        </p:animEffect>
                      </p:childTnLst>
                    </p:cTn>
                  </p:par>
                </p:tnLst>
              </p:tmpl>
            </p:tmplLst>
          </p:bldP>
          <p:bldP spid="9" grpId="0" build="p">
            <p:tmplLst>
              <p:tmpl lvl="1">
                <p:tnLst>
                  <p:par>
                    <p:cTn presetID="10" presetClass="exit" presetSubtype="0" fill="hold" nodeType="withEffect">
                      <p:stCondLst>
                        <p:cond delay="19500"/>
                      </p:stCondLst>
                      <p:childTnLst>
                        <p:animEffect transition="out" filter="fade">
                          <p:cBhvr>
                            <p:cTn dur="500"/>
                            <p:tgtEl>
                              <p:spTgt spid="9"/>
                            </p:tgtEl>
                          </p:cBhvr>
                        </p:animEffect>
                        <p:set>
                          <p:cBhvr>
                            <p:cTn dur="1" fill="hold">
                              <p:stCondLst>
                                <p:cond delay="499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tnLst>
              </p:tmpl>
            </p:tmplLst>
          </p:bldP>
          <p:bldP spid="9" grpId="1" build="p">
            <p:tmplLst>
              <p:tmpl lvl="1">
                <p:tnLst>
                  <p:par>
                    <p:cTn presetID="10" presetClass="entr" presetSubtype="0" fill="hold" nodeType="withEffect">
                      <p:stCondLst>
                        <p:cond delay="3950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dur="500"/>
                            <p:tgtEl>
                              <p:spTgt spid="9"/>
                            </p:tgtEl>
                          </p:cBhvr>
                        </p:animEffect>
                      </p:childTnLst>
                    </p:cTn>
                  </p:par>
                </p:tnLst>
              </p:tmpl>
            </p:tmplLst>
          </p:bldP>
          <p:bldP spid="17" grpId="0" build="p">
            <p:tmplLst>
              <p:tmpl lvl="1">
                <p:tnLst>
                  <p:par>
                    <p:cTn presetID="10" presetClass="entr" presetSubtype="0" fill="hold" nodeType="withEffect">
                      <p:stCondLst>
                        <p:cond delay="1950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dur="500"/>
                            <p:tgtEl>
                              <p:spTgt spid="17"/>
                            </p:tgtEl>
                          </p:cBhvr>
                        </p:animEffect>
                      </p:childTnLst>
                    </p:cTn>
                  </p:par>
                </p:tnLst>
              </p:tmpl>
            </p:tmplLst>
          </p:bldP>
          <p:bldP spid="17" grpId="1" build="p">
            <p:tmplLst>
              <p:tmpl lvl="1">
                <p:tnLst>
                  <p:par>
                    <p:cTn presetID="10" presetClass="exit" presetSubtype="0" fill="hold" nodeType="withEffect">
                      <p:stCondLst>
                        <p:cond delay="39500"/>
                      </p:stCondLst>
                      <p:childTnLst>
                        <p:animEffect transition="out" filter="fade">
                          <p:cBhvr>
                            <p:cTn dur="500"/>
                            <p:tgtEl>
                              <p:spTgt spid="17"/>
                            </p:tgtEl>
                          </p:cBhvr>
                        </p:animEffect>
                        <p:set>
                          <p:cBhvr>
                            <p:cTn dur="1" fill="hold">
                              <p:stCondLst>
                                <p:cond delay="499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tnLst>
              </p:tmpl>
            </p:tmplLst>
          </p:bldP>
          <p:bldP spid="18" grpId="0" build="p">
            <p:tmplLst>
              <p:tmpl lvl="1">
                <p:tnLst>
                  <p:par>
                    <p:cTn presetID="10" presetClass="entr" presetSubtype="0" fill="hold" nodeType="withEffect">
                      <p:stCondLst>
                        <p:cond delay="1950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dur="50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</p:tnLst>
              </p:tmpl>
            </p:tmplLst>
          </p:bldP>
          <p:bldP spid="18" grpId="1" build="p">
            <p:tmplLst>
              <p:tmpl lvl="1">
                <p:tnLst>
                  <p:par>
                    <p:cTn presetID="10" presetClass="exit" presetSubtype="0" fill="hold" nodeType="withEffect">
                      <p:stCondLst>
                        <p:cond delay="39500"/>
                      </p:stCondLst>
                      <p:childTnLst>
                        <p:animEffect transition="out" filter="fade">
                          <p:cBhvr>
                            <p:cTn dur="500"/>
                            <p:tgtEl>
                              <p:spTgt spid="18"/>
                            </p:tgtEl>
                          </p:cBhvr>
                        </p:animEffect>
                        <p:set>
                          <p:cBhvr>
                            <p:cTn dur="1" fill="hold">
                              <p:stCondLst>
                                <p:cond delay="499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tnLst>
              </p:tmpl>
            </p:tmplLst>
          </p:bldP>
          <p:bldP spid="19" grpId="0" build="p">
            <p:tmplLst>
              <p:tmpl lvl="1">
                <p:tnLst>
                  <p:par>
                    <p:cTn presetID="10" presetClass="entr" presetSubtype="0" fill="hold" nodeType="withEffect">
                      <p:stCondLst>
                        <p:cond delay="1950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dur="500"/>
                            <p:tgtEl>
                              <p:spTgt spid="19"/>
                            </p:tgtEl>
                          </p:cBhvr>
                        </p:animEffect>
                      </p:childTnLst>
                    </p:cTn>
                  </p:par>
                </p:tnLst>
              </p:tmpl>
            </p:tmplLst>
          </p:bldP>
          <p:bldP spid="19" grpId="1" build="p">
            <p:tmplLst>
              <p:tmpl lvl="1">
                <p:tnLst>
                  <p:par>
                    <p:cTn presetID="10" presetClass="exit" presetSubtype="0" fill="hold" nodeType="withEffect">
                      <p:stCondLst>
                        <p:cond delay="39500"/>
                      </p:stCondLst>
                      <p:childTnLst>
                        <p:animEffect transition="out" filter="fade">
                          <p:cBhvr>
                            <p:cTn dur="500"/>
                            <p:tgtEl>
                              <p:spTgt spid="19"/>
                            </p:tgtEl>
                          </p:cBhvr>
                        </p:animEffect>
                        <p:set>
                          <p:cBhvr>
                            <p:cTn dur="1" fill="hold">
                              <p:stCondLst>
                                <p:cond delay="499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tnLst>
              </p:tmpl>
            </p:tmplLst>
          </p:bldP>
          <p:bldP spid="20" grpId="0" build="p">
            <p:tmplLst>
              <p:tmpl lvl="1">
                <p:tnLst>
                  <p:par>
                    <p:cTn presetID="10" presetClass="entr" presetSubtype="0" fill="hold" nodeType="withEffect">
                      <p:stCondLst>
                        <p:cond delay="1950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dur="50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</p:tnLst>
              </p:tmpl>
            </p:tmplLst>
          </p:bldP>
          <p:bldP spid="20" grpId="1" build="p">
            <p:tmplLst>
              <p:tmpl lvl="1">
                <p:tnLst>
                  <p:par>
                    <p:cTn presetID="10" presetClass="exit" presetSubtype="0" fill="hold" nodeType="withEffect">
                      <p:stCondLst>
                        <p:cond delay="39500"/>
                      </p:stCondLst>
                      <p:childTnLst>
                        <p:animEffect transition="out" filter="fade">
                          <p:cBhvr>
                            <p:cTn dur="500"/>
                            <p:tgtEl>
                              <p:spTgt spid="20"/>
                            </p:tgtEl>
                          </p:cBhvr>
                        </p:animEffect>
                        <p:set>
                          <p:cBhvr>
                            <p:cTn dur="1" fill="hold">
                              <p:stCondLst>
                                <p:cond delay="499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tnLst>
              </p:tmpl>
            </p:tmplLst>
          </p:bldP>
          <p:bldP spid="21" grpId="0" build="p">
            <p:tmplLst>
              <p:tmpl lvl="1">
                <p:tnLst>
                  <p:par>
                    <p:cTn presetID="10" presetClass="entr" presetSubtype="0" fill="hold" nodeType="withEffect">
                      <p:stCondLst>
                        <p:cond delay="1950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dur="500"/>
                            <p:tgtEl>
                              <p:spTgt spid="21"/>
                            </p:tgtEl>
                          </p:cBhvr>
                        </p:animEffect>
                      </p:childTnLst>
                    </p:cTn>
                  </p:par>
                </p:tnLst>
              </p:tmpl>
            </p:tmplLst>
          </p:bldP>
          <p:bldP spid="21" grpId="1" build="p">
            <p:tmplLst>
              <p:tmpl lvl="1">
                <p:tnLst>
                  <p:par>
                    <p:cTn presetID="10" presetClass="exit" presetSubtype="0" fill="hold" nodeType="withEffect">
                      <p:stCondLst>
                        <p:cond delay="39500"/>
                      </p:stCondLst>
                      <p:childTnLst>
                        <p:animEffect transition="out" filter="fade">
                          <p:cBhvr>
                            <p:cTn dur="500"/>
                            <p:tgtEl>
                              <p:spTgt spid="21"/>
                            </p:tgtEl>
                          </p:cBhvr>
                        </p:animEffect>
                        <p:set>
                          <p:cBhvr>
                            <p:cTn dur="1" fill="hold">
                              <p:stCondLst>
                                <p:cond delay="499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tnLst>
              </p:tmpl>
            </p:tmplLst>
          </p:bldP>
          <p:bldP spid="22" grpId="0"/>
          <p:bldP spid="22" grpId="1"/>
          <p:bldP spid="29" grpId="0" animBg="1">
            <p:tmplLst>
              <p:tmpl>
                <p:tnLst>
                  <p:par>
                    <p:cTn presetID="10" presetClass="entr" presetSubtype="0" fill="hold" nodeType="withEffect">
                      <p:stCondLst>
                        <p:cond delay="1950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dur="500"/>
                            <p:tgtEl>
                              <p:spTgt spid="29"/>
                            </p:tgtEl>
                          </p:cBhvr>
                        </p:animEffect>
                      </p:childTnLst>
                    </p:cTn>
                  </p:par>
                </p:tnLst>
              </p:tmpl>
            </p:tmplLst>
          </p:bldP>
          <p:bldP spid="29" grpId="1" animBg="1">
            <p:tmplLst>
              <p:tmpl>
                <p:tnLst>
                  <p:par>
                    <p:cTn presetID="10" presetClass="exit" presetSubtype="0" fill="hold" nodeType="withEffect">
                      <p:stCondLst>
                        <p:cond delay="39500"/>
                      </p:stCondLst>
                      <p:childTnLst>
                        <p:animEffect transition="out" filter="fade">
                          <p:cBhvr>
                            <p:cTn dur="500"/>
                            <p:tgtEl>
                              <p:spTgt spid="29"/>
                            </p:tgtEl>
                          </p:cBhvr>
                        </p:animEffect>
                        <p:set>
                          <p:cBhvr>
                            <p:cTn dur="1" fill="hold">
                              <p:stCondLst>
                                <p:cond delay="499"/>
                              </p:stCondLst>
                            </p:cTn>
                            <p:tgtEl>
                              <p:spTgt spid="2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tnLst>
              </p:tmpl>
            </p:tmplLst>
          </p:bldP>
          <p:bldP spid="24" grpId="0" build="p">
            <p:tmplLst>
              <p:tmpl lvl="1">
                <p:tnLst>
                  <p:par>
                    <p:cTn presetID="10" presetClass="entr" presetSubtype="0" fill="hold" nodeType="withEffect" nodePh="1">
                      <p:stCondLst>
                        <p:cond delay="19500"/>
                      </p:stCondLst>
                      <p:endCondLst>
                        <p:cond delay="0"/>
                      </p:end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dur="500"/>
                            <p:tgtEl>
                              <p:spTgt spid="24"/>
                            </p:tgtEl>
                          </p:cBhvr>
                        </p:animEffect>
                      </p:childTnLst>
                    </p:cTn>
                  </p:par>
                </p:tnLst>
              </p:tmpl>
            </p:tmplLst>
          </p:bldP>
          <p:bldP spid="24" grpId="1" build="p">
            <p:tmplLst>
              <p:tmpl lvl="1">
                <p:tnLst>
                  <p:par>
                    <p:cTn presetID="10" presetClass="exit" presetSubtype="0" fill="hold" nodeType="withEffect" nodePh="1">
                      <p:stCondLst>
                        <p:cond delay="39500"/>
                      </p:stCondLst>
                      <p:endCondLst>
                        <p:cond delay="0"/>
                      </p:endCondLst>
                      <p:childTnLst>
                        <p:animEffect transition="out" filter="fade">
                          <p:cBhvr>
                            <p:cTn dur="500"/>
                            <p:tgtEl>
                              <p:spTgt spid="24"/>
                            </p:tgtEl>
                          </p:cBhvr>
                        </p:animEffect>
                        <p:set>
                          <p:cBhvr>
                            <p:cTn dur="1" fill="hold">
                              <p:stCondLst>
                                <p:cond delay="499"/>
                              </p:stCondLst>
                            </p:cTn>
                            <p:tgtEl>
                              <p:spTgt spid="2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tnLst>
              </p:tmpl>
            </p:tmplLst>
          </p:bldP>
          <p:bldP spid="32" grpId="0" animBg="1">
            <p:tmplLst>
              <p:tmpl>
                <p:tnLst>
                  <p:par>
                    <p:cTn presetID="10" presetClass="entr" presetSubtype="0" fill="hold" nodeType="withEffect">
                      <p:stCondLst>
                        <p:cond delay="1950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dur="500"/>
                            <p:tgtEl>
                              <p:spTgt spid="32"/>
                            </p:tgtEl>
                          </p:cBhvr>
                        </p:animEffect>
                      </p:childTnLst>
                    </p:cTn>
                  </p:par>
                </p:tnLst>
              </p:tmpl>
            </p:tmplLst>
          </p:bldP>
          <p:bldP spid="32" grpId="1" animBg="1">
            <p:tmplLst>
              <p:tmpl>
                <p:tnLst>
                  <p:par>
                    <p:cTn presetID="10" presetClass="exit" presetSubtype="0" fill="hold" nodeType="withEffect">
                      <p:stCondLst>
                        <p:cond delay="39500"/>
                      </p:stCondLst>
                      <p:childTnLst>
                        <p:animEffect transition="out" filter="fade">
                          <p:cBhvr>
                            <p:cTn dur="500"/>
                            <p:tgtEl>
                              <p:spTgt spid="32"/>
                            </p:tgtEl>
                          </p:cBhvr>
                        </p:animEffect>
                        <p:set>
                          <p:cBhvr>
                            <p:cTn dur="1" fill="hold">
                              <p:stCondLst>
                                <p:cond delay="499"/>
                              </p:stCondLst>
                            </p:cTn>
                            <p:tgtEl>
                              <p:spTgt spid="3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tnLst>
              </p:tmpl>
            </p:tmplLst>
          </p:bldP>
          <p:bldP spid="26" grpId="0" build="p">
            <p:tmplLst>
              <p:tmpl lvl="1">
                <p:tnLst>
                  <p:par>
                    <p:cTn presetID="10" presetClass="entr" presetSubtype="0" fill="hold" nodeType="withEffect">
                      <p:stCondLst>
                        <p:cond delay="1950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dur="500"/>
                            <p:tgtEl>
                              <p:spTgt spid="26"/>
                            </p:tgtEl>
                          </p:cBhvr>
                        </p:animEffect>
                      </p:childTnLst>
                    </p:cTn>
                  </p:par>
                </p:tnLst>
              </p:tmpl>
            </p:tmplLst>
          </p:bldP>
          <p:bldP spid="26" grpId="1" build="p">
            <p:tmplLst>
              <p:tmpl lvl="1">
                <p:tnLst>
                  <p:par>
                    <p:cTn presetID="10" presetClass="exit" presetSubtype="0" fill="hold" nodeType="withEffect">
                      <p:stCondLst>
                        <p:cond delay="39500"/>
                      </p:stCondLst>
                      <p:childTnLst>
                        <p:animEffect transition="out" filter="fade">
                          <p:cBhvr>
                            <p:cTn dur="500"/>
                            <p:tgtEl>
                              <p:spTgt spid="26"/>
                            </p:tgtEl>
                          </p:cBhvr>
                        </p:animEffect>
                        <p:set>
                          <p:cBhvr>
                            <p:cTn dur="1" fill="hold">
                              <p:stCondLst>
                                <p:cond delay="499"/>
                              </p:stCondLst>
                            </p:cTn>
                            <p:tgtEl>
                              <p:spTgt spid="2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tnLst>
              </p:tmpl>
            </p:tmplLst>
          </p:bldP>
        </p:bldLst>
      </p:timing>
    </mc:Choice>
    <mc:Fallback xmlns="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10000"/>
                                </p:stCondLst>
                                <p:childTnLst>
                                  <p:par>
                                    <p:cTn id="5" presetID="1" presetClass="mediacall" presetSubtype="0" fill="hold" nodeType="afterEffect">
                                      <p:stCondLst>
                                        <p:cond delay="0"/>
                                      </p:stCondLst>
                                      <p:childTnLst>
                                        <p:cmd type="call" cmd="playFrom(0.0)">
                                          <p:cBhvr>
                                            <p:cTn id="6" dur="40045" fill="hold"/>
                                            <p:tgtEl>
                                              <p:spTgt spid="5"/>
                                            </p:tgtEl>
                                          </p:cBhvr>
                                        </p:cmd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  <p:audio>
                  <p:cMediaNode vol="80000" showWhenStopped="0">
                    <p:cTn id="7" repeatCount="indefinite" fill="hold" display="0">
                      <p:stCondLst>
                        <p:cond delay="indefinite"/>
                      </p:stCondLst>
                      <p:endCondLst>
                        <p:cond evt="onStopAudio" delay="0">
                          <p:tgtEl>
                            <p:sldTgt/>
                          </p:tgtEl>
                        </p:cond>
                      </p:endCondLst>
                    </p:cTn>
                    <p:tgtEl>
                      <p:spTgt spid="5"/>
                    </p:tgtEl>
                  </p:cMediaNode>
                </p:audio>
              </p:childTnLst>
            </p:cTn>
          </p:par>
        </p:tnLst>
      </p:timing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ackground">
            <a:extLst>
              <a:ext uri="{FF2B5EF4-FFF2-40B4-BE49-F238E27FC236}">
                <a16:creationId xmlns:a16="http://schemas.microsoft.com/office/drawing/2014/main" id="{AEB9645B-E98A-42E2-8A89-EC689429C2D8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>
            <a:lvl1pPr>
              <a:buNone/>
              <a:defRPr/>
            </a:lvl1pPr>
          </a:lstStyle>
          <a:p>
            <a:r>
              <a:rPr lang="en-US" dirty="0"/>
              <a:t>background</a:t>
            </a:r>
          </a:p>
        </p:txBody>
      </p:sp>
      <p:sp>
        <p:nvSpPr>
          <p:cNvPr id="12" name="navbar-background">
            <a:extLst>
              <a:ext uri="{FF2B5EF4-FFF2-40B4-BE49-F238E27FC236}">
                <a16:creationId xmlns:a16="http://schemas.microsoft.com/office/drawing/2014/main" id="{0B550FED-FDFE-400F-A66B-5E2A68B6C6F6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0" y="0"/>
            <a:ext cx="1554480" cy="5715000"/>
          </a:xfrm>
          <a:prstGeom prst="rect">
            <a:avLst/>
          </a:prstGeom>
          <a:gradFill flip="none" rotWithShape="1">
            <a:gsLst>
              <a:gs pos="0">
                <a:srgbClr val="1B265E">
                  <a:alpha val="84706"/>
                </a:srgbClr>
              </a:gs>
              <a:gs pos="40000">
                <a:srgbClr val="182E64">
                  <a:alpha val="84706"/>
                </a:srgbClr>
              </a:gs>
              <a:gs pos="100000">
                <a:srgbClr val="0A598A">
                  <a:alpha val="9000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>
              <a:buNone/>
              <a:defRPr lang="en-US" sz="1404" dirty="0">
                <a:solidFill>
                  <a:schemeClr val="lt1"/>
                </a:solidFill>
              </a:defRPr>
            </a:lvl1pPr>
          </a:lstStyle>
          <a:p>
            <a:pPr marL="0" lvl="0" algn="ctr" defTabSz="713232"/>
            <a:r>
              <a:rPr lang="en-US" dirty="0"/>
              <a:t>Navbar-background</a:t>
            </a:r>
          </a:p>
        </p:txBody>
      </p:sp>
      <p:sp>
        <p:nvSpPr>
          <p:cNvPr id="3" name="logo">
            <a:extLst>
              <a:ext uri="{FF2B5EF4-FFF2-40B4-BE49-F238E27FC236}">
                <a16:creationId xmlns:a16="http://schemas.microsoft.com/office/drawing/2014/main" id="{D5C254D8-33A5-4125-A911-B875ACEA7E53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1668537" y="5029200"/>
            <a:ext cx="1828800" cy="457200"/>
          </a:xfrm>
          <a:prstGeom prst="rect">
            <a:avLst/>
          </a:prstGeom>
        </p:spPr>
        <p:txBody>
          <a:bodyPr/>
          <a:lstStyle>
            <a:lvl1pPr>
              <a:buNone/>
              <a:defRPr/>
            </a:lvl1pPr>
          </a:lstStyle>
          <a:p>
            <a:r>
              <a:rPr lang="en-US" dirty="0"/>
              <a:t>logo</a:t>
            </a:r>
          </a:p>
        </p:txBody>
      </p:sp>
      <p:sp>
        <p:nvSpPr>
          <p:cNvPr id="16" name="order of worship">
            <a:extLst>
              <a:ext uri="{FF2B5EF4-FFF2-40B4-BE49-F238E27FC236}">
                <a16:creationId xmlns:a16="http://schemas.microsoft.com/office/drawing/2014/main" id="{E6F9FE29-F14D-4ACE-81C4-AA80FBAACFCA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1622817" y="36576"/>
            <a:ext cx="7325239" cy="5120640"/>
          </a:xfrm>
          <a:prstGeom prst="rect">
            <a:avLst/>
          </a:prstGeom>
        </p:spPr>
        <p:txBody>
          <a:bodyPr anchor="ctr"/>
          <a:lstStyle>
            <a:lvl1pPr algn="l">
              <a:lnSpc>
                <a:spcPts val="1700"/>
              </a:lnSpc>
              <a:spcBef>
                <a:spcPts val="1000"/>
              </a:spcBef>
              <a:buNone/>
              <a:defRPr sz="26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venir Next LT Pro" panose="020B0504020202020204" pitchFamily="34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14" name="highlight">
            <a:extLst>
              <a:ext uri="{FF2B5EF4-FFF2-40B4-BE49-F238E27FC236}">
                <a16:creationId xmlns:a16="http://schemas.microsoft.com/office/drawing/2014/main" id="{C61CF084-E13F-49CD-A369-86E5602DA44D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58311" y="542302"/>
            <a:ext cx="1450450" cy="306387"/>
          </a:xfrm>
          <a:prstGeom prst="roundRect">
            <a:avLst>
              <a:gd name="adj" fmla="val 23106"/>
            </a:avLst>
          </a:prstGeom>
          <a:solidFill>
            <a:srgbClr val="057A84"/>
          </a:solidFill>
          <a:ln>
            <a:noFill/>
          </a:ln>
        </p:spPr>
        <p:txBody>
          <a:bodyPr anchor="ctr"/>
          <a:lstStyle>
            <a:lvl1pPr algn="ctr">
              <a:buNone/>
              <a:defRPr sz="900"/>
            </a:lvl1pPr>
          </a:lstStyle>
          <a:p>
            <a:pPr lvl="0"/>
            <a:r>
              <a:rPr lang="en-US" dirty="0"/>
              <a:t>highlight</a:t>
            </a:r>
          </a:p>
        </p:txBody>
      </p:sp>
      <p:sp>
        <p:nvSpPr>
          <p:cNvPr id="6" name="navbar">
            <a:extLst>
              <a:ext uri="{FF2B5EF4-FFF2-40B4-BE49-F238E27FC236}">
                <a16:creationId xmlns:a16="http://schemas.microsoft.com/office/drawing/2014/main" id="{E9B9669B-7121-41D3-84BD-6DD37099A76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-79512" y="0"/>
            <a:ext cx="1633676" cy="5120640"/>
          </a:xfrm>
          <a:prstGeom prst="rect">
            <a:avLst/>
          </a:prstGeom>
        </p:spPr>
        <p:txBody>
          <a:bodyPr anchor="ctr"/>
          <a:lstStyle>
            <a:lvl1pPr algn="r">
              <a:lnSpc>
                <a:spcPts val="1700"/>
              </a:lnSpc>
              <a:buNone/>
              <a:defRPr sz="1600">
                <a:solidFill>
                  <a:schemeClr val="bg1"/>
                </a:solidFill>
                <a:latin typeface="Avenir Next LT Pro" panose="020B0504020202020204" pitchFamily="34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5" name="date">
            <a:extLst>
              <a:ext uri="{FF2B5EF4-FFF2-40B4-BE49-F238E27FC236}">
                <a16:creationId xmlns:a16="http://schemas.microsoft.com/office/drawing/2014/main" id="{A0CEDCF9-8163-4EA7-9A9D-DD60C8755D7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-68336" y="5001768"/>
            <a:ext cx="1622500" cy="496888"/>
          </a:xfrm>
          <a:prstGeom prst="rect">
            <a:avLst/>
          </a:prstGeom>
        </p:spPr>
        <p:txBody>
          <a:bodyPr anchor="ctr"/>
          <a:lstStyle>
            <a:lvl1pPr marL="0" indent="0" algn="r">
              <a:lnSpc>
                <a:spcPct val="120000"/>
              </a:lnSpc>
              <a:spcBef>
                <a:spcPts val="0"/>
              </a:spcBef>
              <a:buNone/>
              <a:defRPr sz="1100">
                <a:solidFill>
                  <a:schemeClr val="bg1"/>
                </a:solidFill>
                <a:latin typeface="Avenir Next LT Pro" panose="020B0504020202020204" pitchFamily="34" charset="0"/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7" name="silence">
            <a:extLst>
              <a:ext uri="{FF2B5EF4-FFF2-40B4-BE49-F238E27FC236}">
                <a16:creationId xmlns:a16="http://schemas.microsoft.com/office/drawing/2014/main" id="{C6B850A9-26C5-4CE4-9231-46EF9FFCF39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935686" y="164592"/>
            <a:ext cx="1208314" cy="740229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i="1">
                <a:solidFill>
                  <a:schemeClr val="bg1"/>
                </a:solidFill>
                <a:latin typeface="Avenir Next LT Pro" panose="020B0504020202020204" pitchFamily="34" charset="0"/>
              </a:defRPr>
            </a:lvl1pPr>
          </a:lstStyle>
          <a:p>
            <a:pPr lvl="0"/>
            <a:r>
              <a:rPr lang="en-US" dirty="0"/>
              <a:t>Silence</a:t>
            </a:r>
          </a:p>
        </p:txBody>
      </p:sp>
      <p:sp>
        <p:nvSpPr>
          <p:cNvPr id="11" name="leaders">
            <a:extLst>
              <a:ext uri="{FF2B5EF4-FFF2-40B4-BE49-F238E27FC236}">
                <a16:creationId xmlns:a16="http://schemas.microsoft.com/office/drawing/2014/main" id="{2F04EB4F-A9F3-4954-8B0D-347FC628432D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1612475" y="36576"/>
            <a:ext cx="7325239" cy="5120640"/>
          </a:xfrm>
          <a:prstGeom prst="rect">
            <a:avLst/>
          </a:prstGeom>
        </p:spPr>
        <p:txBody>
          <a:bodyPr anchor="ctr"/>
          <a:lstStyle>
            <a:lvl1pPr algn="l">
              <a:lnSpc>
                <a:spcPts val="1700"/>
              </a:lnSpc>
              <a:spcBef>
                <a:spcPts val="1000"/>
              </a:spcBef>
              <a:buNone/>
              <a:defRPr sz="26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venir Next LT Pro" panose="020B0504020202020204" pitchFamily="34" charset="0"/>
              </a:defRPr>
            </a:lvl1pPr>
          </a:lstStyle>
          <a:p>
            <a:pPr lvl="0"/>
            <a:endParaRPr lang="en-US" dirty="0"/>
          </a:p>
        </p:txBody>
      </p:sp>
      <p:pic>
        <p:nvPicPr>
          <p:cNvPr id="8" name="silence-40s">
            <a:hlinkClick r:id="" action="ppaction://media"/>
            <a:extLst>
              <a:ext uri="{FF2B5EF4-FFF2-40B4-BE49-F238E27FC236}">
                <a16:creationId xmlns:a16="http://schemas.microsoft.com/office/drawing/2014/main" id="{A32E0CFD-C192-43F3-BD6A-38BBFD7C26FE}"/>
              </a:ext>
            </a:extLst>
          </p:cNvPr>
          <p:cNvPicPr>
            <a:picLocks noChangeAspect="1"/>
          </p:cNvPicPr>
          <p:nvPr userDrawn="1">
            <a:audioFile r:link="rId2"/>
            <p:extLst>
              <p:ext uri="{DAA4B4D4-6D71-4841-9C94-3DE7FCFB9230}">
                <p14:media xmlns:p14="http://schemas.microsoft.com/office/powerpoint/2010/main" r:embed="rId1">
                  <p14:bmkLst>
                    <p14:bmk name="Bookmark 1" time="0"/>
                  </p14:bmkLst>
                </p14:media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8353653" y="4928329"/>
            <a:ext cx="271462" cy="2714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17427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1" presetClass="mediacall" presetSubtype="0" fill="hold" nodeType="afterEffect">
                                      <p:stCondLst>
                                        <p:cond delay="0"/>
                                      </p:stCondLst>
                                      <p:childTnLst>
                                        <p:cmd type="call" cmd="playFrom(0.0)">
                                          <p:cBhvr>
                                            <p:cTn id="6" dur="40045" fill="hold"/>
                                            <p:tgtEl>
                                              <p:spTgt spid="8"/>
                                            </p:tgtEl>
                                          </p:cBhvr>
                                        </p:cmd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  <p:audio>
                  <p:cMediaNode vol="80000" mute="1" showWhenStopped="0">
                    <p:cTn id="7" repeatCount="indefinite" fill="hold" display="0">
                      <p:stCondLst>
                        <p:cond delay="indefinite"/>
                      </p:stCondLst>
                      <p:endCondLst>
                        <p:cond evt="onStopAudio" delay="0">
                          <p:tgtEl>
                            <p:sldTgt/>
                          </p:tgtEl>
                        </p:cond>
                      </p:endCondLst>
                    </p:cTn>
                    <p:tgtEl>
                      <p:spTgt spid="8"/>
                    </p:tgtEl>
                  </p:cMediaNode>
                </p:audio>
                <p:seq concurrent="1" nextAc="seek">
                  <p:cTn id="8" restart="whenNotActive" fill="hold" evtFilter="cancelBubble" nodeType="interactiveSeq">
                    <p:stCondLst>
                      <p:cond evt="onMediaBookmark" delay="0">
                        <p:tgtEl>
                          <p14:bmkTgt spid="8" bmkName="Bookmark 1"/>
                        </p:tgtEl>
                      </p:cond>
                    </p:stCondLst>
                    <p:endSync evt="end" delay="0">
                      <p:rtn val="all"/>
                    </p:endSync>
                    <p:childTnLst>
                      <p:par>
                        <p:cTn id="9" fill="hold">
                          <p:stCondLst>
                            <p:cond delay="0"/>
                          </p:stCondLst>
                          <p:childTnLst>
                            <p:par>
                              <p:cTn id="10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11" presetID="10" presetClass="entr" presetSubtype="0" fill="hold" grpId="0" nodeType="afterEffect" nodePh="1">
                                      <p:stCondLst>
                                        <p:cond delay="15000"/>
                                      </p:stCondLst>
                                      <p:endCondLst>
                                        <p:cond evt="begin" delay="0">
                                          <p:tn val="11"/>
                                        </p:cond>
                                      </p:endCondLst>
                                      <p:childTnLst>
                                        <p:set>
                                          <p:cBhvr>
                                            <p:cTn id="1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1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3" dur="500"/>
                                            <p:tgtEl>
                                              <p:spTgt spid="11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4" presetID="10" presetClass="exit" presetSubtype="0" fill="hold" grpId="0" nodeType="withEffect" nodePh="1">
                                      <p:stCondLst>
                                        <p:cond delay="15000"/>
                                      </p:stCondLst>
                                      <p:endCondLst>
                                        <p:cond evt="begin" delay="0">
                                          <p:tn val="14"/>
                                        </p:cond>
                                      </p:endCondLst>
                                      <p:childTnLst>
                                        <p:animEffect transition="out" filter="fade">
                                          <p:cBhvr>
                                            <p:cTn id="15" dur="500"/>
                                            <p:tgtEl>
                                              <p:spTgt spid="16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16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16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  <p:par>
                              <p:cTn id="17" fill="hold">
                                <p:stCondLst>
                                  <p:cond delay="15500"/>
                                </p:stCondLst>
                                <p:childTnLst>
                                  <p:par>
                                    <p:cTn id="18" presetID="10" presetClass="exit" presetSubtype="0" fill="hold" grpId="1" nodeType="afterEffect" nodePh="1">
                                      <p:stCondLst>
                                        <p:cond delay="10000"/>
                                      </p:stCondLst>
                                      <p:endCondLst>
                                        <p:cond evt="begin" delay="0">
                                          <p:tn val="18"/>
                                        </p:cond>
                                      </p:endCondLst>
                                      <p:childTnLst>
                                        <p:animEffect transition="out" filter="fade">
                                          <p:cBhvr>
                                            <p:cTn id="19" dur="500"/>
                                            <p:tgtEl>
                                              <p:spTgt spid="11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20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11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21" presetID="10" presetClass="entr" presetSubtype="0" fill="hold" grpId="1" nodeType="withEffect" nodePh="1">
                                      <p:stCondLst>
                                        <p:cond delay="10000"/>
                                      </p:stCondLst>
                                      <p:endCondLst>
                                        <p:cond evt="begin" delay="0">
                                          <p:tn val="21"/>
                                        </p:cond>
                                      </p:endCondLst>
                                      <p:childTnLst>
                                        <p:set>
                                          <p:cBhvr>
                                            <p:cTn id="2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6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3" dur="500"/>
                                            <p:tgtEl>
                                              <p:spTgt spid="16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nextCondLst>
                    <p:cond evt="onMediaBookmark" delay="0">
                      <p:tgtEl>
                        <p14:bmkTgt spid="8" bmkName="Bookmark 1"/>
                      </p:tgtEl>
                    </p:cond>
                  </p:nextCondLst>
                </p:seq>
              </p:childTnLst>
            </p:cTn>
          </p:par>
        </p:tnLst>
        <p:bldLst>
          <p:bldP spid="16" grpId="0" build="allAtOnce"/>
          <p:bldP spid="16" grpId="1" build="allAtOnce"/>
          <p:bldP spid="11" grpId="0" build="allAtOnce"/>
          <p:bldP spid="11" grpId="1" build="allAtOnce"/>
        </p:bldLst>
      </p:timing>
    </mc:Choice>
    <mc:Fallback xmlns="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1" presetClass="mediacall" presetSubtype="0" fill="hold" nodeType="afterEffect">
                                      <p:stCondLst>
                                        <p:cond delay="0"/>
                                      </p:stCondLst>
                                      <p:childTnLst>
                                        <p:cmd type="call" cmd="playFrom(0.0)">
                                          <p:cBhvr>
                                            <p:cTn id="6" dur="40045" fill="hold"/>
                                            <p:tgtEl>
                                              <p:spTgt spid="8"/>
                                            </p:tgtEl>
                                          </p:cBhvr>
                                        </p:cmd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  <p:audio>
                  <p:cMediaNode vol="80000" mute="1" showWhenStopped="0">
                    <p:cTn id="7" repeatCount="indefinite" fill="hold" display="0">
                      <p:stCondLst>
                        <p:cond delay="indefinite"/>
                      </p:stCondLst>
                      <p:endCondLst>
                        <p:cond evt="onStopAudio" delay="0">
                          <p:tgtEl>
                            <p:sldTgt/>
                          </p:tgtEl>
                        </p:cond>
                      </p:endCondLst>
                    </p:cTn>
                    <p:tgtEl>
                      <p:spTgt spid="8"/>
                    </p:tgtEl>
                  </p:cMediaNode>
                </p:audio>
              </p:childTnLst>
            </p:cTn>
          </p:par>
        </p:tnLst>
      </p:timing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ackground">
            <a:extLst>
              <a:ext uri="{FF2B5EF4-FFF2-40B4-BE49-F238E27FC236}">
                <a16:creationId xmlns:a16="http://schemas.microsoft.com/office/drawing/2014/main" id="{AEB9645B-E98A-42E2-8A89-EC689429C2D8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>
            <a:lvl1pPr>
              <a:buNone/>
              <a:defRPr/>
            </a:lvl1pPr>
          </a:lstStyle>
          <a:p>
            <a:r>
              <a:rPr lang="en-US" dirty="0"/>
              <a:t>background</a:t>
            </a:r>
          </a:p>
        </p:txBody>
      </p:sp>
      <p:sp>
        <p:nvSpPr>
          <p:cNvPr id="12" name="navbar-background">
            <a:extLst>
              <a:ext uri="{FF2B5EF4-FFF2-40B4-BE49-F238E27FC236}">
                <a16:creationId xmlns:a16="http://schemas.microsoft.com/office/drawing/2014/main" id="{0B550FED-FDFE-400F-A66B-5E2A68B6C6F6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0" y="0"/>
            <a:ext cx="1554480" cy="5715000"/>
          </a:xfrm>
          <a:prstGeom prst="rect">
            <a:avLst/>
          </a:prstGeom>
          <a:gradFill flip="none" rotWithShape="1">
            <a:gsLst>
              <a:gs pos="0">
                <a:srgbClr val="1B265E">
                  <a:alpha val="84706"/>
                </a:srgbClr>
              </a:gs>
              <a:gs pos="40000">
                <a:srgbClr val="182E64">
                  <a:alpha val="84706"/>
                </a:srgbClr>
              </a:gs>
              <a:gs pos="100000">
                <a:srgbClr val="0A598A">
                  <a:alpha val="9000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>
              <a:buNone/>
              <a:defRPr lang="en-US" sz="1404" dirty="0">
                <a:solidFill>
                  <a:schemeClr val="lt1"/>
                </a:solidFill>
              </a:defRPr>
            </a:lvl1pPr>
          </a:lstStyle>
          <a:p>
            <a:pPr marL="0" lvl="0" algn="ctr" defTabSz="713232"/>
            <a:r>
              <a:rPr lang="en-US" dirty="0"/>
              <a:t>Navbar-background</a:t>
            </a:r>
          </a:p>
        </p:txBody>
      </p:sp>
      <p:sp>
        <p:nvSpPr>
          <p:cNvPr id="3" name="logo">
            <a:extLst>
              <a:ext uri="{FF2B5EF4-FFF2-40B4-BE49-F238E27FC236}">
                <a16:creationId xmlns:a16="http://schemas.microsoft.com/office/drawing/2014/main" id="{D5C254D8-33A5-4125-A911-B875ACEA7E53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1668537" y="5029200"/>
            <a:ext cx="1828800" cy="457200"/>
          </a:xfrm>
          <a:prstGeom prst="rect">
            <a:avLst/>
          </a:prstGeom>
        </p:spPr>
        <p:txBody>
          <a:bodyPr/>
          <a:lstStyle>
            <a:lvl1pPr>
              <a:buNone/>
              <a:defRPr/>
            </a:lvl1pPr>
          </a:lstStyle>
          <a:p>
            <a:r>
              <a:rPr lang="en-US" dirty="0"/>
              <a:t>logo</a:t>
            </a:r>
          </a:p>
        </p:txBody>
      </p:sp>
      <p:sp>
        <p:nvSpPr>
          <p:cNvPr id="16" name="order of worship">
            <a:extLst>
              <a:ext uri="{FF2B5EF4-FFF2-40B4-BE49-F238E27FC236}">
                <a16:creationId xmlns:a16="http://schemas.microsoft.com/office/drawing/2014/main" id="{E6F9FE29-F14D-4ACE-81C4-AA80FBAACFC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622817" y="36576"/>
            <a:ext cx="7325239" cy="5120640"/>
          </a:xfrm>
          <a:prstGeom prst="rect">
            <a:avLst/>
          </a:prstGeom>
        </p:spPr>
        <p:txBody>
          <a:bodyPr anchor="ctr"/>
          <a:lstStyle>
            <a:lvl1pPr algn="l">
              <a:lnSpc>
                <a:spcPts val="1700"/>
              </a:lnSpc>
              <a:spcBef>
                <a:spcPts val="1000"/>
              </a:spcBef>
              <a:buNone/>
              <a:defRPr sz="26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venir Next LT Pro" panose="020B0504020202020204" pitchFamily="34" charset="0"/>
              </a:defRPr>
            </a:lvl1pPr>
          </a:lstStyle>
          <a:p>
            <a:pPr lvl="0"/>
            <a:r>
              <a:rPr lang="en-US" dirty="0"/>
              <a:t>order</a:t>
            </a:r>
          </a:p>
        </p:txBody>
      </p:sp>
      <p:sp>
        <p:nvSpPr>
          <p:cNvPr id="15" name="highlight">
            <a:extLst>
              <a:ext uri="{FF2B5EF4-FFF2-40B4-BE49-F238E27FC236}">
                <a16:creationId xmlns:a16="http://schemas.microsoft.com/office/drawing/2014/main" id="{3A4D01FA-51AD-4FD6-B29E-C705346CF71E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53078" y="482274"/>
            <a:ext cx="1449387" cy="338455"/>
          </a:xfrm>
          <a:prstGeom prst="roundRect">
            <a:avLst>
              <a:gd name="adj" fmla="val 18293"/>
            </a:avLst>
          </a:prstGeom>
          <a:solidFill>
            <a:srgbClr val="057A84"/>
          </a:solidFill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600"/>
            </a:lvl1pPr>
          </a:lstStyle>
          <a:p>
            <a:pPr lvl="0"/>
            <a:r>
              <a:rPr lang="en-US" dirty="0"/>
              <a:t>highlight</a:t>
            </a:r>
          </a:p>
        </p:txBody>
      </p:sp>
      <p:sp>
        <p:nvSpPr>
          <p:cNvPr id="6" name="navbar">
            <a:extLst>
              <a:ext uri="{FF2B5EF4-FFF2-40B4-BE49-F238E27FC236}">
                <a16:creationId xmlns:a16="http://schemas.microsoft.com/office/drawing/2014/main" id="{E9B9669B-7121-41D3-84BD-6DD37099A76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-79512" y="0"/>
            <a:ext cx="1633676" cy="5120640"/>
          </a:xfrm>
          <a:prstGeom prst="rect">
            <a:avLst/>
          </a:prstGeom>
        </p:spPr>
        <p:txBody>
          <a:bodyPr anchor="ctr"/>
          <a:lstStyle>
            <a:lvl1pPr algn="r">
              <a:lnSpc>
                <a:spcPts val="1700"/>
              </a:lnSpc>
              <a:buNone/>
              <a:defRPr sz="1600">
                <a:solidFill>
                  <a:schemeClr val="bg1"/>
                </a:solidFill>
                <a:latin typeface="Avenir Next LT Pro" panose="020B0504020202020204" pitchFamily="34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5" name="date">
            <a:extLst>
              <a:ext uri="{FF2B5EF4-FFF2-40B4-BE49-F238E27FC236}">
                <a16:creationId xmlns:a16="http://schemas.microsoft.com/office/drawing/2014/main" id="{A0CEDCF9-8163-4EA7-9A9D-DD60C8755D7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-100196" y="5001768"/>
            <a:ext cx="1654350" cy="496888"/>
          </a:xfrm>
          <a:prstGeom prst="rect">
            <a:avLst/>
          </a:prstGeom>
        </p:spPr>
        <p:txBody>
          <a:bodyPr anchor="ctr"/>
          <a:lstStyle>
            <a:lvl1pPr marL="0" indent="0" algn="r">
              <a:lnSpc>
                <a:spcPct val="120000"/>
              </a:lnSpc>
              <a:spcBef>
                <a:spcPts val="0"/>
              </a:spcBef>
              <a:buNone/>
              <a:defRPr sz="1100">
                <a:solidFill>
                  <a:schemeClr val="bg1"/>
                </a:solidFill>
                <a:latin typeface="Avenir Next LT Pro" panose="020B0504020202020204" pitchFamily="34" charset="0"/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7" name="silence">
            <a:extLst>
              <a:ext uri="{FF2B5EF4-FFF2-40B4-BE49-F238E27FC236}">
                <a16:creationId xmlns:a16="http://schemas.microsoft.com/office/drawing/2014/main" id="{C6B850A9-26C5-4CE4-9231-46EF9FFCF39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935686" y="164592"/>
            <a:ext cx="1208314" cy="740229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i="1">
                <a:solidFill>
                  <a:schemeClr val="bg1"/>
                </a:solidFill>
                <a:latin typeface="Avenir Next LT Pro" panose="020B0504020202020204" pitchFamily="34" charset="0"/>
              </a:defRPr>
            </a:lvl1pPr>
          </a:lstStyle>
          <a:p>
            <a:pPr lvl="0"/>
            <a:r>
              <a:rPr lang="en-US" dirty="0"/>
              <a:t>Silence</a:t>
            </a:r>
          </a:p>
        </p:txBody>
      </p:sp>
      <p:sp>
        <p:nvSpPr>
          <p:cNvPr id="11" name="leaders">
            <a:extLst>
              <a:ext uri="{FF2B5EF4-FFF2-40B4-BE49-F238E27FC236}">
                <a16:creationId xmlns:a16="http://schemas.microsoft.com/office/drawing/2014/main" id="{2F04EB4F-A9F3-4954-8B0D-347FC628432D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612475" y="36576"/>
            <a:ext cx="7325239" cy="5120640"/>
          </a:xfrm>
          <a:prstGeom prst="rect">
            <a:avLst/>
          </a:prstGeom>
        </p:spPr>
        <p:txBody>
          <a:bodyPr anchor="ctr"/>
          <a:lstStyle>
            <a:lvl1pPr algn="l">
              <a:lnSpc>
                <a:spcPts val="1700"/>
              </a:lnSpc>
              <a:spcBef>
                <a:spcPts val="1000"/>
              </a:spcBef>
              <a:buNone/>
              <a:defRPr sz="26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venir Next LT Pro" panose="020B0504020202020204" pitchFamily="34" charset="0"/>
              </a:defRPr>
            </a:lvl1pPr>
          </a:lstStyle>
          <a:p>
            <a:pPr lvl="0"/>
            <a:r>
              <a:rPr lang="en-US" dirty="0"/>
              <a:t>leaders</a:t>
            </a:r>
          </a:p>
        </p:txBody>
      </p:sp>
      <p:sp>
        <p:nvSpPr>
          <p:cNvPr id="18" name="esp-logo">
            <a:extLst>
              <a:ext uri="{FF2B5EF4-FFF2-40B4-BE49-F238E27FC236}">
                <a16:creationId xmlns:a16="http://schemas.microsoft.com/office/drawing/2014/main" id="{FD164486-4B32-41F1-8590-D12ADEDED6A9}"/>
              </a:ext>
            </a:extLst>
          </p:cNvPr>
          <p:cNvSpPr>
            <a:spLocks noGrp="1"/>
          </p:cNvSpPr>
          <p:nvPr>
            <p:ph type="pic" sz="quarter" idx="31" hasCustomPrompt="1"/>
          </p:nvPr>
        </p:nvSpPr>
        <p:spPr>
          <a:xfrm>
            <a:off x="1668537" y="5028697"/>
            <a:ext cx="1828800" cy="457200"/>
          </a:xfrm>
          <a:prstGeom prst="rect">
            <a:avLst/>
          </a:prstGeom>
        </p:spPr>
        <p:txBody>
          <a:bodyPr/>
          <a:lstStyle>
            <a:lvl1pPr>
              <a:buNone/>
              <a:defRPr/>
            </a:lvl1pPr>
          </a:lstStyle>
          <a:p>
            <a:r>
              <a:rPr lang="en-US" dirty="0"/>
              <a:t>logo-</a:t>
            </a:r>
            <a:r>
              <a:rPr lang="en-US" dirty="0" err="1"/>
              <a:t>esp</a:t>
            </a:r>
            <a:endParaRPr lang="en-US" dirty="0"/>
          </a:p>
        </p:txBody>
      </p:sp>
      <p:sp>
        <p:nvSpPr>
          <p:cNvPr id="13" name="esp-order of worship">
            <a:extLst>
              <a:ext uri="{FF2B5EF4-FFF2-40B4-BE49-F238E27FC236}">
                <a16:creationId xmlns:a16="http://schemas.microsoft.com/office/drawing/2014/main" id="{E2E9C165-96D8-4A41-9A17-FDF195331306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602133" y="46977"/>
            <a:ext cx="7325239" cy="5120640"/>
          </a:xfrm>
          <a:prstGeom prst="rect">
            <a:avLst/>
          </a:prstGeom>
        </p:spPr>
        <p:txBody>
          <a:bodyPr anchor="ctr"/>
          <a:lstStyle>
            <a:lvl1pPr algn="l">
              <a:lnSpc>
                <a:spcPts val="1700"/>
              </a:lnSpc>
              <a:spcBef>
                <a:spcPts val="1000"/>
              </a:spcBef>
              <a:buNone/>
              <a:defRPr sz="26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egreya Sans Medium" panose="00000600000000000000" pitchFamily="50" charset="0"/>
              </a:defRPr>
            </a:lvl1pPr>
          </a:lstStyle>
          <a:p>
            <a:pPr lvl="0"/>
            <a:r>
              <a:rPr lang="en-US" dirty="0" err="1"/>
              <a:t>esp</a:t>
            </a:r>
            <a:r>
              <a:rPr lang="en-US" dirty="0"/>
              <a:t>-order</a:t>
            </a:r>
          </a:p>
        </p:txBody>
      </p:sp>
      <p:sp>
        <p:nvSpPr>
          <p:cNvPr id="17" name="esp-highlight">
            <a:extLst>
              <a:ext uri="{FF2B5EF4-FFF2-40B4-BE49-F238E27FC236}">
                <a16:creationId xmlns:a16="http://schemas.microsoft.com/office/drawing/2014/main" id="{58132511-C249-4523-A4BF-FB5577C48F43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53078" y="948681"/>
            <a:ext cx="1449387" cy="338455"/>
          </a:xfrm>
          <a:prstGeom prst="roundRect">
            <a:avLst>
              <a:gd name="adj" fmla="val 18293"/>
            </a:avLst>
          </a:prstGeom>
          <a:solidFill>
            <a:srgbClr val="057A84"/>
          </a:solidFill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600"/>
            </a:lvl1pPr>
          </a:lstStyle>
          <a:p>
            <a:pPr lvl="0"/>
            <a:r>
              <a:rPr lang="en-US" dirty="0" err="1"/>
              <a:t>esp</a:t>
            </a:r>
            <a:r>
              <a:rPr lang="en-US" dirty="0"/>
              <a:t>-highlight</a:t>
            </a:r>
          </a:p>
        </p:txBody>
      </p:sp>
      <p:sp>
        <p:nvSpPr>
          <p:cNvPr id="19" name="esp-navbar">
            <a:extLst>
              <a:ext uri="{FF2B5EF4-FFF2-40B4-BE49-F238E27FC236}">
                <a16:creationId xmlns:a16="http://schemas.microsoft.com/office/drawing/2014/main" id="{E94E221E-2F60-4CD0-8913-4F19F6E011F4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-79522" y="-8"/>
            <a:ext cx="1633676" cy="5120640"/>
          </a:xfrm>
          <a:prstGeom prst="rect">
            <a:avLst/>
          </a:prstGeom>
        </p:spPr>
        <p:txBody>
          <a:bodyPr anchor="ctr"/>
          <a:lstStyle>
            <a:lvl1pPr algn="r">
              <a:lnSpc>
                <a:spcPts val="1700"/>
              </a:lnSpc>
              <a:buNone/>
              <a:defRPr sz="1600">
                <a:solidFill>
                  <a:schemeClr val="bg1"/>
                </a:solidFill>
                <a:latin typeface="Avenir Next LT Pro" panose="020B0504020202020204" pitchFamily="34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20" name="esp-date">
            <a:extLst>
              <a:ext uri="{FF2B5EF4-FFF2-40B4-BE49-F238E27FC236}">
                <a16:creationId xmlns:a16="http://schemas.microsoft.com/office/drawing/2014/main" id="{717EDC48-BD44-4C58-8C39-AFE6292CC97D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-114057" y="5000140"/>
            <a:ext cx="1668211" cy="496888"/>
          </a:xfrm>
          <a:prstGeom prst="rect">
            <a:avLst/>
          </a:prstGeom>
        </p:spPr>
        <p:txBody>
          <a:bodyPr anchor="ctr"/>
          <a:lstStyle>
            <a:lvl1pPr marL="0" indent="0" algn="r">
              <a:lnSpc>
                <a:spcPct val="120000"/>
              </a:lnSpc>
              <a:spcBef>
                <a:spcPts val="0"/>
              </a:spcBef>
              <a:buNone/>
              <a:defRPr sz="1100">
                <a:solidFill>
                  <a:schemeClr val="bg1"/>
                </a:solidFill>
                <a:latin typeface="Avenir Next LT Pro" panose="020B0504020202020204" pitchFamily="34" charset="0"/>
              </a:defRPr>
            </a:lvl1pPr>
          </a:lstStyle>
          <a:p>
            <a:pPr lvl="0"/>
            <a:r>
              <a:rPr lang="en-US" dirty="0" err="1"/>
              <a:t>esp</a:t>
            </a:r>
            <a:r>
              <a:rPr lang="en-US" dirty="0"/>
              <a:t>-date</a:t>
            </a:r>
          </a:p>
        </p:txBody>
      </p:sp>
      <p:sp>
        <p:nvSpPr>
          <p:cNvPr id="21" name="esp-silence">
            <a:extLst>
              <a:ext uri="{FF2B5EF4-FFF2-40B4-BE49-F238E27FC236}">
                <a16:creationId xmlns:a16="http://schemas.microsoft.com/office/drawing/2014/main" id="{FF6AC8D4-E694-405D-9824-67843D0B4FCC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7935686" y="164592"/>
            <a:ext cx="1208314" cy="740229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000" i="1">
                <a:solidFill>
                  <a:schemeClr val="bg1"/>
                </a:solidFill>
                <a:latin typeface="Alegreya Sans Medium" panose="00000600000000000000" pitchFamily="50" charset="0"/>
              </a:defRPr>
            </a:lvl1pPr>
          </a:lstStyle>
          <a:p>
            <a:pPr lvl="0"/>
            <a:r>
              <a:rPr lang="en-US" dirty="0"/>
              <a:t>Silence</a:t>
            </a:r>
          </a:p>
        </p:txBody>
      </p:sp>
      <p:pic>
        <p:nvPicPr>
          <p:cNvPr id="8" name="silence-40s">
            <a:hlinkClick r:id="" action="ppaction://media"/>
            <a:extLst>
              <a:ext uri="{FF2B5EF4-FFF2-40B4-BE49-F238E27FC236}">
                <a16:creationId xmlns:a16="http://schemas.microsoft.com/office/drawing/2014/main" id="{A32E0CFD-C192-43F3-BD6A-38BBFD7C26FE}"/>
              </a:ext>
            </a:extLst>
          </p:cNvPr>
          <p:cNvPicPr>
            <a:picLocks noChangeAspect="1"/>
          </p:cNvPicPr>
          <p:nvPr userDrawn="1">
            <a:audioFile r:link="rId2"/>
            <p:extLst>
              <p:ext uri="{DAA4B4D4-6D71-4841-9C94-3DE7FCFB9230}">
                <p14:media xmlns:p14="http://schemas.microsoft.com/office/powerpoint/2010/main" r:embed="rId1">
                  <p14:bmkLst>
                    <p14:bmk name="Bookmark 1" time="0"/>
                  </p14:bmkLst>
                </p14:media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8353653" y="4928329"/>
            <a:ext cx="271462" cy="2714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27266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1" presetClass="mediacall" presetSubtype="0" fill="hold" nodeType="afterEffect">
                                      <p:stCondLst>
                                        <p:cond delay="0"/>
                                      </p:stCondLst>
                                      <p:childTnLst>
                                        <p:cmd type="call" cmd="playFrom(0.0)">
                                          <p:cBhvr>
                                            <p:cTn id="6" dur="40045" fill="hold"/>
                                            <p:tgtEl>
                                              <p:spTgt spid="8"/>
                                            </p:tgtEl>
                                          </p:cBhvr>
                                        </p:cmd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  <p:audio>
                  <p:cMediaNode vol="80000" mute="1" showWhenStopped="0">
                    <p:cTn id="7" repeatCount="indefinite" fill="hold" display="0">
                      <p:stCondLst>
                        <p:cond delay="indefinite"/>
                      </p:stCondLst>
                      <p:endCondLst>
                        <p:cond evt="onStopAudio" delay="0">
                          <p:tgtEl>
                            <p:sldTgt/>
                          </p:tgtEl>
                        </p:cond>
                      </p:endCondLst>
                    </p:cTn>
                    <p:tgtEl>
                      <p:spTgt spid="8"/>
                    </p:tgtEl>
                  </p:cMediaNode>
                </p:audio>
                <p:seq concurrent="1" nextAc="seek">
                  <p:cTn id="8" restart="whenNotActive" fill="hold" evtFilter="cancelBubble" nodeType="interactiveSeq">
                    <p:stCondLst>
                      <p:cond evt="onMediaBookmark" delay="0">
                        <p:tgtEl>
                          <p14:bmkTgt spid="8" bmkName="Bookmark 1"/>
                        </p:tgtEl>
                      </p:cond>
                    </p:stCondLst>
                    <p:endSync evt="end" delay="0">
                      <p:rtn val="all"/>
                    </p:endSync>
                    <p:childTnLst>
                      <p:par>
                        <p:cTn id="9" fill="hold">
                          <p:stCondLst>
                            <p:cond delay="0"/>
                          </p:stCondLst>
                          <p:childTnLst>
                            <p:par>
                              <p:cTn id="10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11" presetID="10" presetClass="entr" presetSubtype="0" fill="hold" grpId="0" nodeType="withEffect">
                                      <p:stCondLst>
                                        <p:cond delay="12500"/>
                                      </p:stCondLst>
                                      <p:childTnLst>
                                        <p:set>
                                          <p:cBhvr>
                                            <p:cTn id="1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1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3" dur="500"/>
                                            <p:tgtEl>
                                              <p:spTgt spid="11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4" presetID="10" presetClass="exit" presetSubtype="0" fill="hold" grpId="0" nodeType="withEffect">
                                      <p:stCondLst>
                                        <p:cond delay="12500"/>
                                      </p:stCondLst>
                                      <p:childTnLst>
                                        <p:animEffect transition="out" filter="fade">
                                          <p:cBhvr>
                                            <p:cTn id="15" dur="500"/>
                                            <p:tgtEl>
                                              <p:spTgt spid="16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16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16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17" presetID="10" presetClass="exit" presetSubtype="0" fill="hold" grpId="0" nodeType="withEffect">
                                      <p:stCondLst>
                                        <p:cond delay="19500"/>
                                      </p:stCondLst>
                                      <p:childTnLst>
                                        <p:animEffect transition="out" filter="fade">
                                          <p:cBhvr>
                                            <p:cTn id="18" dur="500"/>
                                            <p:tgtEl>
                                              <p:spTgt spid="3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19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20" presetID="10" presetClass="exit" presetSubtype="0" fill="hold" grpId="0" nodeType="withEffect">
                                      <p:stCondLst>
                                        <p:cond delay="19500"/>
                                      </p:stCondLst>
                                      <p:childTnLst>
                                        <p:animEffect transition="out" filter="fade">
                                          <p:cBhvr>
                                            <p:cTn id="21" dur="500"/>
                                            <p:tgtEl>
                                              <p:spTgt spid="15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22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23" presetID="10" presetClass="exit" presetSubtype="0" fill="hold" grpId="0" nodeType="withEffect" nodePh="1">
                                      <p:stCondLst>
                                        <p:cond delay="19500"/>
                                      </p:stCondLst>
                                      <p:endCondLst>
                                        <p:cond evt="begin" delay="0">
                                          <p:tn val="23"/>
                                        </p:cond>
                                      </p:endCondLst>
                                      <p:childTnLst>
                                        <p:animEffect transition="out" filter="fade">
                                          <p:cBhvr>
                                            <p:cTn id="24" dur="500"/>
                                            <p:tgtEl>
                                              <p:spTgt spid="6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25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6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26" presetID="10" presetClass="exit" presetSubtype="0" fill="hold" grpId="0" nodeType="withEffect">
                                      <p:stCondLst>
                                        <p:cond delay="19500"/>
                                      </p:stCondLst>
                                      <p:childTnLst>
                                        <p:animEffect transition="out" filter="fade">
                                          <p:cBhvr>
                                            <p:cTn id="27" dur="500"/>
                                            <p:tgtEl>
                                              <p:spTgt spid="5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28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5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29" presetID="10" presetClass="exit" presetSubtype="0" fill="hold" grpId="0" nodeType="withEffect">
                                      <p:stCondLst>
                                        <p:cond delay="19500"/>
                                      </p:stCondLst>
                                      <p:childTnLst>
                                        <p:animEffect transition="out" filter="fade">
                                          <p:cBhvr>
                                            <p:cTn id="30" dur="500"/>
                                            <p:tgtEl>
                                              <p:spTgt spid="7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31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7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32" presetID="10" presetClass="entr" presetSubtype="0" fill="hold" grpId="0" nodeType="withEffect">
                                      <p:stCondLst>
                                        <p:cond delay="19500"/>
                                      </p:stCondLst>
                                      <p:childTnLst>
                                        <p:set>
                                          <p:cBhvr>
                                            <p:cTn id="3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4" dur="500"/>
                                            <p:tgtEl>
                                              <p:spTgt spid="1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5" presetID="10" presetClass="entr" presetSubtype="0" fill="hold" grpId="0" nodeType="withEffect">
                                      <p:stCondLst>
                                        <p:cond delay="19500"/>
                                      </p:stCondLst>
                                      <p:childTnLst>
                                        <p:set>
                                          <p:cBhvr>
                                            <p:cTn id="3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7" dur="500"/>
                                            <p:tgtEl>
                                              <p:spTgt spid="1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8" presetID="10" presetClass="entr" presetSubtype="0" fill="hold" grpId="0" nodeType="withEffect" nodePh="1">
                                      <p:stCondLst>
                                        <p:cond delay="19500"/>
                                      </p:stCondLst>
                                      <p:endCondLst>
                                        <p:cond evt="begin" delay="0">
                                          <p:tn val="38"/>
                                        </p:cond>
                                      </p:endCondLst>
                                      <p:childTnLst>
                                        <p:set>
                                          <p:cBhvr>
                                            <p:cTn id="3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0" dur="500"/>
                                            <p:tgtEl>
                                              <p:spTgt spid="19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1" presetID="10" presetClass="entr" presetSubtype="0" fill="hold" grpId="0" nodeType="withEffect">
                                      <p:stCondLst>
                                        <p:cond delay="19500"/>
                                      </p:stCondLst>
                                      <p:childTnLst>
                                        <p:set>
                                          <p:cBhvr>
                                            <p:cTn id="4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0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3" dur="500"/>
                                            <p:tgtEl>
                                              <p:spTgt spid="20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4" presetID="10" presetClass="entr" presetSubtype="0" fill="hold" grpId="0" nodeType="withEffect">
                                      <p:stCondLst>
                                        <p:cond delay="19500"/>
                                      </p:stCondLst>
                                      <p:childTnLst>
                                        <p:set>
                                          <p:cBhvr>
                                            <p:cTn id="4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1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6" dur="500"/>
                                            <p:tgtEl>
                                              <p:spTgt spid="21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7" presetID="10" presetClass="exit" presetSubtype="0" fill="hold" grpId="1" nodeType="withEffect">
                                      <p:stCondLst>
                                        <p:cond delay="26500"/>
                                      </p:stCondLst>
                                      <p:childTnLst>
                                        <p:animEffect transition="out" filter="fade">
                                          <p:cBhvr>
                                            <p:cTn id="48" dur="500"/>
                                            <p:tgtEl>
                                              <p:spTgt spid="11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49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11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50" presetID="10" presetClass="entr" presetSubtype="0" fill="hold" grpId="0" nodeType="withEffect">
                                      <p:stCondLst>
                                        <p:cond delay="26500"/>
                                      </p:stCondLst>
                                      <p:childTnLst>
                                        <p:set>
                                          <p:cBhvr>
                                            <p:cTn id="5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3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2" dur="500"/>
                                            <p:tgtEl>
                                              <p:spTgt spid="13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3" presetID="10" presetClass="exit" presetSubtype="0" fill="hold" grpId="1" nodeType="withEffect">
                                      <p:stCondLst>
                                        <p:cond delay="39500"/>
                                      </p:stCondLst>
                                      <p:childTnLst>
                                        <p:animEffect transition="out" filter="fade">
                                          <p:cBhvr>
                                            <p:cTn id="54" dur="500"/>
                                            <p:tgtEl>
                                              <p:spTgt spid="18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55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56" presetID="10" presetClass="exit" presetSubtype="0" fill="hold" grpId="1" nodeType="withEffect">
                                      <p:stCondLst>
                                        <p:cond delay="39500"/>
                                      </p:stCondLst>
                                      <p:childTnLst>
                                        <p:animEffect transition="out" filter="fade">
                                          <p:cBhvr>
                                            <p:cTn id="57" dur="500"/>
                                            <p:tgtEl>
                                              <p:spTgt spid="17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58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59" presetID="10" presetClass="exit" presetSubtype="0" fill="hold" grpId="1" nodeType="withEffect" nodePh="1">
                                      <p:stCondLst>
                                        <p:cond delay="39500"/>
                                      </p:stCondLst>
                                      <p:endCondLst>
                                        <p:cond evt="begin" delay="0">
                                          <p:tn val="59"/>
                                        </p:cond>
                                      </p:endCondLst>
                                      <p:childTnLst>
                                        <p:animEffect transition="out" filter="fade">
                                          <p:cBhvr>
                                            <p:cTn id="60" dur="500"/>
                                            <p:tgtEl>
                                              <p:spTgt spid="19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61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19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62" presetID="10" presetClass="exit" presetSubtype="0" fill="hold" grpId="1" nodeType="withEffect">
                                      <p:stCondLst>
                                        <p:cond delay="39500"/>
                                      </p:stCondLst>
                                      <p:childTnLst>
                                        <p:animEffect transition="out" filter="fade">
                                          <p:cBhvr>
                                            <p:cTn id="63" dur="500"/>
                                            <p:tgtEl>
                                              <p:spTgt spid="20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64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20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65" presetID="10" presetClass="exit" presetSubtype="0" fill="hold" grpId="1" nodeType="withEffect">
                                      <p:stCondLst>
                                        <p:cond delay="39500"/>
                                      </p:stCondLst>
                                      <p:childTnLst>
                                        <p:animEffect transition="out" filter="fade">
                                          <p:cBhvr>
                                            <p:cTn id="66" dur="500"/>
                                            <p:tgtEl>
                                              <p:spTgt spid="21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67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21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68" presetID="10" presetClass="exit" presetSubtype="0" fill="hold" grpId="1" nodeType="withEffect">
                                      <p:stCondLst>
                                        <p:cond delay="39500"/>
                                      </p:stCondLst>
                                      <p:childTnLst>
                                        <p:animEffect transition="out" filter="fade">
                                          <p:cBhvr>
                                            <p:cTn id="69" dur="500"/>
                                            <p:tgtEl>
                                              <p:spTgt spid="13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70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13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71" presetID="10" presetClass="entr" presetSubtype="0" fill="hold" grpId="1" nodeType="withEffect">
                                      <p:stCondLst>
                                        <p:cond delay="39500"/>
                                      </p:stCondLst>
                                      <p:childTnLst>
                                        <p:set>
                                          <p:cBhvr>
                                            <p:cTn id="7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3" dur="500"/>
                                            <p:tgtEl>
                                              <p:spTgt spid="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74" presetID="10" presetClass="entr" presetSubtype="0" fill="hold" grpId="1" nodeType="withEffect">
                                      <p:stCondLst>
                                        <p:cond delay="39500"/>
                                      </p:stCondLst>
                                      <p:childTnLst>
                                        <p:set>
                                          <p:cBhvr>
                                            <p:cTn id="7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6" dur="500"/>
                                            <p:tgtEl>
                                              <p:spTgt spid="1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77" presetID="10" presetClass="entr" presetSubtype="0" fill="hold" grpId="1" nodeType="withEffect" nodePh="1">
                                      <p:stCondLst>
                                        <p:cond delay="39500"/>
                                      </p:stCondLst>
                                      <p:endCondLst>
                                        <p:cond evt="begin" delay="0">
                                          <p:tn val="77"/>
                                        </p:cond>
                                      </p:endCondLst>
                                      <p:childTnLst>
                                        <p:set>
                                          <p:cBhvr>
                                            <p:cTn id="7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9" dur="500"/>
                                            <p:tgtEl>
                                              <p:spTgt spid="6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0" presetID="10" presetClass="entr" presetSubtype="0" fill="hold" grpId="1" nodeType="withEffect">
                                      <p:stCondLst>
                                        <p:cond delay="39500"/>
                                      </p:stCondLst>
                                      <p:childTnLst>
                                        <p:set>
                                          <p:cBhvr>
                                            <p:cTn id="8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82" dur="500"/>
                                            <p:tgtEl>
                                              <p:spTgt spid="5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3" presetID="10" presetClass="entr" presetSubtype="0" fill="hold" grpId="1" nodeType="withEffect">
                                      <p:stCondLst>
                                        <p:cond delay="39500"/>
                                      </p:stCondLst>
                                      <p:childTnLst>
                                        <p:set>
                                          <p:cBhvr>
                                            <p:cTn id="8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7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85" dur="500"/>
                                            <p:tgtEl>
                                              <p:spTgt spid="7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6" presetID="10" presetClass="entr" presetSubtype="0" fill="hold" grpId="1" nodeType="withEffect">
                                      <p:stCondLst>
                                        <p:cond delay="39500"/>
                                      </p:stCondLst>
                                      <p:childTnLst>
                                        <p:set>
                                          <p:cBhvr>
                                            <p:cTn id="8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6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88" dur="500"/>
                                            <p:tgtEl>
                                              <p:spTgt spid="16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nextCondLst>
                    <p:cond evt="onMediaBookmark" delay="0">
                      <p:tgtEl>
                        <p14:bmkTgt spid="8" bmkName="Bookmark 1"/>
                      </p:tgtEl>
                    </p:cond>
                  </p:nextCondLst>
                </p:seq>
              </p:childTnLst>
            </p:cTn>
          </p:par>
        </p:tnLst>
        <p:bldLst>
          <p:bldP spid="3" grpId="0"/>
          <p:bldP spid="3" grpId="1"/>
          <p:bldP spid="16" grpId="0" build="allAtOnce">
            <p:tmplLst>
              <p:tmpl lvl="1">
                <p:tnLst>
                  <p:par>
                    <p:cTn presetID="10" presetClass="exit" presetSubtype="0" fill="hold" nodeType="withEffect">
                      <p:stCondLst>
                        <p:cond delay="12500"/>
                      </p:stCondLst>
                      <p:childTnLst>
                        <p:animEffect transition="out" filter="fade">
                          <p:cBhvr>
                            <p:cTn dur="500"/>
                            <p:tgtEl>
                              <p:spTgt spid="16"/>
                            </p:tgtEl>
                          </p:cBhvr>
                        </p:animEffect>
                        <p:set>
                          <p:cBhvr>
                            <p:cTn dur="1" fill="hold">
                              <p:stCondLst>
                                <p:cond delay="499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tnLst>
              </p:tmpl>
            </p:tmplLst>
          </p:bldP>
          <p:bldP spid="16" grpId="1" build="allAtOnce">
            <p:tmplLst>
              <p:tmpl lvl="1">
                <p:tnLst>
                  <p:par>
                    <p:cTn presetID="10" presetClass="entr" presetSubtype="0" fill="hold" nodeType="withEffect">
                      <p:stCondLst>
                        <p:cond delay="3950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dur="50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</p:tnLst>
              </p:tmpl>
            </p:tmplLst>
          </p:bldP>
          <p:bldP spid="15" grpId="0" animBg="1">
            <p:tmplLst>
              <p:tmpl>
                <p:tnLst>
                  <p:par>
                    <p:cTn presetID="10" presetClass="exit" presetSubtype="0" fill="hold" nodeType="withEffect">
                      <p:stCondLst>
                        <p:cond delay="19500"/>
                      </p:stCondLst>
                      <p:childTnLst>
                        <p:animEffect transition="out" filter="fade">
                          <p:cBhvr>
                            <p:cTn dur="500"/>
                            <p:tgtEl>
                              <p:spTgt spid="15"/>
                            </p:tgtEl>
                          </p:cBhvr>
                        </p:animEffect>
                        <p:set>
                          <p:cBhvr>
                            <p:cTn dur="1" fill="hold">
                              <p:stCondLst>
                                <p:cond delay="499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tnLst>
              </p:tmpl>
            </p:tmplLst>
          </p:bldP>
          <p:bldP spid="15" grpId="1" animBg="1">
            <p:tmplLst>
              <p:tmpl>
                <p:tnLst>
                  <p:par>
                    <p:cTn presetID="10" presetClass="entr" presetSubtype="0" fill="hold" nodeType="withEffect">
                      <p:stCondLst>
                        <p:cond delay="3950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dur="500"/>
                            <p:tgtEl>
                              <p:spTgt spid="15"/>
                            </p:tgtEl>
                          </p:cBhvr>
                        </p:animEffect>
                      </p:childTnLst>
                    </p:cTn>
                  </p:par>
                </p:tnLst>
              </p:tmpl>
            </p:tmplLst>
          </p:bldP>
          <p:bldP spid="6" grpId="0" build="p">
            <p:tmplLst>
              <p:tmpl lvl="1">
                <p:tnLst>
                  <p:par>
                    <p:cTn presetID="10" presetClass="exit" presetSubtype="0" fill="hold" nodeType="withEffect" nodePh="1">
                      <p:stCondLst>
                        <p:cond delay="19500"/>
                      </p:stCondLst>
                      <p:endCondLst>
                        <p:cond delay="0"/>
                      </p:endCondLst>
                      <p:childTnLst>
                        <p:animEffect transition="out" filter="fade">
                          <p:cBhvr>
                            <p:cTn dur="500"/>
                            <p:tgtEl>
                              <p:spTgt spid="6"/>
                            </p:tgtEl>
                          </p:cBhvr>
                        </p:animEffect>
                        <p:set>
                          <p:cBhvr>
                            <p:cTn dur="1" fill="hold">
                              <p:stCondLst>
                                <p:cond delay="499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tnLst>
              </p:tmpl>
            </p:tmplLst>
          </p:bldP>
          <p:bldP spid="6" grpId="1" build="p">
            <p:tmplLst>
              <p:tmpl lvl="1">
                <p:tnLst>
                  <p:par>
                    <p:cTn presetID="10" presetClass="entr" presetSubtype="0" fill="hold" nodeType="withEffect" nodePh="1">
                      <p:stCondLst>
                        <p:cond delay="39500"/>
                      </p:stCondLst>
                      <p:endCondLst>
                        <p:cond delay="0"/>
                      </p:end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dur="50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</p:tnLst>
              </p:tmpl>
            </p:tmplLst>
          </p:bldP>
          <p:bldP spid="5" grpId="0" build="p">
            <p:tmplLst>
              <p:tmpl lvl="1">
                <p:tnLst>
                  <p:par>
                    <p:cTn presetID="10" presetClass="exit" presetSubtype="0" fill="hold" nodeType="withEffect">
                      <p:stCondLst>
                        <p:cond delay="19500"/>
                      </p:stCondLst>
                      <p:childTnLst>
                        <p:animEffect transition="out" filter="fade">
                          <p:cBhvr>
                            <p:cTn dur="500"/>
                            <p:tgtEl>
                              <p:spTgt spid="5"/>
                            </p:tgtEl>
                          </p:cBhvr>
                        </p:animEffect>
                        <p:set>
                          <p:cBhvr>
                            <p:cTn dur="1" fill="hold">
                              <p:stCondLst>
                                <p:cond delay="499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tnLst>
              </p:tmpl>
            </p:tmplLst>
          </p:bldP>
          <p:bldP spid="5" grpId="1" build="p">
            <p:tmplLst>
              <p:tmpl lvl="1">
                <p:tnLst>
                  <p:par>
                    <p:cTn presetID="10" presetClass="entr" presetSubtype="0" fill="hold" nodeType="withEffect">
                      <p:stCondLst>
                        <p:cond delay="3950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dur="500"/>
                            <p:tgtEl>
                              <p:spTgt spid="5"/>
                            </p:tgtEl>
                          </p:cBhvr>
                        </p:animEffect>
                      </p:childTnLst>
                    </p:cTn>
                  </p:par>
                </p:tnLst>
              </p:tmpl>
            </p:tmplLst>
          </p:bldP>
          <p:bldP spid="7" grpId="0" build="p">
            <p:tmplLst>
              <p:tmpl lvl="1">
                <p:tnLst>
                  <p:par>
                    <p:cTn presetID="10" presetClass="exit" presetSubtype="0" fill="hold" nodeType="withEffect">
                      <p:stCondLst>
                        <p:cond delay="19500"/>
                      </p:stCondLst>
                      <p:childTnLst>
                        <p:animEffect transition="out" filter="fade">
                          <p:cBhvr>
                            <p:cTn dur="500"/>
                            <p:tgtEl>
                              <p:spTgt spid="7"/>
                            </p:tgtEl>
                          </p:cBhvr>
                        </p:animEffect>
                        <p:set>
                          <p:cBhvr>
                            <p:cTn dur="1" fill="hold">
                              <p:stCondLst>
                                <p:cond delay="499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tnLst>
              </p:tmpl>
            </p:tmplLst>
          </p:bldP>
          <p:bldP spid="7" grpId="1" build="p">
            <p:tmplLst>
              <p:tmpl lvl="1">
                <p:tnLst>
                  <p:par>
                    <p:cTn presetID="10" presetClass="entr" presetSubtype="0" fill="hold" nodeType="withEffect">
                      <p:stCondLst>
                        <p:cond delay="3950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dur="50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</p:tnLst>
              </p:tmpl>
            </p:tmplLst>
          </p:bldP>
          <p:bldP spid="11" grpId="0" build="allAtOnce">
            <p:tmplLst>
              <p:tmpl lvl="1">
                <p:tnLst>
                  <p:par>
                    <p:cTn presetID="10" presetClass="entr" presetSubtype="0" fill="hold" nodeType="withEffect">
                      <p:stCondLst>
                        <p:cond delay="1250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dur="500"/>
                            <p:tgtEl>
                              <p:spTgt spid="11"/>
                            </p:tgtEl>
                          </p:cBhvr>
                        </p:animEffect>
                      </p:childTnLst>
                    </p:cTn>
                  </p:par>
                </p:tnLst>
              </p:tmpl>
            </p:tmplLst>
          </p:bldP>
          <p:bldP spid="11" grpId="1" build="allAtOnce">
            <p:tmplLst>
              <p:tmpl lvl="1">
                <p:tnLst>
                  <p:par>
                    <p:cTn presetID="10" presetClass="exit" presetSubtype="0" fill="hold" nodeType="withEffect">
                      <p:stCondLst>
                        <p:cond delay="26500"/>
                      </p:stCondLst>
                      <p:childTnLst>
                        <p:animEffect transition="out" filter="fade">
                          <p:cBhvr>
                            <p:cTn dur="500"/>
                            <p:tgtEl>
                              <p:spTgt spid="11"/>
                            </p:tgtEl>
                          </p:cBhvr>
                        </p:animEffect>
                        <p:set>
                          <p:cBhvr>
                            <p:cTn dur="1" fill="hold">
                              <p:stCondLst>
                                <p:cond delay="499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tnLst>
              </p:tmpl>
            </p:tmplLst>
          </p:bldP>
          <p:bldP spid="18" grpId="0"/>
          <p:bldP spid="18" grpId="1"/>
          <p:bldP spid="13" grpId="0" build="p">
            <p:tmplLst>
              <p:tmpl lvl="1">
                <p:tnLst>
                  <p:par>
                    <p:cTn presetID="10" presetClass="entr" presetSubtype="0" fill="hold" nodeType="withEffect">
                      <p:stCondLst>
                        <p:cond delay="2650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dur="500"/>
                            <p:tgtEl>
                              <p:spTgt spid="13"/>
                            </p:tgtEl>
                          </p:cBhvr>
                        </p:animEffect>
                      </p:childTnLst>
                    </p:cTn>
                  </p:par>
                </p:tnLst>
              </p:tmpl>
            </p:tmplLst>
          </p:bldP>
          <p:bldP spid="13" grpId="1" build="p">
            <p:tmplLst>
              <p:tmpl lvl="1">
                <p:tnLst>
                  <p:par>
                    <p:cTn presetID="10" presetClass="exit" presetSubtype="0" fill="hold" nodeType="withEffect">
                      <p:stCondLst>
                        <p:cond delay="39500"/>
                      </p:stCondLst>
                      <p:childTnLst>
                        <p:animEffect transition="out" filter="fade">
                          <p:cBhvr>
                            <p:cTn dur="500"/>
                            <p:tgtEl>
                              <p:spTgt spid="13"/>
                            </p:tgtEl>
                          </p:cBhvr>
                        </p:animEffect>
                        <p:set>
                          <p:cBhvr>
                            <p:cTn dur="1" fill="hold">
                              <p:stCondLst>
                                <p:cond delay="499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tnLst>
              </p:tmpl>
            </p:tmplLst>
          </p:bldP>
          <p:bldP spid="17" grpId="0" animBg="1">
            <p:tmplLst>
              <p:tmpl>
                <p:tnLst>
                  <p:par>
                    <p:cTn presetID="10" presetClass="entr" presetSubtype="0" fill="hold" nodeType="withEffect">
                      <p:stCondLst>
                        <p:cond delay="1950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dur="500"/>
                            <p:tgtEl>
                              <p:spTgt spid="17"/>
                            </p:tgtEl>
                          </p:cBhvr>
                        </p:animEffect>
                      </p:childTnLst>
                    </p:cTn>
                  </p:par>
                </p:tnLst>
              </p:tmpl>
            </p:tmplLst>
          </p:bldP>
          <p:bldP spid="17" grpId="1" animBg="1">
            <p:tmplLst>
              <p:tmpl>
                <p:tnLst>
                  <p:par>
                    <p:cTn presetID="10" presetClass="exit" presetSubtype="0" fill="hold" nodeType="withEffect">
                      <p:stCondLst>
                        <p:cond delay="39500"/>
                      </p:stCondLst>
                      <p:childTnLst>
                        <p:animEffect transition="out" filter="fade">
                          <p:cBhvr>
                            <p:cTn dur="500"/>
                            <p:tgtEl>
                              <p:spTgt spid="17"/>
                            </p:tgtEl>
                          </p:cBhvr>
                        </p:animEffect>
                        <p:set>
                          <p:cBhvr>
                            <p:cTn dur="1" fill="hold">
                              <p:stCondLst>
                                <p:cond delay="499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tnLst>
              </p:tmpl>
            </p:tmplLst>
          </p:bldP>
          <p:bldP spid="19" grpId="0" build="p">
            <p:tmplLst>
              <p:tmpl lvl="1">
                <p:tnLst>
                  <p:par>
                    <p:cTn presetID="10" presetClass="entr" presetSubtype="0" fill="hold" nodeType="withEffect" nodePh="1">
                      <p:stCondLst>
                        <p:cond delay="19500"/>
                      </p:stCondLst>
                      <p:endCondLst>
                        <p:cond delay="0"/>
                      </p:end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dur="500"/>
                            <p:tgtEl>
                              <p:spTgt spid="19"/>
                            </p:tgtEl>
                          </p:cBhvr>
                        </p:animEffect>
                      </p:childTnLst>
                    </p:cTn>
                  </p:par>
                </p:tnLst>
              </p:tmpl>
            </p:tmplLst>
          </p:bldP>
          <p:bldP spid="19" grpId="1" build="p">
            <p:tmplLst>
              <p:tmpl lvl="1">
                <p:tnLst>
                  <p:par>
                    <p:cTn presetID="10" presetClass="exit" presetSubtype="0" fill="hold" nodeType="withEffect" nodePh="1">
                      <p:stCondLst>
                        <p:cond delay="39500"/>
                      </p:stCondLst>
                      <p:endCondLst>
                        <p:cond delay="0"/>
                      </p:endCondLst>
                      <p:childTnLst>
                        <p:animEffect transition="out" filter="fade">
                          <p:cBhvr>
                            <p:cTn dur="500"/>
                            <p:tgtEl>
                              <p:spTgt spid="19"/>
                            </p:tgtEl>
                          </p:cBhvr>
                        </p:animEffect>
                        <p:set>
                          <p:cBhvr>
                            <p:cTn dur="1" fill="hold">
                              <p:stCondLst>
                                <p:cond delay="499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tnLst>
              </p:tmpl>
            </p:tmplLst>
          </p:bldP>
          <p:bldP spid="20" grpId="0" build="p">
            <p:tmplLst>
              <p:tmpl lvl="1">
                <p:tnLst>
                  <p:par>
                    <p:cTn presetID="10" presetClass="entr" presetSubtype="0" fill="hold" nodeType="withEffect">
                      <p:stCondLst>
                        <p:cond delay="1950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dur="50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</p:tnLst>
              </p:tmpl>
            </p:tmplLst>
          </p:bldP>
          <p:bldP spid="20" grpId="1" build="p">
            <p:tmplLst>
              <p:tmpl lvl="1">
                <p:tnLst>
                  <p:par>
                    <p:cTn presetID="10" presetClass="exit" presetSubtype="0" fill="hold" nodeType="withEffect">
                      <p:stCondLst>
                        <p:cond delay="39500"/>
                      </p:stCondLst>
                      <p:childTnLst>
                        <p:animEffect transition="out" filter="fade">
                          <p:cBhvr>
                            <p:cTn dur="500"/>
                            <p:tgtEl>
                              <p:spTgt spid="20"/>
                            </p:tgtEl>
                          </p:cBhvr>
                        </p:animEffect>
                        <p:set>
                          <p:cBhvr>
                            <p:cTn dur="1" fill="hold">
                              <p:stCondLst>
                                <p:cond delay="499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tnLst>
              </p:tmpl>
            </p:tmplLst>
          </p:bldP>
          <p:bldP spid="21" grpId="0" build="p">
            <p:tmplLst>
              <p:tmpl lvl="1">
                <p:tnLst>
                  <p:par>
                    <p:cTn presetID="10" presetClass="entr" presetSubtype="0" fill="hold" nodeType="withEffect">
                      <p:stCondLst>
                        <p:cond delay="1950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dur="500"/>
                            <p:tgtEl>
                              <p:spTgt spid="21"/>
                            </p:tgtEl>
                          </p:cBhvr>
                        </p:animEffect>
                      </p:childTnLst>
                    </p:cTn>
                  </p:par>
                </p:tnLst>
              </p:tmpl>
            </p:tmplLst>
          </p:bldP>
          <p:bldP spid="21" grpId="1" build="p">
            <p:tmplLst>
              <p:tmpl lvl="1">
                <p:tnLst>
                  <p:par>
                    <p:cTn presetID="10" presetClass="exit" presetSubtype="0" fill="hold" nodeType="withEffect">
                      <p:stCondLst>
                        <p:cond delay="39500"/>
                      </p:stCondLst>
                      <p:childTnLst>
                        <p:animEffect transition="out" filter="fade">
                          <p:cBhvr>
                            <p:cTn dur="500"/>
                            <p:tgtEl>
                              <p:spTgt spid="21"/>
                            </p:tgtEl>
                          </p:cBhvr>
                        </p:animEffect>
                        <p:set>
                          <p:cBhvr>
                            <p:cTn dur="1" fill="hold">
                              <p:stCondLst>
                                <p:cond delay="499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tnLst>
              </p:tmpl>
            </p:tmplLst>
          </p:bldP>
        </p:bldLst>
      </p:timing>
    </mc:Choice>
    <mc:Fallback xmlns="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1" presetClass="mediacall" presetSubtype="0" fill="hold" nodeType="afterEffect">
                                      <p:stCondLst>
                                        <p:cond delay="0"/>
                                      </p:stCondLst>
                                      <p:childTnLst>
                                        <p:cmd type="call" cmd="playFrom(0.0)">
                                          <p:cBhvr>
                                            <p:cTn id="6" dur="40045" fill="hold"/>
                                            <p:tgtEl>
                                              <p:spTgt spid="8"/>
                                            </p:tgtEl>
                                          </p:cBhvr>
                                        </p:cmd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  <p:audio>
                  <p:cMediaNode vol="80000" mute="1" showWhenStopped="0">
                    <p:cTn id="7" repeatCount="indefinite" fill="hold" display="0">
                      <p:stCondLst>
                        <p:cond delay="indefinite"/>
                      </p:stCondLst>
                      <p:endCondLst>
                        <p:cond evt="onStopAudio" delay="0">
                          <p:tgtEl>
                            <p:sldTgt/>
                          </p:tgtEl>
                        </p:cond>
                      </p:endCondLst>
                    </p:cTn>
                    <p:tgtEl>
                      <p:spTgt spid="8"/>
                    </p:tgtEl>
                  </p:cMediaNode>
                </p:audio>
              </p:childTnLst>
            </p:cTn>
          </p:par>
        </p:tnLst>
      </p:timing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5529F06-736E-4BFB-B16E-7F73FD8319DA}"/>
              </a:ext>
            </a:extLst>
          </p:cNvPr>
          <p:cNvSpPr/>
          <p:nvPr userDrawn="1"/>
        </p:nvSpPr>
        <p:spPr>
          <a:xfrm>
            <a:off x="1509825" y="4434006"/>
            <a:ext cx="3429000" cy="1828800"/>
          </a:xfrm>
          <a:prstGeom prst="roundRect">
            <a:avLst>
              <a:gd name="adj" fmla="val 9197"/>
            </a:avLst>
          </a:prstGeom>
          <a:solidFill>
            <a:schemeClr val="bg1">
              <a:lumMod val="50000"/>
              <a:alpha val="68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71320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4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9E0F68E9-2DB5-48BE-AA90-BCFC508DF7E3}"/>
              </a:ext>
            </a:extLst>
          </p:cNvPr>
          <p:cNvSpPr>
            <a:spLocks noChangeAspect="1"/>
          </p:cNvSpPr>
          <p:nvPr userDrawn="1"/>
        </p:nvSpPr>
        <p:spPr>
          <a:xfrm>
            <a:off x="1509825" y="914400"/>
            <a:ext cx="3427659" cy="3429000"/>
          </a:xfrm>
          <a:prstGeom prst="ellipse">
            <a:avLst/>
          </a:prstGeom>
          <a:solidFill>
            <a:schemeClr val="bg1">
              <a:lumMod val="50000"/>
              <a:alpha val="68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0102" tIns="45031" rIns="90102" bIns="45031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Content Placeholder 14">
            <a:extLst>
              <a:ext uri="{FF2B5EF4-FFF2-40B4-BE49-F238E27FC236}">
                <a16:creationId xmlns:a16="http://schemas.microsoft.com/office/drawing/2014/main" id="{34CE8C7E-CA53-42EE-8BFA-DC58A9464CE1}"/>
              </a:ext>
            </a:extLst>
          </p:cNvPr>
          <p:cNvSpPr>
            <a:spLocks noGrp="1"/>
          </p:cNvSpPr>
          <p:nvPr userDrawn="1">
            <p:ph sz="quarter" idx="10" hasCustomPrompt="1"/>
          </p:nvPr>
        </p:nvSpPr>
        <p:spPr>
          <a:xfrm>
            <a:off x="2435945" y="1137895"/>
            <a:ext cx="1575417" cy="755779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54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US" dirty="0"/>
              <a:t>123</a:t>
            </a:r>
          </a:p>
        </p:txBody>
      </p:sp>
      <p:sp>
        <p:nvSpPr>
          <p:cNvPr id="10" name="Text Placeholder 18">
            <a:extLst>
              <a:ext uri="{FF2B5EF4-FFF2-40B4-BE49-F238E27FC236}">
                <a16:creationId xmlns:a16="http://schemas.microsoft.com/office/drawing/2014/main" id="{6D0F4AE8-8A19-4D36-8F60-2F19803DC92A}"/>
              </a:ext>
            </a:extLst>
          </p:cNvPr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1638045" y="1893674"/>
            <a:ext cx="3171216" cy="1726511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sz="5400" b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US" dirty="0"/>
              <a:t>Song Title</a:t>
            </a:r>
          </a:p>
        </p:txBody>
      </p:sp>
      <p:sp>
        <p:nvSpPr>
          <p:cNvPr id="11" name="Text Placeholder 24">
            <a:extLst>
              <a:ext uri="{FF2B5EF4-FFF2-40B4-BE49-F238E27FC236}">
                <a16:creationId xmlns:a16="http://schemas.microsoft.com/office/drawing/2014/main" id="{A7BCE0CD-B25C-4D83-A7A7-3860687B5A8A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1621945" y="4562723"/>
            <a:ext cx="3187315" cy="1072835"/>
          </a:xfrm>
          <a:prstGeom prst="rect">
            <a:avLst/>
          </a:prstGeom>
        </p:spPr>
        <p:txBody>
          <a:bodyPr tIns="91440" bIns="91440" anchor="ctr"/>
          <a:lstStyle>
            <a:lvl1pPr marL="0" indent="0" algn="ctr" defTabSz="914400">
              <a:buNone/>
              <a:defRPr sz="160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US" dirty="0"/>
              <a:t>Credits</a:t>
            </a:r>
          </a:p>
        </p:txBody>
      </p:sp>
      <p:sp>
        <p:nvSpPr>
          <p:cNvPr id="13" name="Picture Placeholder 2">
            <a:extLst>
              <a:ext uri="{FF2B5EF4-FFF2-40B4-BE49-F238E27FC236}">
                <a16:creationId xmlns:a16="http://schemas.microsoft.com/office/drawing/2014/main" id="{3CC10419-886C-44EC-8B14-D3DE5367482C}"/>
              </a:ext>
            </a:extLst>
          </p:cNvPr>
          <p:cNvSpPr>
            <a:spLocks noGrp="1" noChangeAspect="1"/>
          </p:cNvSpPr>
          <p:nvPr userDrawn="1">
            <p:ph type="pic" sz="quarter" idx="14" hasCustomPrompt="1"/>
          </p:nvPr>
        </p:nvSpPr>
        <p:spPr>
          <a:xfrm>
            <a:off x="2629293" y="3705472"/>
            <a:ext cx="1188720" cy="405087"/>
          </a:xfrm>
          <a:prstGeom prst="roundRect">
            <a:avLst>
              <a:gd name="adj" fmla="val 50000"/>
            </a:avLst>
          </a:prstGeom>
        </p:spPr>
        <p:txBody>
          <a:bodyPr/>
          <a:lstStyle>
            <a:lvl1pPr>
              <a:defRPr sz="1800"/>
            </a:lvl1pPr>
          </a:lstStyle>
          <a:p>
            <a:r>
              <a:rPr lang="en-US" dirty="0"/>
              <a:t>Songbook</a:t>
            </a: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F0780372-4935-4986-90A4-48B55ED36F53}"/>
              </a:ext>
            </a:extLst>
          </p:cNvPr>
          <p:cNvSpPr/>
          <p:nvPr userDrawn="1"/>
        </p:nvSpPr>
        <p:spPr>
          <a:xfrm>
            <a:off x="5297681" y="4434006"/>
            <a:ext cx="3429000" cy="1828800"/>
          </a:xfrm>
          <a:prstGeom prst="roundRect">
            <a:avLst>
              <a:gd name="adj" fmla="val 9197"/>
            </a:avLst>
          </a:prstGeom>
          <a:solidFill>
            <a:schemeClr val="bg1">
              <a:alpha val="68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71320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4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D32A558E-8BF8-4D5C-A2ED-BF3E28AEA0FA}"/>
              </a:ext>
            </a:extLst>
          </p:cNvPr>
          <p:cNvSpPr>
            <a:spLocks noChangeAspect="1"/>
          </p:cNvSpPr>
          <p:nvPr userDrawn="1"/>
        </p:nvSpPr>
        <p:spPr>
          <a:xfrm>
            <a:off x="5297681" y="914400"/>
            <a:ext cx="3427659" cy="3429000"/>
          </a:xfrm>
          <a:prstGeom prst="ellipse">
            <a:avLst/>
          </a:prstGeom>
          <a:solidFill>
            <a:schemeClr val="bg1">
              <a:alpha val="68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0102" tIns="45031" rIns="90102" bIns="45031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6" name="Content Placeholder 14">
            <a:extLst>
              <a:ext uri="{FF2B5EF4-FFF2-40B4-BE49-F238E27FC236}">
                <a16:creationId xmlns:a16="http://schemas.microsoft.com/office/drawing/2014/main" id="{B78C6C9D-AB0C-44A1-A80F-156900B29323}"/>
              </a:ext>
            </a:extLst>
          </p:cNvPr>
          <p:cNvSpPr>
            <a:spLocks noGrp="1"/>
          </p:cNvSpPr>
          <p:nvPr>
            <p:ph sz="quarter" idx="34" hasCustomPrompt="1"/>
          </p:nvPr>
        </p:nvSpPr>
        <p:spPr>
          <a:xfrm>
            <a:off x="6223801" y="1137895"/>
            <a:ext cx="1575417" cy="755779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5400" b="1">
                <a:solidFill>
                  <a:schemeClr val="bg2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US" dirty="0"/>
              <a:t>123</a:t>
            </a:r>
          </a:p>
        </p:txBody>
      </p:sp>
      <p:sp>
        <p:nvSpPr>
          <p:cNvPr id="37" name="Text Placeholder 18">
            <a:extLst>
              <a:ext uri="{FF2B5EF4-FFF2-40B4-BE49-F238E27FC236}">
                <a16:creationId xmlns:a16="http://schemas.microsoft.com/office/drawing/2014/main" id="{923B6B27-F36B-4C3B-87FB-5C5FFD3F757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425901" y="1893674"/>
            <a:ext cx="3171216" cy="1726511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sz="5400" b="0">
                <a:solidFill>
                  <a:schemeClr val="bg2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US" dirty="0"/>
              <a:t>Song Title</a:t>
            </a:r>
          </a:p>
        </p:txBody>
      </p:sp>
      <p:sp>
        <p:nvSpPr>
          <p:cNvPr id="38" name="Text Placeholder 24">
            <a:extLst>
              <a:ext uri="{FF2B5EF4-FFF2-40B4-BE49-F238E27FC236}">
                <a16:creationId xmlns:a16="http://schemas.microsoft.com/office/drawing/2014/main" id="{C8C2C615-3170-47DE-8512-40865D66E580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5409801" y="4562723"/>
            <a:ext cx="3187315" cy="1072835"/>
          </a:xfrm>
          <a:prstGeom prst="rect">
            <a:avLst/>
          </a:prstGeom>
        </p:spPr>
        <p:txBody>
          <a:bodyPr tIns="91440" bIns="91440" anchor="ctr"/>
          <a:lstStyle>
            <a:lvl1pPr marL="0" indent="0" algn="ctr" defTabSz="914400">
              <a:buNone/>
              <a:defRPr sz="1600">
                <a:solidFill>
                  <a:schemeClr val="bg2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US" dirty="0"/>
              <a:t>Credits</a:t>
            </a:r>
          </a:p>
        </p:txBody>
      </p:sp>
      <p:sp>
        <p:nvSpPr>
          <p:cNvPr id="39" name="Picture Placeholder 2">
            <a:extLst>
              <a:ext uri="{FF2B5EF4-FFF2-40B4-BE49-F238E27FC236}">
                <a16:creationId xmlns:a16="http://schemas.microsoft.com/office/drawing/2014/main" id="{72680DDC-CABF-48B8-87F5-81027DD804C5}"/>
              </a:ext>
            </a:extLst>
          </p:cNvPr>
          <p:cNvSpPr>
            <a:spLocks noGrp="1" noChangeAspect="1"/>
          </p:cNvSpPr>
          <p:nvPr>
            <p:ph type="pic" sz="quarter" idx="37" hasCustomPrompt="1"/>
          </p:nvPr>
        </p:nvSpPr>
        <p:spPr>
          <a:xfrm>
            <a:off x="6417149" y="3705472"/>
            <a:ext cx="1188720" cy="405087"/>
          </a:xfrm>
          <a:prstGeom prst="roundRect">
            <a:avLst>
              <a:gd name="adj" fmla="val 50000"/>
            </a:avLst>
          </a:prstGeom>
        </p:spPr>
        <p:txBody>
          <a:bodyPr/>
          <a:lstStyle>
            <a:lvl1pPr>
              <a:defRPr sz="1800"/>
            </a:lvl1pPr>
          </a:lstStyle>
          <a:p>
            <a:r>
              <a:rPr lang="en-US" dirty="0"/>
              <a:t>Songbook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B894783-F693-4D2E-8A1B-FA967788E219}"/>
              </a:ext>
            </a:extLst>
          </p:cNvPr>
          <p:cNvSpPr/>
          <p:nvPr/>
        </p:nvSpPr>
        <p:spPr>
          <a:xfrm>
            <a:off x="6810375" y="218772"/>
            <a:ext cx="3048000" cy="547119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71320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4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17" name="Logo English" descr="A picture containing drawing&#10;&#10;Description automatically generated">
            <a:extLst>
              <a:ext uri="{FF2B5EF4-FFF2-40B4-BE49-F238E27FC236}">
                <a16:creationId xmlns:a16="http://schemas.microsoft.com/office/drawing/2014/main" id="{5F04EE8A-BBA3-457C-AD98-DFC699D7862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11511" y="286591"/>
            <a:ext cx="2056384" cy="420624"/>
          </a:xfrm>
          <a:prstGeom prst="rect">
            <a:avLst/>
          </a:prstGeom>
        </p:spPr>
      </p:pic>
      <p:sp>
        <p:nvSpPr>
          <p:cNvPr id="16" name="Content Placeholder 19">
            <a:extLst>
              <a:ext uri="{FF2B5EF4-FFF2-40B4-BE49-F238E27FC236}">
                <a16:creationId xmlns:a16="http://schemas.microsoft.com/office/drawing/2014/main" id="{DA3E7898-6FE8-49BD-972E-B3AAB18A3590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-457200" y="182880"/>
            <a:ext cx="1463040" cy="5303520"/>
          </a:xfrm>
          <a:prstGeom prst="roundRect">
            <a:avLst>
              <a:gd name="adj" fmla="val 12503"/>
            </a:avLst>
          </a:prstGeom>
          <a:solidFill>
            <a:schemeClr val="bg1">
              <a:lumMod val="50000"/>
              <a:alpha val="50000"/>
            </a:schemeClr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en-US" dirty="0"/>
          </a:p>
        </p:txBody>
      </p:sp>
      <p:sp>
        <p:nvSpPr>
          <p:cNvPr id="19" name="English Item 1">
            <a:extLst>
              <a:ext uri="{FF2B5EF4-FFF2-40B4-BE49-F238E27FC236}">
                <a16:creationId xmlns:a16="http://schemas.microsoft.com/office/drawing/2014/main" id="{DAB46348-1018-491D-8109-A2D1EB5C923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1440" y="274320"/>
            <a:ext cx="841248" cy="365760"/>
          </a:xfrm>
          <a:prstGeom prst="roundRect">
            <a:avLst>
              <a:gd name="adj" fmla="val 50000"/>
            </a:avLst>
          </a:prstGeom>
          <a:solidFill>
            <a:schemeClr val="bg1">
              <a:lumMod val="50000"/>
              <a:alpha val="85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tIns="0" rIns="0" bIns="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US" dirty="0"/>
              <a:t>Item</a:t>
            </a:r>
          </a:p>
        </p:txBody>
      </p:sp>
      <p:sp>
        <p:nvSpPr>
          <p:cNvPr id="21" name="English Item 2">
            <a:extLst>
              <a:ext uri="{FF2B5EF4-FFF2-40B4-BE49-F238E27FC236}">
                <a16:creationId xmlns:a16="http://schemas.microsoft.com/office/drawing/2014/main" id="{FD1503C4-4E9B-4535-9ADB-74FCEEC0BB1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1440" y="713232"/>
            <a:ext cx="841248" cy="365760"/>
          </a:xfrm>
          <a:prstGeom prst="roundRect">
            <a:avLst>
              <a:gd name="adj" fmla="val 50000"/>
            </a:avLst>
          </a:prstGeom>
          <a:solidFill>
            <a:schemeClr val="bg1">
              <a:lumMod val="50000"/>
              <a:alpha val="85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tIns="0" rIns="0" bIns="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US" dirty="0"/>
              <a:t>Item</a:t>
            </a:r>
          </a:p>
        </p:txBody>
      </p:sp>
      <p:sp>
        <p:nvSpPr>
          <p:cNvPr id="22" name="English Item 3">
            <a:extLst>
              <a:ext uri="{FF2B5EF4-FFF2-40B4-BE49-F238E27FC236}">
                <a16:creationId xmlns:a16="http://schemas.microsoft.com/office/drawing/2014/main" id="{DB3056AB-4519-4E2C-A0E8-6DDA4B3EC00E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1440" y="1152144"/>
            <a:ext cx="841248" cy="365760"/>
          </a:xfrm>
          <a:prstGeom prst="roundRect">
            <a:avLst>
              <a:gd name="adj" fmla="val 50000"/>
            </a:avLst>
          </a:prstGeom>
          <a:solidFill>
            <a:schemeClr val="bg1">
              <a:lumMod val="50000"/>
              <a:alpha val="85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tIns="0" rIns="0" bIns="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US" dirty="0"/>
              <a:t>Item</a:t>
            </a:r>
          </a:p>
        </p:txBody>
      </p:sp>
      <p:sp>
        <p:nvSpPr>
          <p:cNvPr id="23" name="English Item 4">
            <a:extLst>
              <a:ext uri="{FF2B5EF4-FFF2-40B4-BE49-F238E27FC236}">
                <a16:creationId xmlns:a16="http://schemas.microsoft.com/office/drawing/2014/main" id="{9DF5592A-A77A-407C-9C9C-C27B164A199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2471" y="1588701"/>
            <a:ext cx="841248" cy="365760"/>
          </a:xfrm>
          <a:prstGeom prst="roundRect">
            <a:avLst>
              <a:gd name="adj" fmla="val 50000"/>
            </a:avLst>
          </a:prstGeom>
          <a:solidFill>
            <a:schemeClr val="bg1">
              <a:lumMod val="50000"/>
              <a:alpha val="85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tIns="0" rIns="0" bIns="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US" dirty="0"/>
              <a:t>Item</a:t>
            </a:r>
          </a:p>
        </p:txBody>
      </p:sp>
      <p:sp>
        <p:nvSpPr>
          <p:cNvPr id="24" name="English Item 5">
            <a:extLst>
              <a:ext uri="{FF2B5EF4-FFF2-40B4-BE49-F238E27FC236}">
                <a16:creationId xmlns:a16="http://schemas.microsoft.com/office/drawing/2014/main" id="{D3662E57-565C-4E45-98A4-8D8E3C3CB884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471" y="2025258"/>
            <a:ext cx="841248" cy="365760"/>
          </a:xfrm>
          <a:prstGeom prst="roundRect">
            <a:avLst>
              <a:gd name="adj" fmla="val 50000"/>
            </a:avLst>
          </a:prstGeom>
          <a:solidFill>
            <a:schemeClr val="bg1">
              <a:lumMod val="50000"/>
              <a:alpha val="85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tIns="0" rIns="0" bIns="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US" dirty="0"/>
              <a:t>Item</a:t>
            </a:r>
          </a:p>
        </p:txBody>
      </p:sp>
      <p:sp>
        <p:nvSpPr>
          <p:cNvPr id="25" name="English Item 6">
            <a:extLst>
              <a:ext uri="{FF2B5EF4-FFF2-40B4-BE49-F238E27FC236}">
                <a16:creationId xmlns:a16="http://schemas.microsoft.com/office/drawing/2014/main" id="{2578A92A-8EFF-4568-A06D-5779D2039703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2471" y="2461815"/>
            <a:ext cx="841248" cy="365760"/>
          </a:xfrm>
          <a:prstGeom prst="roundRect">
            <a:avLst>
              <a:gd name="adj" fmla="val 50000"/>
            </a:avLst>
          </a:prstGeom>
          <a:solidFill>
            <a:schemeClr val="bg1">
              <a:lumMod val="50000"/>
              <a:alpha val="85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tIns="0" rIns="0" bIns="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US" dirty="0"/>
              <a:t>Item</a:t>
            </a:r>
          </a:p>
        </p:txBody>
      </p:sp>
      <p:sp>
        <p:nvSpPr>
          <p:cNvPr id="26" name="English Item 7">
            <a:extLst>
              <a:ext uri="{FF2B5EF4-FFF2-40B4-BE49-F238E27FC236}">
                <a16:creationId xmlns:a16="http://schemas.microsoft.com/office/drawing/2014/main" id="{179FB5E2-FBEE-4FBA-AF27-A94970BFC9B5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2471" y="2898372"/>
            <a:ext cx="841248" cy="365760"/>
          </a:xfrm>
          <a:prstGeom prst="roundRect">
            <a:avLst>
              <a:gd name="adj" fmla="val 50000"/>
            </a:avLst>
          </a:prstGeom>
          <a:solidFill>
            <a:schemeClr val="bg1">
              <a:lumMod val="50000"/>
              <a:alpha val="85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tIns="0" rIns="0" bIns="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US" dirty="0"/>
              <a:t>Item</a:t>
            </a:r>
          </a:p>
        </p:txBody>
      </p:sp>
      <p:sp>
        <p:nvSpPr>
          <p:cNvPr id="27" name="English Item 8">
            <a:extLst>
              <a:ext uri="{FF2B5EF4-FFF2-40B4-BE49-F238E27FC236}">
                <a16:creationId xmlns:a16="http://schemas.microsoft.com/office/drawing/2014/main" id="{1919A087-2EFF-4E39-8037-C88FF7C955E5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2471" y="3334929"/>
            <a:ext cx="841248" cy="365760"/>
          </a:xfrm>
          <a:prstGeom prst="roundRect">
            <a:avLst>
              <a:gd name="adj" fmla="val 50000"/>
            </a:avLst>
          </a:prstGeom>
          <a:solidFill>
            <a:schemeClr val="bg1">
              <a:lumMod val="50000"/>
              <a:alpha val="85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tIns="0" rIns="0" bIns="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US" dirty="0"/>
              <a:t>Item</a:t>
            </a:r>
          </a:p>
        </p:txBody>
      </p:sp>
      <p:sp>
        <p:nvSpPr>
          <p:cNvPr id="28" name="English Item 9">
            <a:extLst>
              <a:ext uri="{FF2B5EF4-FFF2-40B4-BE49-F238E27FC236}">
                <a16:creationId xmlns:a16="http://schemas.microsoft.com/office/drawing/2014/main" id="{85223DAC-0D1F-416B-A43F-A9D5C1090DD2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2471" y="3771486"/>
            <a:ext cx="841248" cy="365760"/>
          </a:xfrm>
          <a:prstGeom prst="roundRect">
            <a:avLst>
              <a:gd name="adj" fmla="val 50000"/>
            </a:avLst>
          </a:prstGeom>
          <a:solidFill>
            <a:schemeClr val="bg1">
              <a:lumMod val="50000"/>
              <a:alpha val="85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tIns="0" rIns="0" bIns="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US" dirty="0"/>
              <a:t>Item</a:t>
            </a:r>
          </a:p>
        </p:txBody>
      </p:sp>
      <p:sp>
        <p:nvSpPr>
          <p:cNvPr id="29" name="English Item 10">
            <a:extLst>
              <a:ext uri="{FF2B5EF4-FFF2-40B4-BE49-F238E27FC236}">
                <a16:creationId xmlns:a16="http://schemas.microsoft.com/office/drawing/2014/main" id="{F0FBCD67-F549-44D1-96D7-28B74090A051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2471" y="4208043"/>
            <a:ext cx="841248" cy="365760"/>
          </a:xfrm>
          <a:prstGeom prst="roundRect">
            <a:avLst>
              <a:gd name="adj" fmla="val 50000"/>
            </a:avLst>
          </a:prstGeom>
          <a:solidFill>
            <a:schemeClr val="bg1">
              <a:lumMod val="50000"/>
              <a:alpha val="85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tIns="0" rIns="0" bIns="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US" dirty="0"/>
              <a:t>Item</a:t>
            </a:r>
          </a:p>
        </p:txBody>
      </p:sp>
      <p:sp>
        <p:nvSpPr>
          <p:cNvPr id="30" name="English Item 11">
            <a:extLst>
              <a:ext uri="{FF2B5EF4-FFF2-40B4-BE49-F238E27FC236}">
                <a16:creationId xmlns:a16="http://schemas.microsoft.com/office/drawing/2014/main" id="{5975C85C-FCD3-42A6-9A9B-549D71818D8B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471" y="4644600"/>
            <a:ext cx="841248" cy="365760"/>
          </a:xfrm>
          <a:prstGeom prst="roundRect">
            <a:avLst>
              <a:gd name="adj" fmla="val 50000"/>
            </a:avLst>
          </a:prstGeom>
          <a:solidFill>
            <a:schemeClr val="bg1">
              <a:lumMod val="50000"/>
              <a:alpha val="85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tIns="0" rIns="0" bIns="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US" dirty="0"/>
              <a:t>Item</a:t>
            </a:r>
          </a:p>
        </p:txBody>
      </p:sp>
      <p:sp>
        <p:nvSpPr>
          <p:cNvPr id="31" name="English Item 12">
            <a:extLst>
              <a:ext uri="{FF2B5EF4-FFF2-40B4-BE49-F238E27FC236}">
                <a16:creationId xmlns:a16="http://schemas.microsoft.com/office/drawing/2014/main" id="{D48D47D7-CDC6-4F9D-8D1E-B02869DEECD7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2471" y="5081157"/>
            <a:ext cx="841248" cy="365760"/>
          </a:xfrm>
          <a:prstGeom prst="roundRect">
            <a:avLst>
              <a:gd name="adj" fmla="val 50000"/>
            </a:avLst>
          </a:prstGeom>
          <a:solidFill>
            <a:schemeClr val="bg1">
              <a:lumMod val="50000"/>
              <a:alpha val="85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tIns="0" rIns="0" bIns="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US" dirty="0"/>
              <a:t>Item</a:t>
            </a:r>
          </a:p>
        </p:txBody>
      </p:sp>
      <p:sp>
        <p:nvSpPr>
          <p:cNvPr id="32" name="English Item 13">
            <a:extLst>
              <a:ext uri="{FF2B5EF4-FFF2-40B4-BE49-F238E27FC236}">
                <a16:creationId xmlns:a16="http://schemas.microsoft.com/office/drawing/2014/main" id="{BCDA842C-BD8E-4E94-AF28-9C14967890E1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2471" y="5517714"/>
            <a:ext cx="841248" cy="365760"/>
          </a:xfrm>
          <a:prstGeom prst="roundRect">
            <a:avLst>
              <a:gd name="adj" fmla="val 50000"/>
            </a:avLst>
          </a:prstGeom>
          <a:solidFill>
            <a:schemeClr val="bg1">
              <a:lumMod val="50000"/>
              <a:alpha val="85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tIns="0" rIns="0" bIns="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US" dirty="0"/>
              <a:t>Item</a:t>
            </a:r>
          </a:p>
        </p:txBody>
      </p:sp>
      <p:sp>
        <p:nvSpPr>
          <p:cNvPr id="33" name="English Item 14">
            <a:extLst>
              <a:ext uri="{FF2B5EF4-FFF2-40B4-BE49-F238E27FC236}">
                <a16:creationId xmlns:a16="http://schemas.microsoft.com/office/drawing/2014/main" id="{04FB01CE-EC4A-4C58-8953-588F5230E1B6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2471" y="5954271"/>
            <a:ext cx="841248" cy="365760"/>
          </a:xfrm>
          <a:prstGeom prst="roundRect">
            <a:avLst>
              <a:gd name="adj" fmla="val 50000"/>
            </a:avLst>
          </a:prstGeom>
          <a:solidFill>
            <a:schemeClr val="bg1">
              <a:lumMod val="50000"/>
              <a:alpha val="85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tIns="0" rIns="0" bIns="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US" dirty="0"/>
              <a:t>Item</a:t>
            </a:r>
          </a:p>
        </p:txBody>
      </p:sp>
    </p:spTree>
    <p:extLst>
      <p:ext uri="{BB962C8B-B14F-4D97-AF65-F5344CB8AC3E}">
        <p14:creationId xmlns:p14="http://schemas.microsoft.com/office/powerpoint/2010/main" val="28072233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5529F06-736E-4BFB-B16E-7F73FD8319DA}"/>
              </a:ext>
            </a:extLst>
          </p:cNvPr>
          <p:cNvSpPr/>
          <p:nvPr userDrawn="1"/>
        </p:nvSpPr>
        <p:spPr>
          <a:xfrm>
            <a:off x="1508760" y="4434840"/>
            <a:ext cx="3429000" cy="1828800"/>
          </a:xfrm>
          <a:prstGeom prst="roundRect">
            <a:avLst>
              <a:gd name="adj" fmla="val 9197"/>
            </a:avLst>
          </a:prstGeom>
          <a:solidFill>
            <a:schemeClr val="bg1">
              <a:lumMod val="50000"/>
              <a:alpha val="68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71320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4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9E0F68E9-2DB5-48BE-AA90-BCFC508DF7E3}"/>
              </a:ext>
            </a:extLst>
          </p:cNvPr>
          <p:cNvSpPr>
            <a:spLocks noChangeAspect="1"/>
          </p:cNvSpPr>
          <p:nvPr userDrawn="1"/>
        </p:nvSpPr>
        <p:spPr>
          <a:xfrm>
            <a:off x="1510101" y="914400"/>
            <a:ext cx="3427659" cy="3429000"/>
          </a:xfrm>
          <a:prstGeom prst="ellipse">
            <a:avLst/>
          </a:prstGeom>
          <a:solidFill>
            <a:schemeClr val="bg1">
              <a:lumMod val="50000"/>
              <a:alpha val="68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0102" tIns="45031" rIns="90102" bIns="45031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Content Placeholder 14">
            <a:extLst>
              <a:ext uri="{FF2B5EF4-FFF2-40B4-BE49-F238E27FC236}">
                <a16:creationId xmlns:a16="http://schemas.microsoft.com/office/drawing/2014/main" id="{34CE8C7E-CA53-42EE-8BFA-DC58A9464CE1}"/>
              </a:ext>
            </a:extLst>
          </p:cNvPr>
          <p:cNvSpPr>
            <a:spLocks noGrp="1"/>
          </p:cNvSpPr>
          <p:nvPr userDrawn="1">
            <p:ph sz="quarter" idx="10" hasCustomPrompt="1"/>
          </p:nvPr>
        </p:nvSpPr>
        <p:spPr>
          <a:xfrm>
            <a:off x="2432304" y="1133856"/>
            <a:ext cx="1572768" cy="75895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54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US" dirty="0"/>
              <a:t>123</a:t>
            </a:r>
          </a:p>
        </p:txBody>
      </p:sp>
      <p:sp>
        <p:nvSpPr>
          <p:cNvPr id="10" name="Text Placeholder 18">
            <a:extLst>
              <a:ext uri="{FF2B5EF4-FFF2-40B4-BE49-F238E27FC236}">
                <a16:creationId xmlns:a16="http://schemas.microsoft.com/office/drawing/2014/main" id="{6D0F4AE8-8A19-4D36-8F60-2F19803DC92A}"/>
              </a:ext>
            </a:extLst>
          </p:cNvPr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1636776" y="1892808"/>
            <a:ext cx="3172968" cy="1728216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6000" b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US" dirty="0"/>
              <a:t>Song Title</a:t>
            </a:r>
          </a:p>
        </p:txBody>
      </p:sp>
      <p:sp>
        <p:nvSpPr>
          <p:cNvPr id="11" name="Text Placeholder 24">
            <a:extLst>
              <a:ext uri="{FF2B5EF4-FFF2-40B4-BE49-F238E27FC236}">
                <a16:creationId xmlns:a16="http://schemas.microsoft.com/office/drawing/2014/main" id="{A7BCE0CD-B25C-4D83-A7A7-3860687B5A8A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1620881" y="4561745"/>
            <a:ext cx="3188863" cy="1069848"/>
          </a:xfrm>
          <a:prstGeom prst="rect">
            <a:avLst/>
          </a:prstGeom>
        </p:spPr>
        <p:txBody>
          <a:bodyPr tIns="91440" bIns="91440" anchor="ctr"/>
          <a:lstStyle>
            <a:lvl1pPr marL="0" indent="0" algn="ctr" defTabSz="914400">
              <a:buNone/>
              <a:defRPr sz="160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US" dirty="0"/>
              <a:t>Credits</a:t>
            </a:r>
          </a:p>
        </p:txBody>
      </p:sp>
      <p:sp>
        <p:nvSpPr>
          <p:cNvPr id="13" name="Picture Placeholder 2">
            <a:extLst>
              <a:ext uri="{FF2B5EF4-FFF2-40B4-BE49-F238E27FC236}">
                <a16:creationId xmlns:a16="http://schemas.microsoft.com/office/drawing/2014/main" id="{3CC10419-886C-44EC-8B14-D3DE5367482C}"/>
              </a:ext>
            </a:extLst>
          </p:cNvPr>
          <p:cNvSpPr>
            <a:spLocks noGrp="1" noChangeAspect="1"/>
          </p:cNvSpPr>
          <p:nvPr userDrawn="1">
            <p:ph type="pic" sz="quarter" idx="14" hasCustomPrompt="1"/>
          </p:nvPr>
        </p:nvSpPr>
        <p:spPr>
          <a:xfrm>
            <a:off x="2628900" y="3703320"/>
            <a:ext cx="1188720" cy="405089"/>
          </a:xfrm>
          <a:prstGeom prst="roundRect">
            <a:avLst>
              <a:gd name="adj" fmla="val 50000"/>
            </a:avLst>
          </a:prstGeom>
        </p:spPr>
        <p:txBody>
          <a:bodyPr/>
          <a:lstStyle>
            <a:lvl1pPr>
              <a:defRPr sz="1800"/>
            </a:lvl1pPr>
          </a:lstStyle>
          <a:p>
            <a:r>
              <a:rPr lang="en-US" dirty="0"/>
              <a:t>Songbook</a:t>
            </a:r>
          </a:p>
        </p:txBody>
      </p:sp>
      <p:sp>
        <p:nvSpPr>
          <p:cNvPr id="16" name="Spanish Song Title">
            <a:extLst>
              <a:ext uri="{FF2B5EF4-FFF2-40B4-BE49-F238E27FC236}">
                <a16:creationId xmlns:a16="http://schemas.microsoft.com/office/drawing/2014/main" id="{8D76D5C2-4349-449E-9822-63CBEA493D4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636776" y="1892808"/>
            <a:ext cx="3172968" cy="1728216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5400" b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egreya Sans Medium" panose="00000600000000000000" pitchFamily="50" charset="0"/>
              </a:defRPr>
            </a:lvl1pPr>
          </a:lstStyle>
          <a:p>
            <a:pPr lvl="0"/>
            <a:r>
              <a:rPr lang="en-US" dirty="0"/>
              <a:t>Song Title</a:t>
            </a:r>
          </a:p>
        </p:txBody>
      </p:sp>
      <p:sp>
        <p:nvSpPr>
          <p:cNvPr id="19" name="Spanish Credits">
            <a:extLst>
              <a:ext uri="{FF2B5EF4-FFF2-40B4-BE49-F238E27FC236}">
                <a16:creationId xmlns:a16="http://schemas.microsoft.com/office/drawing/2014/main" id="{21B48B08-B8D3-4A9E-9425-A65019C1170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620881" y="4557925"/>
            <a:ext cx="3191256" cy="1069848"/>
          </a:xfrm>
          <a:prstGeom prst="rect">
            <a:avLst/>
          </a:prstGeom>
        </p:spPr>
        <p:txBody>
          <a:bodyPr tIns="91440" bIns="91440" anchor="ctr"/>
          <a:lstStyle>
            <a:lvl1pPr marL="0" indent="0" algn="ctr" defTabSz="914400">
              <a:buNone/>
              <a:defRPr sz="160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egreya Sans Light" panose="00000400000000000000" pitchFamily="50" charset="0"/>
              </a:defRPr>
            </a:lvl1pPr>
          </a:lstStyle>
          <a:p>
            <a:pPr lvl="0"/>
            <a:r>
              <a:rPr lang="en-US" dirty="0"/>
              <a:t>Credits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AF16D1EE-EA76-4798-9BA2-E283AC65E152}"/>
              </a:ext>
            </a:extLst>
          </p:cNvPr>
          <p:cNvSpPr/>
          <p:nvPr userDrawn="1"/>
        </p:nvSpPr>
        <p:spPr>
          <a:xfrm>
            <a:off x="5325039" y="4434840"/>
            <a:ext cx="3429000" cy="1828800"/>
          </a:xfrm>
          <a:prstGeom prst="roundRect">
            <a:avLst>
              <a:gd name="adj" fmla="val 9197"/>
            </a:avLst>
          </a:prstGeom>
          <a:solidFill>
            <a:schemeClr val="bg1">
              <a:alpha val="68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71320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4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EA9284E6-FF08-4ECB-9879-D9D2A311384E}"/>
              </a:ext>
            </a:extLst>
          </p:cNvPr>
          <p:cNvSpPr>
            <a:spLocks noChangeAspect="1"/>
          </p:cNvSpPr>
          <p:nvPr userDrawn="1"/>
        </p:nvSpPr>
        <p:spPr>
          <a:xfrm>
            <a:off x="5326380" y="914400"/>
            <a:ext cx="3427659" cy="3429000"/>
          </a:xfrm>
          <a:prstGeom prst="ellipse">
            <a:avLst/>
          </a:prstGeom>
          <a:solidFill>
            <a:schemeClr val="bg1">
              <a:alpha val="68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0102" tIns="45031" rIns="90102" bIns="45031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4" name="Content Placeholder 14">
            <a:extLst>
              <a:ext uri="{FF2B5EF4-FFF2-40B4-BE49-F238E27FC236}">
                <a16:creationId xmlns:a16="http://schemas.microsoft.com/office/drawing/2014/main" id="{680C9F90-3987-40CF-83E3-FF4C7FBF309B}"/>
              </a:ext>
            </a:extLst>
          </p:cNvPr>
          <p:cNvSpPr>
            <a:spLocks noGrp="1"/>
          </p:cNvSpPr>
          <p:nvPr>
            <p:ph sz="quarter" idx="52" hasCustomPrompt="1"/>
          </p:nvPr>
        </p:nvSpPr>
        <p:spPr>
          <a:xfrm>
            <a:off x="6248583" y="1133856"/>
            <a:ext cx="1572768" cy="75895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5400" b="1">
                <a:solidFill>
                  <a:schemeClr val="bg2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US" dirty="0"/>
              <a:t>123</a:t>
            </a:r>
          </a:p>
        </p:txBody>
      </p:sp>
      <p:sp>
        <p:nvSpPr>
          <p:cNvPr id="55" name="Text Placeholder 18">
            <a:extLst>
              <a:ext uri="{FF2B5EF4-FFF2-40B4-BE49-F238E27FC236}">
                <a16:creationId xmlns:a16="http://schemas.microsoft.com/office/drawing/2014/main" id="{3C99D6CA-D8DB-4320-ACDD-8B94E012E271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5453055" y="1892808"/>
            <a:ext cx="3172968" cy="1728216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6000" b="0">
                <a:solidFill>
                  <a:schemeClr val="bg2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US" dirty="0"/>
              <a:t>Song Title</a:t>
            </a:r>
          </a:p>
        </p:txBody>
      </p:sp>
      <p:sp>
        <p:nvSpPr>
          <p:cNvPr id="56" name="Text Placeholder 24">
            <a:extLst>
              <a:ext uri="{FF2B5EF4-FFF2-40B4-BE49-F238E27FC236}">
                <a16:creationId xmlns:a16="http://schemas.microsoft.com/office/drawing/2014/main" id="{9138FE83-618D-4272-8834-716F189F954B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5437160" y="4561745"/>
            <a:ext cx="3188863" cy="1069848"/>
          </a:xfrm>
          <a:prstGeom prst="rect">
            <a:avLst/>
          </a:prstGeom>
        </p:spPr>
        <p:txBody>
          <a:bodyPr tIns="91440" bIns="91440" anchor="ctr"/>
          <a:lstStyle>
            <a:lvl1pPr marL="0" indent="0" algn="ctr" defTabSz="914400">
              <a:buNone/>
              <a:defRPr sz="1600">
                <a:solidFill>
                  <a:schemeClr val="bg2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US" dirty="0"/>
              <a:t>Credits</a:t>
            </a:r>
          </a:p>
        </p:txBody>
      </p:sp>
      <p:sp>
        <p:nvSpPr>
          <p:cNvPr id="57" name="Picture Placeholder 2">
            <a:extLst>
              <a:ext uri="{FF2B5EF4-FFF2-40B4-BE49-F238E27FC236}">
                <a16:creationId xmlns:a16="http://schemas.microsoft.com/office/drawing/2014/main" id="{A6751229-0F07-4258-AC12-7264733748EE}"/>
              </a:ext>
            </a:extLst>
          </p:cNvPr>
          <p:cNvSpPr>
            <a:spLocks noGrp="1" noChangeAspect="1"/>
          </p:cNvSpPr>
          <p:nvPr>
            <p:ph type="pic" sz="quarter" idx="55" hasCustomPrompt="1"/>
          </p:nvPr>
        </p:nvSpPr>
        <p:spPr>
          <a:xfrm>
            <a:off x="6445179" y="3703320"/>
            <a:ext cx="1188720" cy="405089"/>
          </a:xfrm>
          <a:prstGeom prst="roundRect">
            <a:avLst>
              <a:gd name="adj" fmla="val 50000"/>
            </a:avLst>
          </a:prstGeom>
        </p:spPr>
        <p:txBody>
          <a:bodyPr/>
          <a:lstStyle>
            <a:lvl1pPr>
              <a:defRPr sz="1800"/>
            </a:lvl1pPr>
          </a:lstStyle>
          <a:p>
            <a:r>
              <a:rPr lang="en-US" dirty="0"/>
              <a:t>Songbook</a:t>
            </a:r>
          </a:p>
        </p:txBody>
      </p:sp>
      <p:sp>
        <p:nvSpPr>
          <p:cNvPr id="58" name="Spanish Song Title">
            <a:extLst>
              <a:ext uri="{FF2B5EF4-FFF2-40B4-BE49-F238E27FC236}">
                <a16:creationId xmlns:a16="http://schemas.microsoft.com/office/drawing/2014/main" id="{5F137CD4-9662-44E1-8A0A-FA693A95FA2B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5453055" y="1892808"/>
            <a:ext cx="3172968" cy="1728216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5400" b="0">
                <a:solidFill>
                  <a:schemeClr val="bg2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egreya Sans Medium" panose="00000600000000000000" pitchFamily="50" charset="0"/>
              </a:defRPr>
            </a:lvl1pPr>
          </a:lstStyle>
          <a:p>
            <a:pPr lvl="0"/>
            <a:r>
              <a:rPr lang="en-US" dirty="0"/>
              <a:t>Song Title</a:t>
            </a:r>
          </a:p>
        </p:txBody>
      </p:sp>
      <p:sp>
        <p:nvSpPr>
          <p:cNvPr id="59" name="Spanish Credits">
            <a:extLst>
              <a:ext uri="{FF2B5EF4-FFF2-40B4-BE49-F238E27FC236}">
                <a16:creationId xmlns:a16="http://schemas.microsoft.com/office/drawing/2014/main" id="{DF7C044A-038D-4782-B9EF-BE032880A942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5437160" y="4557925"/>
            <a:ext cx="3191256" cy="1069848"/>
          </a:xfrm>
          <a:prstGeom prst="rect">
            <a:avLst/>
          </a:prstGeom>
        </p:spPr>
        <p:txBody>
          <a:bodyPr tIns="91440" bIns="91440" anchor="ctr"/>
          <a:lstStyle>
            <a:lvl1pPr marL="0" indent="0" algn="ctr" defTabSz="914400">
              <a:buNone/>
              <a:defRPr sz="1600">
                <a:solidFill>
                  <a:schemeClr val="bg2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egreya Sans Light" panose="00000400000000000000" pitchFamily="50" charset="0"/>
              </a:defRPr>
            </a:lvl1pPr>
          </a:lstStyle>
          <a:p>
            <a:pPr lvl="0"/>
            <a:r>
              <a:rPr lang="en-US" dirty="0"/>
              <a:t>Credits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B894783-F693-4D2E-8A1B-FA967788E219}"/>
              </a:ext>
            </a:extLst>
          </p:cNvPr>
          <p:cNvSpPr/>
          <p:nvPr/>
        </p:nvSpPr>
        <p:spPr>
          <a:xfrm>
            <a:off x="6810375" y="218772"/>
            <a:ext cx="3048000" cy="547119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71320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4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17" name="Logo English" descr="A picture containing drawing&#10;&#10;Description automatically generated">
            <a:extLst>
              <a:ext uri="{FF2B5EF4-FFF2-40B4-BE49-F238E27FC236}">
                <a16:creationId xmlns:a16="http://schemas.microsoft.com/office/drawing/2014/main" id="{5F04EE8A-BBA3-457C-AD98-DFC699D7862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11511" y="286591"/>
            <a:ext cx="2056384" cy="420624"/>
          </a:xfrm>
          <a:prstGeom prst="rect">
            <a:avLst/>
          </a:prstGeom>
        </p:spPr>
      </p:pic>
      <p:pic>
        <p:nvPicPr>
          <p:cNvPr id="8" name="Spanish Logo" descr="A picture containing window&#10;&#10;Description automatically generated">
            <a:extLst>
              <a:ext uri="{FF2B5EF4-FFF2-40B4-BE49-F238E27FC236}">
                <a16:creationId xmlns:a16="http://schemas.microsoft.com/office/drawing/2014/main" id="{CFEC77F2-AB56-4FCB-B825-7105F5DABAE5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11511" y="288684"/>
            <a:ext cx="2056384" cy="420624"/>
          </a:xfrm>
          <a:prstGeom prst="rect">
            <a:avLst/>
          </a:prstGeom>
        </p:spPr>
      </p:pic>
      <p:pic>
        <p:nvPicPr>
          <p:cNvPr id="12" name="silence-10s">
            <a:hlinkClick r:id="" action="ppaction://media"/>
            <a:extLst>
              <a:ext uri="{FF2B5EF4-FFF2-40B4-BE49-F238E27FC236}">
                <a16:creationId xmlns:a16="http://schemas.microsoft.com/office/drawing/2014/main" id="{7A991DD0-CA10-4371-BD94-D3CD5DEFE12E}"/>
              </a:ext>
            </a:extLst>
          </p:cNvPr>
          <p:cNvPicPr>
            <a:picLocks noChangeAspect="1"/>
          </p:cNvPicPr>
          <p:nvPr userDrawn="1">
            <a:audioFile r:link="rId2"/>
            <p:extLst>
              <p:ext uri="{DAA4B4D4-6D71-4841-9C94-3DE7FCFB9230}">
                <p14:media xmlns:p14="http://schemas.microsoft.com/office/powerpoint/2010/main" r:embed="rId1">
                  <p14:bmkLst>
                    <p14:bmk name="Bookmark 1" time="5015.5102"/>
                    <p14:bmk name="Bookmark 2" time="10031.0204"/>
                  </p14:bmkLst>
                </p14:media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6658258" y="4655772"/>
            <a:ext cx="609600" cy="609600"/>
          </a:xfrm>
          <a:prstGeom prst="rect">
            <a:avLst/>
          </a:prstGeom>
        </p:spPr>
      </p:pic>
      <p:sp>
        <p:nvSpPr>
          <p:cNvPr id="23" name="Content Placeholder 19">
            <a:extLst>
              <a:ext uri="{FF2B5EF4-FFF2-40B4-BE49-F238E27FC236}">
                <a16:creationId xmlns:a16="http://schemas.microsoft.com/office/drawing/2014/main" id="{89D02FA0-F85F-4F1D-86AA-2458D7268C92}"/>
              </a:ext>
            </a:extLst>
          </p:cNvPr>
          <p:cNvSpPr>
            <a:spLocks noGrp="1"/>
          </p:cNvSpPr>
          <p:nvPr>
            <p:ph sz="quarter" idx="23"/>
          </p:nvPr>
        </p:nvSpPr>
        <p:spPr>
          <a:xfrm>
            <a:off x="-457200" y="182880"/>
            <a:ext cx="1463040" cy="5303520"/>
          </a:xfrm>
          <a:prstGeom prst="roundRect">
            <a:avLst>
              <a:gd name="adj" fmla="val 12503"/>
            </a:avLst>
          </a:prstGeom>
          <a:solidFill>
            <a:schemeClr val="bg1">
              <a:lumMod val="50000"/>
              <a:alpha val="50000"/>
            </a:schemeClr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en-US" dirty="0"/>
          </a:p>
        </p:txBody>
      </p:sp>
      <p:sp>
        <p:nvSpPr>
          <p:cNvPr id="24" name="Spanish Item 1">
            <a:extLst>
              <a:ext uri="{FF2B5EF4-FFF2-40B4-BE49-F238E27FC236}">
                <a16:creationId xmlns:a16="http://schemas.microsoft.com/office/drawing/2014/main" id="{50B7BC3F-B105-4E03-A4F7-CECC96739E8F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107881" y="286591"/>
            <a:ext cx="841248" cy="365760"/>
          </a:xfrm>
          <a:prstGeom prst="roundRect">
            <a:avLst>
              <a:gd name="adj" fmla="val 50000"/>
            </a:avLst>
          </a:prstGeom>
          <a:solidFill>
            <a:schemeClr val="bg1">
              <a:lumMod val="50000"/>
              <a:alpha val="85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tIns="0" rIns="0" bIns="0" anchor="ctr"/>
          <a:lstStyle>
            <a:lvl1pPr marL="0" indent="0" algn="ctr">
              <a:buNone/>
              <a:defRPr sz="14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egreya Sans Medium" panose="00000600000000000000" pitchFamily="50" charset="0"/>
              </a:defRPr>
            </a:lvl1pPr>
          </a:lstStyle>
          <a:p>
            <a:pPr lvl="0"/>
            <a:r>
              <a:rPr lang="en-US" dirty="0"/>
              <a:t>Item</a:t>
            </a:r>
          </a:p>
        </p:txBody>
      </p:sp>
      <p:sp>
        <p:nvSpPr>
          <p:cNvPr id="25" name="Spanish Item 2">
            <a:extLst>
              <a:ext uri="{FF2B5EF4-FFF2-40B4-BE49-F238E27FC236}">
                <a16:creationId xmlns:a16="http://schemas.microsoft.com/office/drawing/2014/main" id="{3C01D79D-2FB0-453D-BCE3-99891FF9262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1107881" y="725503"/>
            <a:ext cx="841248" cy="365760"/>
          </a:xfrm>
          <a:prstGeom prst="roundRect">
            <a:avLst>
              <a:gd name="adj" fmla="val 50000"/>
            </a:avLst>
          </a:prstGeom>
          <a:solidFill>
            <a:schemeClr val="bg1">
              <a:lumMod val="50000"/>
              <a:alpha val="85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tIns="0" rIns="0" bIns="0" anchor="ctr"/>
          <a:lstStyle>
            <a:lvl1pPr marL="0" indent="0" algn="ctr">
              <a:buNone/>
              <a:defRPr sz="14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egreya Sans Medium" panose="00000600000000000000" pitchFamily="50" charset="0"/>
              </a:defRPr>
            </a:lvl1pPr>
          </a:lstStyle>
          <a:p>
            <a:pPr lvl="0"/>
            <a:r>
              <a:rPr lang="en-US" dirty="0"/>
              <a:t>Item</a:t>
            </a:r>
          </a:p>
        </p:txBody>
      </p:sp>
      <p:sp>
        <p:nvSpPr>
          <p:cNvPr id="26" name="Spanish Item 3">
            <a:extLst>
              <a:ext uri="{FF2B5EF4-FFF2-40B4-BE49-F238E27FC236}">
                <a16:creationId xmlns:a16="http://schemas.microsoft.com/office/drawing/2014/main" id="{7C519B3D-EC95-4704-9E64-9A04A7CAA540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1107881" y="1164415"/>
            <a:ext cx="841248" cy="365760"/>
          </a:xfrm>
          <a:prstGeom prst="roundRect">
            <a:avLst>
              <a:gd name="adj" fmla="val 50000"/>
            </a:avLst>
          </a:prstGeom>
          <a:solidFill>
            <a:schemeClr val="bg1">
              <a:lumMod val="50000"/>
              <a:alpha val="85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tIns="0" rIns="0" bIns="0" anchor="ctr"/>
          <a:lstStyle>
            <a:lvl1pPr marL="0" indent="0" algn="ctr">
              <a:buNone/>
              <a:defRPr sz="14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egreya Sans Medium" panose="00000600000000000000" pitchFamily="50" charset="0"/>
              </a:defRPr>
            </a:lvl1pPr>
          </a:lstStyle>
          <a:p>
            <a:pPr lvl="0"/>
            <a:r>
              <a:rPr lang="en-US" dirty="0"/>
              <a:t>Item</a:t>
            </a:r>
          </a:p>
        </p:txBody>
      </p:sp>
      <p:sp>
        <p:nvSpPr>
          <p:cNvPr id="27" name="Spanish Item 4">
            <a:extLst>
              <a:ext uri="{FF2B5EF4-FFF2-40B4-BE49-F238E27FC236}">
                <a16:creationId xmlns:a16="http://schemas.microsoft.com/office/drawing/2014/main" id="{33958D73-7E7B-4357-8511-E6EFEA0EF953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068912" y="1600972"/>
            <a:ext cx="841248" cy="365760"/>
          </a:xfrm>
          <a:prstGeom prst="roundRect">
            <a:avLst>
              <a:gd name="adj" fmla="val 50000"/>
            </a:avLst>
          </a:prstGeom>
          <a:solidFill>
            <a:schemeClr val="bg1">
              <a:lumMod val="50000"/>
              <a:alpha val="85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tIns="0" rIns="0" bIns="0" anchor="ctr"/>
          <a:lstStyle>
            <a:lvl1pPr marL="0" indent="0" algn="ctr">
              <a:buNone/>
              <a:defRPr sz="14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egreya Sans Medium" panose="00000600000000000000" pitchFamily="50" charset="0"/>
              </a:defRPr>
            </a:lvl1pPr>
          </a:lstStyle>
          <a:p>
            <a:pPr lvl="0"/>
            <a:r>
              <a:rPr lang="en-US" dirty="0"/>
              <a:t>Item</a:t>
            </a:r>
          </a:p>
        </p:txBody>
      </p:sp>
      <p:sp>
        <p:nvSpPr>
          <p:cNvPr id="28" name="Spanish Item 5">
            <a:extLst>
              <a:ext uri="{FF2B5EF4-FFF2-40B4-BE49-F238E27FC236}">
                <a16:creationId xmlns:a16="http://schemas.microsoft.com/office/drawing/2014/main" id="{3C32C377-FE81-46AD-B5EA-CA83F2C50472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068912" y="2037529"/>
            <a:ext cx="841248" cy="365760"/>
          </a:xfrm>
          <a:prstGeom prst="roundRect">
            <a:avLst>
              <a:gd name="adj" fmla="val 50000"/>
            </a:avLst>
          </a:prstGeom>
          <a:solidFill>
            <a:schemeClr val="bg1">
              <a:lumMod val="50000"/>
              <a:alpha val="85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tIns="0" rIns="0" bIns="0" anchor="ctr"/>
          <a:lstStyle>
            <a:lvl1pPr marL="0" indent="0" algn="ctr">
              <a:buNone/>
              <a:defRPr sz="14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egreya Sans Medium" panose="00000600000000000000" pitchFamily="50" charset="0"/>
              </a:defRPr>
            </a:lvl1pPr>
          </a:lstStyle>
          <a:p>
            <a:pPr lvl="0"/>
            <a:r>
              <a:rPr lang="en-US" dirty="0"/>
              <a:t>Item</a:t>
            </a:r>
          </a:p>
        </p:txBody>
      </p:sp>
      <p:sp>
        <p:nvSpPr>
          <p:cNvPr id="29" name="Spanish Item 6">
            <a:extLst>
              <a:ext uri="{FF2B5EF4-FFF2-40B4-BE49-F238E27FC236}">
                <a16:creationId xmlns:a16="http://schemas.microsoft.com/office/drawing/2014/main" id="{24E25697-1C79-4363-9138-ACA09C23160B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068912" y="2474086"/>
            <a:ext cx="841248" cy="365760"/>
          </a:xfrm>
          <a:prstGeom prst="roundRect">
            <a:avLst>
              <a:gd name="adj" fmla="val 50000"/>
            </a:avLst>
          </a:prstGeom>
          <a:solidFill>
            <a:schemeClr val="bg1">
              <a:lumMod val="50000"/>
              <a:alpha val="85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tIns="0" rIns="0" bIns="0" anchor="ctr"/>
          <a:lstStyle>
            <a:lvl1pPr marL="0" indent="0" algn="ctr">
              <a:buNone/>
              <a:defRPr sz="14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egreya Sans Medium" panose="00000600000000000000" pitchFamily="50" charset="0"/>
              </a:defRPr>
            </a:lvl1pPr>
          </a:lstStyle>
          <a:p>
            <a:pPr lvl="0"/>
            <a:r>
              <a:rPr lang="en-US" dirty="0"/>
              <a:t>Item</a:t>
            </a:r>
          </a:p>
        </p:txBody>
      </p:sp>
      <p:sp>
        <p:nvSpPr>
          <p:cNvPr id="30" name="Spanish Item 7">
            <a:extLst>
              <a:ext uri="{FF2B5EF4-FFF2-40B4-BE49-F238E27FC236}">
                <a16:creationId xmlns:a16="http://schemas.microsoft.com/office/drawing/2014/main" id="{D962CC2E-FEE1-4122-A32D-46F76EACF228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068912" y="2910643"/>
            <a:ext cx="841248" cy="365760"/>
          </a:xfrm>
          <a:prstGeom prst="roundRect">
            <a:avLst>
              <a:gd name="adj" fmla="val 50000"/>
            </a:avLst>
          </a:prstGeom>
          <a:solidFill>
            <a:schemeClr val="bg1">
              <a:lumMod val="50000"/>
              <a:alpha val="85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tIns="0" rIns="0" bIns="0" anchor="ctr"/>
          <a:lstStyle>
            <a:lvl1pPr marL="0" indent="0" algn="ctr">
              <a:buNone/>
              <a:defRPr sz="14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egreya Sans Medium" panose="00000600000000000000" pitchFamily="50" charset="0"/>
              </a:defRPr>
            </a:lvl1pPr>
          </a:lstStyle>
          <a:p>
            <a:pPr lvl="0"/>
            <a:r>
              <a:rPr lang="en-US" dirty="0"/>
              <a:t>Item</a:t>
            </a:r>
          </a:p>
        </p:txBody>
      </p:sp>
      <p:sp>
        <p:nvSpPr>
          <p:cNvPr id="31" name="Spanish Item 8">
            <a:extLst>
              <a:ext uri="{FF2B5EF4-FFF2-40B4-BE49-F238E27FC236}">
                <a16:creationId xmlns:a16="http://schemas.microsoft.com/office/drawing/2014/main" id="{A085EB3B-7641-446C-8E16-BEC58C3865D6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068912" y="3347200"/>
            <a:ext cx="841248" cy="365760"/>
          </a:xfrm>
          <a:prstGeom prst="roundRect">
            <a:avLst>
              <a:gd name="adj" fmla="val 50000"/>
            </a:avLst>
          </a:prstGeom>
          <a:solidFill>
            <a:schemeClr val="bg1">
              <a:lumMod val="50000"/>
              <a:alpha val="85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tIns="0" rIns="0" bIns="0" anchor="ctr"/>
          <a:lstStyle>
            <a:lvl1pPr marL="0" indent="0" algn="ctr">
              <a:buNone/>
              <a:defRPr sz="14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egreya Sans Medium" panose="00000600000000000000" pitchFamily="50" charset="0"/>
              </a:defRPr>
            </a:lvl1pPr>
          </a:lstStyle>
          <a:p>
            <a:pPr lvl="0"/>
            <a:r>
              <a:rPr lang="en-US" dirty="0"/>
              <a:t>Item</a:t>
            </a:r>
          </a:p>
        </p:txBody>
      </p:sp>
      <p:sp>
        <p:nvSpPr>
          <p:cNvPr id="32" name="Spanish Item 9">
            <a:extLst>
              <a:ext uri="{FF2B5EF4-FFF2-40B4-BE49-F238E27FC236}">
                <a16:creationId xmlns:a16="http://schemas.microsoft.com/office/drawing/2014/main" id="{37976B9B-046C-4D80-BAE0-2370AF4F68A5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068912" y="3783757"/>
            <a:ext cx="841248" cy="365760"/>
          </a:xfrm>
          <a:prstGeom prst="roundRect">
            <a:avLst>
              <a:gd name="adj" fmla="val 50000"/>
            </a:avLst>
          </a:prstGeom>
          <a:solidFill>
            <a:schemeClr val="bg1">
              <a:lumMod val="50000"/>
              <a:alpha val="85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tIns="0" rIns="0" bIns="0" anchor="ctr"/>
          <a:lstStyle>
            <a:lvl1pPr marL="0" indent="0" algn="ctr">
              <a:buNone/>
              <a:defRPr sz="14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egreya Sans Medium" panose="00000600000000000000" pitchFamily="50" charset="0"/>
              </a:defRPr>
            </a:lvl1pPr>
          </a:lstStyle>
          <a:p>
            <a:pPr lvl="0"/>
            <a:r>
              <a:rPr lang="en-US" dirty="0"/>
              <a:t>Item</a:t>
            </a:r>
          </a:p>
        </p:txBody>
      </p:sp>
      <p:sp>
        <p:nvSpPr>
          <p:cNvPr id="33" name="Spanish Item 10">
            <a:extLst>
              <a:ext uri="{FF2B5EF4-FFF2-40B4-BE49-F238E27FC236}">
                <a16:creationId xmlns:a16="http://schemas.microsoft.com/office/drawing/2014/main" id="{169CA6FA-929D-447C-8DCE-A9B9F0CEE8EF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068912" y="4220314"/>
            <a:ext cx="841248" cy="365760"/>
          </a:xfrm>
          <a:prstGeom prst="roundRect">
            <a:avLst>
              <a:gd name="adj" fmla="val 50000"/>
            </a:avLst>
          </a:prstGeom>
          <a:solidFill>
            <a:schemeClr val="bg1">
              <a:lumMod val="50000"/>
              <a:alpha val="85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tIns="0" rIns="0" bIns="0" anchor="ctr"/>
          <a:lstStyle>
            <a:lvl1pPr marL="0" indent="0" algn="ctr">
              <a:buNone/>
              <a:defRPr sz="14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egreya Sans Medium" panose="00000600000000000000" pitchFamily="50" charset="0"/>
              </a:defRPr>
            </a:lvl1pPr>
          </a:lstStyle>
          <a:p>
            <a:pPr lvl="0"/>
            <a:r>
              <a:rPr lang="en-US" dirty="0"/>
              <a:t>Item</a:t>
            </a:r>
          </a:p>
        </p:txBody>
      </p:sp>
      <p:sp>
        <p:nvSpPr>
          <p:cNvPr id="34" name="Spanish Item 11">
            <a:extLst>
              <a:ext uri="{FF2B5EF4-FFF2-40B4-BE49-F238E27FC236}">
                <a16:creationId xmlns:a16="http://schemas.microsoft.com/office/drawing/2014/main" id="{52F8C99B-A5BF-4F67-A48F-01B4A300BF9F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1068912" y="4656871"/>
            <a:ext cx="841248" cy="365760"/>
          </a:xfrm>
          <a:prstGeom prst="roundRect">
            <a:avLst>
              <a:gd name="adj" fmla="val 50000"/>
            </a:avLst>
          </a:prstGeom>
          <a:solidFill>
            <a:schemeClr val="bg1">
              <a:lumMod val="50000"/>
              <a:alpha val="85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tIns="0" rIns="0" bIns="0" anchor="ctr"/>
          <a:lstStyle>
            <a:lvl1pPr marL="0" indent="0" algn="ctr">
              <a:buNone/>
              <a:defRPr sz="14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egreya Sans Medium" panose="00000600000000000000" pitchFamily="50" charset="0"/>
              </a:defRPr>
            </a:lvl1pPr>
          </a:lstStyle>
          <a:p>
            <a:pPr lvl="0"/>
            <a:r>
              <a:rPr lang="en-US" dirty="0"/>
              <a:t>Item</a:t>
            </a:r>
          </a:p>
        </p:txBody>
      </p:sp>
      <p:sp>
        <p:nvSpPr>
          <p:cNvPr id="35" name="Spanish Item 12">
            <a:extLst>
              <a:ext uri="{FF2B5EF4-FFF2-40B4-BE49-F238E27FC236}">
                <a16:creationId xmlns:a16="http://schemas.microsoft.com/office/drawing/2014/main" id="{D5BF7C34-69F1-4175-9B5A-5C2D94DD6F98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1068912" y="5093428"/>
            <a:ext cx="841248" cy="365760"/>
          </a:xfrm>
          <a:prstGeom prst="roundRect">
            <a:avLst>
              <a:gd name="adj" fmla="val 50000"/>
            </a:avLst>
          </a:prstGeom>
          <a:solidFill>
            <a:schemeClr val="bg1">
              <a:lumMod val="50000"/>
              <a:alpha val="85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tIns="0" rIns="0" bIns="0" anchor="ctr"/>
          <a:lstStyle>
            <a:lvl1pPr marL="0" indent="0" algn="ctr">
              <a:buNone/>
              <a:defRPr sz="14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egreya Sans Medium" panose="00000600000000000000" pitchFamily="50" charset="0"/>
              </a:defRPr>
            </a:lvl1pPr>
          </a:lstStyle>
          <a:p>
            <a:pPr lvl="0"/>
            <a:r>
              <a:rPr lang="en-US" dirty="0"/>
              <a:t>Item</a:t>
            </a:r>
          </a:p>
        </p:txBody>
      </p:sp>
      <p:sp>
        <p:nvSpPr>
          <p:cNvPr id="36" name="Spanish Item 13">
            <a:extLst>
              <a:ext uri="{FF2B5EF4-FFF2-40B4-BE49-F238E27FC236}">
                <a16:creationId xmlns:a16="http://schemas.microsoft.com/office/drawing/2014/main" id="{34F081F5-6A19-4F84-9A6A-56539870372D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068912" y="5529985"/>
            <a:ext cx="841248" cy="365760"/>
          </a:xfrm>
          <a:prstGeom prst="roundRect">
            <a:avLst>
              <a:gd name="adj" fmla="val 50000"/>
            </a:avLst>
          </a:prstGeom>
          <a:solidFill>
            <a:schemeClr val="bg1">
              <a:lumMod val="50000"/>
              <a:alpha val="85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tIns="0" rIns="0" bIns="0" anchor="ctr"/>
          <a:lstStyle>
            <a:lvl1pPr marL="0" indent="0" algn="ctr">
              <a:buNone/>
              <a:defRPr sz="14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egreya Sans Medium" panose="00000600000000000000" pitchFamily="50" charset="0"/>
              </a:defRPr>
            </a:lvl1pPr>
          </a:lstStyle>
          <a:p>
            <a:pPr lvl="0"/>
            <a:r>
              <a:rPr lang="en-US" dirty="0"/>
              <a:t>Item</a:t>
            </a:r>
          </a:p>
        </p:txBody>
      </p:sp>
      <p:sp>
        <p:nvSpPr>
          <p:cNvPr id="37" name="Spanish Item 14">
            <a:extLst>
              <a:ext uri="{FF2B5EF4-FFF2-40B4-BE49-F238E27FC236}">
                <a16:creationId xmlns:a16="http://schemas.microsoft.com/office/drawing/2014/main" id="{0B11674E-C139-4CA1-A2EA-2EDE74E53DF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1068912" y="5966542"/>
            <a:ext cx="841248" cy="365760"/>
          </a:xfrm>
          <a:prstGeom prst="roundRect">
            <a:avLst>
              <a:gd name="adj" fmla="val 50000"/>
            </a:avLst>
          </a:prstGeom>
          <a:solidFill>
            <a:schemeClr val="bg1">
              <a:lumMod val="50000"/>
              <a:alpha val="85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tIns="0" rIns="0" bIns="0" anchor="ctr"/>
          <a:lstStyle>
            <a:lvl1pPr marL="0" indent="0" algn="ctr">
              <a:buNone/>
              <a:defRPr sz="14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egreya Sans Medium" panose="00000600000000000000" pitchFamily="50" charset="0"/>
              </a:defRPr>
            </a:lvl1pPr>
          </a:lstStyle>
          <a:p>
            <a:pPr lvl="0"/>
            <a:r>
              <a:rPr lang="en-US" dirty="0"/>
              <a:t>Item</a:t>
            </a:r>
          </a:p>
        </p:txBody>
      </p:sp>
      <p:sp>
        <p:nvSpPr>
          <p:cNvPr id="38" name="English Item 1">
            <a:extLst>
              <a:ext uri="{FF2B5EF4-FFF2-40B4-BE49-F238E27FC236}">
                <a16:creationId xmlns:a16="http://schemas.microsoft.com/office/drawing/2014/main" id="{64511456-FC51-47DD-BFD0-4943429CABE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91440" y="274320"/>
            <a:ext cx="841248" cy="365760"/>
          </a:xfrm>
          <a:prstGeom prst="roundRect">
            <a:avLst>
              <a:gd name="adj" fmla="val 50000"/>
            </a:avLst>
          </a:prstGeom>
          <a:solidFill>
            <a:schemeClr val="bg1">
              <a:lumMod val="50000"/>
              <a:alpha val="85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tIns="0" rIns="0" bIns="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US" dirty="0"/>
              <a:t>Item</a:t>
            </a:r>
          </a:p>
        </p:txBody>
      </p:sp>
      <p:sp>
        <p:nvSpPr>
          <p:cNvPr id="39" name="English Item 2">
            <a:extLst>
              <a:ext uri="{FF2B5EF4-FFF2-40B4-BE49-F238E27FC236}">
                <a16:creationId xmlns:a16="http://schemas.microsoft.com/office/drawing/2014/main" id="{77FFD70F-11D8-4F0B-9C11-71C2BC7F3339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91440" y="713232"/>
            <a:ext cx="841248" cy="365760"/>
          </a:xfrm>
          <a:prstGeom prst="roundRect">
            <a:avLst>
              <a:gd name="adj" fmla="val 50000"/>
            </a:avLst>
          </a:prstGeom>
          <a:solidFill>
            <a:schemeClr val="bg1">
              <a:lumMod val="50000"/>
              <a:alpha val="85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tIns="0" rIns="0" bIns="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US" dirty="0"/>
              <a:t>Item</a:t>
            </a:r>
          </a:p>
        </p:txBody>
      </p:sp>
      <p:sp>
        <p:nvSpPr>
          <p:cNvPr id="40" name="English Item 3">
            <a:extLst>
              <a:ext uri="{FF2B5EF4-FFF2-40B4-BE49-F238E27FC236}">
                <a16:creationId xmlns:a16="http://schemas.microsoft.com/office/drawing/2014/main" id="{F87C32C9-B3F7-4468-9E26-D649E1154BC2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91440" y="1152144"/>
            <a:ext cx="841248" cy="365760"/>
          </a:xfrm>
          <a:prstGeom prst="roundRect">
            <a:avLst>
              <a:gd name="adj" fmla="val 50000"/>
            </a:avLst>
          </a:prstGeom>
          <a:solidFill>
            <a:schemeClr val="bg1">
              <a:lumMod val="50000"/>
              <a:alpha val="85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tIns="0" rIns="0" bIns="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US" dirty="0"/>
              <a:t>Item</a:t>
            </a:r>
          </a:p>
        </p:txBody>
      </p:sp>
      <p:sp>
        <p:nvSpPr>
          <p:cNvPr id="41" name="English Item 4">
            <a:extLst>
              <a:ext uri="{FF2B5EF4-FFF2-40B4-BE49-F238E27FC236}">
                <a16:creationId xmlns:a16="http://schemas.microsoft.com/office/drawing/2014/main" id="{25544223-978A-496C-AFE7-E04E9DD3B1E4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52471" y="1588701"/>
            <a:ext cx="841248" cy="365760"/>
          </a:xfrm>
          <a:prstGeom prst="roundRect">
            <a:avLst>
              <a:gd name="adj" fmla="val 50000"/>
            </a:avLst>
          </a:prstGeom>
          <a:solidFill>
            <a:schemeClr val="bg1">
              <a:lumMod val="50000"/>
              <a:alpha val="85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tIns="0" rIns="0" bIns="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US" dirty="0"/>
              <a:t>Item</a:t>
            </a:r>
          </a:p>
        </p:txBody>
      </p:sp>
      <p:sp>
        <p:nvSpPr>
          <p:cNvPr id="42" name="English Item 5">
            <a:extLst>
              <a:ext uri="{FF2B5EF4-FFF2-40B4-BE49-F238E27FC236}">
                <a16:creationId xmlns:a16="http://schemas.microsoft.com/office/drawing/2014/main" id="{70142A18-F862-4599-B43A-74683EE03740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471" y="2025258"/>
            <a:ext cx="841248" cy="365760"/>
          </a:xfrm>
          <a:prstGeom prst="roundRect">
            <a:avLst>
              <a:gd name="adj" fmla="val 50000"/>
            </a:avLst>
          </a:prstGeom>
          <a:solidFill>
            <a:schemeClr val="bg1">
              <a:lumMod val="50000"/>
              <a:alpha val="85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tIns="0" rIns="0" bIns="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US" dirty="0"/>
              <a:t>Item</a:t>
            </a:r>
          </a:p>
        </p:txBody>
      </p:sp>
      <p:sp>
        <p:nvSpPr>
          <p:cNvPr id="43" name="English Item 6">
            <a:extLst>
              <a:ext uri="{FF2B5EF4-FFF2-40B4-BE49-F238E27FC236}">
                <a16:creationId xmlns:a16="http://schemas.microsoft.com/office/drawing/2014/main" id="{FB224DD5-2774-4F12-B0B6-28C7446947A5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2471" y="2461815"/>
            <a:ext cx="841248" cy="365760"/>
          </a:xfrm>
          <a:prstGeom prst="roundRect">
            <a:avLst>
              <a:gd name="adj" fmla="val 50000"/>
            </a:avLst>
          </a:prstGeom>
          <a:solidFill>
            <a:schemeClr val="bg1">
              <a:lumMod val="50000"/>
              <a:alpha val="85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tIns="0" rIns="0" bIns="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US" dirty="0"/>
              <a:t>Item</a:t>
            </a:r>
          </a:p>
        </p:txBody>
      </p:sp>
      <p:sp>
        <p:nvSpPr>
          <p:cNvPr id="44" name="English Item 7">
            <a:extLst>
              <a:ext uri="{FF2B5EF4-FFF2-40B4-BE49-F238E27FC236}">
                <a16:creationId xmlns:a16="http://schemas.microsoft.com/office/drawing/2014/main" id="{3C792080-92A6-4656-99EF-B192654536F3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2471" y="2898372"/>
            <a:ext cx="841248" cy="365760"/>
          </a:xfrm>
          <a:prstGeom prst="roundRect">
            <a:avLst>
              <a:gd name="adj" fmla="val 50000"/>
            </a:avLst>
          </a:prstGeom>
          <a:solidFill>
            <a:schemeClr val="bg1">
              <a:lumMod val="50000"/>
              <a:alpha val="85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tIns="0" rIns="0" bIns="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US" dirty="0"/>
              <a:t>Item</a:t>
            </a:r>
          </a:p>
        </p:txBody>
      </p:sp>
      <p:sp>
        <p:nvSpPr>
          <p:cNvPr id="45" name="English Item 8">
            <a:extLst>
              <a:ext uri="{FF2B5EF4-FFF2-40B4-BE49-F238E27FC236}">
                <a16:creationId xmlns:a16="http://schemas.microsoft.com/office/drawing/2014/main" id="{43990215-9E95-4F3F-A512-2C8388A8E1C0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2471" y="3334929"/>
            <a:ext cx="841248" cy="365760"/>
          </a:xfrm>
          <a:prstGeom prst="roundRect">
            <a:avLst>
              <a:gd name="adj" fmla="val 50000"/>
            </a:avLst>
          </a:prstGeom>
          <a:solidFill>
            <a:schemeClr val="bg1">
              <a:lumMod val="50000"/>
              <a:alpha val="85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tIns="0" rIns="0" bIns="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US" dirty="0"/>
              <a:t>Item</a:t>
            </a:r>
          </a:p>
        </p:txBody>
      </p:sp>
      <p:sp>
        <p:nvSpPr>
          <p:cNvPr id="46" name="English Item 9">
            <a:extLst>
              <a:ext uri="{FF2B5EF4-FFF2-40B4-BE49-F238E27FC236}">
                <a16:creationId xmlns:a16="http://schemas.microsoft.com/office/drawing/2014/main" id="{C9AF262B-0E8B-401A-911E-4903359CE8F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2471" y="3771486"/>
            <a:ext cx="841248" cy="365760"/>
          </a:xfrm>
          <a:prstGeom prst="roundRect">
            <a:avLst>
              <a:gd name="adj" fmla="val 50000"/>
            </a:avLst>
          </a:prstGeom>
          <a:solidFill>
            <a:schemeClr val="bg1">
              <a:lumMod val="50000"/>
              <a:alpha val="85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tIns="0" rIns="0" bIns="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US" dirty="0"/>
              <a:t>Item</a:t>
            </a:r>
          </a:p>
        </p:txBody>
      </p:sp>
      <p:sp>
        <p:nvSpPr>
          <p:cNvPr id="47" name="English Item 10">
            <a:extLst>
              <a:ext uri="{FF2B5EF4-FFF2-40B4-BE49-F238E27FC236}">
                <a16:creationId xmlns:a16="http://schemas.microsoft.com/office/drawing/2014/main" id="{C48066A8-CD95-44E1-B350-279359E486D8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2471" y="4208043"/>
            <a:ext cx="841248" cy="365760"/>
          </a:xfrm>
          <a:prstGeom prst="roundRect">
            <a:avLst>
              <a:gd name="adj" fmla="val 50000"/>
            </a:avLst>
          </a:prstGeom>
          <a:solidFill>
            <a:schemeClr val="bg1">
              <a:lumMod val="50000"/>
              <a:alpha val="85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tIns="0" rIns="0" bIns="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US" dirty="0"/>
              <a:t>Item</a:t>
            </a:r>
          </a:p>
        </p:txBody>
      </p:sp>
      <p:sp>
        <p:nvSpPr>
          <p:cNvPr id="48" name="English Item 11">
            <a:extLst>
              <a:ext uri="{FF2B5EF4-FFF2-40B4-BE49-F238E27FC236}">
                <a16:creationId xmlns:a16="http://schemas.microsoft.com/office/drawing/2014/main" id="{3BDF1151-7B7E-4F3C-A872-C2120EC76A32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471" y="4644600"/>
            <a:ext cx="841248" cy="365760"/>
          </a:xfrm>
          <a:prstGeom prst="roundRect">
            <a:avLst>
              <a:gd name="adj" fmla="val 50000"/>
            </a:avLst>
          </a:prstGeom>
          <a:solidFill>
            <a:schemeClr val="bg1">
              <a:lumMod val="50000"/>
              <a:alpha val="85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tIns="0" rIns="0" bIns="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US" dirty="0"/>
              <a:t>Item</a:t>
            </a:r>
          </a:p>
        </p:txBody>
      </p:sp>
      <p:sp>
        <p:nvSpPr>
          <p:cNvPr id="49" name="English Item 12">
            <a:extLst>
              <a:ext uri="{FF2B5EF4-FFF2-40B4-BE49-F238E27FC236}">
                <a16:creationId xmlns:a16="http://schemas.microsoft.com/office/drawing/2014/main" id="{9330F07F-E095-4B99-B3F0-D000A080368B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2471" y="5081157"/>
            <a:ext cx="841248" cy="365760"/>
          </a:xfrm>
          <a:prstGeom prst="roundRect">
            <a:avLst>
              <a:gd name="adj" fmla="val 50000"/>
            </a:avLst>
          </a:prstGeom>
          <a:solidFill>
            <a:schemeClr val="bg1">
              <a:lumMod val="50000"/>
              <a:alpha val="85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tIns="0" rIns="0" bIns="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US" dirty="0"/>
              <a:t>Item</a:t>
            </a:r>
          </a:p>
        </p:txBody>
      </p:sp>
      <p:sp>
        <p:nvSpPr>
          <p:cNvPr id="50" name="English Item 13">
            <a:extLst>
              <a:ext uri="{FF2B5EF4-FFF2-40B4-BE49-F238E27FC236}">
                <a16:creationId xmlns:a16="http://schemas.microsoft.com/office/drawing/2014/main" id="{85021B58-4CDE-4E99-8A7B-ACF14CB48BE4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2471" y="5517714"/>
            <a:ext cx="841248" cy="365760"/>
          </a:xfrm>
          <a:prstGeom prst="roundRect">
            <a:avLst>
              <a:gd name="adj" fmla="val 50000"/>
            </a:avLst>
          </a:prstGeom>
          <a:solidFill>
            <a:schemeClr val="bg1">
              <a:lumMod val="50000"/>
              <a:alpha val="85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tIns="0" rIns="0" bIns="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US" dirty="0"/>
              <a:t>Item</a:t>
            </a:r>
          </a:p>
        </p:txBody>
      </p:sp>
      <p:sp>
        <p:nvSpPr>
          <p:cNvPr id="51" name="English Item 14">
            <a:extLst>
              <a:ext uri="{FF2B5EF4-FFF2-40B4-BE49-F238E27FC236}">
                <a16:creationId xmlns:a16="http://schemas.microsoft.com/office/drawing/2014/main" id="{D7BF4D17-421D-4CBB-B002-3920B96C33DB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2471" y="5954271"/>
            <a:ext cx="841248" cy="365760"/>
          </a:xfrm>
          <a:prstGeom prst="roundRect">
            <a:avLst>
              <a:gd name="adj" fmla="val 50000"/>
            </a:avLst>
          </a:prstGeom>
          <a:solidFill>
            <a:schemeClr val="bg1">
              <a:lumMod val="50000"/>
              <a:alpha val="85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tIns="0" rIns="0" bIns="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US" dirty="0"/>
              <a:t>Item</a:t>
            </a:r>
          </a:p>
        </p:txBody>
      </p:sp>
    </p:spTree>
    <p:extLst>
      <p:ext uri="{BB962C8B-B14F-4D97-AF65-F5344CB8AC3E}">
        <p14:creationId xmlns:p14="http://schemas.microsoft.com/office/powerpoint/2010/main" val="32782060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1" presetClass="mediacall" presetSubtype="0" fill="hold" nodeType="afterEffect">
                                      <p:stCondLst>
                                        <p:cond delay="0"/>
                                      </p:stCondLst>
                                      <p:childTnLst>
                                        <p:cmd type="call" cmd="playFrom(0.0)">
                                          <p:cBhvr>
                                            <p:cTn id="6" dur="10031" fill="hold"/>
                                            <p:tgtEl>
                                              <p:spTgt spid="12"/>
                                            </p:tgtEl>
                                          </p:cBhvr>
                                        </p:cmd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  <p:audio>
                  <p:cMediaNode vol="80000" mute="1" showWhenStopped="0">
                    <p:cTn id="7" repeatCount="indefinite" fill="hold" display="0">
                      <p:stCondLst>
                        <p:cond delay="indefinite"/>
                      </p:stCondLst>
                      <p:endCondLst>
                        <p:cond evt="onStopAudio" delay="0">
                          <p:tgtEl>
                            <p:sldTgt/>
                          </p:tgtEl>
                        </p:cond>
                      </p:endCondLst>
                    </p:cTn>
                    <p:tgtEl>
                      <p:spTgt spid="12"/>
                    </p:tgtEl>
                  </p:cMediaNode>
                </p:audio>
                <p:seq concurrent="1" nextAc="seek">
                  <p:cTn id="8" restart="whenNotActive" fill="hold" evtFilter="cancelBubble" nodeType="interactiveSeq">
                    <p:stCondLst>
                      <p:cond evt="onMediaBookmark" delay="0">
                        <p:tgtEl>
                          <p14:bmkTgt spid="12" bmkName="Bookmark 1"/>
                        </p:tgtEl>
                      </p:cond>
                    </p:stCondLst>
                    <p:endSync evt="end" delay="0">
                      <p:rtn val="all"/>
                    </p:endSync>
                    <p:childTnLst>
                      <p:par>
                        <p:cTn id="9" fill="hold">
                          <p:stCondLst>
                            <p:cond delay="0"/>
                          </p:stCondLst>
                          <p:childTnLst>
                            <p:par>
                              <p:cTn id="10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11" presetID="10" presetClass="entr" presetSubtype="0" fill="hold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3" dur="1000"/>
                                            <p:tgtEl>
                                              <p:spTgt spid="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4" presetID="10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6" dur="1000"/>
                                            <p:tgtEl>
                                              <p:spTgt spid="19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7" presetID="10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6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9" dur="1000"/>
                                            <p:tgtEl>
                                              <p:spTgt spid="16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0" presetID="10" presetClass="exit" presetSubtype="0" fill="hold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animEffect transition="out" filter="fade">
                                          <p:cBhvr>
                                            <p:cTn id="21" dur="1000"/>
                                            <p:tgtEl>
                                              <p:spTgt spid="17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22" dur="1" fill="hold">
                                              <p:stCondLst>
                                                <p:cond delay="999"/>
                                              </p:stCondLst>
                                            </p:cTn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23" presetID="10" presetClass="exit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animEffect transition="out" filter="fade">
                                          <p:cBhvr>
                                            <p:cTn id="24" dur="1000"/>
                                            <p:tgtEl>
                                              <p:spTgt spid="11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25" dur="1" fill="hold">
                                              <p:stCondLst>
                                                <p:cond delay="999"/>
                                              </p:stCondLst>
                                            </p:cTn>
                                            <p:tgtEl>
                                              <p:spTgt spid="11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26" presetID="10" presetClass="exit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animEffect transition="out" filter="fade">
                                          <p:cBhvr>
                                            <p:cTn id="27" dur="1000"/>
                                            <p:tgtEl>
                                              <p:spTgt spid="10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28" dur="1" fill="hold">
                                              <p:stCondLst>
                                                <p:cond delay="999"/>
                                              </p:stCondLst>
                                            </p:cTn>
                                            <p:tgtEl>
                                              <p:spTgt spid="10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29" presetID="10" presetClass="exit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animEffect transition="out" filter="fade">
                                          <p:cBhvr>
                                            <p:cTn id="30" dur="1000"/>
                                            <p:tgtEl>
                                              <p:spTgt spid="38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31" dur="1" fill="hold">
                                              <p:stCondLst>
                                                <p:cond delay="999"/>
                                              </p:stCondLst>
                                            </p:cTn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32" presetID="10" presetClass="exit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animEffect transition="out" filter="fade">
                                          <p:cBhvr>
                                            <p:cTn id="33" dur="1000"/>
                                            <p:tgtEl>
                                              <p:spTgt spid="39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34" dur="1" fill="hold">
                                              <p:stCondLst>
                                                <p:cond delay="999"/>
                                              </p:stCondLst>
                                            </p:cTn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35" presetID="10" presetClass="exit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animEffect transition="out" filter="fade">
                                          <p:cBhvr>
                                            <p:cTn id="36" dur="1000"/>
                                            <p:tgtEl>
                                              <p:spTgt spid="40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37" dur="1" fill="hold">
                                              <p:stCondLst>
                                                <p:cond delay="999"/>
                                              </p:stCondLst>
                                            </p:cTn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38" presetID="10" presetClass="exit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animEffect transition="out" filter="fade">
                                          <p:cBhvr>
                                            <p:cTn id="39" dur="1000"/>
                                            <p:tgtEl>
                                              <p:spTgt spid="41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40" dur="1" fill="hold">
                                              <p:stCondLst>
                                                <p:cond delay="999"/>
                                              </p:stCondLst>
                                            </p:cTn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41" presetID="10" presetClass="exit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animEffect transition="out" filter="fade">
                                          <p:cBhvr>
                                            <p:cTn id="42" dur="1000"/>
                                            <p:tgtEl>
                                              <p:spTgt spid="42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43" dur="1" fill="hold">
                                              <p:stCondLst>
                                                <p:cond delay="999"/>
                                              </p:stCondLst>
                                            </p:cTn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44" presetID="10" presetClass="exit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animEffect transition="out" filter="fade">
                                          <p:cBhvr>
                                            <p:cTn id="45" dur="1000"/>
                                            <p:tgtEl>
                                              <p:spTgt spid="43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46" dur="1" fill="hold">
                                              <p:stCondLst>
                                                <p:cond delay="999"/>
                                              </p:stCondLst>
                                            </p:cTn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47" presetID="10" presetClass="exit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animEffect transition="out" filter="fade">
                                          <p:cBhvr>
                                            <p:cTn id="48" dur="1000"/>
                                            <p:tgtEl>
                                              <p:spTgt spid="44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49" dur="1" fill="hold">
                                              <p:stCondLst>
                                                <p:cond delay="999"/>
                                              </p:stCondLst>
                                            </p:cTn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50" presetID="10" presetClass="exit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animEffect transition="out" filter="fade">
                                          <p:cBhvr>
                                            <p:cTn id="51" dur="1000"/>
                                            <p:tgtEl>
                                              <p:spTgt spid="45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52" dur="1" fill="hold">
                                              <p:stCondLst>
                                                <p:cond delay="999"/>
                                              </p:stCondLst>
                                            </p:cTn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53" presetID="10" presetClass="exit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animEffect transition="out" filter="fade">
                                          <p:cBhvr>
                                            <p:cTn id="54" dur="1000"/>
                                            <p:tgtEl>
                                              <p:spTgt spid="46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55" dur="1" fill="hold">
                                              <p:stCondLst>
                                                <p:cond delay="999"/>
                                              </p:stCondLst>
                                            </p:cTn>
                                            <p:tgtEl>
                                              <p:spTgt spid="4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56" presetID="10" presetClass="exit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animEffect transition="out" filter="fade">
                                          <p:cBhvr>
                                            <p:cTn id="57" dur="1000"/>
                                            <p:tgtEl>
                                              <p:spTgt spid="47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58" dur="1" fill="hold">
                                              <p:stCondLst>
                                                <p:cond delay="999"/>
                                              </p:stCondLst>
                                            </p:cTn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59" presetID="10" presetClass="exit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animEffect transition="out" filter="fade">
                                          <p:cBhvr>
                                            <p:cTn id="60" dur="1000"/>
                                            <p:tgtEl>
                                              <p:spTgt spid="48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61" dur="1" fill="hold">
                                              <p:stCondLst>
                                                <p:cond delay="999"/>
                                              </p:stCondLst>
                                            </p:cTn>
                                            <p:tgtEl>
                                              <p:spTgt spid="4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62" presetID="10" presetClass="exit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animEffect transition="out" filter="fade">
                                          <p:cBhvr>
                                            <p:cTn id="63" dur="1000"/>
                                            <p:tgtEl>
                                              <p:spTgt spid="49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64" dur="1" fill="hold">
                                              <p:stCondLst>
                                                <p:cond delay="999"/>
                                              </p:stCondLst>
                                            </p:cTn>
                                            <p:tgtEl>
                                              <p:spTgt spid="4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65" presetID="10" presetClass="exit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animEffect transition="out" filter="fade">
                                          <p:cBhvr>
                                            <p:cTn id="66" dur="1000"/>
                                            <p:tgtEl>
                                              <p:spTgt spid="50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67" dur="1" fill="hold">
                                              <p:stCondLst>
                                                <p:cond delay="999"/>
                                              </p:stCondLst>
                                            </p:cTn>
                                            <p:tgtEl>
                                              <p:spTgt spid="5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68" presetID="10" presetClass="exit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animEffect transition="out" filter="fade">
                                          <p:cBhvr>
                                            <p:cTn id="69" dur="1000"/>
                                            <p:tgtEl>
                                              <p:spTgt spid="51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70" dur="1" fill="hold">
                                              <p:stCondLst>
                                                <p:cond delay="999"/>
                                              </p:stCondLst>
                                            </p:cTn>
                                            <p:tgtEl>
                                              <p:spTgt spid="5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71" presetID="10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7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3" dur="1000"/>
                                            <p:tgtEl>
                                              <p:spTgt spid="2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74" presetID="10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7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6" dur="1000"/>
                                            <p:tgtEl>
                                              <p:spTgt spid="2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77" presetID="10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7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9" dur="1000"/>
                                            <p:tgtEl>
                                              <p:spTgt spid="2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0" presetID="10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8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82" dur="1000"/>
                                            <p:tgtEl>
                                              <p:spTgt spid="2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3" presetID="10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8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85" dur="1000"/>
                                            <p:tgtEl>
                                              <p:spTgt spid="2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6" presetID="10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8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88" dur="1000"/>
                                            <p:tgtEl>
                                              <p:spTgt spid="2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9" presetID="10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9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91" dur="1000"/>
                                            <p:tgtEl>
                                              <p:spTgt spid="3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92" presetID="10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9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94" dur="1000"/>
                                            <p:tgtEl>
                                              <p:spTgt spid="3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95" presetID="10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9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97" dur="1000"/>
                                            <p:tgtEl>
                                              <p:spTgt spid="3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98" presetID="10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9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00" dur="1000"/>
                                            <p:tgtEl>
                                              <p:spTgt spid="3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01" presetID="10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0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03" dur="1000"/>
                                            <p:tgtEl>
                                              <p:spTgt spid="3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04" presetID="10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0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06" dur="1000"/>
                                            <p:tgtEl>
                                              <p:spTgt spid="3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07" presetID="10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0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09" dur="1000"/>
                                            <p:tgtEl>
                                              <p:spTgt spid="3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10" presetID="10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12" dur="1000"/>
                                            <p:tgtEl>
                                              <p:spTgt spid="3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13" presetID="10" presetClass="exit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animEffect transition="out" filter="fade">
                                          <p:cBhvr>
                                            <p:cTn id="114" dur="1000"/>
                                            <p:tgtEl>
                                              <p:spTgt spid="55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115" dur="1" fill="hold">
                                              <p:stCondLst>
                                                <p:cond delay="999"/>
                                              </p:stCondLst>
                                            </p:cTn>
                                            <p:tgtEl>
                                              <p:spTgt spid="55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116" presetID="10" presetClass="exit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animEffect transition="out" filter="fade">
                                          <p:cBhvr>
                                            <p:cTn id="117" dur="1000"/>
                                            <p:tgtEl>
                                              <p:spTgt spid="56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118" dur="1" fill="hold">
                                              <p:stCondLst>
                                                <p:cond delay="999"/>
                                              </p:stCondLst>
                                            </p:cTn>
                                            <p:tgtEl>
                                              <p:spTgt spid="56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119" presetID="10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2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9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21" dur="1000"/>
                                            <p:tgtEl>
                                              <p:spTgt spid="59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22" presetID="10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2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8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24" dur="1000"/>
                                            <p:tgtEl>
                                              <p:spTgt spid="58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nextCondLst>
                    <p:cond evt="onMediaBookmark" delay="0">
                      <p:tgtEl>
                        <p14:bmkTgt spid="12" bmkName="Bookmark 1"/>
                      </p:tgtEl>
                    </p:cond>
                  </p:nextCondLst>
                </p:seq>
                <p:seq concurrent="1" nextAc="seek">
                  <p:cTn id="125" restart="whenNotActive" fill="hold" evtFilter="cancelBubble" nodeType="interactiveSeq">
                    <p:stCondLst>
                      <p:cond evt="onMediaBookmark" delay="0">
                        <p:tgtEl>
                          <p14:bmkTgt spid="12" bmkName="Bookmark 2"/>
                        </p:tgtEl>
                      </p:cond>
                    </p:stCondLst>
                    <p:endSync evt="end" delay="0">
                      <p:rtn val="all"/>
                    </p:endSync>
                    <p:childTnLst>
                      <p:par>
                        <p:cTn id="126" fill="hold">
                          <p:stCondLst>
                            <p:cond delay="0"/>
                          </p:stCondLst>
                          <p:childTnLst>
                            <p:par>
                              <p:cTn id="127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128" presetID="10" presetClass="exit" presetSubtype="0" fill="hold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animEffect transition="out" filter="fade">
                                          <p:cBhvr>
                                            <p:cTn id="129" dur="1000"/>
                                            <p:tgtEl>
                                              <p:spTgt spid="8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130" dur="1" fill="hold">
                                              <p:stCondLst>
                                                <p:cond delay="999"/>
                                              </p:stCondLst>
                                            </p:cTn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131" presetID="10" presetClass="exit" presetSubtype="0" fill="hold" grpId="1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animEffect transition="out" filter="fade">
                                          <p:cBhvr>
                                            <p:cTn id="132" dur="1000"/>
                                            <p:tgtEl>
                                              <p:spTgt spid="19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133" dur="1" fill="hold">
                                              <p:stCondLst>
                                                <p:cond delay="999"/>
                                              </p:stCondLst>
                                            </p:cTn>
                                            <p:tgtEl>
                                              <p:spTgt spid="19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134" presetID="10" presetClass="exit" presetSubtype="0" fill="hold" grpId="1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animEffect transition="out" filter="fade">
                                          <p:cBhvr>
                                            <p:cTn id="135" dur="1000"/>
                                            <p:tgtEl>
                                              <p:spTgt spid="16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136" dur="1" fill="hold">
                                              <p:stCondLst>
                                                <p:cond delay="999"/>
                                              </p:stCondLst>
                                            </p:cTn>
                                            <p:tgtEl>
                                              <p:spTgt spid="16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137" presetID="10" presetClass="entr" presetSubtype="0" fill="hold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3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39" dur="1000"/>
                                            <p:tgtEl>
                                              <p:spTgt spid="1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40" presetID="10" presetClass="entr" presetSubtype="0" fill="hold" grpId="1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4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1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42" dur="1000"/>
                                            <p:tgtEl>
                                              <p:spTgt spid="11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43" presetID="10" presetClass="entr" presetSubtype="0" fill="hold" grpId="1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4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0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45" dur="1000"/>
                                            <p:tgtEl>
                                              <p:spTgt spid="10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46" presetID="10" presetClass="entr" presetSubtype="0" fill="hold" grpId="1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4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48" dur="1000"/>
                                            <p:tgtEl>
                                              <p:spTgt spid="3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49" presetID="10" presetClass="entr" presetSubtype="0" fill="hold" grpId="1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5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51" dur="1000"/>
                                            <p:tgtEl>
                                              <p:spTgt spid="3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52" presetID="10" presetClass="entr" presetSubtype="0" fill="hold" grpId="1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5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54" dur="1000"/>
                                            <p:tgtEl>
                                              <p:spTgt spid="4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55" presetID="10" presetClass="entr" presetSubtype="0" fill="hold" grpId="1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5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57" dur="1000"/>
                                            <p:tgtEl>
                                              <p:spTgt spid="4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58" presetID="10" presetClass="entr" presetSubtype="0" fill="hold" grpId="1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5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60" dur="1000"/>
                                            <p:tgtEl>
                                              <p:spTgt spid="4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61" presetID="10" presetClass="entr" presetSubtype="0" fill="hold" grpId="1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6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63" dur="1000"/>
                                            <p:tgtEl>
                                              <p:spTgt spid="4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64" presetID="10" presetClass="entr" presetSubtype="0" fill="hold" grpId="1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6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66" dur="1000"/>
                                            <p:tgtEl>
                                              <p:spTgt spid="4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67" presetID="10" presetClass="entr" presetSubtype="0" fill="hold" grpId="1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6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69" dur="1000"/>
                                            <p:tgtEl>
                                              <p:spTgt spid="4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70" presetID="10" presetClass="entr" presetSubtype="0" fill="hold" grpId="1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7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72" dur="1000"/>
                                            <p:tgtEl>
                                              <p:spTgt spid="4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73" presetID="10" presetClass="entr" presetSubtype="0" fill="hold" grpId="1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7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75" dur="1000"/>
                                            <p:tgtEl>
                                              <p:spTgt spid="4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76" presetID="10" presetClass="entr" presetSubtype="0" fill="hold" grpId="1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7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78" dur="1000"/>
                                            <p:tgtEl>
                                              <p:spTgt spid="4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79" presetID="10" presetClass="entr" presetSubtype="0" fill="hold" grpId="1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8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81" dur="1000"/>
                                            <p:tgtEl>
                                              <p:spTgt spid="4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82" presetID="10" presetClass="entr" presetSubtype="0" fill="hold" grpId="1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8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84" dur="1000"/>
                                            <p:tgtEl>
                                              <p:spTgt spid="5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85" presetID="10" presetClass="entr" presetSubtype="0" fill="hold" grpId="1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8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87" dur="1000"/>
                                            <p:tgtEl>
                                              <p:spTgt spid="5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88" presetID="10" presetClass="exit" presetSubtype="0" fill="hold" grpId="1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animEffect transition="out" filter="fade">
                                          <p:cBhvr>
                                            <p:cTn id="189" dur="1000"/>
                                            <p:tgtEl>
                                              <p:spTgt spid="24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190" dur="1" fill="hold">
                                              <p:stCondLst>
                                                <p:cond delay="999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191" presetID="10" presetClass="exit" presetSubtype="0" fill="hold" grpId="1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animEffect transition="out" filter="fade">
                                          <p:cBhvr>
                                            <p:cTn id="192" dur="1000"/>
                                            <p:tgtEl>
                                              <p:spTgt spid="25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193" dur="1" fill="hold">
                                              <p:stCondLst>
                                                <p:cond delay="999"/>
                                              </p:stCondLst>
                                            </p:cTn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194" presetID="10" presetClass="exit" presetSubtype="0" fill="hold" grpId="1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animEffect transition="out" filter="fade">
                                          <p:cBhvr>
                                            <p:cTn id="195" dur="1000"/>
                                            <p:tgtEl>
                                              <p:spTgt spid="26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196" dur="1" fill="hold">
                                              <p:stCondLst>
                                                <p:cond delay="999"/>
                                              </p:stCondLst>
                                            </p:cTn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197" presetID="10" presetClass="exit" presetSubtype="0" fill="hold" grpId="1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animEffect transition="out" filter="fade">
                                          <p:cBhvr>
                                            <p:cTn id="198" dur="1000"/>
                                            <p:tgtEl>
                                              <p:spTgt spid="27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199" dur="1" fill="hold">
                                              <p:stCondLst>
                                                <p:cond delay="999"/>
                                              </p:stCondLst>
                                            </p:cTn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200" presetID="10" presetClass="exit" presetSubtype="0" fill="hold" grpId="1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animEffect transition="out" filter="fade">
                                          <p:cBhvr>
                                            <p:cTn id="201" dur="1000"/>
                                            <p:tgtEl>
                                              <p:spTgt spid="28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202" dur="1" fill="hold">
                                              <p:stCondLst>
                                                <p:cond delay="999"/>
                                              </p:stCondLst>
                                            </p:cTn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203" presetID="10" presetClass="exit" presetSubtype="0" fill="hold" grpId="1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animEffect transition="out" filter="fade">
                                          <p:cBhvr>
                                            <p:cTn id="204" dur="1000"/>
                                            <p:tgtEl>
                                              <p:spTgt spid="29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205" dur="1" fill="hold">
                                              <p:stCondLst>
                                                <p:cond delay="999"/>
                                              </p:stCondLst>
                                            </p:cTn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206" presetID="10" presetClass="exit" presetSubtype="0" fill="hold" grpId="1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animEffect transition="out" filter="fade">
                                          <p:cBhvr>
                                            <p:cTn id="207" dur="1000"/>
                                            <p:tgtEl>
                                              <p:spTgt spid="30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208" dur="1" fill="hold">
                                              <p:stCondLst>
                                                <p:cond delay="999"/>
                                              </p:stCondLst>
                                            </p:cTn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209" presetID="10" presetClass="exit" presetSubtype="0" fill="hold" grpId="1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animEffect transition="out" filter="fade">
                                          <p:cBhvr>
                                            <p:cTn id="210" dur="1000"/>
                                            <p:tgtEl>
                                              <p:spTgt spid="31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211" dur="1" fill="hold">
                                              <p:stCondLst>
                                                <p:cond delay="999"/>
                                              </p:stCondLst>
                                            </p:cTn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212" presetID="10" presetClass="exit" presetSubtype="0" fill="hold" grpId="1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animEffect transition="out" filter="fade">
                                          <p:cBhvr>
                                            <p:cTn id="213" dur="1000"/>
                                            <p:tgtEl>
                                              <p:spTgt spid="32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214" dur="1" fill="hold">
                                              <p:stCondLst>
                                                <p:cond delay="999"/>
                                              </p:stCondLst>
                                            </p:cTn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215" presetID="10" presetClass="exit" presetSubtype="0" fill="hold" grpId="1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animEffect transition="out" filter="fade">
                                          <p:cBhvr>
                                            <p:cTn id="216" dur="1000"/>
                                            <p:tgtEl>
                                              <p:spTgt spid="33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217" dur="1" fill="hold">
                                              <p:stCondLst>
                                                <p:cond delay="999"/>
                                              </p:stCondLst>
                                            </p:cTn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218" presetID="10" presetClass="exit" presetSubtype="0" fill="hold" grpId="1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animEffect transition="out" filter="fade">
                                          <p:cBhvr>
                                            <p:cTn id="219" dur="1000"/>
                                            <p:tgtEl>
                                              <p:spTgt spid="34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220" dur="1" fill="hold">
                                              <p:stCondLst>
                                                <p:cond delay="999"/>
                                              </p:stCondLst>
                                            </p:cTn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221" presetID="10" presetClass="exit" presetSubtype="0" fill="hold" grpId="1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animEffect transition="out" filter="fade">
                                          <p:cBhvr>
                                            <p:cTn id="222" dur="1000"/>
                                            <p:tgtEl>
                                              <p:spTgt spid="35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223" dur="1" fill="hold">
                                              <p:stCondLst>
                                                <p:cond delay="999"/>
                                              </p:stCondLst>
                                            </p:cTn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224" presetID="10" presetClass="exit" presetSubtype="0" fill="hold" grpId="1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animEffect transition="out" filter="fade">
                                          <p:cBhvr>
                                            <p:cTn id="225" dur="1000"/>
                                            <p:tgtEl>
                                              <p:spTgt spid="36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226" dur="1" fill="hold">
                                              <p:stCondLst>
                                                <p:cond delay="999"/>
                                              </p:stCondLst>
                                            </p:cTn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227" presetID="10" presetClass="exit" presetSubtype="0" fill="hold" grpId="1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animEffect transition="out" filter="fade">
                                          <p:cBhvr>
                                            <p:cTn id="228" dur="1000"/>
                                            <p:tgtEl>
                                              <p:spTgt spid="37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229" dur="1" fill="hold">
                                              <p:stCondLst>
                                                <p:cond delay="999"/>
                                              </p:stCondLst>
                                            </p:cTn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230" presetID="10" presetClass="entr" presetSubtype="0" fill="hold" grpId="1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23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6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32" dur="1000"/>
                                            <p:tgtEl>
                                              <p:spTgt spid="56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33" presetID="10" presetClass="entr" presetSubtype="0" fill="hold" grpId="1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23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5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35" dur="1000"/>
                                            <p:tgtEl>
                                              <p:spTgt spid="55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36" presetID="10" presetClass="exit" presetSubtype="0" fill="hold" grpId="1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animEffect transition="out" filter="fade">
                                          <p:cBhvr>
                                            <p:cTn id="237" dur="1000"/>
                                            <p:tgtEl>
                                              <p:spTgt spid="59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238" dur="1" fill="hold">
                                              <p:stCondLst>
                                                <p:cond delay="999"/>
                                              </p:stCondLst>
                                            </p:cTn>
                                            <p:tgtEl>
                                              <p:spTgt spid="59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239" presetID="10" presetClass="exit" presetSubtype="0" fill="hold" grpId="1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animEffect transition="out" filter="fade">
                                          <p:cBhvr>
                                            <p:cTn id="240" dur="1000"/>
                                            <p:tgtEl>
                                              <p:spTgt spid="58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241" dur="1" fill="hold">
                                              <p:stCondLst>
                                                <p:cond delay="999"/>
                                              </p:stCondLst>
                                            </p:cTn>
                                            <p:tgtEl>
                                              <p:spTgt spid="58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nextCondLst>
                    <p:cond evt="onMediaBookmark" delay="0">
                      <p:tgtEl>
                        <p14:bmkTgt spid="12" bmkName="Bookmark 2"/>
                      </p:tgtEl>
                    </p:cond>
                  </p:nextCondLst>
                </p:seq>
              </p:childTnLst>
            </p:cTn>
          </p:par>
        </p:tnLst>
        <p:bldLst>
          <p:bldP spid="10" grpId="0" build="p">
            <p:tmplLst>
              <p:tmpl lvl="1">
                <p:tnLst>
                  <p:par>
                    <p:cTn presetID="10" presetClass="exit" presetSubtype="0" fill="hold" nodeType="withEffect">
                      <p:stCondLst>
                        <p:cond delay="0"/>
                      </p:stCondLst>
                      <p:childTnLst>
                        <p:animEffect transition="out" filter="fade">
                          <p:cBhvr>
                            <p:cTn dur="1000"/>
                            <p:tgtEl>
                              <p:spTgt spid="10"/>
                            </p:tgtEl>
                          </p:cBhvr>
                        </p:animEffect>
                        <p:set>
                          <p:cBhvr>
                            <p:cTn dur="1" fill="hold">
                              <p:stCondLst>
                                <p:cond delay="999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tnLst>
              </p:tmpl>
            </p:tmplLst>
          </p:bldP>
          <p:bldP spid="10" grpId="1" build="p">
            <p:tmplLst>
              <p:tmpl lvl="1">
                <p:tnLst>
                  <p:par>
                    <p:cTn presetID="10" presetClass="entr" presetSubtype="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dur="1000"/>
                            <p:tgtEl>
                              <p:spTgt spid="10"/>
                            </p:tgtEl>
                          </p:cBhvr>
                        </p:animEffect>
                      </p:childTnLst>
                    </p:cTn>
                  </p:par>
                </p:tnLst>
              </p:tmpl>
            </p:tmplLst>
          </p:bldP>
          <p:bldP spid="11" grpId="0" build="p">
            <p:tmplLst>
              <p:tmpl lvl="1">
                <p:tnLst>
                  <p:par>
                    <p:cTn presetID="10" presetClass="exit" presetSubtype="0" fill="hold" nodeType="withEffect">
                      <p:stCondLst>
                        <p:cond delay="0"/>
                      </p:stCondLst>
                      <p:childTnLst>
                        <p:animEffect transition="out" filter="fade">
                          <p:cBhvr>
                            <p:cTn dur="1000"/>
                            <p:tgtEl>
                              <p:spTgt spid="11"/>
                            </p:tgtEl>
                          </p:cBhvr>
                        </p:animEffect>
                        <p:set>
                          <p:cBhvr>
                            <p:cTn dur="1" fill="hold">
                              <p:stCondLst>
                                <p:cond delay="999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tnLst>
              </p:tmpl>
            </p:tmplLst>
          </p:bldP>
          <p:bldP spid="11" grpId="1" build="p">
            <p:tmplLst>
              <p:tmpl lvl="1">
                <p:tnLst>
                  <p:par>
                    <p:cTn presetID="10" presetClass="entr" presetSubtype="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dur="1000"/>
                            <p:tgtEl>
                              <p:spTgt spid="11"/>
                            </p:tgtEl>
                          </p:cBhvr>
                        </p:animEffect>
                      </p:childTnLst>
                    </p:cTn>
                  </p:par>
                </p:tnLst>
              </p:tmpl>
            </p:tmplLst>
          </p:bldP>
          <p:bldP spid="16" grpId="0" build="p">
            <p:tmplLst>
              <p:tmpl lvl="1">
                <p:tnLst>
                  <p:par>
                    <p:cTn presetID="10" presetClass="entr" presetSubtype="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dur="100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</p:tnLst>
              </p:tmpl>
            </p:tmplLst>
          </p:bldP>
          <p:bldP spid="16" grpId="1" build="p">
            <p:tmplLst>
              <p:tmpl lvl="1">
                <p:tnLst>
                  <p:par>
                    <p:cTn presetID="10" presetClass="exit" presetSubtype="0" fill="hold" nodeType="withEffect">
                      <p:stCondLst>
                        <p:cond delay="0"/>
                      </p:stCondLst>
                      <p:childTnLst>
                        <p:animEffect transition="out" filter="fade">
                          <p:cBhvr>
                            <p:cTn dur="1000"/>
                            <p:tgtEl>
                              <p:spTgt spid="16"/>
                            </p:tgtEl>
                          </p:cBhvr>
                        </p:animEffect>
                        <p:set>
                          <p:cBhvr>
                            <p:cTn dur="1" fill="hold">
                              <p:stCondLst>
                                <p:cond delay="999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tnLst>
              </p:tmpl>
            </p:tmplLst>
          </p:bldP>
          <p:bldP spid="19" grpId="0" build="p">
            <p:tmplLst>
              <p:tmpl lvl="1">
                <p:tnLst>
                  <p:par>
                    <p:cTn presetID="10" presetClass="entr" presetSubtype="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dur="1000"/>
                            <p:tgtEl>
                              <p:spTgt spid="19"/>
                            </p:tgtEl>
                          </p:cBhvr>
                        </p:animEffect>
                      </p:childTnLst>
                    </p:cTn>
                  </p:par>
                </p:tnLst>
              </p:tmpl>
            </p:tmplLst>
          </p:bldP>
          <p:bldP spid="19" grpId="1" build="p">
            <p:tmplLst>
              <p:tmpl lvl="1">
                <p:tnLst>
                  <p:par>
                    <p:cTn presetID="10" presetClass="exit" presetSubtype="0" fill="hold" nodeType="withEffect">
                      <p:stCondLst>
                        <p:cond delay="0"/>
                      </p:stCondLst>
                      <p:childTnLst>
                        <p:animEffect transition="out" filter="fade">
                          <p:cBhvr>
                            <p:cTn dur="1000"/>
                            <p:tgtEl>
                              <p:spTgt spid="19"/>
                            </p:tgtEl>
                          </p:cBhvr>
                        </p:animEffect>
                        <p:set>
                          <p:cBhvr>
                            <p:cTn dur="1" fill="hold">
                              <p:stCondLst>
                                <p:cond delay="999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tnLst>
              </p:tmpl>
            </p:tmplLst>
          </p:bldP>
          <p:bldP spid="55" grpId="0" build="p">
            <p:tmplLst>
              <p:tmpl lvl="1">
                <p:tnLst>
                  <p:par>
                    <p:cTn presetID="10" presetClass="exit" presetSubtype="0" fill="hold" nodeType="withEffect">
                      <p:stCondLst>
                        <p:cond delay="0"/>
                      </p:stCondLst>
                      <p:childTnLst>
                        <p:animEffect transition="out" filter="fade">
                          <p:cBhvr>
                            <p:cTn dur="1000"/>
                            <p:tgtEl>
                              <p:spTgt spid="55"/>
                            </p:tgtEl>
                          </p:cBhvr>
                        </p:animEffect>
                        <p:set>
                          <p:cBhvr>
                            <p:cTn dur="1" fill="hold">
                              <p:stCondLst>
                                <p:cond delay="999"/>
                              </p:stCondLst>
                            </p:cTn>
                            <p:tgtEl>
                              <p:spTgt spid="5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tnLst>
              </p:tmpl>
            </p:tmplLst>
          </p:bldP>
          <p:bldP spid="55" grpId="1" build="p">
            <p:tmplLst>
              <p:tmpl lvl="1">
                <p:tnLst>
                  <p:par>
                    <p:cTn presetID="10" presetClass="entr" presetSubtype="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dur="1000"/>
                            <p:tgtEl>
                              <p:spTgt spid="55"/>
                            </p:tgtEl>
                          </p:cBhvr>
                        </p:animEffect>
                      </p:childTnLst>
                    </p:cTn>
                  </p:par>
                </p:tnLst>
              </p:tmpl>
            </p:tmplLst>
          </p:bldP>
          <p:bldP spid="56" grpId="0" build="p">
            <p:tmplLst>
              <p:tmpl lvl="1">
                <p:tnLst>
                  <p:par>
                    <p:cTn presetID="10" presetClass="exit" presetSubtype="0" fill="hold" nodeType="withEffect">
                      <p:stCondLst>
                        <p:cond delay="0"/>
                      </p:stCondLst>
                      <p:childTnLst>
                        <p:animEffect transition="out" filter="fade">
                          <p:cBhvr>
                            <p:cTn dur="1000"/>
                            <p:tgtEl>
                              <p:spTgt spid="56"/>
                            </p:tgtEl>
                          </p:cBhvr>
                        </p:animEffect>
                        <p:set>
                          <p:cBhvr>
                            <p:cTn dur="1" fill="hold">
                              <p:stCondLst>
                                <p:cond delay="999"/>
                              </p:stCondLst>
                            </p:cTn>
                            <p:tgtEl>
                              <p:spTgt spid="5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tnLst>
              </p:tmpl>
            </p:tmplLst>
          </p:bldP>
          <p:bldP spid="56" grpId="1" build="p">
            <p:tmplLst>
              <p:tmpl lvl="1">
                <p:tnLst>
                  <p:par>
                    <p:cTn presetID="10" presetClass="entr" presetSubtype="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dur="1000"/>
                            <p:tgtEl>
                              <p:spTgt spid="56"/>
                            </p:tgtEl>
                          </p:cBhvr>
                        </p:animEffect>
                      </p:childTnLst>
                    </p:cTn>
                  </p:par>
                </p:tnLst>
              </p:tmpl>
            </p:tmplLst>
          </p:bldP>
          <p:bldP spid="58" grpId="0" build="p">
            <p:tmplLst>
              <p:tmpl lvl="1">
                <p:tnLst>
                  <p:par>
                    <p:cTn presetID="10" presetClass="entr" presetSubtype="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dur="1000"/>
                            <p:tgtEl>
                              <p:spTgt spid="58"/>
                            </p:tgtEl>
                          </p:cBhvr>
                        </p:animEffect>
                      </p:childTnLst>
                    </p:cTn>
                  </p:par>
                </p:tnLst>
              </p:tmpl>
            </p:tmplLst>
          </p:bldP>
          <p:bldP spid="58" grpId="1" build="p">
            <p:tmplLst>
              <p:tmpl lvl="1">
                <p:tnLst>
                  <p:par>
                    <p:cTn presetID="10" presetClass="exit" presetSubtype="0" fill="hold" nodeType="withEffect">
                      <p:stCondLst>
                        <p:cond delay="0"/>
                      </p:stCondLst>
                      <p:childTnLst>
                        <p:animEffect transition="out" filter="fade">
                          <p:cBhvr>
                            <p:cTn dur="1000"/>
                            <p:tgtEl>
                              <p:spTgt spid="58"/>
                            </p:tgtEl>
                          </p:cBhvr>
                        </p:animEffect>
                        <p:set>
                          <p:cBhvr>
                            <p:cTn dur="1" fill="hold">
                              <p:stCondLst>
                                <p:cond delay="999"/>
                              </p:stCondLst>
                            </p:cTn>
                            <p:tgtEl>
                              <p:spTgt spid="5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tnLst>
              </p:tmpl>
            </p:tmplLst>
          </p:bldP>
          <p:bldP spid="59" grpId="0" build="p">
            <p:tmplLst>
              <p:tmpl lvl="1">
                <p:tnLst>
                  <p:par>
                    <p:cTn presetID="10" presetClass="entr" presetSubtype="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dur="1000"/>
                            <p:tgtEl>
                              <p:spTgt spid="59"/>
                            </p:tgtEl>
                          </p:cBhvr>
                        </p:animEffect>
                      </p:childTnLst>
                    </p:cTn>
                  </p:par>
                </p:tnLst>
              </p:tmpl>
            </p:tmplLst>
          </p:bldP>
          <p:bldP spid="59" grpId="1" build="p">
            <p:tmplLst>
              <p:tmpl lvl="1">
                <p:tnLst>
                  <p:par>
                    <p:cTn presetID="10" presetClass="exit" presetSubtype="0" fill="hold" nodeType="withEffect">
                      <p:stCondLst>
                        <p:cond delay="0"/>
                      </p:stCondLst>
                      <p:childTnLst>
                        <p:animEffect transition="out" filter="fade">
                          <p:cBhvr>
                            <p:cTn dur="1000"/>
                            <p:tgtEl>
                              <p:spTgt spid="59"/>
                            </p:tgtEl>
                          </p:cBhvr>
                        </p:animEffect>
                        <p:set>
                          <p:cBhvr>
                            <p:cTn dur="1" fill="hold">
                              <p:stCondLst>
                                <p:cond delay="999"/>
                              </p:stCondLst>
                            </p:cTn>
                            <p:tgtEl>
                              <p:spTgt spid="5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tnLst>
              </p:tmpl>
            </p:tmplLst>
          </p:bldP>
          <p:bldP spid="24" grpId="0" animBg="1">
            <p:tmplLst>
              <p:tmpl>
                <p:tnLst>
                  <p:par>
                    <p:cTn presetID="10" presetClass="entr" presetSubtype="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dur="1000"/>
                            <p:tgtEl>
                              <p:spTgt spid="24"/>
                            </p:tgtEl>
                          </p:cBhvr>
                        </p:animEffect>
                      </p:childTnLst>
                    </p:cTn>
                  </p:par>
                </p:tnLst>
              </p:tmpl>
            </p:tmplLst>
          </p:bldP>
          <p:bldP spid="24" grpId="1" animBg="1">
            <p:tmplLst>
              <p:tmpl>
                <p:tnLst>
                  <p:par>
                    <p:cTn presetID="10" presetClass="exit" presetSubtype="0" fill="hold" nodeType="withEffect">
                      <p:stCondLst>
                        <p:cond delay="0"/>
                      </p:stCondLst>
                      <p:childTnLst>
                        <p:animEffect transition="out" filter="fade">
                          <p:cBhvr>
                            <p:cTn dur="1000"/>
                            <p:tgtEl>
                              <p:spTgt spid="24"/>
                            </p:tgtEl>
                          </p:cBhvr>
                        </p:animEffect>
                        <p:set>
                          <p:cBhvr>
                            <p:cTn dur="1" fill="hold">
                              <p:stCondLst>
                                <p:cond delay="999"/>
                              </p:stCondLst>
                            </p:cTn>
                            <p:tgtEl>
                              <p:spTgt spid="2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tnLst>
              </p:tmpl>
            </p:tmplLst>
          </p:bldP>
          <p:bldP spid="25" grpId="0" animBg="1">
            <p:tmplLst>
              <p:tmpl>
                <p:tnLst>
                  <p:par>
                    <p:cTn presetID="10" presetClass="entr" presetSubtype="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dur="1000"/>
                            <p:tgtEl>
                              <p:spTgt spid="25"/>
                            </p:tgtEl>
                          </p:cBhvr>
                        </p:animEffect>
                      </p:childTnLst>
                    </p:cTn>
                  </p:par>
                </p:tnLst>
              </p:tmpl>
            </p:tmplLst>
          </p:bldP>
          <p:bldP spid="25" grpId="1" animBg="1">
            <p:tmplLst>
              <p:tmpl>
                <p:tnLst>
                  <p:par>
                    <p:cTn presetID="10" presetClass="exit" presetSubtype="0" fill="hold" nodeType="withEffect">
                      <p:stCondLst>
                        <p:cond delay="0"/>
                      </p:stCondLst>
                      <p:childTnLst>
                        <p:animEffect transition="out" filter="fade">
                          <p:cBhvr>
                            <p:cTn dur="1000"/>
                            <p:tgtEl>
                              <p:spTgt spid="25"/>
                            </p:tgtEl>
                          </p:cBhvr>
                        </p:animEffect>
                        <p:set>
                          <p:cBhvr>
                            <p:cTn dur="1" fill="hold">
                              <p:stCondLst>
                                <p:cond delay="999"/>
                              </p:stCondLst>
                            </p:cTn>
                            <p:tgtEl>
                              <p:spTgt spid="2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tnLst>
              </p:tmpl>
            </p:tmplLst>
          </p:bldP>
          <p:bldP spid="26" grpId="0" animBg="1">
            <p:tmplLst>
              <p:tmpl>
                <p:tnLst>
                  <p:par>
                    <p:cTn presetID="10" presetClass="entr" presetSubtype="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dur="1000"/>
                            <p:tgtEl>
                              <p:spTgt spid="26"/>
                            </p:tgtEl>
                          </p:cBhvr>
                        </p:animEffect>
                      </p:childTnLst>
                    </p:cTn>
                  </p:par>
                </p:tnLst>
              </p:tmpl>
            </p:tmplLst>
          </p:bldP>
          <p:bldP spid="26" grpId="1" animBg="1">
            <p:tmplLst>
              <p:tmpl>
                <p:tnLst>
                  <p:par>
                    <p:cTn presetID="10" presetClass="exit" presetSubtype="0" fill="hold" nodeType="withEffect">
                      <p:stCondLst>
                        <p:cond delay="0"/>
                      </p:stCondLst>
                      <p:childTnLst>
                        <p:animEffect transition="out" filter="fade">
                          <p:cBhvr>
                            <p:cTn dur="1000"/>
                            <p:tgtEl>
                              <p:spTgt spid="26"/>
                            </p:tgtEl>
                          </p:cBhvr>
                        </p:animEffect>
                        <p:set>
                          <p:cBhvr>
                            <p:cTn dur="1" fill="hold">
                              <p:stCondLst>
                                <p:cond delay="999"/>
                              </p:stCondLst>
                            </p:cTn>
                            <p:tgtEl>
                              <p:spTgt spid="2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tnLst>
              </p:tmpl>
            </p:tmplLst>
          </p:bldP>
          <p:bldP spid="27" grpId="0" animBg="1">
            <p:tmplLst>
              <p:tmpl>
                <p:tnLst>
                  <p:par>
                    <p:cTn presetID="10" presetClass="entr" presetSubtype="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dur="1000"/>
                            <p:tgtEl>
                              <p:spTgt spid="27"/>
                            </p:tgtEl>
                          </p:cBhvr>
                        </p:animEffect>
                      </p:childTnLst>
                    </p:cTn>
                  </p:par>
                </p:tnLst>
              </p:tmpl>
            </p:tmplLst>
          </p:bldP>
          <p:bldP spid="27" grpId="1" animBg="1">
            <p:tmplLst>
              <p:tmpl>
                <p:tnLst>
                  <p:par>
                    <p:cTn presetID="10" presetClass="exit" presetSubtype="0" fill="hold" nodeType="withEffect">
                      <p:stCondLst>
                        <p:cond delay="0"/>
                      </p:stCondLst>
                      <p:childTnLst>
                        <p:animEffect transition="out" filter="fade">
                          <p:cBhvr>
                            <p:cTn dur="1000"/>
                            <p:tgtEl>
                              <p:spTgt spid="27"/>
                            </p:tgtEl>
                          </p:cBhvr>
                        </p:animEffect>
                        <p:set>
                          <p:cBhvr>
                            <p:cTn dur="1" fill="hold">
                              <p:stCondLst>
                                <p:cond delay="999"/>
                              </p:stCondLst>
                            </p:cTn>
                            <p:tgtEl>
                              <p:spTgt spid="2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tnLst>
              </p:tmpl>
            </p:tmplLst>
          </p:bldP>
          <p:bldP spid="28" grpId="0" animBg="1">
            <p:tmplLst>
              <p:tmpl>
                <p:tnLst>
                  <p:par>
                    <p:cTn presetID="10" presetClass="entr" presetSubtype="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dur="1000"/>
                            <p:tgtEl>
                              <p:spTgt spid="28"/>
                            </p:tgtEl>
                          </p:cBhvr>
                        </p:animEffect>
                      </p:childTnLst>
                    </p:cTn>
                  </p:par>
                </p:tnLst>
              </p:tmpl>
            </p:tmplLst>
          </p:bldP>
          <p:bldP spid="28" grpId="1" animBg="1">
            <p:tmplLst>
              <p:tmpl>
                <p:tnLst>
                  <p:par>
                    <p:cTn presetID="10" presetClass="exit" presetSubtype="0" fill="hold" nodeType="withEffect">
                      <p:stCondLst>
                        <p:cond delay="0"/>
                      </p:stCondLst>
                      <p:childTnLst>
                        <p:animEffect transition="out" filter="fade">
                          <p:cBhvr>
                            <p:cTn dur="1000"/>
                            <p:tgtEl>
                              <p:spTgt spid="28"/>
                            </p:tgtEl>
                          </p:cBhvr>
                        </p:animEffect>
                        <p:set>
                          <p:cBhvr>
                            <p:cTn dur="1" fill="hold">
                              <p:stCondLst>
                                <p:cond delay="999"/>
                              </p:stCondLst>
                            </p:cTn>
                            <p:tgtEl>
                              <p:spTgt spid="2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tnLst>
              </p:tmpl>
            </p:tmplLst>
          </p:bldP>
          <p:bldP spid="29" grpId="0" animBg="1">
            <p:tmplLst>
              <p:tmpl>
                <p:tnLst>
                  <p:par>
                    <p:cTn presetID="10" presetClass="entr" presetSubtype="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dur="1000"/>
                            <p:tgtEl>
                              <p:spTgt spid="29"/>
                            </p:tgtEl>
                          </p:cBhvr>
                        </p:animEffect>
                      </p:childTnLst>
                    </p:cTn>
                  </p:par>
                </p:tnLst>
              </p:tmpl>
            </p:tmplLst>
          </p:bldP>
          <p:bldP spid="29" grpId="1" animBg="1">
            <p:tmplLst>
              <p:tmpl>
                <p:tnLst>
                  <p:par>
                    <p:cTn presetID="10" presetClass="exit" presetSubtype="0" fill="hold" nodeType="withEffect">
                      <p:stCondLst>
                        <p:cond delay="0"/>
                      </p:stCondLst>
                      <p:childTnLst>
                        <p:animEffect transition="out" filter="fade">
                          <p:cBhvr>
                            <p:cTn dur="1000"/>
                            <p:tgtEl>
                              <p:spTgt spid="29"/>
                            </p:tgtEl>
                          </p:cBhvr>
                        </p:animEffect>
                        <p:set>
                          <p:cBhvr>
                            <p:cTn dur="1" fill="hold">
                              <p:stCondLst>
                                <p:cond delay="999"/>
                              </p:stCondLst>
                            </p:cTn>
                            <p:tgtEl>
                              <p:spTgt spid="2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tnLst>
              </p:tmpl>
            </p:tmplLst>
          </p:bldP>
          <p:bldP spid="30" grpId="0" animBg="1">
            <p:tmplLst>
              <p:tmpl>
                <p:tnLst>
                  <p:par>
                    <p:cTn presetID="10" presetClass="entr" presetSubtype="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dur="1000"/>
                            <p:tgtEl>
                              <p:spTgt spid="30"/>
                            </p:tgtEl>
                          </p:cBhvr>
                        </p:animEffect>
                      </p:childTnLst>
                    </p:cTn>
                  </p:par>
                </p:tnLst>
              </p:tmpl>
            </p:tmplLst>
          </p:bldP>
          <p:bldP spid="30" grpId="1" animBg="1">
            <p:tmplLst>
              <p:tmpl>
                <p:tnLst>
                  <p:par>
                    <p:cTn presetID="10" presetClass="exit" presetSubtype="0" fill="hold" nodeType="withEffect">
                      <p:stCondLst>
                        <p:cond delay="0"/>
                      </p:stCondLst>
                      <p:childTnLst>
                        <p:animEffect transition="out" filter="fade">
                          <p:cBhvr>
                            <p:cTn dur="1000"/>
                            <p:tgtEl>
                              <p:spTgt spid="30"/>
                            </p:tgtEl>
                          </p:cBhvr>
                        </p:animEffect>
                        <p:set>
                          <p:cBhvr>
                            <p:cTn dur="1" fill="hold">
                              <p:stCondLst>
                                <p:cond delay="999"/>
                              </p:stCondLst>
                            </p:cTn>
                            <p:tgtEl>
                              <p:spTgt spid="3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tnLst>
              </p:tmpl>
            </p:tmplLst>
          </p:bldP>
          <p:bldP spid="31" grpId="0" animBg="1">
            <p:tmplLst>
              <p:tmpl>
                <p:tnLst>
                  <p:par>
                    <p:cTn presetID="10" presetClass="entr" presetSubtype="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dur="1000"/>
                            <p:tgtEl>
                              <p:spTgt spid="31"/>
                            </p:tgtEl>
                          </p:cBhvr>
                        </p:animEffect>
                      </p:childTnLst>
                    </p:cTn>
                  </p:par>
                </p:tnLst>
              </p:tmpl>
            </p:tmplLst>
          </p:bldP>
          <p:bldP spid="31" grpId="1" animBg="1">
            <p:tmplLst>
              <p:tmpl>
                <p:tnLst>
                  <p:par>
                    <p:cTn presetID="10" presetClass="exit" presetSubtype="0" fill="hold" nodeType="withEffect">
                      <p:stCondLst>
                        <p:cond delay="0"/>
                      </p:stCondLst>
                      <p:childTnLst>
                        <p:animEffect transition="out" filter="fade">
                          <p:cBhvr>
                            <p:cTn dur="1000"/>
                            <p:tgtEl>
                              <p:spTgt spid="31"/>
                            </p:tgtEl>
                          </p:cBhvr>
                        </p:animEffect>
                        <p:set>
                          <p:cBhvr>
                            <p:cTn dur="1" fill="hold">
                              <p:stCondLst>
                                <p:cond delay="999"/>
                              </p:stCondLst>
                            </p:cTn>
                            <p:tgtEl>
                              <p:spTgt spid="3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tnLst>
              </p:tmpl>
            </p:tmplLst>
          </p:bldP>
          <p:bldP spid="32" grpId="0" animBg="1">
            <p:tmplLst>
              <p:tmpl>
                <p:tnLst>
                  <p:par>
                    <p:cTn presetID="10" presetClass="entr" presetSubtype="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dur="1000"/>
                            <p:tgtEl>
                              <p:spTgt spid="32"/>
                            </p:tgtEl>
                          </p:cBhvr>
                        </p:animEffect>
                      </p:childTnLst>
                    </p:cTn>
                  </p:par>
                </p:tnLst>
              </p:tmpl>
            </p:tmplLst>
          </p:bldP>
          <p:bldP spid="32" grpId="1" animBg="1">
            <p:tmplLst>
              <p:tmpl>
                <p:tnLst>
                  <p:par>
                    <p:cTn presetID="10" presetClass="exit" presetSubtype="0" fill="hold" nodeType="withEffect">
                      <p:stCondLst>
                        <p:cond delay="0"/>
                      </p:stCondLst>
                      <p:childTnLst>
                        <p:animEffect transition="out" filter="fade">
                          <p:cBhvr>
                            <p:cTn dur="1000"/>
                            <p:tgtEl>
                              <p:spTgt spid="32"/>
                            </p:tgtEl>
                          </p:cBhvr>
                        </p:animEffect>
                        <p:set>
                          <p:cBhvr>
                            <p:cTn dur="1" fill="hold">
                              <p:stCondLst>
                                <p:cond delay="999"/>
                              </p:stCondLst>
                            </p:cTn>
                            <p:tgtEl>
                              <p:spTgt spid="3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tnLst>
              </p:tmpl>
            </p:tmplLst>
          </p:bldP>
          <p:bldP spid="33" grpId="0" animBg="1">
            <p:tmplLst>
              <p:tmpl>
                <p:tnLst>
                  <p:par>
                    <p:cTn presetID="10" presetClass="entr" presetSubtype="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dur="1000"/>
                            <p:tgtEl>
                              <p:spTgt spid="33"/>
                            </p:tgtEl>
                          </p:cBhvr>
                        </p:animEffect>
                      </p:childTnLst>
                    </p:cTn>
                  </p:par>
                </p:tnLst>
              </p:tmpl>
            </p:tmplLst>
          </p:bldP>
          <p:bldP spid="33" grpId="1" animBg="1">
            <p:tmplLst>
              <p:tmpl>
                <p:tnLst>
                  <p:par>
                    <p:cTn presetID="10" presetClass="exit" presetSubtype="0" fill="hold" nodeType="withEffect">
                      <p:stCondLst>
                        <p:cond delay="0"/>
                      </p:stCondLst>
                      <p:childTnLst>
                        <p:animEffect transition="out" filter="fade">
                          <p:cBhvr>
                            <p:cTn dur="1000"/>
                            <p:tgtEl>
                              <p:spTgt spid="33"/>
                            </p:tgtEl>
                          </p:cBhvr>
                        </p:animEffect>
                        <p:set>
                          <p:cBhvr>
                            <p:cTn dur="1" fill="hold">
                              <p:stCondLst>
                                <p:cond delay="999"/>
                              </p:stCondLst>
                            </p:cTn>
                            <p:tgtEl>
                              <p:spTgt spid="3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tnLst>
              </p:tmpl>
            </p:tmplLst>
          </p:bldP>
          <p:bldP spid="34" grpId="0" animBg="1">
            <p:tmplLst>
              <p:tmpl>
                <p:tnLst>
                  <p:par>
                    <p:cTn presetID="10" presetClass="entr" presetSubtype="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dur="1000"/>
                            <p:tgtEl>
                              <p:spTgt spid="34"/>
                            </p:tgtEl>
                          </p:cBhvr>
                        </p:animEffect>
                      </p:childTnLst>
                    </p:cTn>
                  </p:par>
                </p:tnLst>
              </p:tmpl>
            </p:tmplLst>
          </p:bldP>
          <p:bldP spid="34" grpId="1" animBg="1">
            <p:tmplLst>
              <p:tmpl>
                <p:tnLst>
                  <p:par>
                    <p:cTn presetID="10" presetClass="exit" presetSubtype="0" fill="hold" nodeType="withEffect">
                      <p:stCondLst>
                        <p:cond delay="0"/>
                      </p:stCondLst>
                      <p:childTnLst>
                        <p:animEffect transition="out" filter="fade">
                          <p:cBhvr>
                            <p:cTn dur="1000"/>
                            <p:tgtEl>
                              <p:spTgt spid="34"/>
                            </p:tgtEl>
                          </p:cBhvr>
                        </p:animEffect>
                        <p:set>
                          <p:cBhvr>
                            <p:cTn dur="1" fill="hold">
                              <p:stCondLst>
                                <p:cond delay="999"/>
                              </p:stCondLst>
                            </p:cTn>
                            <p:tgtEl>
                              <p:spTgt spid="3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tnLst>
              </p:tmpl>
            </p:tmplLst>
          </p:bldP>
          <p:bldP spid="35" grpId="0" animBg="1">
            <p:tmplLst>
              <p:tmpl>
                <p:tnLst>
                  <p:par>
                    <p:cTn presetID="10" presetClass="entr" presetSubtype="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dur="1000"/>
                            <p:tgtEl>
                              <p:spTgt spid="35"/>
                            </p:tgtEl>
                          </p:cBhvr>
                        </p:animEffect>
                      </p:childTnLst>
                    </p:cTn>
                  </p:par>
                </p:tnLst>
              </p:tmpl>
            </p:tmplLst>
          </p:bldP>
          <p:bldP spid="35" grpId="1" animBg="1">
            <p:tmplLst>
              <p:tmpl>
                <p:tnLst>
                  <p:par>
                    <p:cTn presetID="10" presetClass="exit" presetSubtype="0" fill="hold" nodeType="withEffect">
                      <p:stCondLst>
                        <p:cond delay="0"/>
                      </p:stCondLst>
                      <p:childTnLst>
                        <p:animEffect transition="out" filter="fade">
                          <p:cBhvr>
                            <p:cTn dur="1000"/>
                            <p:tgtEl>
                              <p:spTgt spid="35"/>
                            </p:tgtEl>
                          </p:cBhvr>
                        </p:animEffect>
                        <p:set>
                          <p:cBhvr>
                            <p:cTn dur="1" fill="hold">
                              <p:stCondLst>
                                <p:cond delay="999"/>
                              </p:stCondLst>
                            </p:cTn>
                            <p:tgtEl>
                              <p:spTgt spid="3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tnLst>
              </p:tmpl>
            </p:tmplLst>
          </p:bldP>
          <p:bldP spid="36" grpId="0" animBg="1">
            <p:tmplLst>
              <p:tmpl>
                <p:tnLst>
                  <p:par>
                    <p:cTn presetID="10" presetClass="entr" presetSubtype="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dur="1000"/>
                            <p:tgtEl>
                              <p:spTgt spid="36"/>
                            </p:tgtEl>
                          </p:cBhvr>
                        </p:animEffect>
                      </p:childTnLst>
                    </p:cTn>
                  </p:par>
                </p:tnLst>
              </p:tmpl>
            </p:tmplLst>
          </p:bldP>
          <p:bldP spid="36" grpId="1" animBg="1">
            <p:tmplLst>
              <p:tmpl>
                <p:tnLst>
                  <p:par>
                    <p:cTn presetID="10" presetClass="exit" presetSubtype="0" fill="hold" nodeType="withEffect">
                      <p:stCondLst>
                        <p:cond delay="0"/>
                      </p:stCondLst>
                      <p:childTnLst>
                        <p:animEffect transition="out" filter="fade">
                          <p:cBhvr>
                            <p:cTn dur="1000"/>
                            <p:tgtEl>
                              <p:spTgt spid="36"/>
                            </p:tgtEl>
                          </p:cBhvr>
                        </p:animEffect>
                        <p:set>
                          <p:cBhvr>
                            <p:cTn dur="1" fill="hold">
                              <p:stCondLst>
                                <p:cond delay="999"/>
                              </p:stCondLst>
                            </p:cTn>
                            <p:tgtEl>
                              <p:spTgt spid="3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tnLst>
              </p:tmpl>
            </p:tmplLst>
          </p:bldP>
          <p:bldP spid="37" grpId="0" animBg="1">
            <p:tmplLst>
              <p:tmpl>
                <p:tnLst>
                  <p:par>
                    <p:cTn presetID="10" presetClass="entr" presetSubtype="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dur="1000"/>
                            <p:tgtEl>
                              <p:spTgt spid="37"/>
                            </p:tgtEl>
                          </p:cBhvr>
                        </p:animEffect>
                      </p:childTnLst>
                    </p:cTn>
                  </p:par>
                </p:tnLst>
              </p:tmpl>
            </p:tmplLst>
          </p:bldP>
          <p:bldP spid="37" grpId="1" animBg="1">
            <p:tmplLst>
              <p:tmpl>
                <p:tnLst>
                  <p:par>
                    <p:cTn presetID="10" presetClass="exit" presetSubtype="0" fill="hold" nodeType="withEffect">
                      <p:stCondLst>
                        <p:cond delay="0"/>
                      </p:stCondLst>
                      <p:childTnLst>
                        <p:animEffect transition="out" filter="fade">
                          <p:cBhvr>
                            <p:cTn dur="1000"/>
                            <p:tgtEl>
                              <p:spTgt spid="37"/>
                            </p:tgtEl>
                          </p:cBhvr>
                        </p:animEffect>
                        <p:set>
                          <p:cBhvr>
                            <p:cTn dur="1" fill="hold">
                              <p:stCondLst>
                                <p:cond delay="999"/>
                              </p:stCondLst>
                            </p:cTn>
                            <p:tgtEl>
                              <p:spTgt spid="3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tnLst>
              </p:tmpl>
            </p:tmplLst>
          </p:bldP>
          <p:bldP spid="38" grpId="0" animBg="1">
            <p:tmplLst>
              <p:tmpl>
                <p:tnLst>
                  <p:par>
                    <p:cTn presetID="10" presetClass="exit" presetSubtype="0" fill="hold" nodeType="withEffect">
                      <p:stCondLst>
                        <p:cond delay="0"/>
                      </p:stCondLst>
                      <p:childTnLst>
                        <p:animEffect transition="out" filter="fade">
                          <p:cBhvr>
                            <p:cTn dur="1000"/>
                            <p:tgtEl>
                              <p:spTgt spid="38"/>
                            </p:tgtEl>
                          </p:cBhvr>
                        </p:animEffect>
                        <p:set>
                          <p:cBhvr>
                            <p:cTn dur="1" fill="hold">
                              <p:stCondLst>
                                <p:cond delay="999"/>
                              </p:stCondLst>
                            </p:cTn>
                            <p:tgtEl>
                              <p:spTgt spid="3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tnLst>
              </p:tmpl>
            </p:tmplLst>
          </p:bldP>
          <p:bldP spid="38" grpId="1" animBg="1">
            <p:tmplLst>
              <p:tmpl>
                <p:tnLst>
                  <p:par>
                    <p:cTn presetID="10" presetClass="entr" presetSubtype="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dur="1000"/>
                            <p:tgtEl>
                              <p:spTgt spid="38"/>
                            </p:tgtEl>
                          </p:cBhvr>
                        </p:animEffect>
                      </p:childTnLst>
                    </p:cTn>
                  </p:par>
                </p:tnLst>
              </p:tmpl>
            </p:tmplLst>
          </p:bldP>
          <p:bldP spid="39" grpId="0" animBg="1">
            <p:tmplLst>
              <p:tmpl>
                <p:tnLst>
                  <p:par>
                    <p:cTn presetID="10" presetClass="exit" presetSubtype="0" fill="hold" nodeType="withEffect">
                      <p:stCondLst>
                        <p:cond delay="0"/>
                      </p:stCondLst>
                      <p:childTnLst>
                        <p:animEffect transition="out" filter="fade">
                          <p:cBhvr>
                            <p:cTn dur="1000"/>
                            <p:tgtEl>
                              <p:spTgt spid="39"/>
                            </p:tgtEl>
                          </p:cBhvr>
                        </p:animEffect>
                        <p:set>
                          <p:cBhvr>
                            <p:cTn dur="1" fill="hold">
                              <p:stCondLst>
                                <p:cond delay="999"/>
                              </p:stCondLst>
                            </p:cTn>
                            <p:tgtEl>
                              <p:spTgt spid="3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tnLst>
              </p:tmpl>
            </p:tmplLst>
          </p:bldP>
          <p:bldP spid="39" grpId="1" animBg="1">
            <p:tmplLst>
              <p:tmpl>
                <p:tnLst>
                  <p:par>
                    <p:cTn presetID="10" presetClass="entr" presetSubtype="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dur="1000"/>
                            <p:tgtEl>
                              <p:spTgt spid="39"/>
                            </p:tgtEl>
                          </p:cBhvr>
                        </p:animEffect>
                      </p:childTnLst>
                    </p:cTn>
                  </p:par>
                </p:tnLst>
              </p:tmpl>
            </p:tmplLst>
          </p:bldP>
          <p:bldP spid="40" grpId="0" animBg="1">
            <p:tmplLst>
              <p:tmpl>
                <p:tnLst>
                  <p:par>
                    <p:cTn presetID="10" presetClass="exit" presetSubtype="0" fill="hold" nodeType="withEffect">
                      <p:stCondLst>
                        <p:cond delay="0"/>
                      </p:stCondLst>
                      <p:childTnLst>
                        <p:animEffect transition="out" filter="fade">
                          <p:cBhvr>
                            <p:cTn dur="1000"/>
                            <p:tgtEl>
                              <p:spTgt spid="40"/>
                            </p:tgtEl>
                          </p:cBhvr>
                        </p:animEffect>
                        <p:set>
                          <p:cBhvr>
                            <p:cTn dur="1" fill="hold">
                              <p:stCondLst>
                                <p:cond delay="999"/>
                              </p:stCondLst>
                            </p:cTn>
                            <p:tgtEl>
                              <p:spTgt spid="4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tnLst>
              </p:tmpl>
            </p:tmplLst>
          </p:bldP>
          <p:bldP spid="40" grpId="1" animBg="1">
            <p:tmplLst>
              <p:tmpl>
                <p:tnLst>
                  <p:par>
                    <p:cTn presetID="10" presetClass="entr" presetSubtype="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dur="1000"/>
                            <p:tgtEl>
                              <p:spTgt spid="40"/>
                            </p:tgtEl>
                          </p:cBhvr>
                        </p:animEffect>
                      </p:childTnLst>
                    </p:cTn>
                  </p:par>
                </p:tnLst>
              </p:tmpl>
            </p:tmplLst>
          </p:bldP>
          <p:bldP spid="41" grpId="0" animBg="1">
            <p:tmplLst>
              <p:tmpl>
                <p:tnLst>
                  <p:par>
                    <p:cTn presetID="10" presetClass="exit" presetSubtype="0" fill="hold" nodeType="withEffect">
                      <p:stCondLst>
                        <p:cond delay="0"/>
                      </p:stCondLst>
                      <p:childTnLst>
                        <p:animEffect transition="out" filter="fade">
                          <p:cBhvr>
                            <p:cTn dur="1000"/>
                            <p:tgtEl>
                              <p:spTgt spid="41"/>
                            </p:tgtEl>
                          </p:cBhvr>
                        </p:animEffect>
                        <p:set>
                          <p:cBhvr>
                            <p:cTn dur="1" fill="hold">
                              <p:stCondLst>
                                <p:cond delay="999"/>
                              </p:stCondLst>
                            </p:cTn>
                            <p:tgtEl>
                              <p:spTgt spid="4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tnLst>
              </p:tmpl>
            </p:tmplLst>
          </p:bldP>
          <p:bldP spid="41" grpId="1" animBg="1">
            <p:tmplLst>
              <p:tmpl>
                <p:tnLst>
                  <p:par>
                    <p:cTn presetID="10" presetClass="entr" presetSubtype="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dur="1000"/>
                            <p:tgtEl>
                              <p:spTgt spid="41"/>
                            </p:tgtEl>
                          </p:cBhvr>
                        </p:animEffect>
                      </p:childTnLst>
                    </p:cTn>
                  </p:par>
                </p:tnLst>
              </p:tmpl>
            </p:tmplLst>
          </p:bldP>
          <p:bldP spid="42" grpId="0" animBg="1">
            <p:tmplLst>
              <p:tmpl>
                <p:tnLst>
                  <p:par>
                    <p:cTn presetID="10" presetClass="exit" presetSubtype="0" fill="hold" nodeType="withEffect">
                      <p:stCondLst>
                        <p:cond delay="0"/>
                      </p:stCondLst>
                      <p:childTnLst>
                        <p:animEffect transition="out" filter="fade">
                          <p:cBhvr>
                            <p:cTn dur="1000"/>
                            <p:tgtEl>
                              <p:spTgt spid="42"/>
                            </p:tgtEl>
                          </p:cBhvr>
                        </p:animEffect>
                        <p:set>
                          <p:cBhvr>
                            <p:cTn dur="1" fill="hold">
                              <p:stCondLst>
                                <p:cond delay="999"/>
                              </p:stCondLst>
                            </p:cTn>
                            <p:tgtEl>
                              <p:spTgt spid="4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tnLst>
              </p:tmpl>
            </p:tmplLst>
          </p:bldP>
          <p:bldP spid="42" grpId="1" animBg="1">
            <p:tmplLst>
              <p:tmpl>
                <p:tnLst>
                  <p:par>
                    <p:cTn presetID="10" presetClass="entr" presetSubtype="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dur="1000"/>
                            <p:tgtEl>
                              <p:spTgt spid="42"/>
                            </p:tgtEl>
                          </p:cBhvr>
                        </p:animEffect>
                      </p:childTnLst>
                    </p:cTn>
                  </p:par>
                </p:tnLst>
              </p:tmpl>
            </p:tmplLst>
          </p:bldP>
          <p:bldP spid="43" grpId="0" animBg="1">
            <p:tmplLst>
              <p:tmpl>
                <p:tnLst>
                  <p:par>
                    <p:cTn presetID="10" presetClass="exit" presetSubtype="0" fill="hold" nodeType="withEffect">
                      <p:stCondLst>
                        <p:cond delay="0"/>
                      </p:stCondLst>
                      <p:childTnLst>
                        <p:animEffect transition="out" filter="fade">
                          <p:cBhvr>
                            <p:cTn dur="1000"/>
                            <p:tgtEl>
                              <p:spTgt spid="43"/>
                            </p:tgtEl>
                          </p:cBhvr>
                        </p:animEffect>
                        <p:set>
                          <p:cBhvr>
                            <p:cTn dur="1" fill="hold">
                              <p:stCondLst>
                                <p:cond delay="999"/>
                              </p:stCondLst>
                            </p:cTn>
                            <p:tgtEl>
                              <p:spTgt spid="4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tnLst>
              </p:tmpl>
            </p:tmplLst>
          </p:bldP>
          <p:bldP spid="43" grpId="1" animBg="1">
            <p:tmplLst>
              <p:tmpl>
                <p:tnLst>
                  <p:par>
                    <p:cTn presetID="10" presetClass="entr" presetSubtype="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dur="1000"/>
                            <p:tgtEl>
                              <p:spTgt spid="43"/>
                            </p:tgtEl>
                          </p:cBhvr>
                        </p:animEffect>
                      </p:childTnLst>
                    </p:cTn>
                  </p:par>
                </p:tnLst>
              </p:tmpl>
            </p:tmplLst>
          </p:bldP>
          <p:bldP spid="44" grpId="0" animBg="1">
            <p:tmplLst>
              <p:tmpl>
                <p:tnLst>
                  <p:par>
                    <p:cTn presetID="10" presetClass="exit" presetSubtype="0" fill="hold" nodeType="withEffect">
                      <p:stCondLst>
                        <p:cond delay="0"/>
                      </p:stCondLst>
                      <p:childTnLst>
                        <p:animEffect transition="out" filter="fade">
                          <p:cBhvr>
                            <p:cTn dur="1000"/>
                            <p:tgtEl>
                              <p:spTgt spid="44"/>
                            </p:tgtEl>
                          </p:cBhvr>
                        </p:animEffect>
                        <p:set>
                          <p:cBhvr>
                            <p:cTn dur="1" fill="hold">
                              <p:stCondLst>
                                <p:cond delay="999"/>
                              </p:stCondLst>
                            </p:cTn>
                            <p:tgtEl>
                              <p:spTgt spid="4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tnLst>
              </p:tmpl>
            </p:tmplLst>
          </p:bldP>
          <p:bldP spid="44" grpId="1" animBg="1">
            <p:tmplLst>
              <p:tmpl>
                <p:tnLst>
                  <p:par>
                    <p:cTn presetID="10" presetClass="entr" presetSubtype="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dur="1000"/>
                            <p:tgtEl>
                              <p:spTgt spid="44"/>
                            </p:tgtEl>
                          </p:cBhvr>
                        </p:animEffect>
                      </p:childTnLst>
                    </p:cTn>
                  </p:par>
                </p:tnLst>
              </p:tmpl>
            </p:tmplLst>
          </p:bldP>
          <p:bldP spid="45" grpId="0" animBg="1">
            <p:tmplLst>
              <p:tmpl>
                <p:tnLst>
                  <p:par>
                    <p:cTn presetID="10" presetClass="exit" presetSubtype="0" fill="hold" nodeType="withEffect">
                      <p:stCondLst>
                        <p:cond delay="0"/>
                      </p:stCondLst>
                      <p:childTnLst>
                        <p:animEffect transition="out" filter="fade">
                          <p:cBhvr>
                            <p:cTn dur="1000"/>
                            <p:tgtEl>
                              <p:spTgt spid="45"/>
                            </p:tgtEl>
                          </p:cBhvr>
                        </p:animEffect>
                        <p:set>
                          <p:cBhvr>
                            <p:cTn dur="1" fill="hold">
                              <p:stCondLst>
                                <p:cond delay="999"/>
                              </p:stCondLst>
                            </p:cTn>
                            <p:tgtEl>
                              <p:spTgt spid="4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tnLst>
              </p:tmpl>
            </p:tmplLst>
          </p:bldP>
          <p:bldP spid="45" grpId="1" animBg="1">
            <p:tmplLst>
              <p:tmpl>
                <p:tnLst>
                  <p:par>
                    <p:cTn presetID="10" presetClass="entr" presetSubtype="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dur="1000"/>
                            <p:tgtEl>
                              <p:spTgt spid="45"/>
                            </p:tgtEl>
                          </p:cBhvr>
                        </p:animEffect>
                      </p:childTnLst>
                    </p:cTn>
                  </p:par>
                </p:tnLst>
              </p:tmpl>
            </p:tmplLst>
          </p:bldP>
          <p:bldP spid="46" grpId="0" animBg="1">
            <p:tmplLst>
              <p:tmpl>
                <p:tnLst>
                  <p:par>
                    <p:cTn presetID="10" presetClass="exit" presetSubtype="0" fill="hold" nodeType="withEffect">
                      <p:stCondLst>
                        <p:cond delay="0"/>
                      </p:stCondLst>
                      <p:childTnLst>
                        <p:animEffect transition="out" filter="fade">
                          <p:cBhvr>
                            <p:cTn dur="1000"/>
                            <p:tgtEl>
                              <p:spTgt spid="46"/>
                            </p:tgtEl>
                          </p:cBhvr>
                        </p:animEffect>
                        <p:set>
                          <p:cBhvr>
                            <p:cTn dur="1" fill="hold">
                              <p:stCondLst>
                                <p:cond delay="999"/>
                              </p:stCondLst>
                            </p:cTn>
                            <p:tgtEl>
                              <p:spTgt spid="4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tnLst>
              </p:tmpl>
            </p:tmplLst>
          </p:bldP>
          <p:bldP spid="46" grpId="1" animBg="1">
            <p:tmplLst>
              <p:tmpl>
                <p:tnLst>
                  <p:par>
                    <p:cTn presetID="10" presetClass="entr" presetSubtype="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dur="1000"/>
                            <p:tgtEl>
                              <p:spTgt spid="46"/>
                            </p:tgtEl>
                          </p:cBhvr>
                        </p:animEffect>
                      </p:childTnLst>
                    </p:cTn>
                  </p:par>
                </p:tnLst>
              </p:tmpl>
            </p:tmplLst>
          </p:bldP>
          <p:bldP spid="47" grpId="0" animBg="1">
            <p:tmplLst>
              <p:tmpl>
                <p:tnLst>
                  <p:par>
                    <p:cTn presetID="10" presetClass="exit" presetSubtype="0" fill="hold" nodeType="withEffect">
                      <p:stCondLst>
                        <p:cond delay="0"/>
                      </p:stCondLst>
                      <p:childTnLst>
                        <p:animEffect transition="out" filter="fade">
                          <p:cBhvr>
                            <p:cTn dur="1000"/>
                            <p:tgtEl>
                              <p:spTgt spid="47"/>
                            </p:tgtEl>
                          </p:cBhvr>
                        </p:animEffect>
                        <p:set>
                          <p:cBhvr>
                            <p:cTn dur="1" fill="hold">
                              <p:stCondLst>
                                <p:cond delay="999"/>
                              </p:stCondLst>
                            </p:cTn>
                            <p:tgtEl>
                              <p:spTgt spid="4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tnLst>
              </p:tmpl>
            </p:tmplLst>
          </p:bldP>
          <p:bldP spid="47" grpId="1" animBg="1">
            <p:tmplLst>
              <p:tmpl>
                <p:tnLst>
                  <p:par>
                    <p:cTn presetID="10" presetClass="entr" presetSubtype="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dur="1000"/>
                            <p:tgtEl>
                              <p:spTgt spid="47"/>
                            </p:tgtEl>
                          </p:cBhvr>
                        </p:animEffect>
                      </p:childTnLst>
                    </p:cTn>
                  </p:par>
                </p:tnLst>
              </p:tmpl>
            </p:tmplLst>
          </p:bldP>
          <p:bldP spid="48" grpId="0" animBg="1">
            <p:tmplLst>
              <p:tmpl>
                <p:tnLst>
                  <p:par>
                    <p:cTn presetID="10" presetClass="exit" presetSubtype="0" fill="hold" nodeType="withEffect">
                      <p:stCondLst>
                        <p:cond delay="0"/>
                      </p:stCondLst>
                      <p:childTnLst>
                        <p:animEffect transition="out" filter="fade">
                          <p:cBhvr>
                            <p:cTn dur="1000"/>
                            <p:tgtEl>
                              <p:spTgt spid="48"/>
                            </p:tgtEl>
                          </p:cBhvr>
                        </p:animEffect>
                        <p:set>
                          <p:cBhvr>
                            <p:cTn dur="1" fill="hold">
                              <p:stCondLst>
                                <p:cond delay="999"/>
                              </p:stCondLst>
                            </p:cTn>
                            <p:tgtEl>
                              <p:spTgt spid="4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tnLst>
              </p:tmpl>
            </p:tmplLst>
          </p:bldP>
          <p:bldP spid="48" grpId="1" animBg="1">
            <p:tmplLst>
              <p:tmpl>
                <p:tnLst>
                  <p:par>
                    <p:cTn presetID="10" presetClass="entr" presetSubtype="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dur="1000"/>
                            <p:tgtEl>
                              <p:spTgt spid="48"/>
                            </p:tgtEl>
                          </p:cBhvr>
                        </p:animEffect>
                      </p:childTnLst>
                    </p:cTn>
                  </p:par>
                </p:tnLst>
              </p:tmpl>
            </p:tmplLst>
          </p:bldP>
          <p:bldP spid="49" grpId="0" animBg="1">
            <p:tmplLst>
              <p:tmpl>
                <p:tnLst>
                  <p:par>
                    <p:cTn presetID="10" presetClass="exit" presetSubtype="0" fill="hold" nodeType="withEffect">
                      <p:stCondLst>
                        <p:cond delay="0"/>
                      </p:stCondLst>
                      <p:childTnLst>
                        <p:animEffect transition="out" filter="fade">
                          <p:cBhvr>
                            <p:cTn dur="1000"/>
                            <p:tgtEl>
                              <p:spTgt spid="49"/>
                            </p:tgtEl>
                          </p:cBhvr>
                        </p:animEffect>
                        <p:set>
                          <p:cBhvr>
                            <p:cTn dur="1" fill="hold">
                              <p:stCondLst>
                                <p:cond delay="999"/>
                              </p:stCondLst>
                            </p:cTn>
                            <p:tgtEl>
                              <p:spTgt spid="4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tnLst>
              </p:tmpl>
            </p:tmplLst>
          </p:bldP>
          <p:bldP spid="49" grpId="1" animBg="1">
            <p:tmplLst>
              <p:tmpl>
                <p:tnLst>
                  <p:par>
                    <p:cTn presetID="10" presetClass="entr" presetSubtype="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dur="1000"/>
                            <p:tgtEl>
                              <p:spTgt spid="49"/>
                            </p:tgtEl>
                          </p:cBhvr>
                        </p:animEffect>
                      </p:childTnLst>
                    </p:cTn>
                  </p:par>
                </p:tnLst>
              </p:tmpl>
            </p:tmplLst>
          </p:bldP>
          <p:bldP spid="50" grpId="0" animBg="1">
            <p:tmplLst>
              <p:tmpl>
                <p:tnLst>
                  <p:par>
                    <p:cTn presetID="10" presetClass="exit" presetSubtype="0" fill="hold" nodeType="withEffect">
                      <p:stCondLst>
                        <p:cond delay="0"/>
                      </p:stCondLst>
                      <p:childTnLst>
                        <p:animEffect transition="out" filter="fade">
                          <p:cBhvr>
                            <p:cTn dur="1000"/>
                            <p:tgtEl>
                              <p:spTgt spid="50"/>
                            </p:tgtEl>
                          </p:cBhvr>
                        </p:animEffect>
                        <p:set>
                          <p:cBhvr>
                            <p:cTn dur="1" fill="hold">
                              <p:stCondLst>
                                <p:cond delay="999"/>
                              </p:stCondLst>
                            </p:cTn>
                            <p:tgtEl>
                              <p:spTgt spid="5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tnLst>
              </p:tmpl>
            </p:tmplLst>
          </p:bldP>
          <p:bldP spid="50" grpId="1" animBg="1">
            <p:tmplLst>
              <p:tmpl>
                <p:tnLst>
                  <p:par>
                    <p:cTn presetID="10" presetClass="entr" presetSubtype="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dur="1000"/>
                            <p:tgtEl>
                              <p:spTgt spid="50"/>
                            </p:tgtEl>
                          </p:cBhvr>
                        </p:animEffect>
                      </p:childTnLst>
                    </p:cTn>
                  </p:par>
                </p:tnLst>
              </p:tmpl>
            </p:tmplLst>
          </p:bldP>
          <p:bldP spid="51" grpId="0" animBg="1">
            <p:tmplLst>
              <p:tmpl>
                <p:tnLst>
                  <p:par>
                    <p:cTn presetID="10" presetClass="exit" presetSubtype="0" fill="hold" nodeType="withEffect">
                      <p:stCondLst>
                        <p:cond delay="0"/>
                      </p:stCondLst>
                      <p:childTnLst>
                        <p:animEffect transition="out" filter="fade">
                          <p:cBhvr>
                            <p:cTn dur="1000"/>
                            <p:tgtEl>
                              <p:spTgt spid="51"/>
                            </p:tgtEl>
                          </p:cBhvr>
                        </p:animEffect>
                        <p:set>
                          <p:cBhvr>
                            <p:cTn dur="1" fill="hold">
                              <p:stCondLst>
                                <p:cond delay="999"/>
                              </p:stCondLst>
                            </p:cTn>
                            <p:tgtEl>
                              <p:spTgt spid="5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tnLst>
              </p:tmpl>
            </p:tmplLst>
          </p:bldP>
          <p:bldP spid="51" grpId="1" animBg="1">
            <p:tmplLst>
              <p:tmpl>
                <p:tnLst>
                  <p:par>
                    <p:cTn presetID="10" presetClass="entr" presetSubtype="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dur="1000"/>
                            <p:tgtEl>
                              <p:spTgt spid="51"/>
                            </p:tgtEl>
                          </p:cBhvr>
                        </p:animEffect>
                      </p:childTnLst>
                    </p:cTn>
                  </p:par>
                </p:tnLst>
              </p:tmpl>
            </p:tmplLst>
          </p:bldP>
        </p:bldLst>
      </p:timing>
    </mc:Choice>
    <mc:Fallback xmlns="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1" presetClass="mediacall" presetSubtype="0" fill="hold" nodeType="afterEffect">
                                      <p:stCondLst>
                                        <p:cond delay="0"/>
                                      </p:stCondLst>
                                      <p:childTnLst>
                                        <p:cmd type="call" cmd="playFrom(0.0)">
                                          <p:cBhvr>
                                            <p:cTn id="6" dur="10031" fill="hold"/>
                                            <p:tgtEl>
                                              <p:spTgt spid="12"/>
                                            </p:tgtEl>
                                          </p:cBhvr>
                                        </p:cmd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  <p:audio>
                  <p:cMediaNode vol="80000" mute="1" showWhenStopped="0">
                    <p:cTn id="7" repeatCount="indefinite" fill="hold" display="0">
                      <p:stCondLst>
                        <p:cond delay="indefinite"/>
                      </p:stCondLst>
                      <p:endCondLst>
                        <p:cond evt="onStopAudio" delay="0">
                          <p:tgtEl>
                            <p:sldTgt/>
                          </p:tgtEl>
                        </p:cond>
                      </p:endCondLst>
                    </p:cTn>
                    <p:tgtEl>
                      <p:spTgt spid="12"/>
                    </p:tgtEl>
                  </p:cMediaNode>
                </p:audio>
              </p:childTnLst>
            </p:cTn>
          </p:par>
        </p:tnLst>
      </p:timing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ustom Layou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331255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fade/>
      </p:transition>
    </mc:Choice>
    <mc:Fallback xmlns="">
      <p:transition spd="slow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200812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4" r:id="rId1"/>
    <p:sldLayoutId id="2147483707" r:id="rId2"/>
    <p:sldLayoutId id="2147483708" r:id="rId3"/>
    <p:sldLayoutId id="2147483709" r:id="rId4"/>
    <p:sldLayoutId id="2147483731" r:id="rId5"/>
    <p:sldLayoutId id="2147483733" r:id="rId6"/>
    <p:sldLayoutId id="2147483734" r:id="rId7"/>
    <p:sldLayoutId id="2147483732" r:id="rId8"/>
    <p:sldLayoutId id="2147483735" r:id="rId9"/>
    <p:sldLayoutId id="2147483729" r:id="rId10"/>
    <p:sldLayoutId id="2147483730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704601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6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4.jp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8.jp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9.jp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0.jp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1.jp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2.jp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3.jp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8.png"/><Relationship Id="rId5" Type="http://schemas.openxmlformats.org/officeDocument/2006/relationships/image" Target="../media/image17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9.png"/><Relationship Id="rId5" Type="http://schemas.openxmlformats.org/officeDocument/2006/relationships/image" Target="../media/image17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20.png"/><Relationship Id="rId5" Type="http://schemas.openxmlformats.org/officeDocument/2006/relationships/image" Target="../media/image17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21.png"/><Relationship Id="rId5" Type="http://schemas.openxmlformats.org/officeDocument/2006/relationships/image" Target="../media/image17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22.png"/><Relationship Id="rId5" Type="http://schemas.openxmlformats.org/officeDocument/2006/relationships/image" Target="../media/image17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23.png"/><Relationship Id="rId5" Type="http://schemas.openxmlformats.org/officeDocument/2006/relationships/image" Target="../media/image17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24.png"/><Relationship Id="rId5" Type="http://schemas.openxmlformats.org/officeDocument/2006/relationships/image" Target="../media/image17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25.png"/><Relationship Id="rId5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3.jp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26.png"/><Relationship Id="rId5" Type="http://schemas.openxmlformats.org/officeDocument/2006/relationships/image" Target="../media/image17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27.png"/><Relationship Id="rId5" Type="http://schemas.openxmlformats.org/officeDocument/2006/relationships/image" Target="../media/image17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28.png"/><Relationship Id="rId5" Type="http://schemas.openxmlformats.org/officeDocument/2006/relationships/image" Target="../media/image17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29.png"/><Relationship Id="rId5" Type="http://schemas.openxmlformats.org/officeDocument/2006/relationships/image" Target="../media/image17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30.png"/><Relationship Id="rId5" Type="http://schemas.openxmlformats.org/officeDocument/2006/relationships/image" Target="../media/image17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31.png"/><Relationship Id="rId5" Type="http://schemas.openxmlformats.org/officeDocument/2006/relationships/image" Target="../media/image17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32.png"/><Relationship Id="rId5" Type="http://schemas.openxmlformats.org/officeDocument/2006/relationships/image" Target="../media/image17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33.png"/><Relationship Id="rId5" Type="http://schemas.openxmlformats.org/officeDocument/2006/relationships/image" Target="../media/image17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34.png"/><Relationship Id="rId5" Type="http://schemas.openxmlformats.org/officeDocument/2006/relationships/image" Target="../media/image17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35.png"/><Relationship Id="rId5" Type="http://schemas.openxmlformats.org/officeDocument/2006/relationships/image" Target="../media/image17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6.jp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7.jp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3.jp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5.png"/><Relationship Id="rId3" Type="http://schemas.openxmlformats.org/officeDocument/2006/relationships/image" Target="../media/image38.png"/><Relationship Id="rId4" Type="http://schemas.openxmlformats.org/officeDocument/2006/relationships/image" Target="../media/image17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5.png"/><Relationship Id="rId3" Type="http://schemas.openxmlformats.org/officeDocument/2006/relationships/image" Target="../media/image39.png"/><Relationship Id="rId4" Type="http://schemas.openxmlformats.org/officeDocument/2006/relationships/image" Target="../media/image17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5.png"/><Relationship Id="rId3" Type="http://schemas.openxmlformats.org/officeDocument/2006/relationships/image" Target="../media/image40.png"/><Relationship Id="rId4" Type="http://schemas.openxmlformats.org/officeDocument/2006/relationships/image" Target="../media/image17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5.png"/><Relationship Id="rId3" Type="http://schemas.openxmlformats.org/officeDocument/2006/relationships/image" Target="../media/image41.png"/><Relationship Id="rId4" Type="http://schemas.openxmlformats.org/officeDocument/2006/relationships/image" Target="../media/image17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5.png"/><Relationship Id="rId3" Type="http://schemas.openxmlformats.org/officeDocument/2006/relationships/image" Target="../media/image42.png"/><Relationship Id="rId4" Type="http://schemas.openxmlformats.org/officeDocument/2006/relationships/image" Target="../media/image17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5.png"/><Relationship Id="rId3" Type="http://schemas.openxmlformats.org/officeDocument/2006/relationships/image" Target="../media/image43.png"/><Relationship Id="rId4" Type="http://schemas.openxmlformats.org/officeDocument/2006/relationships/image" Target="../media/image17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5.png"/><Relationship Id="rId3" Type="http://schemas.openxmlformats.org/officeDocument/2006/relationships/image" Target="../media/image44.png"/><Relationship Id="rId4" Type="http://schemas.openxmlformats.org/officeDocument/2006/relationships/image" Target="../media/image17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5.png"/><Relationship Id="rId3" Type="http://schemas.openxmlformats.org/officeDocument/2006/relationships/image" Target="../media/image45.png"/><Relationship Id="rId4" Type="http://schemas.openxmlformats.org/officeDocument/2006/relationships/image" Target="../media/image17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5.png"/><Relationship Id="rId3" Type="http://schemas.openxmlformats.org/officeDocument/2006/relationships/image" Target="../media/image46.png"/><Relationship Id="rId4" Type="http://schemas.openxmlformats.org/officeDocument/2006/relationships/image" Target="../media/image17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5.png"/><Relationship Id="rId3" Type="http://schemas.openxmlformats.org/officeDocument/2006/relationships/image" Target="../media/image47.png"/><Relationship Id="rId4" Type="http://schemas.openxmlformats.org/officeDocument/2006/relationships/image" Target="../media/image17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3.jp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3.jp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8.png"/><Relationship Id="rId3" Type="http://schemas.openxmlformats.org/officeDocument/2006/relationships/image" Target="../media/image15.png"/><Relationship Id="rId4" Type="http://schemas.openxmlformats.org/officeDocument/2006/relationships/image" Target="../media/image49.png"/><Relationship Id="rId5" Type="http://schemas.openxmlformats.org/officeDocument/2006/relationships/image" Target="../media/image17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8.png"/><Relationship Id="rId3" Type="http://schemas.openxmlformats.org/officeDocument/2006/relationships/image" Target="../media/image15.png"/><Relationship Id="rId4" Type="http://schemas.openxmlformats.org/officeDocument/2006/relationships/image" Target="../media/image50.png"/><Relationship Id="rId5" Type="http://schemas.openxmlformats.org/officeDocument/2006/relationships/image" Target="../media/image17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8.png"/><Relationship Id="rId3" Type="http://schemas.openxmlformats.org/officeDocument/2006/relationships/image" Target="../media/image15.png"/><Relationship Id="rId4" Type="http://schemas.openxmlformats.org/officeDocument/2006/relationships/image" Target="../media/image51.png"/><Relationship Id="rId5" Type="http://schemas.openxmlformats.org/officeDocument/2006/relationships/image" Target="../media/image17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8.png"/><Relationship Id="rId3" Type="http://schemas.openxmlformats.org/officeDocument/2006/relationships/image" Target="../media/image15.png"/><Relationship Id="rId4" Type="http://schemas.openxmlformats.org/officeDocument/2006/relationships/image" Target="../media/image52.png"/><Relationship Id="rId5" Type="http://schemas.openxmlformats.org/officeDocument/2006/relationships/image" Target="../media/image17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8.png"/><Relationship Id="rId3" Type="http://schemas.openxmlformats.org/officeDocument/2006/relationships/image" Target="../media/image15.png"/><Relationship Id="rId4" Type="http://schemas.openxmlformats.org/officeDocument/2006/relationships/image" Target="../media/image53.png"/><Relationship Id="rId5" Type="http://schemas.openxmlformats.org/officeDocument/2006/relationships/image" Target="../media/image17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8.png"/><Relationship Id="rId3" Type="http://schemas.openxmlformats.org/officeDocument/2006/relationships/image" Target="../media/image15.png"/><Relationship Id="rId4" Type="http://schemas.openxmlformats.org/officeDocument/2006/relationships/image" Target="../media/image54.png"/><Relationship Id="rId5" Type="http://schemas.openxmlformats.org/officeDocument/2006/relationships/image" Target="../media/image17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8.png"/><Relationship Id="rId3" Type="http://schemas.openxmlformats.org/officeDocument/2006/relationships/image" Target="../media/image15.png"/><Relationship Id="rId4" Type="http://schemas.openxmlformats.org/officeDocument/2006/relationships/image" Target="../media/image55.png"/><Relationship Id="rId5" Type="http://schemas.openxmlformats.org/officeDocument/2006/relationships/image" Target="../media/image17.jp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8.png"/><Relationship Id="rId3" Type="http://schemas.openxmlformats.org/officeDocument/2006/relationships/image" Target="../media/image15.png"/><Relationship Id="rId4" Type="http://schemas.openxmlformats.org/officeDocument/2006/relationships/image" Target="../media/image56.png"/><Relationship Id="rId5" Type="http://schemas.openxmlformats.org/officeDocument/2006/relationships/image" Target="../media/image17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8.png"/><Relationship Id="rId3" Type="http://schemas.openxmlformats.org/officeDocument/2006/relationships/image" Target="../media/image15.png"/><Relationship Id="rId4" Type="http://schemas.openxmlformats.org/officeDocument/2006/relationships/image" Target="../media/image57.png"/><Relationship Id="rId5" Type="http://schemas.openxmlformats.org/officeDocument/2006/relationships/image" Target="../media/image17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8.png"/><Relationship Id="rId3" Type="http://schemas.openxmlformats.org/officeDocument/2006/relationships/image" Target="../media/image15.png"/><Relationship Id="rId4" Type="http://schemas.openxmlformats.org/officeDocument/2006/relationships/image" Target="../media/image58.png"/><Relationship Id="rId5" Type="http://schemas.openxmlformats.org/officeDocument/2006/relationships/image" Target="../media/image17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8.png"/><Relationship Id="rId3" Type="http://schemas.openxmlformats.org/officeDocument/2006/relationships/image" Target="../media/image15.png"/><Relationship Id="rId4" Type="http://schemas.openxmlformats.org/officeDocument/2006/relationships/image" Target="../media/image59.png"/><Relationship Id="rId5" Type="http://schemas.openxmlformats.org/officeDocument/2006/relationships/image" Target="../media/image17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8.png"/><Relationship Id="rId3" Type="http://schemas.openxmlformats.org/officeDocument/2006/relationships/image" Target="../media/image15.png"/><Relationship Id="rId4" Type="http://schemas.openxmlformats.org/officeDocument/2006/relationships/image" Target="../media/image60.png"/><Relationship Id="rId5" Type="http://schemas.openxmlformats.org/officeDocument/2006/relationships/image" Target="../media/image17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61.jp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62.png"/><Relationship Id="rId5" Type="http://schemas.openxmlformats.org/officeDocument/2006/relationships/image" Target="../media/image17.jp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63.png"/><Relationship Id="rId5" Type="http://schemas.openxmlformats.org/officeDocument/2006/relationships/image" Target="../media/image17.jp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64.png"/><Relationship Id="rId5" Type="http://schemas.openxmlformats.org/officeDocument/2006/relationships/image" Target="../media/image17.jp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65.png"/><Relationship Id="rId5" Type="http://schemas.openxmlformats.org/officeDocument/2006/relationships/image" Target="../media/image17.jp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66.png"/><Relationship Id="rId5" Type="http://schemas.openxmlformats.org/officeDocument/2006/relationships/image" Target="../media/image17.jp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67.png"/><Relationship Id="rId5" Type="http://schemas.openxmlformats.org/officeDocument/2006/relationships/image" Target="../media/image17.jp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68.png"/><Relationship Id="rId5" Type="http://schemas.openxmlformats.org/officeDocument/2006/relationships/image" Target="../media/image17.jp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69.png"/><Relationship Id="rId5" Type="http://schemas.openxmlformats.org/officeDocument/2006/relationships/image" Target="../media/image17.jp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70.png"/><Relationship Id="rId5" Type="http://schemas.openxmlformats.org/officeDocument/2006/relationships/image" Target="../media/image17.jp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71.png"/><Relationship Id="rId5" Type="http://schemas.openxmlformats.org/officeDocument/2006/relationships/image" Target="../media/image17.jp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72.png"/><Relationship Id="rId5" Type="http://schemas.openxmlformats.org/officeDocument/2006/relationships/image" Target="../media/image17.jp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73.png"/><Relationship Id="rId5" Type="http://schemas.openxmlformats.org/officeDocument/2006/relationships/image" Target="../media/image17.jp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2.jp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welcome-brown.jp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/>
          <a:stretch>
            <a:fillRect/>
          </a:stretch>
        </p:blipFill>
        <p:spPr>
          <a:xfrm>
            <a:off x="0" y="0"/>
            <a:ext cx="9144000" cy="5715000"/>
          </a:xfrm>
        </p:spPr>
      </p:pic>
      <p:sp>
        <p:nvSpPr>
          <p:cNvPr id="3" name="Content Placeholder 2"/>
          <p:cNvSpPr>
            <a:spLocks noGrp="1"/>
          </p:cNvSpPr>
          <p:nvPr>
            <p:ph idx="17" sz="quarter"/>
          </p:nvPr>
        </p:nvSpPr>
        <p:spPr/>
        <p:txBody>
          <a:bodyPr/>
          <a:lstStyle/>
          <a:p>
            <a:r>
              <a:t> </a:t>
            </a:r>
          </a:p>
        </p:txBody>
      </p:sp>
      <p:pic>
        <p:nvPicPr>
          <p:cNvPr id="4" name="Picture Placeholder 3" descr="eh20-eng-432.png"/>
          <p:cNvPicPr>
            <a:picLocks noGrp="1" noChangeAspect="1"/>
          </p:cNvPicPr>
          <p:nvPr>
            <p:ph type="pic" idx="19" sz="quarter"/>
          </p:nvPr>
        </p:nvPicPr>
        <p:blipFill>
          <a:blip r:embed="rId3"/>
          <a:srcRect t="459" b="459"/>
          <a:stretch>
            <a:fillRect/>
          </a:stretch>
        </p:blipFill>
        <p:spPr>
          <a:xfrm>
            <a:off x="1668537" y="5029200"/>
            <a:ext cx="1828800" cy="457200"/>
          </a:xfrm>
        </p:spPr>
      </p:pic>
      <p:sp>
        <p:nvSpPr>
          <p:cNvPr id="5" name="Text Placeholder 4"/>
          <p:cNvSpPr>
            <a:spLocks noGrp="1"/>
          </p:cNvSpPr>
          <p:nvPr>
            <p:ph type="body" idx="23" sz="quarter"/>
          </p:nvPr>
        </p:nvSpPr>
        <p:spPr/>
        <p:txBody>
          <a:bodyPr/>
          <a:lstStyle/>
          <a:p>
            <a:r>
              <a:rPr sz="2200" b="0"/>
              <a:t>Announcements</a:t>
            </a:r>
          </a:p>
          <a:p>
            <a:r>
              <a:rPr sz="2200" b="0"/>
              <a:t> </a:t>
            </a:r>
          </a:p>
          <a:p>
            <a:r>
              <a:rPr sz="2200" b="0"/>
              <a:t>Luke 1:46-55</a:t>
            </a:r>
          </a:p>
          <a:p>
            <a:r>
              <a:rPr sz="2200" b="0"/>
              <a:t> </a:t>
            </a:r>
          </a:p>
          <a:p>
            <a:r>
              <a:rPr sz="2200" b="1"/>
              <a:t>All Things Praise Thee</a:t>
            </a:r>
          </a:p>
          <a:p>
            <a:r>
              <a:rPr sz="2200" b="1"/>
              <a:t>When I Survey the Wondrous Cross</a:t>
            </a:r>
          </a:p>
          <a:p>
            <a:r>
              <a:rPr sz="2200" b="0"/>
              <a:t>Isaiah 53:9-10a</a:t>
            </a:r>
          </a:p>
          <a:p>
            <a:r>
              <a:rPr sz="2200" b="1"/>
              <a:t>Behold Our God</a:t>
            </a:r>
          </a:p>
          <a:p>
            <a:r>
              <a:rPr sz="2200" b="1"/>
              <a:t>Speak, O Lord</a:t>
            </a:r>
          </a:p>
          <a:p>
            <a:r>
              <a:rPr sz="2200" b="0"/>
              <a:t/>
            </a:r>
          </a:p>
          <a:p>
            <a:r>
              <a:rPr sz="2200" b="1"/>
              <a:t>Take My Life, and Let It Be</a:t>
            </a:r>
          </a:p>
          <a:p>
            <a:r>
              <a:rPr sz="2200" b="0"/>
              <a:t> 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22" sz="quarter"/>
          </p:nvPr>
        </p:nvSpPr>
        <p:spPr>
          <a:xfrm>
            <a:off x="521207" y="537209"/>
            <a:ext cx="996696" cy="274320"/>
          </a:xfrm>
        </p:spPr>
        <p:txBody>
          <a:bodyPr/>
          <a:lstStyle/>
          <a:p>
            <a:r>
              <a:t> 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pPr>
              <a:lnSpc>
                <a:spcPts val="18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>
                <a:latin typeface="Avenir Next LT Pro"/>
              </a:rPr>
              <a:t>Welcome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>
                <a:latin typeface="Avenir Next LT Pro"/>
              </a:rPr>
              <a:t>Collection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>
                <a:latin typeface="Avenir Next LT Pro"/>
              </a:rPr>
              <a:t>Reading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>
                <a:latin typeface="Avenir Next LT Pro"/>
              </a:rPr>
              <a:t>Prayer</a:t>
            </a:r>
          </a:p>
          <a:p>
            <a:pPr>
              <a:lnSpc>
                <a:spcPts val="1800"/>
              </a:lnSpc>
              <a:spcBef>
                <a:spcPts val="100"/>
              </a:spcBef>
              <a:spcAft>
                <a:spcPts val="800"/>
              </a:spcAft>
            </a:pPr>
            <a:r>
              <a:rPr sz="1800" b="1">
                <a:latin typeface="Avenir Next LT Pro"/>
              </a:rPr>
              <a:t>25</a:t>
            </a:r>
          </a:p>
          <a:p>
            <a:pPr>
              <a:lnSpc>
                <a:spcPts val="1800"/>
              </a:lnSpc>
              <a:spcBef>
                <a:spcPts val="100"/>
              </a:spcBef>
              <a:spcAft>
                <a:spcPts val="800"/>
              </a:spcAft>
            </a:pPr>
            <a:r>
              <a:rPr sz="1800" b="1">
                <a:latin typeface="Avenir Next LT Pro"/>
              </a:rPr>
              <a:t>742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>
                <a:latin typeface="Avenir Next LT Pro"/>
              </a:rPr>
              <a:t>Lord’s Supper</a:t>
            </a:r>
          </a:p>
          <a:p>
            <a:pPr>
              <a:lnSpc>
                <a:spcPts val="1800"/>
              </a:lnSpc>
              <a:spcBef>
                <a:spcPts val="100"/>
              </a:spcBef>
              <a:spcAft>
                <a:spcPts val="800"/>
              </a:spcAft>
            </a:pPr>
            <a:r>
              <a:rPr sz="1800" b="1">
                <a:latin typeface="Avenir Next LT Pro"/>
              </a:rPr>
              <a:t>103</a:t>
            </a:r>
          </a:p>
          <a:p>
            <a:pPr>
              <a:lnSpc>
                <a:spcPts val="1800"/>
              </a:lnSpc>
              <a:spcBef>
                <a:spcPts val="100"/>
              </a:spcBef>
              <a:spcAft>
                <a:spcPts val="800"/>
              </a:spcAft>
            </a:pPr>
            <a:r>
              <a:rPr sz="1800" b="1">
                <a:latin typeface="Avenir Next LT Pro"/>
              </a:rPr>
              <a:t>277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>
                <a:latin typeface="Avenir Next LT Pro"/>
              </a:rPr>
              <a:t>Sermon</a:t>
            </a:r>
          </a:p>
          <a:p>
            <a:pPr>
              <a:lnSpc>
                <a:spcPts val="1800"/>
              </a:lnSpc>
              <a:spcBef>
                <a:spcPts val="100"/>
              </a:spcBef>
              <a:spcAft>
                <a:spcPts val="800"/>
              </a:spcAft>
            </a:pPr>
            <a:r>
              <a:rPr sz="1800" b="1">
                <a:latin typeface="Avenir Next LT Pro"/>
              </a:rPr>
              <a:t>613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>
                <a:latin typeface="Avenir Next LT Pro"/>
              </a:rPr>
              <a:t>Prayer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24" sz="quarter"/>
          </p:nvPr>
        </p:nvSpPr>
        <p:spPr/>
        <p:txBody>
          <a:bodyPr/>
          <a:lstStyle/>
          <a:p>
            <a:r>
              <a:t>June 28, 2026</a:t>
            </a:r>
          </a:p>
          <a:p>
            <a:r>
              <a:t>Sunday • 10:30am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25" sz="quarter"/>
          </p:nvPr>
        </p:nvSpPr>
        <p:spPr/>
        <p:txBody>
          <a:bodyPr/>
          <a:lstStyle/>
          <a:p>
            <a:r>
              <a:t>Please silence your phone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26" sz="quarter"/>
          </p:nvPr>
        </p:nvSpPr>
        <p:spPr/>
        <p:txBody>
          <a:bodyPr/>
          <a:lstStyle/>
          <a:p>
            <a:r>
              <a:rPr sz="2200"/>
              <a:t> </a:t>
            </a:r>
          </a:p>
          <a:p>
            <a:r>
              <a:rPr sz="2200"/>
              <a:t> </a:t>
            </a:r>
          </a:p>
          <a:p>
            <a:r>
              <a:rPr sz="2200"/>
              <a:t> </a:t>
            </a:r>
          </a:p>
          <a:p>
            <a:r>
              <a:rPr sz="2200"/>
              <a:t> </a:t>
            </a:r>
          </a:p>
          <a:p>
            <a:r>
              <a:rPr sz="2200"/>
              <a:t>Alex Cruttenden</a:t>
            </a:r>
          </a:p>
          <a:p>
            <a:r>
              <a:rPr sz="2200"/>
              <a:t> </a:t>
            </a:r>
          </a:p>
          <a:p>
            <a:r>
              <a:rPr sz="2200"/>
              <a:t>Jeff Dutra</a:t>
            </a:r>
          </a:p>
          <a:p>
            <a:r>
              <a:rPr sz="2200"/>
              <a:t> </a:t>
            </a:r>
          </a:p>
          <a:p>
            <a:r>
              <a:rPr sz="2200"/>
              <a:t> </a:t>
            </a:r>
          </a:p>
          <a:p>
            <a:r>
              <a:rPr sz="2200"/>
              <a:t/>
            </a:r>
          </a:p>
          <a:p>
            <a:r>
              <a:rPr sz="2200"/>
              <a:t> </a:t>
            </a:r>
          </a:p>
          <a:p>
            <a:r>
              <a:rPr sz="2200"/>
              <a:t> </a:t>
            </a:r>
          </a:p>
        </p:txBody>
      </p:sp>
      <p:pic>
        <p:nvPicPr>
          <p:cNvPr id="11" name="Picture 10" descr="eh-xcircle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2875788"/>
            <a:ext cx="365760" cy="365760"/>
          </a:xfrm>
          <a:prstGeom prst="rect">
            <a:avLst/>
          </a:prstGeom>
        </p:spPr>
      </p:pic>
      <p:pic>
        <p:nvPicPr>
          <p:cNvPr id="12" name="Picture 11" descr="phss-xcircle-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3218688"/>
            <a:ext cx="36576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visitor-background.jp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l="12" r="12"/>
          <a:stretch>
            <a:fillRect/>
          </a:stretch>
        </p:blipFill>
        <p:spPr>
          <a:xfrm>
            <a:off x="0" y="0"/>
            <a:ext cx="9144000" cy="5715000"/>
          </a:xfrm>
        </p:spPr>
      </p:pic>
      <p:sp>
        <p:nvSpPr>
          <p:cNvPr id="3" name="Content Placeholder 2"/>
          <p:cNvSpPr>
            <a:spLocks noGrp="1"/>
          </p:cNvSpPr>
          <p:nvPr>
            <p:ph idx="17" sz="quarter"/>
          </p:nvPr>
        </p:nvSpPr>
        <p:spPr/>
        <p:txBody>
          <a:bodyPr/>
          <a:lstStyle/>
          <a:p>
            <a:r>
              <a:t> </a:t>
            </a:r>
          </a:p>
        </p:txBody>
      </p:sp>
      <p:pic>
        <p:nvPicPr>
          <p:cNvPr id="10" name="Picture Placeholder 9" descr="eh20-eng-432.png"/>
          <p:cNvPicPr>
            <a:picLocks noGrp="1" noChangeAspect="1"/>
          </p:cNvPicPr>
          <p:nvPr>
            <p:ph type="pic" idx="19" sz="quarter"/>
          </p:nvPr>
        </p:nvPicPr>
        <p:blipFill>
          <a:blip r:embed="rId3"/>
          <a:srcRect t="459" b="459"/>
          <a:stretch>
            <a:fillRect/>
          </a:stretch>
        </p:blipFill>
        <p:spPr>
          <a:xfrm>
            <a:off x="1668537" y="5029200"/>
            <a:ext cx="1828800" cy="457200"/>
          </a:xfrm>
        </p:spPr>
      </p:pic>
      <p:sp>
        <p:nvSpPr>
          <p:cNvPr id="11" name="Content Placeholder 10"/>
          <p:cNvSpPr>
            <a:spLocks noGrp="1"/>
          </p:cNvSpPr>
          <p:nvPr>
            <p:ph idx="22" sz="quarter"/>
          </p:nvPr>
        </p:nvSpPr>
        <p:spPr>
          <a:xfrm>
            <a:off x="521207" y="537209"/>
            <a:ext cx="996696" cy="274320"/>
          </a:xfrm>
        </p:spPr>
        <p:txBody>
          <a:bodyPr/>
          <a:lstStyle/>
          <a:p>
            <a:r>
              <a:t> 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pPr>
              <a:lnSpc>
                <a:spcPts val="18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>
                <a:latin typeface="Avenir Next LT Pro"/>
              </a:rPr>
              <a:t>Welcome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>
                <a:latin typeface="Avenir Next LT Pro"/>
              </a:rPr>
              <a:t>Collection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>
                <a:latin typeface="Avenir Next LT Pro"/>
              </a:rPr>
              <a:t>Reading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>
                <a:latin typeface="Avenir Next LT Pro"/>
              </a:rPr>
              <a:t>Prayer</a:t>
            </a:r>
          </a:p>
          <a:p>
            <a:pPr>
              <a:lnSpc>
                <a:spcPts val="1800"/>
              </a:lnSpc>
              <a:spcBef>
                <a:spcPts val="100"/>
              </a:spcBef>
              <a:spcAft>
                <a:spcPts val="800"/>
              </a:spcAft>
            </a:pPr>
            <a:r>
              <a:rPr sz="1800" b="1">
                <a:latin typeface="Avenir Next LT Pro"/>
              </a:rPr>
              <a:t>25</a:t>
            </a:r>
          </a:p>
          <a:p>
            <a:pPr>
              <a:lnSpc>
                <a:spcPts val="1800"/>
              </a:lnSpc>
              <a:spcBef>
                <a:spcPts val="100"/>
              </a:spcBef>
              <a:spcAft>
                <a:spcPts val="800"/>
              </a:spcAft>
            </a:pPr>
            <a:r>
              <a:rPr sz="1800" b="1">
                <a:latin typeface="Avenir Next LT Pro"/>
              </a:rPr>
              <a:t>742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>
                <a:latin typeface="Avenir Next LT Pro"/>
              </a:rPr>
              <a:t>Lord’s Supper</a:t>
            </a:r>
          </a:p>
          <a:p>
            <a:pPr>
              <a:lnSpc>
                <a:spcPts val="1800"/>
              </a:lnSpc>
              <a:spcBef>
                <a:spcPts val="100"/>
              </a:spcBef>
              <a:spcAft>
                <a:spcPts val="800"/>
              </a:spcAft>
            </a:pPr>
            <a:r>
              <a:rPr sz="1800" b="1">
                <a:latin typeface="Avenir Next LT Pro"/>
              </a:rPr>
              <a:t>103</a:t>
            </a:r>
          </a:p>
          <a:p>
            <a:pPr>
              <a:lnSpc>
                <a:spcPts val="1800"/>
              </a:lnSpc>
              <a:spcBef>
                <a:spcPts val="100"/>
              </a:spcBef>
              <a:spcAft>
                <a:spcPts val="800"/>
              </a:spcAft>
            </a:pPr>
            <a:r>
              <a:rPr sz="1800" b="1">
                <a:latin typeface="Avenir Next LT Pro"/>
              </a:rPr>
              <a:t>277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>
                <a:latin typeface="Avenir Next LT Pro"/>
              </a:rPr>
              <a:t>Sermon</a:t>
            </a:r>
          </a:p>
          <a:p>
            <a:pPr>
              <a:lnSpc>
                <a:spcPts val="1800"/>
              </a:lnSpc>
              <a:spcBef>
                <a:spcPts val="100"/>
              </a:spcBef>
              <a:spcAft>
                <a:spcPts val="800"/>
              </a:spcAft>
            </a:pPr>
            <a:r>
              <a:rPr sz="1800" b="1">
                <a:latin typeface="Avenir Next LT Pro"/>
              </a:rPr>
              <a:t>613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>
                <a:latin typeface="Avenir Next LT Pro"/>
              </a:rPr>
              <a:t>Prayer</a:t>
            </a:r>
          </a:p>
        </p:txBody>
      </p:sp>
      <p:pic>
        <p:nvPicPr>
          <p:cNvPr id="13" name="Picture 12" descr="eh-xcircle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2875788"/>
            <a:ext cx="365760" cy="365760"/>
          </a:xfrm>
          <a:prstGeom prst="rect">
            <a:avLst/>
          </a:prstGeom>
        </p:spPr>
      </p:pic>
      <p:pic>
        <p:nvPicPr>
          <p:cNvPr id="14" name="Picture 13" descr="phss-xcircle-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3218688"/>
            <a:ext cx="36576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giving-options.jp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/>
          <a:stretch>
            <a:fillRect/>
          </a:stretch>
        </p:blipFill>
        <p:spPr>
          <a:xfrm>
            <a:off x="0" y="0"/>
            <a:ext cx="9144000" cy="5715000"/>
          </a:xfrm>
        </p:spPr>
      </p:pic>
      <p:sp>
        <p:nvSpPr>
          <p:cNvPr id="3" name="Content Placeholder 2"/>
          <p:cNvSpPr>
            <a:spLocks noGrp="1"/>
          </p:cNvSpPr>
          <p:nvPr>
            <p:ph idx="17" sz="quarter"/>
          </p:nvPr>
        </p:nvSpPr>
        <p:spPr/>
        <p:txBody>
          <a:bodyPr/>
          <a:lstStyle/>
          <a:p>
            <a:r>
              <a:t> </a:t>
            </a:r>
          </a:p>
        </p:txBody>
      </p:sp>
      <p:pic>
        <p:nvPicPr>
          <p:cNvPr id="10" name="Picture Placeholder 9" descr="eh20-eng-432.png"/>
          <p:cNvPicPr>
            <a:picLocks noGrp="1" noChangeAspect="1"/>
          </p:cNvPicPr>
          <p:nvPr>
            <p:ph type="pic" idx="19" sz="quarter"/>
          </p:nvPr>
        </p:nvPicPr>
        <p:blipFill>
          <a:blip r:embed="rId3"/>
          <a:srcRect t="459" b="459"/>
          <a:stretch>
            <a:fillRect/>
          </a:stretch>
        </p:blipFill>
        <p:spPr>
          <a:xfrm>
            <a:off x="1668537" y="5029200"/>
            <a:ext cx="1828800" cy="457200"/>
          </a:xfrm>
        </p:spPr>
      </p:pic>
      <p:sp>
        <p:nvSpPr>
          <p:cNvPr id="11" name="Content Placeholder 10"/>
          <p:cNvSpPr>
            <a:spLocks noGrp="1"/>
          </p:cNvSpPr>
          <p:nvPr>
            <p:ph idx="22" sz="quarter"/>
          </p:nvPr>
        </p:nvSpPr>
        <p:spPr>
          <a:xfrm>
            <a:off x="457200" y="880109"/>
            <a:ext cx="1060704" cy="274320"/>
          </a:xfrm>
        </p:spPr>
        <p:txBody>
          <a:bodyPr/>
          <a:lstStyle/>
          <a:p>
            <a:r>
              <a:t> 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pPr>
              <a:lnSpc>
                <a:spcPts val="18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>
                <a:latin typeface="Avenir Next LT Pro"/>
              </a:rPr>
              <a:t>Welcome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>
                <a:latin typeface="Avenir Next LT Pro"/>
              </a:rPr>
              <a:t>Collection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>
                <a:latin typeface="Avenir Next LT Pro"/>
              </a:rPr>
              <a:t>Reading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>
                <a:latin typeface="Avenir Next LT Pro"/>
              </a:rPr>
              <a:t>Prayer</a:t>
            </a:r>
          </a:p>
          <a:p>
            <a:pPr>
              <a:lnSpc>
                <a:spcPts val="1800"/>
              </a:lnSpc>
              <a:spcBef>
                <a:spcPts val="100"/>
              </a:spcBef>
              <a:spcAft>
                <a:spcPts val="800"/>
              </a:spcAft>
            </a:pPr>
            <a:r>
              <a:rPr sz="1800" b="1">
                <a:latin typeface="Avenir Next LT Pro"/>
              </a:rPr>
              <a:t>25</a:t>
            </a:r>
          </a:p>
          <a:p>
            <a:pPr>
              <a:lnSpc>
                <a:spcPts val="1800"/>
              </a:lnSpc>
              <a:spcBef>
                <a:spcPts val="100"/>
              </a:spcBef>
              <a:spcAft>
                <a:spcPts val="800"/>
              </a:spcAft>
            </a:pPr>
            <a:r>
              <a:rPr sz="1800" b="1">
                <a:latin typeface="Avenir Next LT Pro"/>
              </a:rPr>
              <a:t>742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>
                <a:latin typeface="Avenir Next LT Pro"/>
              </a:rPr>
              <a:t>Lord’s Supper</a:t>
            </a:r>
          </a:p>
          <a:p>
            <a:pPr>
              <a:lnSpc>
                <a:spcPts val="1800"/>
              </a:lnSpc>
              <a:spcBef>
                <a:spcPts val="100"/>
              </a:spcBef>
              <a:spcAft>
                <a:spcPts val="800"/>
              </a:spcAft>
            </a:pPr>
            <a:r>
              <a:rPr sz="1800" b="1">
                <a:latin typeface="Avenir Next LT Pro"/>
              </a:rPr>
              <a:t>103</a:t>
            </a:r>
          </a:p>
          <a:p>
            <a:pPr>
              <a:lnSpc>
                <a:spcPts val="1800"/>
              </a:lnSpc>
              <a:spcBef>
                <a:spcPts val="100"/>
              </a:spcBef>
              <a:spcAft>
                <a:spcPts val="800"/>
              </a:spcAft>
            </a:pPr>
            <a:r>
              <a:rPr sz="1800" b="1">
                <a:latin typeface="Avenir Next LT Pro"/>
              </a:rPr>
              <a:t>277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>
                <a:latin typeface="Avenir Next LT Pro"/>
              </a:rPr>
              <a:t>Sermon</a:t>
            </a:r>
          </a:p>
          <a:p>
            <a:pPr>
              <a:lnSpc>
                <a:spcPts val="1800"/>
              </a:lnSpc>
              <a:spcBef>
                <a:spcPts val="100"/>
              </a:spcBef>
              <a:spcAft>
                <a:spcPts val="800"/>
              </a:spcAft>
            </a:pPr>
            <a:r>
              <a:rPr sz="1800" b="1">
                <a:latin typeface="Avenir Next LT Pro"/>
              </a:rPr>
              <a:t>613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>
                <a:latin typeface="Avenir Next LT Pro"/>
              </a:rPr>
              <a:t>Prayer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25" sz="quarter"/>
          </p:nvPr>
        </p:nvSpPr>
        <p:spPr/>
        <p:txBody>
          <a:bodyPr/>
          <a:lstStyle/>
          <a:p/>
        </p:txBody>
      </p:sp>
      <p:pic>
        <p:nvPicPr>
          <p:cNvPr id="16" name="Picture 15" descr="eh-xcircle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2875788"/>
            <a:ext cx="365760" cy="365760"/>
          </a:xfrm>
          <a:prstGeom prst="rect">
            <a:avLst/>
          </a:prstGeom>
        </p:spPr>
      </p:pic>
      <p:pic>
        <p:nvPicPr>
          <p:cNvPr id="17" name="Picture 16" descr="phss-xcircle-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3218688"/>
            <a:ext cx="36576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giving-map-zoom.jp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/>
          <a:stretch>
            <a:fillRect/>
          </a:stretch>
        </p:blipFill>
        <p:spPr>
          <a:xfrm>
            <a:off x="0" y="0"/>
            <a:ext cx="9144000" cy="5715000"/>
          </a:xfrm>
        </p:spPr>
      </p:pic>
      <p:sp>
        <p:nvSpPr>
          <p:cNvPr id="3" name="Content Placeholder 2"/>
          <p:cNvSpPr>
            <a:spLocks noGrp="1"/>
          </p:cNvSpPr>
          <p:nvPr>
            <p:ph idx="17" sz="quarter"/>
          </p:nvPr>
        </p:nvSpPr>
        <p:spPr/>
        <p:txBody>
          <a:bodyPr/>
          <a:lstStyle/>
          <a:p>
            <a:r>
              <a:t>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2" sz="quarter"/>
          </p:nvPr>
        </p:nvSpPr>
        <p:spPr>
          <a:xfrm>
            <a:off x="1828800" y="182880"/>
            <a:ext cx="7086600" cy="4800600"/>
          </a:xfrm>
        </p:spPr>
        <p:txBody>
          <a:bodyPr/>
          <a:lstStyle/>
          <a:p>
            <a:pPr>
              <a:lnSpc>
                <a:spcPts val="1500"/>
              </a:lnSpc>
            </a:pPr>
            <a:r>
              <a:rPr sz="1000" b="0">
                <a:solidFill>
                  <a:srgbClr val="FFFFFF"/>
                </a:solidFill>
              </a:rPr>
              <a:t>“Repentance and remission of sins should be preached in His name to all nations, beginning at Jerusalem.”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6" sz="quarter"/>
          </p:nvPr>
        </p:nvSpPr>
        <p:spPr>
          <a:xfrm>
            <a:off x="6583680" y="5120640"/>
            <a:ext cx="2377440" cy="365760"/>
          </a:xfrm>
        </p:spPr>
        <p:txBody>
          <a:bodyPr/>
          <a:lstStyle/>
          <a:p>
            <a:pPr>
              <a:lnSpc>
                <a:spcPts val="1000"/>
              </a:lnSpc>
            </a:pPr>
            <a:r>
              <a:rPr sz="1000" b="0"/>
              <a:t>Luke 24:47</a:t>
            </a:r>
          </a:p>
        </p:txBody>
      </p:sp>
      <p:pic>
        <p:nvPicPr>
          <p:cNvPr id="10" name="Picture Placeholder 9" descr="eh20-eng-432.png"/>
          <p:cNvPicPr>
            <a:picLocks noGrp="1" noChangeAspect="1"/>
          </p:cNvPicPr>
          <p:nvPr>
            <p:ph type="pic" idx="19" sz="quarter"/>
          </p:nvPr>
        </p:nvPicPr>
        <p:blipFill>
          <a:blip r:embed="rId3"/>
          <a:srcRect t="459" b="459"/>
          <a:stretch>
            <a:fillRect/>
          </a:stretch>
        </p:blipFill>
        <p:spPr>
          <a:xfrm>
            <a:off x="1668537" y="5029200"/>
            <a:ext cx="1828800" cy="457200"/>
          </a:xfrm>
        </p:spPr>
      </p:pic>
      <p:sp>
        <p:nvSpPr>
          <p:cNvPr id="11" name="Content Placeholder 10"/>
          <p:cNvSpPr>
            <a:spLocks noGrp="1"/>
          </p:cNvSpPr>
          <p:nvPr>
            <p:ph idx="22" sz="quarter"/>
          </p:nvPr>
        </p:nvSpPr>
        <p:spPr>
          <a:xfrm>
            <a:off x="457200" y="880109"/>
            <a:ext cx="1060704" cy="274320"/>
          </a:xfrm>
        </p:spPr>
        <p:txBody>
          <a:bodyPr/>
          <a:lstStyle/>
          <a:p>
            <a:r>
              <a:t> 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pPr>
              <a:lnSpc>
                <a:spcPts val="18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>
                <a:latin typeface="Avenir Next LT Pro"/>
              </a:rPr>
              <a:t>Welcome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>
                <a:latin typeface="Avenir Next LT Pro"/>
              </a:rPr>
              <a:t>Collection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>
                <a:latin typeface="Avenir Next LT Pro"/>
              </a:rPr>
              <a:t>Reading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>
                <a:latin typeface="Avenir Next LT Pro"/>
              </a:rPr>
              <a:t>Prayer</a:t>
            </a:r>
          </a:p>
          <a:p>
            <a:pPr>
              <a:lnSpc>
                <a:spcPts val="1800"/>
              </a:lnSpc>
              <a:spcBef>
                <a:spcPts val="100"/>
              </a:spcBef>
              <a:spcAft>
                <a:spcPts val="800"/>
              </a:spcAft>
            </a:pPr>
            <a:r>
              <a:rPr sz="1800" b="1">
                <a:latin typeface="Avenir Next LT Pro"/>
              </a:rPr>
              <a:t>25</a:t>
            </a:r>
          </a:p>
          <a:p>
            <a:pPr>
              <a:lnSpc>
                <a:spcPts val="1800"/>
              </a:lnSpc>
              <a:spcBef>
                <a:spcPts val="100"/>
              </a:spcBef>
              <a:spcAft>
                <a:spcPts val="800"/>
              </a:spcAft>
            </a:pPr>
            <a:r>
              <a:rPr sz="1800" b="1">
                <a:latin typeface="Avenir Next LT Pro"/>
              </a:rPr>
              <a:t>742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>
                <a:latin typeface="Avenir Next LT Pro"/>
              </a:rPr>
              <a:t>Lord’s Supper</a:t>
            </a:r>
          </a:p>
          <a:p>
            <a:pPr>
              <a:lnSpc>
                <a:spcPts val="1800"/>
              </a:lnSpc>
              <a:spcBef>
                <a:spcPts val="100"/>
              </a:spcBef>
              <a:spcAft>
                <a:spcPts val="800"/>
              </a:spcAft>
            </a:pPr>
            <a:r>
              <a:rPr sz="1800" b="1">
                <a:latin typeface="Avenir Next LT Pro"/>
              </a:rPr>
              <a:t>103</a:t>
            </a:r>
          </a:p>
          <a:p>
            <a:pPr>
              <a:lnSpc>
                <a:spcPts val="1800"/>
              </a:lnSpc>
              <a:spcBef>
                <a:spcPts val="100"/>
              </a:spcBef>
              <a:spcAft>
                <a:spcPts val="800"/>
              </a:spcAft>
            </a:pPr>
            <a:r>
              <a:rPr sz="1800" b="1">
                <a:latin typeface="Avenir Next LT Pro"/>
              </a:rPr>
              <a:t>277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>
                <a:latin typeface="Avenir Next LT Pro"/>
              </a:rPr>
              <a:t>Sermon</a:t>
            </a:r>
          </a:p>
          <a:p>
            <a:pPr>
              <a:lnSpc>
                <a:spcPts val="1800"/>
              </a:lnSpc>
              <a:spcBef>
                <a:spcPts val="100"/>
              </a:spcBef>
              <a:spcAft>
                <a:spcPts val="800"/>
              </a:spcAft>
            </a:pPr>
            <a:r>
              <a:rPr sz="1800" b="1">
                <a:latin typeface="Avenir Next LT Pro"/>
              </a:rPr>
              <a:t>613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>
                <a:latin typeface="Avenir Next LT Pro"/>
              </a:rPr>
              <a:t>Prayer</a:t>
            </a:r>
          </a:p>
        </p:txBody>
      </p:sp>
      <p:pic>
        <p:nvPicPr>
          <p:cNvPr id="13" name="Picture 12" descr="eh-xcircle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2875788"/>
            <a:ext cx="365760" cy="365760"/>
          </a:xfrm>
          <a:prstGeom prst="rect">
            <a:avLst/>
          </a:prstGeom>
        </p:spPr>
      </p:pic>
      <p:pic>
        <p:nvPicPr>
          <p:cNvPr id="14" name="Picture 13" descr="phss-xcircle-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3218688"/>
            <a:ext cx="36576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podium.jp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/>
          <a:stretch>
            <a:fillRect/>
          </a:stretch>
        </p:blipFill>
        <p:spPr>
          <a:xfrm>
            <a:off x="0" y="0"/>
            <a:ext cx="9144000" cy="5715000"/>
          </a:xfrm>
        </p:spPr>
      </p:pic>
      <p:sp>
        <p:nvSpPr>
          <p:cNvPr id="3" name="Content Placeholder 2"/>
          <p:cNvSpPr>
            <a:spLocks noGrp="1"/>
          </p:cNvSpPr>
          <p:nvPr>
            <p:ph idx="17" sz="quarter"/>
          </p:nvPr>
        </p:nvSpPr>
        <p:spPr/>
        <p:txBody>
          <a:bodyPr/>
          <a:lstStyle/>
          <a:p>
            <a:r>
              <a:t>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8" sz="quarter"/>
          </p:nvPr>
        </p:nvSpPr>
        <p:spPr/>
        <p:txBody>
          <a:bodyPr/>
          <a:lstStyle/>
          <a:p>
            <a:r>
              <a:t>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2" sz="quarter"/>
          </p:nvPr>
        </p:nvSpPr>
        <p:spPr>
          <a:xfrm>
            <a:off x="3200400" y="2308860"/>
            <a:ext cx="4297680" cy="1097280"/>
          </a:xfrm>
        </p:spPr>
        <p:txBody>
          <a:bodyPr/>
          <a:lstStyle/>
          <a:p>
            <a:r>
              <a:rPr sz="5400">
                <a:latin typeface="Avenir Next LT Pro"/>
              </a:rPr>
              <a:t>LUKE 1:46-55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3" sz="quarter"/>
          </p:nvPr>
        </p:nvSpPr>
        <p:spPr>
          <a:xfrm>
            <a:off x="3063240" y="1394460"/>
            <a:ext cx="4572000" cy="914400"/>
          </a:xfrm>
        </p:spPr>
        <p:txBody>
          <a:bodyPr/>
          <a:lstStyle/>
          <a:p>
            <a:r>
              <a:rPr sz="6600">
                <a:latin typeface="Avenir Next LT Pro"/>
              </a:rPr>
              <a:t>READING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5" sz="quarter"/>
          </p:nvPr>
        </p:nvSpPr>
        <p:spPr>
          <a:xfrm>
            <a:off x="3520440" y="4009644"/>
            <a:ext cx="3657600" cy="365760"/>
          </a:xfrm>
        </p:spPr>
        <p:txBody>
          <a:bodyPr/>
          <a:lstStyle/>
          <a:p>
            <a:r>
              <a:rPr sz="1600">
                <a:latin typeface="Avenir Next LT Pro"/>
              </a:rPr>
              <a:t>“HAVE THIS LETTER READ TO ALL”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20" sz="quarter"/>
          </p:nvPr>
        </p:nvSpPr>
        <p:spPr>
          <a:xfrm>
            <a:off x="3977639" y="4320540"/>
            <a:ext cx="2743200" cy="457200"/>
          </a:xfrm>
        </p:spPr>
        <p:txBody>
          <a:bodyPr/>
          <a:lstStyle/>
          <a:p>
            <a:r>
              <a:rPr sz="1600">
                <a:latin typeface="Avenir Next LT Pro"/>
              </a:rPr>
              <a:t>1 THESSALONIANS 5:27</a:t>
            </a:r>
          </a:p>
        </p:txBody>
      </p:sp>
      <p:pic>
        <p:nvPicPr>
          <p:cNvPr id="10" name="Picture Placeholder 9" descr="eh20-eng-432.png"/>
          <p:cNvPicPr>
            <a:picLocks noGrp="1" noChangeAspect="1"/>
          </p:cNvPicPr>
          <p:nvPr>
            <p:ph type="pic" idx="19" sz="quarter"/>
          </p:nvPr>
        </p:nvPicPr>
        <p:blipFill>
          <a:blip r:embed="rId3"/>
          <a:srcRect t="459" b="459"/>
          <a:stretch>
            <a:fillRect/>
          </a:stretch>
        </p:blipFill>
        <p:spPr>
          <a:xfrm>
            <a:off x="1668537" y="5029200"/>
            <a:ext cx="1828800" cy="457200"/>
          </a:xfrm>
        </p:spPr>
      </p:pic>
      <p:sp>
        <p:nvSpPr>
          <p:cNvPr id="11" name="Content Placeholder 10"/>
          <p:cNvSpPr>
            <a:spLocks noGrp="1"/>
          </p:cNvSpPr>
          <p:nvPr>
            <p:ph idx="22" sz="quarter"/>
          </p:nvPr>
        </p:nvSpPr>
        <p:spPr>
          <a:xfrm>
            <a:off x="621792" y="1223010"/>
            <a:ext cx="896112" cy="274320"/>
          </a:xfrm>
        </p:spPr>
        <p:txBody>
          <a:bodyPr/>
          <a:lstStyle/>
          <a:p>
            <a:r>
              <a:t> 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pPr>
              <a:lnSpc>
                <a:spcPts val="18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>
                <a:latin typeface="Avenir Next LT Pro"/>
              </a:rPr>
              <a:t>Welcome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>
                <a:latin typeface="Avenir Next LT Pro"/>
              </a:rPr>
              <a:t>Collection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>
                <a:latin typeface="Avenir Next LT Pro"/>
              </a:rPr>
              <a:t>Reading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>
                <a:latin typeface="Avenir Next LT Pro"/>
              </a:rPr>
              <a:t>Prayer</a:t>
            </a:r>
          </a:p>
          <a:p>
            <a:pPr>
              <a:lnSpc>
                <a:spcPts val="1800"/>
              </a:lnSpc>
              <a:spcBef>
                <a:spcPts val="100"/>
              </a:spcBef>
              <a:spcAft>
                <a:spcPts val="800"/>
              </a:spcAft>
            </a:pPr>
            <a:r>
              <a:rPr sz="1800" b="1">
                <a:latin typeface="Avenir Next LT Pro"/>
              </a:rPr>
              <a:t>25</a:t>
            </a:r>
          </a:p>
          <a:p>
            <a:pPr>
              <a:lnSpc>
                <a:spcPts val="1800"/>
              </a:lnSpc>
              <a:spcBef>
                <a:spcPts val="100"/>
              </a:spcBef>
              <a:spcAft>
                <a:spcPts val="800"/>
              </a:spcAft>
            </a:pPr>
            <a:r>
              <a:rPr sz="1800" b="1">
                <a:latin typeface="Avenir Next LT Pro"/>
              </a:rPr>
              <a:t>742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>
                <a:latin typeface="Avenir Next LT Pro"/>
              </a:rPr>
              <a:t>Lord’s Supper</a:t>
            </a:r>
          </a:p>
          <a:p>
            <a:pPr>
              <a:lnSpc>
                <a:spcPts val="1800"/>
              </a:lnSpc>
              <a:spcBef>
                <a:spcPts val="100"/>
              </a:spcBef>
              <a:spcAft>
                <a:spcPts val="800"/>
              </a:spcAft>
            </a:pPr>
            <a:r>
              <a:rPr sz="1800" b="1">
                <a:latin typeface="Avenir Next LT Pro"/>
              </a:rPr>
              <a:t>103</a:t>
            </a:r>
          </a:p>
          <a:p>
            <a:pPr>
              <a:lnSpc>
                <a:spcPts val="1800"/>
              </a:lnSpc>
              <a:spcBef>
                <a:spcPts val="100"/>
              </a:spcBef>
              <a:spcAft>
                <a:spcPts val="800"/>
              </a:spcAft>
            </a:pPr>
            <a:r>
              <a:rPr sz="1800" b="1">
                <a:latin typeface="Avenir Next LT Pro"/>
              </a:rPr>
              <a:t>277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>
                <a:latin typeface="Avenir Next LT Pro"/>
              </a:rPr>
              <a:t>Sermon</a:t>
            </a:r>
          </a:p>
          <a:p>
            <a:pPr>
              <a:lnSpc>
                <a:spcPts val="1800"/>
              </a:lnSpc>
              <a:spcBef>
                <a:spcPts val="100"/>
              </a:spcBef>
              <a:spcAft>
                <a:spcPts val="800"/>
              </a:spcAft>
            </a:pPr>
            <a:r>
              <a:rPr sz="1800" b="1">
                <a:latin typeface="Avenir Next LT Pro"/>
              </a:rPr>
              <a:t>613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>
                <a:latin typeface="Avenir Next LT Pro"/>
              </a:rPr>
              <a:t>Prayer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25" sz="quarter"/>
          </p:nvPr>
        </p:nvSpPr>
        <p:spPr/>
        <p:txBody>
          <a:bodyPr/>
          <a:lstStyle/>
          <a:p/>
        </p:txBody>
      </p:sp>
      <p:pic>
        <p:nvPicPr>
          <p:cNvPr id="16" name="Picture 15" descr="eh-xcircle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2875788"/>
            <a:ext cx="365760" cy="365760"/>
          </a:xfrm>
          <a:prstGeom prst="rect">
            <a:avLst/>
          </a:prstGeom>
        </p:spPr>
      </p:pic>
      <p:pic>
        <p:nvPicPr>
          <p:cNvPr id="17" name="Picture 16" descr="phss-xcircle-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3218688"/>
            <a:ext cx="36576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prayer-wheat.jp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/>
          <a:stretch>
            <a:fillRect/>
          </a:stretch>
        </p:blipFill>
        <p:spPr>
          <a:xfrm>
            <a:off x="0" y="0"/>
            <a:ext cx="9144000" cy="5715000"/>
          </a:xfrm>
        </p:spPr>
      </p:pic>
      <p:sp>
        <p:nvSpPr>
          <p:cNvPr id="3" name="Content Placeholder 2"/>
          <p:cNvSpPr>
            <a:spLocks noGrp="1"/>
          </p:cNvSpPr>
          <p:nvPr>
            <p:ph idx="17" sz="quarter"/>
          </p:nvPr>
        </p:nvSpPr>
        <p:spPr/>
        <p:txBody>
          <a:bodyPr/>
          <a:lstStyle/>
          <a:p>
            <a:r>
              <a:t>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8" sz="quarter"/>
          </p:nvPr>
        </p:nvSpPr>
        <p:spPr/>
        <p:txBody>
          <a:bodyPr/>
          <a:lstStyle/>
          <a:p>
            <a:r>
              <a:t> 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3" sz="quarter"/>
          </p:nvPr>
        </p:nvSpPr>
        <p:spPr>
          <a:xfrm>
            <a:off x="3063240" y="1531620"/>
            <a:ext cx="4572000" cy="1645920"/>
          </a:xfrm>
        </p:spPr>
        <p:txBody>
          <a:bodyPr/>
          <a:lstStyle/>
          <a:p>
            <a:r>
              <a:rPr sz="8000">
                <a:latin typeface="Avenir Next LT Pro"/>
              </a:rPr>
              <a:t>PRAYER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5" sz="quarter"/>
          </p:nvPr>
        </p:nvSpPr>
        <p:spPr>
          <a:xfrm>
            <a:off x="3566160" y="3040380"/>
            <a:ext cx="3566160" cy="914400"/>
          </a:xfrm>
        </p:spPr>
        <p:txBody>
          <a:bodyPr/>
          <a:lstStyle/>
          <a:p>
            <a:r>
              <a:rPr sz="2400">
                <a:latin typeface="Avenir Next LT Pro"/>
              </a:rPr>
              <a:t>“DEVOTE YOURSELVES TO PRAYER”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20" sz="quarter"/>
          </p:nvPr>
        </p:nvSpPr>
        <p:spPr>
          <a:xfrm>
            <a:off x="3291840" y="3863339"/>
            <a:ext cx="4133087" cy="914400"/>
          </a:xfrm>
        </p:spPr>
        <p:txBody>
          <a:bodyPr/>
          <a:lstStyle/>
          <a:p>
            <a:r>
              <a:rPr sz="2000">
                <a:latin typeface="Avenir Next LT Pro"/>
              </a:rPr>
              <a:t>COLOSSIANS 4:2</a:t>
            </a:r>
          </a:p>
        </p:txBody>
      </p:sp>
      <p:pic>
        <p:nvPicPr>
          <p:cNvPr id="10" name="Picture Placeholder 9" descr="eh20-eng-432.png"/>
          <p:cNvPicPr>
            <a:picLocks noGrp="1" noChangeAspect="1"/>
          </p:cNvPicPr>
          <p:nvPr>
            <p:ph type="pic" idx="19" sz="quarter"/>
          </p:nvPr>
        </p:nvPicPr>
        <p:blipFill>
          <a:blip r:embed="rId3"/>
          <a:srcRect t="459" b="459"/>
          <a:stretch>
            <a:fillRect/>
          </a:stretch>
        </p:blipFill>
        <p:spPr>
          <a:xfrm>
            <a:off x="1668537" y="5029200"/>
            <a:ext cx="1828800" cy="457200"/>
          </a:xfrm>
        </p:spPr>
      </p:pic>
      <p:sp>
        <p:nvSpPr>
          <p:cNvPr id="11" name="Content Placeholder 10"/>
          <p:cNvSpPr>
            <a:spLocks noGrp="1"/>
          </p:cNvSpPr>
          <p:nvPr>
            <p:ph idx="22" sz="quarter"/>
          </p:nvPr>
        </p:nvSpPr>
        <p:spPr>
          <a:xfrm>
            <a:off x="813815" y="1565910"/>
            <a:ext cx="704088" cy="274320"/>
          </a:xfrm>
        </p:spPr>
        <p:txBody>
          <a:bodyPr/>
          <a:lstStyle/>
          <a:p>
            <a:r>
              <a:t> 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pPr>
              <a:lnSpc>
                <a:spcPts val="18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>
                <a:latin typeface="Avenir Next LT Pro"/>
              </a:rPr>
              <a:t>Welcome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>
                <a:latin typeface="Avenir Next LT Pro"/>
              </a:rPr>
              <a:t>Collection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>
                <a:latin typeface="Avenir Next LT Pro"/>
              </a:rPr>
              <a:t>Reading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>
                <a:latin typeface="Avenir Next LT Pro"/>
              </a:rPr>
              <a:t>Prayer</a:t>
            </a:r>
          </a:p>
          <a:p>
            <a:pPr>
              <a:lnSpc>
                <a:spcPts val="1800"/>
              </a:lnSpc>
              <a:spcBef>
                <a:spcPts val="100"/>
              </a:spcBef>
              <a:spcAft>
                <a:spcPts val="800"/>
              </a:spcAft>
            </a:pPr>
            <a:r>
              <a:rPr sz="1800" b="1">
                <a:latin typeface="Avenir Next LT Pro"/>
              </a:rPr>
              <a:t>25</a:t>
            </a:r>
          </a:p>
          <a:p>
            <a:pPr>
              <a:lnSpc>
                <a:spcPts val="1800"/>
              </a:lnSpc>
              <a:spcBef>
                <a:spcPts val="100"/>
              </a:spcBef>
              <a:spcAft>
                <a:spcPts val="800"/>
              </a:spcAft>
            </a:pPr>
            <a:r>
              <a:rPr sz="1800" b="1">
                <a:latin typeface="Avenir Next LT Pro"/>
              </a:rPr>
              <a:t>742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>
                <a:latin typeface="Avenir Next LT Pro"/>
              </a:rPr>
              <a:t>Lord’s Supper</a:t>
            </a:r>
          </a:p>
          <a:p>
            <a:pPr>
              <a:lnSpc>
                <a:spcPts val="1800"/>
              </a:lnSpc>
              <a:spcBef>
                <a:spcPts val="100"/>
              </a:spcBef>
              <a:spcAft>
                <a:spcPts val="800"/>
              </a:spcAft>
            </a:pPr>
            <a:r>
              <a:rPr sz="1800" b="1">
                <a:latin typeface="Avenir Next LT Pro"/>
              </a:rPr>
              <a:t>103</a:t>
            </a:r>
          </a:p>
          <a:p>
            <a:pPr>
              <a:lnSpc>
                <a:spcPts val="1800"/>
              </a:lnSpc>
              <a:spcBef>
                <a:spcPts val="100"/>
              </a:spcBef>
              <a:spcAft>
                <a:spcPts val="800"/>
              </a:spcAft>
            </a:pPr>
            <a:r>
              <a:rPr sz="1800" b="1">
                <a:latin typeface="Avenir Next LT Pro"/>
              </a:rPr>
              <a:t>277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>
                <a:latin typeface="Avenir Next LT Pro"/>
              </a:rPr>
              <a:t>Sermon</a:t>
            </a:r>
          </a:p>
          <a:p>
            <a:pPr>
              <a:lnSpc>
                <a:spcPts val="1800"/>
              </a:lnSpc>
              <a:spcBef>
                <a:spcPts val="100"/>
              </a:spcBef>
              <a:spcAft>
                <a:spcPts val="800"/>
              </a:spcAft>
            </a:pPr>
            <a:r>
              <a:rPr sz="1800" b="1">
                <a:latin typeface="Avenir Next LT Pro"/>
              </a:rPr>
              <a:t>613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>
                <a:latin typeface="Avenir Next LT Pro"/>
              </a:rPr>
              <a:t>Prayer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25" sz="quarter"/>
          </p:nvPr>
        </p:nvSpPr>
        <p:spPr/>
        <p:txBody>
          <a:bodyPr/>
          <a:lstStyle/>
          <a:p/>
        </p:txBody>
      </p:sp>
      <p:pic>
        <p:nvPicPr>
          <p:cNvPr id="16" name="Picture 15" descr="eh-xcircle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2875788"/>
            <a:ext cx="365760" cy="365760"/>
          </a:xfrm>
          <a:prstGeom prst="rect">
            <a:avLst/>
          </a:prstGeom>
        </p:spPr>
      </p:pic>
      <p:pic>
        <p:nvPicPr>
          <p:cNvPr id="17" name="Picture 16" descr="phss-xcircle-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3218688"/>
            <a:ext cx="36576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song-beige.jp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/>
          <a:stretch>
            <a:fillRect/>
          </a:stretch>
        </p:blipFill>
        <p:spPr>
          <a:xfrm>
            <a:off x="0" y="0"/>
            <a:ext cx="9144000" cy="5715000"/>
          </a:xfrm>
        </p:spPr>
      </p:pic>
      <p:sp>
        <p:nvSpPr>
          <p:cNvPr id="3" name="Content Placeholder 2"/>
          <p:cNvSpPr>
            <a:spLocks noGrp="1"/>
          </p:cNvSpPr>
          <p:nvPr>
            <p:ph idx="17" sz="quarter"/>
          </p:nvPr>
        </p:nvSpPr>
        <p:spPr/>
        <p:txBody>
          <a:bodyPr/>
          <a:lstStyle/>
          <a:p>
            <a:r>
              <a:t>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8" sz="quarter"/>
          </p:nvPr>
        </p:nvSpPr>
        <p:spPr/>
        <p:txBody>
          <a:bodyPr/>
          <a:lstStyle/>
          <a:p>
            <a:r>
              <a:t>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2" sz="quarter"/>
          </p:nvPr>
        </p:nvSpPr>
        <p:spPr>
          <a:xfrm>
            <a:off x="4206240" y="617220"/>
            <a:ext cx="2286000" cy="914400"/>
          </a:xfrm>
        </p:spPr>
        <p:txBody>
          <a:bodyPr/>
          <a:lstStyle/>
          <a:p>
            <a:r>
              <a:rPr sz="6000">
                <a:latin typeface="Avenir Next LT Pro"/>
              </a:rPr>
              <a:t>25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3" sz="quarter"/>
          </p:nvPr>
        </p:nvSpPr>
        <p:spPr>
          <a:xfrm>
            <a:off x="3429000" y="1531620"/>
            <a:ext cx="3840480" cy="1645920"/>
          </a:xfrm>
        </p:spPr>
        <p:txBody>
          <a:bodyPr/>
          <a:lstStyle/>
          <a:p>
            <a:r>
              <a:rPr sz="3600">
                <a:latin typeface="Avenir Next LT Pro"/>
              </a:rPr>
              <a:t>ALL THINGS PRAISE THEE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5" sz="quarter"/>
          </p:nvPr>
        </p:nvSpPr>
        <p:spPr>
          <a:xfrm>
            <a:off x="3749039" y="3954780"/>
            <a:ext cx="3200400" cy="640080"/>
          </a:xfrm>
        </p:spPr>
        <p:txBody>
          <a:bodyPr/>
          <a:lstStyle/>
          <a:p>
            <a:r>
              <a:rPr sz="2400">
                <a:latin typeface="Avenir Next LT Pro"/>
              </a:rPr>
              <a:t>“SINGING...TO THE LORD”
COLOSSIANS 3:16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rPr sz="1200">
                <a:latin typeface="Avenir Next LT Pro"/>
              </a:rPr>
              <a:t>Words: George W. Conder
Music: Conrad Kocher / Arr.: William H. Monk</a:t>
            </a:r>
          </a:p>
        </p:txBody>
      </p:sp>
      <p:pic>
        <p:nvPicPr>
          <p:cNvPr id="10" name="Picture Placeholder 9" descr="eh20-eng-432.png"/>
          <p:cNvPicPr>
            <a:picLocks noGrp="1" noChangeAspect="1"/>
          </p:cNvPicPr>
          <p:nvPr>
            <p:ph type="pic" idx="19" sz="quarter"/>
          </p:nvPr>
        </p:nvPicPr>
        <p:blipFill>
          <a:blip r:embed="rId3"/>
          <a:srcRect t="459" b="459"/>
          <a:stretch>
            <a:fillRect/>
          </a:stretch>
        </p:blipFill>
        <p:spPr>
          <a:xfrm>
            <a:off x="1668537" y="5029200"/>
            <a:ext cx="1828800" cy="457200"/>
          </a:xfrm>
        </p:spPr>
      </p:pic>
      <p:sp>
        <p:nvSpPr>
          <p:cNvPr id="11" name="Content Placeholder 10"/>
          <p:cNvSpPr>
            <a:spLocks noGrp="1"/>
          </p:cNvSpPr>
          <p:nvPr>
            <p:ph idx="22" sz="quarter"/>
          </p:nvPr>
        </p:nvSpPr>
        <p:spPr>
          <a:xfrm>
            <a:off x="1106424" y="1890522"/>
            <a:ext cx="411479" cy="274320"/>
          </a:xfrm>
        </p:spPr>
        <p:txBody>
          <a:bodyPr/>
          <a:lstStyle/>
          <a:p>
            <a:r>
              <a:t> 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pPr>
              <a:lnSpc>
                <a:spcPts val="18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>
                <a:latin typeface="Avenir Next LT Pro"/>
              </a:rPr>
              <a:t>Welcome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>
                <a:latin typeface="Avenir Next LT Pro"/>
              </a:rPr>
              <a:t>Collection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>
                <a:latin typeface="Avenir Next LT Pro"/>
              </a:rPr>
              <a:t>Reading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>
                <a:latin typeface="Avenir Next LT Pro"/>
              </a:rPr>
              <a:t>Prayer</a:t>
            </a:r>
          </a:p>
          <a:p>
            <a:pPr>
              <a:lnSpc>
                <a:spcPts val="1800"/>
              </a:lnSpc>
              <a:spcBef>
                <a:spcPts val="100"/>
              </a:spcBef>
              <a:spcAft>
                <a:spcPts val="800"/>
              </a:spcAft>
            </a:pPr>
            <a:r>
              <a:rPr sz="1800" b="1">
                <a:latin typeface="Avenir Next LT Pro"/>
              </a:rPr>
              <a:t>25</a:t>
            </a:r>
          </a:p>
          <a:p>
            <a:pPr>
              <a:lnSpc>
                <a:spcPts val="1800"/>
              </a:lnSpc>
              <a:spcBef>
                <a:spcPts val="100"/>
              </a:spcBef>
              <a:spcAft>
                <a:spcPts val="800"/>
              </a:spcAft>
            </a:pPr>
            <a:r>
              <a:rPr sz="1800" b="1">
                <a:latin typeface="Avenir Next LT Pro"/>
              </a:rPr>
              <a:t>742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>
                <a:latin typeface="Avenir Next LT Pro"/>
              </a:rPr>
              <a:t>Lord’s Supper</a:t>
            </a:r>
          </a:p>
          <a:p>
            <a:pPr>
              <a:lnSpc>
                <a:spcPts val="1800"/>
              </a:lnSpc>
              <a:spcBef>
                <a:spcPts val="100"/>
              </a:spcBef>
              <a:spcAft>
                <a:spcPts val="800"/>
              </a:spcAft>
            </a:pPr>
            <a:r>
              <a:rPr sz="1800" b="1">
                <a:latin typeface="Avenir Next LT Pro"/>
              </a:rPr>
              <a:t>103</a:t>
            </a:r>
          </a:p>
          <a:p>
            <a:pPr>
              <a:lnSpc>
                <a:spcPts val="1800"/>
              </a:lnSpc>
              <a:spcBef>
                <a:spcPts val="100"/>
              </a:spcBef>
              <a:spcAft>
                <a:spcPts val="800"/>
              </a:spcAft>
            </a:pPr>
            <a:r>
              <a:rPr sz="1800" b="1">
                <a:latin typeface="Avenir Next LT Pro"/>
              </a:rPr>
              <a:t>277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>
                <a:latin typeface="Avenir Next LT Pro"/>
              </a:rPr>
              <a:t>Sermon</a:t>
            </a:r>
          </a:p>
          <a:p>
            <a:pPr>
              <a:lnSpc>
                <a:spcPts val="1800"/>
              </a:lnSpc>
              <a:spcBef>
                <a:spcPts val="100"/>
              </a:spcBef>
              <a:spcAft>
                <a:spcPts val="800"/>
              </a:spcAft>
            </a:pPr>
            <a:r>
              <a:rPr sz="1800" b="1">
                <a:latin typeface="Avenir Next LT Pro"/>
              </a:rPr>
              <a:t>613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>
                <a:latin typeface="Avenir Next LT Pro"/>
              </a:rPr>
              <a:t>Prayer</a:t>
            </a:r>
          </a:p>
        </p:txBody>
      </p:sp>
      <p:pic>
        <p:nvPicPr>
          <p:cNvPr id="13" name="Picture 12" descr="eh-xcircle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2875788"/>
            <a:ext cx="365760" cy="365760"/>
          </a:xfrm>
          <a:prstGeom prst="rect">
            <a:avLst/>
          </a:prstGeom>
        </p:spPr>
      </p:pic>
      <p:pic>
        <p:nvPicPr>
          <p:cNvPr id="14" name="Picture 13" descr="phss-xcircle-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3218688"/>
            <a:ext cx="365760" cy="365760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4764024" y="3406140"/>
            <a:ext cx="365760" cy="365760"/>
          </a:xfrm>
          <a:prstGeom prst="ellipse">
            <a:avLst/>
          </a:prstGeom>
          <a:solidFill>
            <a:srgbClr val="014A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bIns="0" lIns="0" tIns="0" rIns="0"/>
          <a:lstStyle/>
          <a:p>
            <a:pPr algn="ctr"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5166360" y="3406140"/>
            <a:ext cx="365760" cy="365760"/>
          </a:xfrm>
          <a:prstGeom prst="ellipse">
            <a:avLst/>
          </a:prstGeom>
          <a:solidFill>
            <a:srgbClr val="014A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bIns="0" lIns="0" tIns="0" rIns="0"/>
          <a:lstStyle/>
          <a:p>
            <a:pPr algn="ctr"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5568696" y="3406140"/>
            <a:ext cx="365760" cy="365760"/>
          </a:xfrm>
          <a:prstGeom prst="ellipse">
            <a:avLst/>
          </a:prstGeom>
          <a:solidFill>
            <a:srgbClr val="014A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bIns="0" lIns="0" tIns="0" rIns="0"/>
          <a:lstStyle/>
          <a:p>
            <a:pPr algn="ctr"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song-beige-blur.jpg"/>
          <p:cNvPicPr>
            <a:picLocks noGrp="1" noChangeAspect="1"/>
          </p:cNvPicPr>
          <p:nvPr>
            <p:ph type="pic" idx="23" sz="quarter"/>
          </p:nvPr>
        </p:nvPicPr>
        <p:blipFill>
          <a:blip r:embed="rId5"/>
          <a:srcRect/>
          <a:stretch>
            <a:fillRect/>
          </a:stretch>
        </p:blipFill>
        <p:spPr>
          <a:xfrm>
            <a:off x="0" y="0"/>
            <a:ext cx="9144000" cy="5715000"/>
          </a:xfrm>
        </p:spPr>
      </p:pic>
      <p:sp>
        <p:nvSpPr>
          <p:cNvPr id="3" name="Text Placeholder 2"/>
          <p:cNvSpPr>
            <a:spLocks noGrp="1"/>
          </p:cNvSpPr>
          <p:nvPr>
            <p:ph type="body" idx="19" sz="quarter"/>
          </p:nvPr>
        </p:nvSpPr>
        <p:spPr>
          <a:xfrm>
            <a:off x="0" y="5166360"/>
            <a:ext cx="9144000" cy="548640"/>
          </a:xfrm>
        </p:spPr>
        <p:txBody>
          <a:bodyPr/>
          <a:lstStyle/>
          <a:p>
            <a:r>
              <a:t> 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>
          <a:xfrm>
            <a:off x="-228600" y="5257800"/>
            <a:ext cx="914400" cy="365760"/>
          </a:xfrm>
          <a:noFill/>
        </p:spPr>
        <p:txBody>
          <a:bodyPr/>
          <a:lstStyle/>
          <a:p>
            <a:r>
              <a:t>25</a:t>
            </a:r>
          </a:p>
        </p:txBody>
      </p:sp>
      <p:pic>
        <p:nvPicPr>
          <p:cNvPr id="5" name="Picture Placeholder 4" descr="pftl-circle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526" b="526"/>
          <a:stretch>
            <a:fillRect/>
          </a:stretch>
        </p:blipFill>
        <p:spPr>
          <a:xfrm>
            <a:off x="731520" y="5257800"/>
            <a:ext cx="365760" cy="361915"/>
          </a:xfrm>
        </p:spPr>
      </p:pic>
      <p:sp>
        <p:nvSpPr>
          <p:cNvPr id="6" name="Text Placeholder 5"/>
          <p:cNvSpPr>
            <a:spLocks noGrp="1"/>
          </p:cNvSpPr>
          <p:nvPr>
            <p:ph type="body" idx="16" sz="quarter"/>
          </p:nvPr>
        </p:nvSpPr>
        <p:spPr>
          <a:xfrm>
            <a:off x="1188720" y="5212080"/>
            <a:ext cx="7315200" cy="361915"/>
          </a:xfrm>
        </p:spPr>
        <p:txBody>
          <a:bodyPr/>
          <a:lstStyle/>
          <a:p>
            <a:r>
              <a:rPr sz="1600" b="1">
                <a:solidFill>
                  <a:srgbClr val="FFFFFF"/>
                </a:solidFill>
                <a:latin typeface="Avenir Next LT Pro"/>
              </a:rPr>
              <a:t>ALL THINGS PRAISE THEE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7" sz="quarter"/>
          </p:nvPr>
        </p:nvSpPr>
        <p:spPr>
          <a:xfrm>
            <a:off x="1280160" y="5486400"/>
            <a:ext cx="7315200" cy="180975"/>
          </a:xfrm>
        </p:spPr>
        <p:txBody>
          <a:bodyPr tIns="0" bIns="0"/>
          <a:lstStyle/>
          <a:p>
            <a:r>
              <a:rPr sz="800" b="0">
                <a:solidFill>
                  <a:srgbClr val="FFFFFF"/>
                </a:solidFill>
                <a:latin typeface="Avenir Next LT Pro"/>
              </a:rPr>
              <a:t>© 2006 The Paperless Hymnal®</a:t>
            </a:r>
          </a:p>
        </p:txBody>
      </p:sp>
      <p:pic>
        <p:nvPicPr>
          <p:cNvPr id="9" name="Picture Placeholder 8" descr="pftl-025-01.png"/>
          <p:cNvPicPr>
            <a:picLocks noGrp="1" noChangeAspect="1"/>
          </p:cNvPicPr>
          <p:nvPr>
            <p:ph type="pic" idx="10" sz="quarter"/>
          </p:nvPr>
        </p:nvPicPr>
        <p:blipFill>
          <a:blip r:embed="rId4"/>
          <a:srcRect l="0" r="0"/>
          <a:stretch>
            <a:fillRect/>
          </a:stretch>
        </p:blipFill>
        <p:spPr>
          <a:xfrm>
            <a:off x="731520" y="236128"/>
            <a:ext cx="6942418" cy="4694102"/>
          </a:xfrm>
        </p:spPr>
      </p:pic>
      <p:pic>
        <p:nvPicPr>
          <p:cNvPr id="10" name="Picture Placeholder 9" descr="eh-circle.png"/>
          <p:cNvPicPr>
            <a:picLocks noGrp="1" noChangeAspect="1"/>
          </p:cNvPicPr>
          <p:nvPr>
            <p:ph type="pic" idx="20" sz="quarter"/>
          </p:nvPr>
        </p:nvPicPr>
        <p:blipFill>
          <a:blip r:embed="rId3"/>
          <a:srcRect t="219" b="219"/>
          <a:stretch>
            <a:fillRect/>
          </a:stretch>
        </p:blipFill>
        <p:spPr>
          <a:xfrm>
            <a:off x="8595360" y="5257800"/>
            <a:ext cx="367371" cy="365760"/>
          </a:xfrm>
        </p:spPr>
      </p:pic>
      <p:sp>
        <p:nvSpPr>
          <p:cNvPr id="14" name="Text Placeholder 13"/>
          <p:cNvSpPr>
            <a:spLocks noGrp="1"/>
          </p:cNvSpPr>
          <p:nvPr>
            <p:ph type="body" idx="24" sz="quarter"/>
          </p:nvPr>
        </p:nvSpPr>
        <p:spPr>
          <a:xfrm>
            <a:off x="228600" y="547024"/>
            <a:ext cx="365760" cy="365760"/>
          </a:xfrm>
          <a:solidFill>
            <a:srgbClr val="1C81B9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1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27" sz="quarter"/>
          </p:nvPr>
        </p:nvSpPr>
        <p:spPr>
          <a:xfrm>
            <a:off x="228600" y="985936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2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idx="28" sz="quarter"/>
          </p:nvPr>
        </p:nvSpPr>
        <p:spPr>
          <a:xfrm>
            <a:off x="228600" y="1424848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song-beige-blur.jpg"/>
          <p:cNvPicPr>
            <a:picLocks noGrp="1" noChangeAspect="1"/>
          </p:cNvPicPr>
          <p:nvPr>
            <p:ph type="pic" idx="23" sz="quarter"/>
          </p:nvPr>
        </p:nvPicPr>
        <p:blipFill>
          <a:blip r:embed="rId5"/>
          <a:srcRect/>
          <a:stretch>
            <a:fillRect/>
          </a:stretch>
        </p:blipFill>
        <p:spPr>
          <a:xfrm>
            <a:off x="0" y="0"/>
            <a:ext cx="9144000" cy="5715000"/>
          </a:xfrm>
        </p:spPr>
      </p:pic>
      <p:sp>
        <p:nvSpPr>
          <p:cNvPr id="3" name="Text Placeholder 2"/>
          <p:cNvSpPr>
            <a:spLocks noGrp="1"/>
          </p:cNvSpPr>
          <p:nvPr>
            <p:ph type="body" idx="19" sz="quarter"/>
          </p:nvPr>
        </p:nvSpPr>
        <p:spPr>
          <a:xfrm>
            <a:off x="0" y="5166360"/>
            <a:ext cx="9144000" cy="548640"/>
          </a:xfrm>
        </p:spPr>
        <p:txBody>
          <a:bodyPr/>
          <a:lstStyle/>
          <a:p>
            <a:r>
              <a:t> 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4" sz="quarter"/>
          </p:nvPr>
        </p:nvSpPr>
        <p:spPr>
          <a:xfrm>
            <a:off x="-228600" y="5257800"/>
            <a:ext cx="914400" cy="365760"/>
          </a:xfrm>
          <a:noFill/>
        </p:spPr>
        <p:txBody>
          <a:bodyPr/>
          <a:lstStyle/>
          <a:p>
            <a:r>
              <a:t>25</a:t>
            </a:r>
          </a:p>
        </p:txBody>
      </p:sp>
      <p:pic>
        <p:nvPicPr>
          <p:cNvPr id="5" name="Picture Placeholder 4" descr="pftl-circle.png"/>
          <p:cNvPicPr>
            <a:picLocks noGrp="1" noChangeAspect="1"/>
          </p:cNvPicPr>
          <p:nvPr>
            <p:ph type="pic" idx="25" sz="quarter"/>
          </p:nvPr>
        </p:nvPicPr>
        <p:blipFill>
          <a:blip r:embed="rId2"/>
          <a:srcRect t="526" b="526"/>
          <a:stretch>
            <a:fillRect/>
          </a:stretch>
        </p:blipFill>
        <p:spPr>
          <a:xfrm>
            <a:off x="731520" y="5257800"/>
            <a:ext cx="365760" cy="361915"/>
          </a:xfrm>
        </p:spPr>
      </p:pic>
      <p:sp>
        <p:nvSpPr>
          <p:cNvPr id="6" name="Text Placeholder 5"/>
          <p:cNvSpPr>
            <a:spLocks noGrp="1"/>
          </p:cNvSpPr>
          <p:nvPr>
            <p:ph type="body" idx="16" sz="quarter"/>
          </p:nvPr>
        </p:nvSpPr>
        <p:spPr>
          <a:xfrm>
            <a:off x="1188720" y="5212080"/>
            <a:ext cx="7315200" cy="361915"/>
          </a:xfrm>
        </p:spPr>
        <p:txBody>
          <a:bodyPr/>
          <a:lstStyle/>
          <a:p>
            <a:r>
              <a:rPr sz="1600" b="1">
                <a:solidFill>
                  <a:srgbClr val="FFFFFF"/>
                </a:solidFill>
                <a:latin typeface="Avenir Next LT Pro"/>
              </a:rPr>
              <a:t>ALL THINGS PRAISE THEE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7" sz="quarter"/>
          </p:nvPr>
        </p:nvSpPr>
        <p:spPr>
          <a:xfrm>
            <a:off x="1280160" y="5486400"/>
            <a:ext cx="7315200" cy="180975"/>
          </a:xfrm>
        </p:spPr>
        <p:txBody>
          <a:bodyPr tIns="0" bIns="0"/>
          <a:lstStyle/>
          <a:p>
            <a:r>
              <a:rPr sz="800" b="0">
                <a:solidFill>
                  <a:srgbClr val="FFFFFF"/>
                </a:solidFill>
                <a:latin typeface="Avenir Next LT Pro"/>
              </a:rPr>
              <a:t>© 2006 The Paperless Hymnal®</a:t>
            </a:r>
          </a:p>
        </p:txBody>
      </p:sp>
      <p:pic>
        <p:nvPicPr>
          <p:cNvPr id="9" name="Picture Placeholder 8" descr="pftl-025-02.png"/>
          <p:cNvPicPr>
            <a:picLocks noGrp="1" noChangeAspect="1"/>
          </p:cNvPicPr>
          <p:nvPr>
            <p:ph type="pic" idx="10" sz="quarter"/>
          </p:nvPr>
        </p:nvPicPr>
        <p:blipFill>
          <a:blip r:embed="rId4"/>
          <a:srcRect l="0" r="0"/>
          <a:stretch>
            <a:fillRect/>
          </a:stretch>
        </p:blipFill>
        <p:spPr>
          <a:xfrm>
            <a:off x="731520" y="236128"/>
            <a:ext cx="6942418" cy="4694102"/>
          </a:xfrm>
        </p:spPr>
      </p:pic>
      <p:pic>
        <p:nvPicPr>
          <p:cNvPr id="10" name="Picture Placeholder 9" descr="eh-circle.png"/>
          <p:cNvPicPr>
            <a:picLocks noGrp="1" noChangeAspect="1"/>
          </p:cNvPicPr>
          <p:nvPr>
            <p:ph type="pic" idx="20" sz="quarter"/>
          </p:nvPr>
        </p:nvPicPr>
        <p:blipFill>
          <a:blip r:embed="rId3"/>
          <a:srcRect t="219" b="219"/>
          <a:stretch>
            <a:fillRect/>
          </a:stretch>
        </p:blipFill>
        <p:spPr>
          <a:xfrm>
            <a:off x="8595360" y="5257800"/>
            <a:ext cx="367371" cy="365760"/>
          </a:xfrm>
        </p:spPr>
      </p:pic>
      <p:sp>
        <p:nvSpPr>
          <p:cNvPr id="14" name="Text Placeholder 13"/>
          <p:cNvSpPr>
            <a:spLocks noGrp="1"/>
          </p:cNvSpPr>
          <p:nvPr>
            <p:ph type="body" idx="26" sz="quarter"/>
          </p:nvPr>
        </p:nvSpPr>
        <p:spPr>
          <a:xfrm>
            <a:off x="228600" y="547024"/>
            <a:ext cx="365760" cy="365760"/>
          </a:xfrm>
          <a:solidFill>
            <a:srgbClr val="1C81B9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1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27" sz="quarter"/>
          </p:nvPr>
        </p:nvSpPr>
        <p:spPr>
          <a:xfrm>
            <a:off x="228600" y="985936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2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idx="28" sz="quarter"/>
          </p:nvPr>
        </p:nvSpPr>
        <p:spPr>
          <a:xfrm>
            <a:off x="228600" y="1424848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song-beige-blur.jpg"/>
          <p:cNvPicPr>
            <a:picLocks noGrp="1" noChangeAspect="1"/>
          </p:cNvPicPr>
          <p:nvPr>
            <p:ph type="pic" idx="23" sz="quarter"/>
          </p:nvPr>
        </p:nvPicPr>
        <p:blipFill>
          <a:blip r:embed="rId5"/>
          <a:srcRect/>
          <a:stretch>
            <a:fillRect/>
          </a:stretch>
        </p:blipFill>
        <p:spPr>
          <a:xfrm>
            <a:off x="0" y="0"/>
            <a:ext cx="9144000" cy="5715000"/>
          </a:xfrm>
        </p:spPr>
      </p:pic>
      <p:sp>
        <p:nvSpPr>
          <p:cNvPr id="3" name="Text Placeholder 2"/>
          <p:cNvSpPr>
            <a:spLocks noGrp="1"/>
          </p:cNvSpPr>
          <p:nvPr>
            <p:ph type="body" idx="19" sz="quarter"/>
          </p:nvPr>
        </p:nvSpPr>
        <p:spPr>
          <a:xfrm>
            <a:off x="0" y="5166360"/>
            <a:ext cx="9144000" cy="548640"/>
          </a:xfrm>
        </p:spPr>
        <p:txBody>
          <a:bodyPr/>
          <a:lstStyle/>
          <a:p>
            <a:r>
              <a:t> 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4" sz="quarter"/>
          </p:nvPr>
        </p:nvSpPr>
        <p:spPr>
          <a:xfrm>
            <a:off x="-228600" y="5257800"/>
            <a:ext cx="914400" cy="365760"/>
          </a:xfrm>
          <a:noFill/>
        </p:spPr>
        <p:txBody>
          <a:bodyPr/>
          <a:lstStyle/>
          <a:p>
            <a:r>
              <a:t>25</a:t>
            </a:r>
          </a:p>
        </p:txBody>
      </p:sp>
      <p:pic>
        <p:nvPicPr>
          <p:cNvPr id="5" name="Picture Placeholder 4" descr="pftl-circle.png"/>
          <p:cNvPicPr>
            <a:picLocks noGrp="1" noChangeAspect="1"/>
          </p:cNvPicPr>
          <p:nvPr>
            <p:ph type="pic" idx="25" sz="quarter"/>
          </p:nvPr>
        </p:nvPicPr>
        <p:blipFill>
          <a:blip r:embed="rId2"/>
          <a:srcRect t="526" b="526"/>
          <a:stretch>
            <a:fillRect/>
          </a:stretch>
        </p:blipFill>
        <p:spPr>
          <a:xfrm>
            <a:off x="731520" y="5257800"/>
            <a:ext cx="365760" cy="361915"/>
          </a:xfrm>
        </p:spPr>
      </p:pic>
      <p:sp>
        <p:nvSpPr>
          <p:cNvPr id="6" name="Text Placeholder 5"/>
          <p:cNvSpPr>
            <a:spLocks noGrp="1"/>
          </p:cNvSpPr>
          <p:nvPr>
            <p:ph type="body" idx="16" sz="quarter"/>
          </p:nvPr>
        </p:nvSpPr>
        <p:spPr>
          <a:xfrm>
            <a:off x="1188720" y="5212080"/>
            <a:ext cx="7315200" cy="361915"/>
          </a:xfrm>
        </p:spPr>
        <p:txBody>
          <a:bodyPr/>
          <a:lstStyle/>
          <a:p>
            <a:r>
              <a:rPr sz="1600" b="1">
                <a:solidFill>
                  <a:srgbClr val="FFFFFF"/>
                </a:solidFill>
                <a:latin typeface="Avenir Next LT Pro"/>
              </a:rPr>
              <a:t>ALL THINGS PRAISE THEE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7" sz="quarter"/>
          </p:nvPr>
        </p:nvSpPr>
        <p:spPr>
          <a:xfrm>
            <a:off x="1280160" y="5486400"/>
            <a:ext cx="7315200" cy="180975"/>
          </a:xfrm>
        </p:spPr>
        <p:txBody>
          <a:bodyPr tIns="0" bIns="0"/>
          <a:lstStyle/>
          <a:p>
            <a:r>
              <a:rPr sz="800" b="0">
                <a:solidFill>
                  <a:srgbClr val="FFFFFF"/>
                </a:solidFill>
                <a:latin typeface="Avenir Next LT Pro"/>
              </a:rPr>
              <a:t>© 2006 The Paperless Hymnal®</a:t>
            </a:r>
          </a:p>
        </p:txBody>
      </p:sp>
      <p:pic>
        <p:nvPicPr>
          <p:cNvPr id="9" name="Picture Placeholder 8" descr="pftl-025-03.png"/>
          <p:cNvPicPr>
            <a:picLocks noGrp="1" noChangeAspect="1"/>
          </p:cNvPicPr>
          <p:nvPr>
            <p:ph type="pic" idx="10" sz="quarter"/>
          </p:nvPr>
        </p:nvPicPr>
        <p:blipFill>
          <a:blip r:embed="rId4"/>
          <a:srcRect l="0" r="0"/>
          <a:stretch>
            <a:fillRect/>
          </a:stretch>
        </p:blipFill>
        <p:spPr>
          <a:xfrm>
            <a:off x="731520" y="236128"/>
            <a:ext cx="6942418" cy="4694102"/>
          </a:xfrm>
        </p:spPr>
      </p:pic>
      <p:pic>
        <p:nvPicPr>
          <p:cNvPr id="10" name="Picture Placeholder 9" descr="eh-circle.png"/>
          <p:cNvPicPr>
            <a:picLocks noGrp="1" noChangeAspect="1"/>
          </p:cNvPicPr>
          <p:nvPr>
            <p:ph type="pic" idx="20" sz="quarter"/>
          </p:nvPr>
        </p:nvPicPr>
        <p:blipFill>
          <a:blip r:embed="rId3"/>
          <a:srcRect t="219" b="219"/>
          <a:stretch>
            <a:fillRect/>
          </a:stretch>
        </p:blipFill>
        <p:spPr>
          <a:xfrm>
            <a:off x="8595360" y="5257800"/>
            <a:ext cx="367371" cy="365760"/>
          </a:xfrm>
        </p:spPr>
      </p:pic>
      <p:sp>
        <p:nvSpPr>
          <p:cNvPr id="14" name="Text Placeholder 13"/>
          <p:cNvSpPr>
            <a:spLocks noGrp="1"/>
          </p:cNvSpPr>
          <p:nvPr>
            <p:ph type="body" idx="26" sz="quarter"/>
          </p:nvPr>
        </p:nvSpPr>
        <p:spPr>
          <a:xfrm>
            <a:off x="228600" y="547024"/>
            <a:ext cx="365760" cy="365760"/>
          </a:xfrm>
          <a:solidFill>
            <a:srgbClr val="1C81B9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1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27" sz="quarter"/>
          </p:nvPr>
        </p:nvSpPr>
        <p:spPr>
          <a:xfrm>
            <a:off x="228600" y="985936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2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idx="28" sz="quarter"/>
          </p:nvPr>
        </p:nvSpPr>
        <p:spPr>
          <a:xfrm>
            <a:off x="228600" y="1424848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song-beige-blur.jpg"/>
          <p:cNvPicPr>
            <a:picLocks noGrp="1" noChangeAspect="1"/>
          </p:cNvPicPr>
          <p:nvPr>
            <p:ph type="pic" idx="23" sz="quarter"/>
          </p:nvPr>
        </p:nvPicPr>
        <p:blipFill>
          <a:blip r:embed="rId5"/>
          <a:srcRect/>
          <a:stretch>
            <a:fillRect/>
          </a:stretch>
        </p:blipFill>
        <p:spPr>
          <a:xfrm>
            <a:off x="0" y="0"/>
            <a:ext cx="9144000" cy="5715000"/>
          </a:xfrm>
        </p:spPr>
      </p:pic>
      <p:sp>
        <p:nvSpPr>
          <p:cNvPr id="3" name="Text Placeholder 2"/>
          <p:cNvSpPr>
            <a:spLocks noGrp="1"/>
          </p:cNvSpPr>
          <p:nvPr>
            <p:ph type="body" idx="19" sz="quarter"/>
          </p:nvPr>
        </p:nvSpPr>
        <p:spPr>
          <a:xfrm>
            <a:off x="0" y="5166360"/>
            <a:ext cx="9144000" cy="548640"/>
          </a:xfrm>
        </p:spPr>
        <p:txBody>
          <a:bodyPr/>
          <a:lstStyle/>
          <a:p>
            <a:r>
              <a:t> 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4" sz="quarter"/>
          </p:nvPr>
        </p:nvSpPr>
        <p:spPr>
          <a:xfrm>
            <a:off x="-228600" y="5257800"/>
            <a:ext cx="914400" cy="365760"/>
          </a:xfrm>
          <a:noFill/>
        </p:spPr>
        <p:txBody>
          <a:bodyPr/>
          <a:lstStyle/>
          <a:p>
            <a:r>
              <a:t>25</a:t>
            </a:r>
          </a:p>
        </p:txBody>
      </p:sp>
      <p:pic>
        <p:nvPicPr>
          <p:cNvPr id="5" name="Picture Placeholder 4" descr="pftl-circle.png"/>
          <p:cNvPicPr>
            <a:picLocks noGrp="1" noChangeAspect="1"/>
          </p:cNvPicPr>
          <p:nvPr>
            <p:ph type="pic" idx="25" sz="quarter"/>
          </p:nvPr>
        </p:nvPicPr>
        <p:blipFill>
          <a:blip r:embed="rId2"/>
          <a:srcRect t="526" b="526"/>
          <a:stretch>
            <a:fillRect/>
          </a:stretch>
        </p:blipFill>
        <p:spPr>
          <a:xfrm>
            <a:off x="731520" y="5257800"/>
            <a:ext cx="365760" cy="361915"/>
          </a:xfrm>
        </p:spPr>
      </p:pic>
      <p:sp>
        <p:nvSpPr>
          <p:cNvPr id="6" name="Text Placeholder 5"/>
          <p:cNvSpPr>
            <a:spLocks noGrp="1"/>
          </p:cNvSpPr>
          <p:nvPr>
            <p:ph type="body" idx="16" sz="quarter"/>
          </p:nvPr>
        </p:nvSpPr>
        <p:spPr>
          <a:xfrm>
            <a:off x="1188720" y="5212080"/>
            <a:ext cx="7315200" cy="361915"/>
          </a:xfrm>
        </p:spPr>
        <p:txBody>
          <a:bodyPr/>
          <a:lstStyle/>
          <a:p>
            <a:r>
              <a:rPr sz="1600" b="1">
                <a:solidFill>
                  <a:srgbClr val="FFFFFF"/>
                </a:solidFill>
                <a:latin typeface="Avenir Next LT Pro"/>
              </a:rPr>
              <a:t>ALL THINGS PRAISE THEE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7" sz="quarter"/>
          </p:nvPr>
        </p:nvSpPr>
        <p:spPr>
          <a:xfrm>
            <a:off x="1280160" y="5486400"/>
            <a:ext cx="7315200" cy="180975"/>
          </a:xfrm>
        </p:spPr>
        <p:txBody>
          <a:bodyPr tIns="0" bIns="0"/>
          <a:lstStyle/>
          <a:p>
            <a:r>
              <a:rPr sz="800" b="0">
                <a:solidFill>
                  <a:srgbClr val="FFFFFF"/>
                </a:solidFill>
                <a:latin typeface="Avenir Next LT Pro"/>
              </a:rPr>
              <a:t>© 2006 The Paperless Hymnal®</a:t>
            </a:r>
          </a:p>
        </p:txBody>
      </p:sp>
      <p:pic>
        <p:nvPicPr>
          <p:cNvPr id="9" name="Picture Placeholder 8" descr="pftl-025-04.png"/>
          <p:cNvPicPr>
            <a:picLocks noGrp="1" noChangeAspect="1"/>
          </p:cNvPicPr>
          <p:nvPr>
            <p:ph type="pic" idx="10" sz="quarter"/>
          </p:nvPr>
        </p:nvPicPr>
        <p:blipFill>
          <a:blip r:embed="rId4"/>
          <a:srcRect l="0" r="0"/>
          <a:stretch>
            <a:fillRect/>
          </a:stretch>
        </p:blipFill>
        <p:spPr>
          <a:xfrm>
            <a:off x="731520" y="236128"/>
            <a:ext cx="6942418" cy="4694102"/>
          </a:xfrm>
        </p:spPr>
      </p:pic>
      <p:pic>
        <p:nvPicPr>
          <p:cNvPr id="10" name="Picture Placeholder 9" descr="eh-circle.png"/>
          <p:cNvPicPr>
            <a:picLocks noGrp="1" noChangeAspect="1"/>
          </p:cNvPicPr>
          <p:nvPr>
            <p:ph type="pic" idx="20" sz="quarter"/>
          </p:nvPr>
        </p:nvPicPr>
        <p:blipFill>
          <a:blip r:embed="rId3"/>
          <a:srcRect t="219" b="219"/>
          <a:stretch>
            <a:fillRect/>
          </a:stretch>
        </p:blipFill>
        <p:spPr>
          <a:xfrm>
            <a:off x="8595360" y="5257800"/>
            <a:ext cx="367371" cy="365760"/>
          </a:xfrm>
        </p:spPr>
      </p:pic>
      <p:sp>
        <p:nvSpPr>
          <p:cNvPr id="14" name="Text Placeholder 13"/>
          <p:cNvSpPr>
            <a:spLocks noGrp="1"/>
          </p:cNvSpPr>
          <p:nvPr>
            <p:ph type="body" idx="26" sz="quarter"/>
          </p:nvPr>
        </p:nvSpPr>
        <p:spPr>
          <a:xfrm>
            <a:off x="228600" y="547024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1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27" sz="quarter"/>
          </p:nvPr>
        </p:nvSpPr>
        <p:spPr>
          <a:xfrm>
            <a:off x="228600" y="985936"/>
            <a:ext cx="365760" cy="365760"/>
          </a:xfrm>
          <a:solidFill>
            <a:srgbClr val="1C81B9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2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idx="28" sz="quarter"/>
          </p:nvPr>
        </p:nvSpPr>
        <p:spPr>
          <a:xfrm>
            <a:off x="228600" y="1424848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song-beige-blur.jpg"/>
          <p:cNvPicPr>
            <a:picLocks noGrp="1" noChangeAspect="1"/>
          </p:cNvPicPr>
          <p:nvPr>
            <p:ph type="pic" idx="23" sz="quarter"/>
          </p:nvPr>
        </p:nvPicPr>
        <p:blipFill>
          <a:blip r:embed="rId5"/>
          <a:srcRect/>
          <a:stretch>
            <a:fillRect/>
          </a:stretch>
        </p:blipFill>
        <p:spPr>
          <a:xfrm>
            <a:off x="0" y="0"/>
            <a:ext cx="9144000" cy="5715000"/>
          </a:xfrm>
        </p:spPr>
      </p:pic>
      <p:sp>
        <p:nvSpPr>
          <p:cNvPr id="3" name="Text Placeholder 2"/>
          <p:cNvSpPr>
            <a:spLocks noGrp="1"/>
          </p:cNvSpPr>
          <p:nvPr>
            <p:ph type="body" idx="19" sz="quarter"/>
          </p:nvPr>
        </p:nvSpPr>
        <p:spPr>
          <a:xfrm>
            <a:off x="0" y="5166360"/>
            <a:ext cx="9144000" cy="548640"/>
          </a:xfrm>
        </p:spPr>
        <p:txBody>
          <a:bodyPr/>
          <a:lstStyle/>
          <a:p>
            <a:r>
              <a:t> 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4" sz="quarter"/>
          </p:nvPr>
        </p:nvSpPr>
        <p:spPr>
          <a:xfrm>
            <a:off x="-228600" y="5257800"/>
            <a:ext cx="914400" cy="365760"/>
          </a:xfrm>
          <a:noFill/>
        </p:spPr>
        <p:txBody>
          <a:bodyPr/>
          <a:lstStyle/>
          <a:p>
            <a:r>
              <a:t>25</a:t>
            </a:r>
          </a:p>
        </p:txBody>
      </p:sp>
      <p:pic>
        <p:nvPicPr>
          <p:cNvPr id="5" name="Picture Placeholder 4" descr="pftl-circle.png"/>
          <p:cNvPicPr>
            <a:picLocks noGrp="1" noChangeAspect="1"/>
          </p:cNvPicPr>
          <p:nvPr>
            <p:ph type="pic" idx="25" sz="quarter"/>
          </p:nvPr>
        </p:nvPicPr>
        <p:blipFill>
          <a:blip r:embed="rId2"/>
          <a:srcRect t="526" b="526"/>
          <a:stretch>
            <a:fillRect/>
          </a:stretch>
        </p:blipFill>
        <p:spPr>
          <a:xfrm>
            <a:off x="731520" y="5257800"/>
            <a:ext cx="365760" cy="361915"/>
          </a:xfrm>
        </p:spPr>
      </p:pic>
      <p:sp>
        <p:nvSpPr>
          <p:cNvPr id="6" name="Text Placeholder 5"/>
          <p:cNvSpPr>
            <a:spLocks noGrp="1"/>
          </p:cNvSpPr>
          <p:nvPr>
            <p:ph type="body" idx="16" sz="quarter"/>
          </p:nvPr>
        </p:nvSpPr>
        <p:spPr>
          <a:xfrm>
            <a:off x="1188720" y="5212080"/>
            <a:ext cx="7315200" cy="361915"/>
          </a:xfrm>
        </p:spPr>
        <p:txBody>
          <a:bodyPr/>
          <a:lstStyle/>
          <a:p>
            <a:r>
              <a:rPr sz="1600" b="1">
                <a:solidFill>
                  <a:srgbClr val="FFFFFF"/>
                </a:solidFill>
                <a:latin typeface="Avenir Next LT Pro"/>
              </a:rPr>
              <a:t>ALL THINGS PRAISE THEE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7" sz="quarter"/>
          </p:nvPr>
        </p:nvSpPr>
        <p:spPr>
          <a:xfrm>
            <a:off x="1280160" y="5486400"/>
            <a:ext cx="7315200" cy="180975"/>
          </a:xfrm>
        </p:spPr>
        <p:txBody>
          <a:bodyPr tIns="0" bIns="0"/>
          <a:lstStyle/>
          <a:p>
            <a:r>
              <a:rPr sz="800" b="0">
                <a:solidFill>
                  <a:srgbClr val="FFFFFF"/>
                </a:solidFill>
                <a:latin typeface="Avenir Next LT Pro"/>
              </a:rPr>
              <a:t>© 2006 The Paperless Hymnal®</a:t>
            </a:r>
          </a:p>
        </p:txBody>
      </p:sp>
      <p:pic>
        <p:nvPicPr>
          <p:cNvPr id="9" name="Picture Placeholder 8" descr="pftl-025-05.png"/>
          <p:cNvPicPr>
            <a:picLocks noGrp="1" noChangeAspect="1"/>
          </p:cNvPicPr>
          <p:nvPr>
            <p:ph type="pic" idx="10" sz="quarter"/>
          </p:nvPr>
        </p:nvPicPr>
        <p:blipFill>
          <a:blip r:embed="rId4"/>
          <a:srcRect l="0" r="0"/>
          <a:stretch>
            <a:fillRect/>
          </a:stretch>
        </p:blipFill>
        <p:spPr>
          <a:xfrm>
            <a:off x="731520" y="236128"/>
            <a:ext cx="6942418" cy="4694102"/>
          </a:xfrm>
        </p:spPr>
      </p:pic>
      <p:pic>
        <p:nvPicPr>
          <p:cNvPr id="10" name="Picture Placeholder 9" descr="eh-circle.png"/>
          <p:cNvPicPr>
            <a:picLocks noGrp="1" noChangeAspect="1"/>
          </p:cNvPicPr>
          <p:nvPr>
            <p:ph type="pic" idx="20" sz="quarter"/>
          </p:nvPr>
        </p:nvPicPr>
        <p:blipFill>
          <a:blip r:embed="rId3"/>
          <a:srcRect t="219" b="219"/>
          <a:stretch>
            <a:fillRect/>
          </a:stretch>
        </p:blipFill>
        <p:spPr>
          <a:xfrm>
            <a:off x="8595360" y="5257800"/>
            <a:ext cx="367371" cy="365760"/>
          </a:xfrm>
        </p:spPr>
      </p:pic>
      <p:sp>
        <p:nvSpPr>
          <p:cNvPr id="14" name="Text Placeholder 13"/>
          <p:cNvSpPr>
            <a:spLocks noGrp="1"/>
          </p:cNvSpPr>
          <p:nvPr>
            <p:ph type="body" idx="26" sz="quarter"/>
          </p:nvPr>
        </p:nvSpPr>
        <p:spPr>
          <a:xfrm>
            <a:off x="228600" y="547024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1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27" sz="quarter"/>
          </p:nvPr>
        </p:nvSpPr>
        <p:spPr>
          <a:xfrm>
            <a:off x="228600" y="985936"/>
            <a:ext cx="365760" cy="365760"/>
          </a:xfrm>
          <a:solidFill>
            <a:srgbClr val="1C81B9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2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idx="28" sz="quarter"/>
          </p:nvPr>
        </p:nvSpPr>
        <p:spPr>
          <a:xfrm>
            <a:off x="228600" y="1424848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song-beige-blur.jpg"/>
          <p:cNvPicPr>
            <a:picLocks noGrp="1" noChangeAspect="1"/>
          </p:cNvPicPr>
          <p:nvPr>
            <p:ph type="pic" idx="23" sz="quarter"/>
          </p:nvPr>
        </p:nvPicPr>
        <p:blipFill>
          <a:blip r:embed="rId5"/>
          <a:srcRect/>
          <a:stretch>
            <a:fillRect/>
          </a:stretch>
        </p:blipFill>
        <p:spPr>
          <a:xfrm>
            <a:off x="0" y="0"/>
            <a:ext cx="9144000" cy="5715000"/>
          </a:xfrm>
        </p:spPr>
      </p:pic>
      <p:sp>
        <p:nvSpPr>
          <p:cNvPr id="3" name="Text Placeholder 2"/>
          <p:cNvSpPr>
            <a:spLocks noGrp="1"/>
          </p:cNvSpPr>
          <p:nvPr>
            <p:ph type="body" idx="19" sz="quarter"/>
          </p:nvPr>
        </p:nvSpPr>
        <p:spPr>
          <a:xfrm>
            <a:off x="0" y="5166360"/>
            <a:ext cx="9144000" cy="548640"/>
          </a:xfrm>
        </p:spPr>
        <p:txBody>
          <a:bodyPr/>
          <a:lstStyle/>
          <a:p>
            <a:r>
              <a:t> 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4" sz="quarter"/>
          </p:nvPr>
        </p:nvSpPr>
        <p:spPr>
          <a:xfrm>
            <a:off x="-228600" y="5257800"/>
            <a:ext cx="914400" cy="365760"/>
          </a:xfrm>
          <a:noFill/>
        </p:spPr>
        <p:txBody>
          <a:bodyPr/>
          <a:lstStyle/>
          <a:p>
            <a:r>
              <a:t>25</a:t>
            </a:r>
          </a:p>
        </p:txBody>
      </p:sp>
      <p:pic>
        <p:nvPicPr>
          <p:cNvPr id="5" name="Picture Placeholder 4" descr="pftl-circle.png"/>
          <p:cNvPicPr>
            <a:picLocks noGrp="1" noChangeAspect="1"/>
          </p:cNvPicPr>
          <p:nvPr>
            <p:ph type="pic" idx="25" sz="quarter"/>
          </p:nvPr>
        </p:nvPicPr>
        <p:blipFill>
          <a:blip r:embed="rId2"/>
          <a:srcRect t="526" b="526"/>
          <a:stretch>
            <a:fillRect/>
          </a:stretch>
        </p:blipFill>
        <p:spPr>
          <a:xfrm>
            <a:off x="731520" y="5257800"/>
            <a:ext cx="365760" cy="361915"/>
          </a:xfrm>
        </p:spPr>
      </p:pic>
      <p:sp>
        <p:nvSpPr>
          <p:cNvPr id="6" name="Text Placeholder 5"/>
          <p:cNvSpPr>
            <a:spLocks noGrp="1"/>
          </p:cNvSpPr>
          <p:nvPr>
            <p:ph type="body" idx="16" sz="quarter"/>
          </p:nvPr>
        </p:nvSpPr>
        <p:spPr>
          <a:xfrm>
            <a:off x="1188720" y="5212080"/>
            <a:ext cx="7315200" cy="361915"/>
          </a:xfrm>
        </p:spPr>
        <p:txBody>
          <a:bodyPr/>
          <a:lstStyle/>
          <a:p>
            <a:r>
              <a:rPr sz="1600" b="1">
                <a:solidFill>
                  <a:srgbClr val="FFFFFF"/>
                </a:solidFill>
                <a:latin typeface="Avenir Next LT Pro"/>
              </a:rPr>
              <a:t>ALL THINGS PRAISE THEE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7" sz="quarter"/>
          </p:nvPr>
        </p:nvSpPr>
        <p:spPr>
          <a:xfrm>
            <a:off x="1280160" y="5486400"/>
            <a:ext cx="7315200" cy="180975"/>
          </a:xfrm>
        </p:spPr>
        <p:txBody>
          <a:bodyPr tIns="0" bIns="0"/>
          <a:lstStyle/>
          <a:p>
            <a:r>
              <a:rPr sz="800" b="0">
                <a:solidFill>
                  <a:srgbClr val="FFFFFF"/>
                </a:solidFill>
                <a:latin typeface="Avenir Next LT Pro"/>
              </a:rPr>
              <a:t>© 2006 The Paperless Hymnal®</a:t>
            </a:r>
          </a:p>
        </p:txBody>
      </p:sp>
      <p:pic>
        <p:nvPicPr>
          <p:cNvPr id="9" name="Picture Placeholder 8" descr="pftl-025-06.png"/>
          <p:cNvPicPr>
            <a:picLocks noGrp="1" noChangeAspect="1"/>
          </p:cNvPicPr>
          <p:nvPr>
            <p:ph type="pic" idx="10" sz="quarter"/>
          </p:nvPr>
        </p:nvPicPr>
        <p:blipFill>
          <a:blip r:embed="rId4"/>
          <a:srcRect l="0" r="0"/>
          <a:stretch>
            <a:fillRect/>
          </a:stretch>
        </p:blipFill>
        <p:spPr>
          <a:xfrm>
            <a:off x="731520" y="236128"/>
            <a:ext cx="6942418" cy="4694102"/>
          </a:xfrm>
        </p:spPr>
      </p:pic>
      <p:pic>
        <p:nvPicPr>
          <p:cNvPr id="10" name="Picture Placeholder 9" descr="eh-circle.png"/>
          <p:cNvPicPr>
            <a:picLocks noGrp="1" noChangeAspect="1"/>
          </p:cNvPicPr>
          <p:nvPr>
            <p:ph type="pic" idx="20" sz="quarter"/>
          </p:nvPr>
        </p:nvPicPr>
        <p:blipFill>
          <a:blip r:embed="rId3"/>
          <a:srcRect t="219" b="219"/>
          <a:stretch>
            <a:fillRect/>
          </a:stretch>
        </p:blipFill>
        <p:spPr>
          <a:xfrm>
            <a:off x="8595360" y="5257800"/>
            <a:ext cx="367371" cy="365760"/>
          </a:xfrm>
        </p:spPr>
      </p:pic>
      <p:sp>
        <p:nvSpPr>
          <p:cNvPr id="14" name="Text Placeholder 13"/>
          <p:cNvSpPr>
            <a:spLocks noGrp="1"/>
          </p:cNvSpPr>
          <p:nvPr>
            <p:ph type="body" idx="26" sz="quarter"/>
          </p:nvPr>
        </p:nvSpPr>
        <p:spPr>
          <a:xfrm>
            <a:off x="228600" y="547024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1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27" sz="quarter"/>
          </p:nvPr>
        </p:nvSpPr>
        <p:spPr>
          <a:xfrm>
            <a:off x="228600" y="985936"/>
            <a:ext cx="365760" cy="365760"/>
          </a:xfrm>
          <a:solidFill>
            <a:srgbClr val="1C81B9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2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idx="28" sz="quarter"/>
          </p:nvPr>
        </p:nvSpPr>
        <p:spPr>
          <a:xfrm>
            <a:off x="228600" y="1424848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song-beige-blur.jpg"/>
          <p:cNvPicPr>
            <a:picLocks noGrp="1" noChangeAspect="1"/>
          </p:cNvPicPr>
          <p:nvPr>
            <p:ph type="pic" idx="23" sz="quarter"/>
          </p:nvPr>
        </p:nvPicPr>
        <p:blipFill>
          <a:blip r:embed="rId5"/>
          <a:srcRect/>
          <a:stretch>
            <a:fillRect/>
          </a:stretch>
        </p:blipFill>
        <p:spPr>
          <a:xfrm>
            <a:off x="0" y="0"/>
            <a:ext cx="9144000" cy="5715000"/>
          </a:xfrm>
        </p:spPr>
      </p:pic>
      <p:sp>
        <p:nvSpPr>
          <p:cNvPr id="3" name="Text Placeholder 2"/>
          <p:cNvSpPr>
            <a:spLocks noGrp="1"/>
          </p:cNvSpPr>
          <p:nvPr>
            <p:ph type="body" idx="19" sz="quarter"/>
          </p:nvPr>
        </p:nvSpPr>
        <p:spPr>
          <a:xfrm>
            <a:off x="0" y="5166360"/>
            <a:ext cx="9144000" cy="548640"/>
          </a:xfrm>
        </p:spPr>
        <p:txBody>
          <a:bodyPr/>
          <a:lstStyle/>
          <a:p>
            <a:r>
              <a:t> 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4" sz="quarter"/>
          </p:nvPr>
        </p:nvSpPr>
        <p:spPr>
          <a:xfrm>
            <a:off x="-228600" y="5257800"/>
            <a:ext cx="914400" cy="365760"/>
          </a:xfrm>
          <a:noFill/>
        </p:spPr>
        <p:txBody>
          <a:bodyPr/>
          <a:lstStyle/>
          <a:p>
            <a:r>
              <a:t>25</a:t>
            </a:r>
          </a:p>
        </p:txBody>
      </p:sp>
      <p:pic>
        <p:nvPicPr>
          <p:cNvPr id="5" name="Picture Placeholder 4" descr="pftl-circle.png"/>
          <p:cNvPicPr>
            <a:picLocks noGrp="1" noChangeAspect="1"/>
          </p:cNvPicPr>
          <p:nvPr>
            <p:ph type="pic" idx="25" sz="quarter"/>
          </p:nvPr>
        </p:nvPicPr>
        <p:blipFill>
          <a:blip r:embed="rId2"/>
          <a:srcRect t="526" b="526"/>
          <a:stretch>
            <a:fillRect/>
          </a:stretch>
        </p:blipFill>
        <p:spPr>
          <a:xfrm>
            <a:off x="731520" y="5257800"/>
            <a:ext cx="365760" cy="361915"/>
          </a:xfrm>
        </p:spPr>
      </p:pic>
      <p:sp>
        <p:nvSpPr>
          <p:cNvPr id="6" name="Text Placeholder 5"/>
          <p:cNvSpPr>
            <a:spLocks noGrp="1"/>
          </p:cNvSpPr>
          <p:nvPr>
            <p:ph type="body" idx="16" sz="quarter"/>
          </p:nvPr>
        </p:nvSpPr>
        <p:spPr>
          <a:xfrm>
            <a:off x="1188720" y="5212080"/>
            <a:ext cx="7315200" cy="361915"/>
          </a:xfrm>
        </p:spPr>
        <p:txBody>
          <a:bodyPr/>
          <a:lstStyle/>
          <a:p>
            <a:r>
              <a:rPr sz="1600" b="1">
                <a:solidFill>
                  <a:srgbClr val="FFFFFF"/>
                </a:solidFill>
                <a:latin typeface="Avenir Next LT Pro"/>
              </a:rPr>
              <a:t>ALL THINGS PRAISE THEE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7" sz="quarter"/>
          </p:nvPr>
        </p:nvSpPr>
        <p:spPr>
          <a:xfrm>
            <a:off x="1280160" y="5486400"/>
            <a:ext cx="7315200" cy="180975"/>
          </a:xfrm>
        </p:spPr>
        <p:txBody>
          <a:bodyPr tIns="0" bIns="0"/>
          <a:lstStyle/>
          <a:p>
            <a:r>
              <a:rPr sz="800" b="0">
                <a:solidFill>
                  <a:srgbClr val="FFFFFF"/>
                </a:solidFill>
                <a:latin typeface="Avenir Next LT Pro"/>
              </a:rPr>
              <a:t>© 2006 The Paperless Hymnal®</a:t>
            </a:r>
          </a:p>
        </p:txBody>
      </p:sp>
      <p:pic>
        <p:nvPicPr>
          <p:cNvPr id="9" name="Picture Placeholder 8" descr="pftl-025-07.png"/>
          <p:cNvPicPr>
            <a:picLocks noGrp="1" noChangeAspect="1"/>
          </p:cNvPicPr>
          <p:nvPr>
            <p:ph type="pic" idx="10" sz="quarter"/>
          </p:nvPr>
        </p:nvPicPr>
        <p:blipFill>
          <a:blip r:embed="rId4"/>
          <a:srcRect l="0" r="0"/>
          <a:stretch>
            <a:fillRect/>
          </a:stretch>
        </p:blipFill>
        <p:spPr>
          <a:xfrm>
            <a:off x="731520" y="236128"/>
            <a:ext cx="6942418" cy="4694102"/>
          </a:xfrm>
        </p:spPr>
      </p:pic>
      <p:pic>
        <p:nvPicPr>
          <p:cNvPr id="10" name="Picture Placeholder 9" descr="eh-circle.png"/>
          <p:cNvPicPr>
            <a:picLocks noGrp="1" noChangeAspect="1"/>
          </p:cNvPicPr>
          <p:nvPr>
            <p:ph type="pic" idx="20" sz="quarter"/>
          </p:nvPr>
        </p:nvPicPr>
        <p:blipFill>
          <a:blip r:embed="rId3"/>
          <a:srcRect t="219" b="219"/>
          <a:stretch>
            <a:fillRect/>
          </a:stretch>
        </p:blipFill>
        <p:spPr>
          <a:xfrm>
            <a:off x="8595360" y="5257800"/>
            <a:ext cx="367371" cy="365760"/>
          </a:xfrm>
        </p:spPr>
      </p:pic>
      <p:sp>
        <p:nvSpPr>
          <p:cNvPr id="14" name="Text Placeholder 13"/>
          <p:cNvSpPr>
            <a:spLocks noGrp="1"/>
          </p:cNvSpPr>
          <p:nvPr>
            <p:ph type="body" idx="26" sz="quarter"/>
          </p:nvPr>
        </p:nvSpPr>
        <p:spPr>
          <a:xfrm>
            <a:off x="228600" y="547024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1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27" sz="quarter"/>
          </p:nvPr>
        </p:nvSpPr>
        <p:spPr>
          <a:xfrm>
            <a:off x="228600" y="985936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2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idx="28" sz="quarter"/>
          </p:nvPr>
        </p:nvSpPr>
        <p:spPr>
          <a:xfrm>
            <a:off x="228600" y="1424848"/>
            <a:ext cx="365760" cy="365760"/>
          </a:xfrm>
          <a:solidFill>
            <a:srgbClr val="1C81B9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song-beige-blur.jpg"/>
          <p:cNvPicPr>
            <a:picLocks noGrp="1" noChangeAspect="1"/>
          </p:cNvPicPr>
          <p:nvPr>
            <p:ph type="pic" idx="23" sz="quarter"/>
          </p:nvPr>
        </p:nvPicPr>
        <p:blipFill>
          <a:blip r:embed="rId5"/>
          <a:srcRect/>
          <a:stretch>
            <a:fillRect/>
          </a:stretch>
        </p:blipFill>
        <p:spPr>
          <a:xfrm>
            <a:off x="0" y="0"/>
            <a:ext cx="9144000" cy="5715000"/>
          </a:xfrm>
        </p:spPr>
      </p:pic>
      <p:sp>
        <p:nvSpPr>
          <p:cNvPr id="3" name="Text Placeholder 2"/>
          <p:cNvSpPr>
            <a:spLocks noGrp="1"/>
          </p:cNvSpPr>
          <p:nvPr>
            <p:ph type="body" idx="19" sz="quarter"/>
          </p:nvPr>
        </p:nvSpPr>
        <p:spPr>
          <a:xfrm>
            <a:off x="0" y="5166360"/>
            <a:ext cx="9144000" cy="548640"/>
          </a:xfrm>
        </p:spPr>
        <p:txBody>
          <a:bodyPr/>
          <a:lstStyle/>
          <a:p>
            <a:r>
              <a:t> 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4" sz="quarter"/>
          </p:nvPr>
        </p:nvSpPr>
        <p:spPr>
          <a:xfrm>
            <a:off x="-228600" y="5257800"/>
            <a:ext cx="914400" cy="365760"/>
          </a:xfrm>
          <a:noFill/>
        </p:spPr>
        <p:txBody>
          <a:bodyPr/>
          <a:lstStyle/>
          <a:p>
            <a:r>
              <a:t>25</a:t>
            </a:r>
          </a:p>
        </p:txBody>
      </p:sp>
      <p:pic>
        <p:nvPicPr>
          <p:cNvPr id="5" name="Picture Placeholder 4" descr="pftl-circle.png"/>
          <p:cNvPicPr>
            <a:picLocks noGrp="1" noChangeAspect="1"/>
          </p:cNvPicPr>
          <p:nvPr>
            <p:ph type="pic" idx="25" sz="quarter"/>
          </p:nvPr>
        </p:nvPicPr>
        <p:blipFill>
          <a:blip r:embed="rId2"/>
          <a:srcRect t="526" b="526"/>
          <a:stretch>
            <a:fillRect/>
          </a:stretch>
        </p:blipFill>
        <p:spPr>
          <a:xfrm>
            <a:off x="731520" y="5257800"/>
            <a:ext cx="365760" cy="361915"/>
          </a:xfrm>
        </p:spPr>
      </p:pic>
      <p:sp>
        <p:nvSpPr>
          <p:cNvPr id="6" name="Text Placeholder 5"/>
          <p:cNvSpPr>
            <a:spLocks noGrp="1"/>
          </p:cNvSpPr>
          <p:nvPr>
            <p:ph type="body" idx="16" sz="quarter"/>
          </p:nvPr>
        </p:nvSpPr>
        <p:spPr>
          <a:xfrm>
            <a:off x="1188720" y="5212080"/>
            <a:ext cx="7315200" cy="361915"/>
          </a:xfrm>
        </p:spPr>
        <p:txBody>
          <a:bodyPr/>
          <a:lstStyle/>
          <a:p>
            <a:r>
              <a:rPr sz="1600" b="1">
                <a:solidFill>
                  <a:srgbClr val="FFFFFF"/>
                </a:solidFill>
                <a:latin typeface="Avenir Next LT Pro"/>
              </a:rPr>
              <a:t>ALL THINGS PRAISE THEE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7" sz="quarter"/>
          </p:nvPr>
        </p:nvSpPr>
        <p:spPr>
          <a:xfrm>
            <a:off x="1280160" y="5486400"/>
            <a:ext cx="7315200" cy="180975"/>
          </a:xfrm>
        </p:spPr>
        <p:txBody>
          <a:bodyPr tIns="0" bIns="0"/>
          <a:lstStyle/>
          <a:p>
            <a:r>
              <a:rPr sz="800" b="0">
                <a:solidFill>
                  <a:srgbClr val="FFFFFF"/>
                </a:solidFill>
                <a:latin typeface="Avenir Next LT Pro"/>
              </a:rPr>
              <a:t>© 2006 The Paperless Hymnal®</a:t>
            </a:r>
          </a:p>
        </p:txBody>
      </p:sp>
      <p:pic>
        <p:nvPicPr>
          <p:cNvPr id="9" name="Picture Placeholder 8" descr="pftl-025-08.png"/>
          <p:cNvPicPr>
            <a:picLocks noGrp="1" noChangeAspect="1"/>
          </p:cNvPicPr>
          <p:nvPr>
            <p:ph type="pic" idx="10" sz="quarter"/>
          </p:nvPr>
        </p:nvPicPr>
        <p:blipFill>
          <a:blip r:embed="rId4"/>
          <a:srcRect l="0" r="0"/>
          <a:stretch>
            <a:fillRect/>
          </a:stretch>
        </p:blipFill>
        <p:spPr>
          <a:xfrm>
            <a:off x="731520" y="236128"/>
            <a:ext cx="6942418" cy="4694102"/>
          </a:xfrm>
        </p:spPr>
      </p:pic>
      <p:pic>
        <p:nvPicPr>
          <p:cNvPr id="10" name="Picture Placeholder 9" descr="eh-circle.png"/>
          <p:cNvPicPr>
            <a:picLocks noGrp="1" noChangeAspect="1"/>
          </p:cNvPicPr>
          <p:nvPr>
            <p:ph type="pic" idx="20" sz="quarter"/>
          </p:nvPr>
        </p:nvPicPr>
        <p:blipFill>
          <a:blip r:embed="rId3"/>
          <a:srcRect t="219" b="219"/>
          <a:stretch>
            <a:fillRect/>
          </a:stretch>
        </p:blipFill>
        <p:spPr>
          <a:xfrm>
            <a:off x="8595360" y="5257800"/>
            <a:ext cx="367371" cy="365760"/>
          </a:xfrm>
        </p:spPr>
      </p:pic>
      <p:sp>
        <p:nvSpPr>
          <p:cNvPr id="14" name="Text Placeholder 13"/>
          <p:cNvSpPr>
            <a:spLocks noGrp="1"/>
          </p:cNvSpPr>
          <p:nvPr>
            <p:ph type="body" idx="26" sz="quarter"/>
          </p:nvPr>
        </p:nvSpPr>
        <p:spPr>
          <a:xfrm>
            <a:off x="228600" y="547024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1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27" sz="quarter"/>
          </p:nvPr>
        </p:nvSpPr>
        <p:spPr>
          <a:xfrm>
            <a:off x="228600" y="985936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2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idx="28" sz="quarter"/>
          </p:nvPr>
        </p:nvSpPr>
        <p:spPr>
          <a:xfrm>
            <a:off x="228600" y="1424848"/>
            <a:ext cx="365760" cy="365760"/>
          </a:xfrm>
          <a:solidFill>
            <a:srgbClr val="1C81B9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song-beige-blur.jpg"/>
          <p:cNvPicPr>
            <a:picLocks noGrp="1" noChangeAspect="1"/>
          </p:cNvPicPr>
          <p:nvPr>
            <p:ph type="pic" idx="23" sz="quarter"/>
          </p:nvPr>
        </p:nvPicPr>
        <p:blipFill>
          <a:blip r:embed="rId5"/>
          <a:srcRect/>
          <a:stretch>
            <a:fillRect/>
          </a:stretch>
        </p:blipFill>
        <p:spPr>
          <a:xfrm>
            <a:off x="0" y="0"/>
            <a:ext cx="9144000" cy="5715000"/>
          </a:xfrm>
        </p:spPr>
      </p:pic>
      <p:sp>
        <p:nvSpPr>
          <p:cNvPr id="3" name="Text Placeholder 2"/>
          <p:cNvSpPr>
            <a:spLocks noGrp="1"/>
          </p:cNvSpPr>
          <p:nvPr>
            <p:ph type="body" idx="19" sz="quarter"/>
          </p:nvPr>
        </p:nvSpPr>
        <p:spPr>
          <a:xfrm>
            <a:off x="0" y="5166360"/>
            <a:ext cx="9144000" cy="548640"/>
          </a:xfrm>
        </p:spPr>
        <p:txBody>
          <a:bodyPr/>
          <a:lstStyle/>
          <a:p>
            <a:r>
              <a:t> 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4" sz="quarter"/>
          </p:nvPr>
        </p:nvSpPr>
        <p:spPr>
          <a:xfrm>
            <a:off x="-228600" y="5257800"/>
            <a:ext cx="914400" cy="365760"/>
          </a:xfrm>
          <a:noFill/>
        </p:spPr>
        <p:txBody>
          <a:bodyPr/>
          <a:lstStyle/>
          <a:p>
            <a:r>
              <a:t>25</a:t>
            </a:r>
          </a:p>
        </p:txBody>
      </p:sp>
      <p:pic>
        <p:nvPicPr>
          <p:cNvPr id="5" name="Picture Placeholder 4" descr="pftl-circle.png"/>
          <p:cNvPicPr>
            <a:picLocks noGrp="1" noChangeAspect="1"/>
          </p:cNvPicPr>
          <p:nvPr>
            <p:ph type="pic" idx="25" sz="quarter"/>
          </p:nvPr>
        </p:nvPicPr>
        <p:blipFill>
          <a:blip r:embed="rId2"/>
          <a:srcRect t="526" b="526"/>
          <a:stretch>
            <a:fillRect/>
          </a:stretch>
        </p:blipFill>
        <p:spPr>
          <a:xfrm>
            <a:off x="731520" y="5257800"/>
            <a:ext cx="365760" cy="361915"/>
          </a:xfrm>
        </p:spPr>
      </p:pic>
      <p:sp>
        <p:nvSpPr>
          <p:cNvPr id="6" name="Text Placeholder 5"/>
          <p:cNvSpPr>
            <a:spLocks noGrp="1"/>
          </p:cNvSpPr>
          <p:nvPr>
            <p:ph type="body" idx="16" sz="quarter"/>
          </p:nvPr>
        </p:nvSpPr>
        <p:spPr>
          <a:xfrm>
            <a:off x="1188720" y="5212080"/>
            <a:ext cx="7315200" cy="361915"/>
          </a:xfrm>
        </p:spPr>
        <p:txBody>
          <a:bodyPr/>
          <a:lstStyle/>
          <a:p>
            <a:r>
              <a:rPr sz="1600" b="1">
                <a:solidFill>
                  <a:srgbClr val="FFFFFF"/>
                </a:solidFill>
                <a:latin typeface="Avenir Next LT Pro"/>
              </a:rPr>
              <a:t>ALL THINGS PRAISE THEE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7" sz="quarter"/>
          </p:nvPr>
        </p:nvSpPr>
        <p:spPr>
          <a:xfrm>
            <a:off x="1280160" y="5486400"/>
            <a:ext cx="7315200" cy="180975"/>
          </a:xfrm>
        </p:spPr>
        <p:txBody>
          <a:bodyPr tIns="0" bIns="0"/>
          <a:lstStyle/>
          <a:p>
            <a:r>
              <a:rPr sz="800" b="0">
                <a:solidFill>
                  <a:srgbClr val="FFFFFF"/>
                </a:solidFill>
                <a:latin typeface="Avenir Next LT Pro"/>
              </a:rPr>
              <a:t>© 2006 The Paperless Hymnal®</a:t>
            </a:r>
          </a:p>
        </p:txBody>
      </p:sp>
      <p:pic>
        <p:nvPicPr>
          <p:cNvPr id="9" name="Picture Placeholder 8" descr="pftl-025-09.png"/>
          <p:cNvPicPr>
            <a:picLocks noGrp="1" noChangeAspect="1"/>
          </p:cNvPicPr>
          <p:nvPr>
            <p:ph type="pic" idx="10" sz="quarter"/>
          </p:nvPr>
        </p:nvPicPr>
        <p:blipFill>
          <a:blip r:embed="rId4"/>
          <a:srcRect l="0" r="0"/>
          <a:stretch>
            <a:fillRect/>
          </a:stretch>
        </p:blipFill>
        <p:spPr>
          <a:xfrm>
            <a:off x="731520" y="236128"/>
            <a:ext cx="6942418" cy="4694102"/>
          </a:xfrm>
        </p:spPr>
      </p:pic>
      <p:pic>
        <p:nvPicPr>
          <p:cNvPr id="10" name="Picture Placeholder 9" descr="eh-circle.png"/>
          <p:cNvPicPr>
            <a:picLocks noGrp="1" noChangeAspect="1"/>
          </p:cNvPicPr>
          <p:nvPr>
            <p:ph type="pic" idx="20" sz="quarter"/>
          </p:nvPr>
        </p:nvPicPr>
        <p:blipFill>
          <a:blip r:embed="rId3"/>
          <a:srcRect t="219" b="219"/>
          <a:stretch>
            <a:fillRect/>
          </a:stretch>
        </p:blipFill>
        <p:spPr>
          <a:xfrm>
            <a:off x="8595360" y="5257800"/>
            <a:ext cx="367371" cy="365760"/>
          </a:xfrm>
        </p:spPr>
      </p:pic>
      <p:sp>
        <p:nvSpPr>
          <p:cNvPr id="14" name="Text Placeholder 13"/>
          <p:cNvSpPr>
            <a:spLocks noGrp="1"/>
          </p:cNvSpPr>
          <p:nvPr>
            <p:ph type="body" idx="26" sz="quarter"/>
          </p:nvPr>
        </p:nvSpPr>
        <p:spPr>
          <a:xfrm>
            <a:off x="228600" y="547024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1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27" sz="quarter"/>
          </p:nvPr>
        </p:nvSpPr>
        <p:spPr>
          <a:xfrm>
            <a:off x="228600" y="985936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2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idx="28" sz="quarter"/>
          </p:nvPr>
        </p:nvSpPr>
        <p:spPr>
          <a:xfrm>
            <a:off x="228600" y="1424848"/>
            <a:ext cx="365760" cy="365760"/>
          </a:xfrm>
          <a:solidFill>
            <a:srgbClr val="1C81B9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song-beige.jp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/>
          <a:stretch>
            <a:fillRect/>
          </a:stretch>
        </p:blipFill>
        <p:spPr>
          <a:xfrm>
            <a:off x="0" y="0"/>
            <a:ext cx="9144000" cy="5715000"/>
          </a:xfrm>
        </p:spPr>
      </p:pic>
      <p:sp>
        <p:nvSpPr>
          <p:cNvPr id="3" name="Content Placeholder 2"/>
          <p:cNvSpPr>
            <a:spLocks noGrp="1"/>
          </p:cNvSpPr>
          <p:nvPr>
            <p:ph idx="17" sz="quarter"/>
          </p:nvPr>
        </p:nvSpPr>
        <p:spPr/>
        <p:txBody>
          <a:bodyPr/>
          <a:lstStyle/>
          <a:p>
            <a:r>
              <a:t>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8" sz="quarter"/>
          </p:nvPr>
        </p:nvSpPr>
        <p:spPr/>
        <p:txBody>
          <a:bodyPr/>
          <a:lstStyle/>
          <a:p>
            <a:r>
              <a:t>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2" sz="quarter"/>
          </p:nvPr>
        </p:nvSpPr>
        <p:spPr>
          <a:xfrm>
            <a:off x="4206240" y="617220"/>
            <a:ext cx="2286000" cy="914400"/>
          </a:xfrm>
        </p:spPr>
        <p:txBody>
          <a:bodyPr/>
          <a:lstStyle/>
          <a:p>
            <a:r>
              <a:rPr sz="6000">
                <a:latin typeface="Avenir Next LT Pro"/>
              </a:rPr>
              <a:t>742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3" sz="quarter"/>
          </p:nvPr>
        </p:nvSpPr>
        <p:spPr>
          <a:xfrm>
            <a:off x="3429000" y="1531620"/>
            <a:ext cx="3840480" cy="1645920"/>
          </a:xfrm>
        </p:spPr>
        <p:txBody>
          <a:bodyPr/>
          <a:lstStyle/>
          <a:p>
            <a:r>
              <a:rPr sz="3600">
                <a:latin typeface="Avenir Next LT Pro"/>
              </a:rPr>
              <a:t>WHEN I SURVEY THE WONDROUS CROSS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5" sz="quarter"/>
          </p:nvPr>
        </p:nvSpPr>
        <p:spPr>
          <a:xfrm>
            <a:off x="3749039" y="3954780"/>
            <a:ext cx="3200400" cy="640080"/>
          </a:xfrm>
        </p:spPr>
        <p:txBody>
          <a:bodyPr/>
          <a:lstStyle/>
          <a:p>
            <a:r>
              <a:rPr sz="2400">
                <a:latin typeface="Avenir Next LT Pro"/>
              </a:rPr>
              <a:t>“SINGING...TO THE LORD”
COLOSSIANS 3:16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rPr sz="1200">
                <a:latin typeface="Avenir Next LT Pro"/>
              </a:rPr>
              <a:t>Words by: Isaac Watts
Music by: Gregorian Chant, Arrangement by: Lowell Mason</a:t>
            </a:r>
          </a:p>
        </p:txBody>
      </p:sp>
      <p:pic>
        <p:nvPicPr>
          <p:cNvPr id="10" name="Picture Placeholder 9" descr="eh20-eng-432.png"/>
          <p:cNvPicPr>
            <a:picLocks noGrp="1" noChangeAspect="1"/>
          </p:cNvPicPr>
          <p:nvPr>
            <p:ph type="pic" idx="19" sz="quarter"/>
          </p:nvPr>
        </p:nvPicPr>
        <p:blipFill>
          <a:blip r:embed="rId3"/>
          <a:srcRect t="459" b="459"/>
          <a:stretch>
            <a:fillRect/>
          </a:stretch>
        </p:blipFill>
        <p:spPr>
          <a:xfrm>
            <a:off x="1668537" y="5029200"/>
            <a:ext cx="1828800" cy="457200"/>
          </a:xfrm>
        </p:spPr>
      </p:pic>
      <p:sp>
        <p:nvSpPr>
          <p:cNvPr id="11" name="Content Placeholder 10"/>
          <p:cNvSpPr>
            <a:spLocks noGrp="1"/>
          </p:cNvSpPr>
          <p:nvPr>
            <p:ph idx="22" sz="quarter"/>
          </p:nvPr>
        </p:nvSpPr>
        <p:spPr>
          <a:xfrm>
            <a:off x="950976" y="2233422"/>
            <a:ext cx="566928" cy="274320"/>
          </a:xfrm>
        </p:spPr>
        <p:txBody>
          <a:bodyPr/>
          <a:lstStyle/>
          <a:p>
            <a:r>
              <a:t> 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pPr>
              <a:lnSpc>
                <a:spcPts val="18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>
                <a:latin typeface="Avenir Next LT Pro"/>
              </a:rPr>
              <a:t>Welcome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>
                <a:latin typeface="Avenir Next LT Pro"/>
              </a:rPr>
              <a:t>Collection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>
                <a:latin typeface="Avenir Next LT Pro"/>
              </a:rPr>
              <a:t>Reading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>
                <a:latin typeface="Avenir Next LT Pro"/>
              </a:rPr>
              <a:t>Prayer</a:t>
            </a:r>
          </a:p>
          <a:p>
            <a:pPr>
              <a:lnSpc>
                <a:spcPts val="1800"/>
              </a:lnSpc>
              <a:spcBef>
                <a:spcPts val="100"/>
              </a:spcBef>
              <a:spcAft>
                <a:spcPts val="800"/>
              </a:spcAft>
            </a:pPr>
            <a:r>
              <a:rPr sz="1800" b="1">
                <a:latin typeface="Avenir Next LT Pro"/>
              </a:rPr>
              <a:t>25</a:t>
            </a:r>
          </a:p>
          <a:p>
            <a:pPr>
              <a:lnSpc>
                <a:spcPts val="1800"/>
              </a:lnSpc>
              <a:spcBef>
                <a:spcPts val="100"/>
              </a:spcBef>
              <a:spcAft>
                <a:spcPts val="800"/>
              </a:spcAft>
            </a:pPr>
            <a:r>
              <a:rPr sz="1800" b="1">
                <a:latin typeface="Avenir Next LT Pro"/>
              </a:rPr>
              <a:t>742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>
                <a:latin typeface="Avenir Next LT Pro"/>
              </a:rPr>
              <a:t>Lord’s Supper</a:t>
            </a:r>
          </a:p>
          <a:p>
            <a:pPr>
              <a:lnSpc>
                <a:spcPts val="1800"/>
              </a:lnSpc>
              <a:spcBef>
                <a:spcPts val="100"/>
              </a:spcBef>
              <a:spcAft>
                <a:spcPts val="800"/>
              </a:spcAft>
            </a:pPr>
            <a:r>
              <a:rPr sz="1800" b="1">
                <a:latin typeface="Avenir Next LT Pro"/>
              </a:rPr>
              <a:t>103</a:t>
            </a:r>
          </a:p>
          <a:p>
            <a:pPr>
              <a:lnSpc>
                <a:spcPts val="1800"/>
              </a:lnSpc>
              <a:spcBef>
                <a:spcPts val="100"/>
              </a:spcBef>
              <a:spcAft>
                <a:spcPts val="800"/>
              </a:spcAft>
            </a:pPr>
            <a:r>
              <a:rPr sz="1800" b="1">
                <a:latin typeface="Avenir Next LT Pro"/>
              </a:rPr>
              <a:t>277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>
                <a:latin typeface="Avenir Next LT Pro"/>
              </a:rPr>
              <a:t>Sermon</a:t>
            </a:r>
          </a:p>
          <a:p>
            <a:pPr>
              <a:lnSpc>
                <a:spcPts val="1800"/>
              </a:lnSpc>
              <a:spcBef>
                <a:spcPts val="100"/>
              </a:spcBef>
              <a:spcAft>
                <a:spcPts val="800"/>
              </a:spcAft>
            </a:pPr>
            <a:r>
              <a:rPr sz="1800" b="1">
                <a:latin typeface="Avenir Next LT Pro"/>
              </a:rPr>
              <a:t>613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>
                <a:latin typeface="Avenir Next LT Pro"/>
              </a:rPr>
              <a:t>Prayer</a:t>
            </a:r>
          </a:p>
        </p:txBody>
      </p:sp>
      <p:pic>
        <p:nvPicPr>
          <p:cNvPr id="13" name="Picture 12" descr="eh-xcircle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2875788"/>
            <a:ext cx="365760" cy="365760"/>
          </a:xfrm>
          <a:prstGeom prst="rect">
            <a:avLst/>
          </a:prstGeom>
        </p:spPr>
      </p:pic>
      <p:pic>
        <p:nvPicPr>
          <p:cNvPr id="14" name="Picture 13" descr="phss-xcircle-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3218688"/>
            <a:ext cx="365760" cy="365760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4361688" y="3406140"/>
            <a:ext cx="365760" cy="365760"/>
          </a:xfrm>
          <a:prstGeom prst="ellipse">
            <a:avLst/>
          </a:prstGeom>
          <a:solidFill>
            <a:srgbClr val="014A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bIns="0" lIns="0" tIns="0" rIns="0"/>
          <a:lstStyle/>
          <a:p>
            <a:pPr algn="ctr"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4764024" y="3406140"/>
            <a:ext cx="365760" cy="365760"/>
          </a:xfrm>
          <a:prstGeom prst="ellipse">
            <a:avLst/>
          </a:prstGeom>
          <a:solidFill>
            <a:srgbClr val="014A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bIns="0" lIns="0" tIns="0" rIns="0"/>
          <a:lstStyle/>
          <a:p>
            <a:pPr algn="ctr"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5166360" y="3406140"/>
            <a:ext cx="365760" cy="365760"/>
          </a:xfrm>
          <a:prstGeom prst="ellipse">
            <a:avLst/>
          </a:prstGeom>
          <a:solidFill>
            <a:srgbClr val="014A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bIns="0" lIns="0" tIns="0" rIns="0"/>
          <a:lstStyle/>
          <a:p>
            <a:pPr algn="ctr"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3</a:t>
            </a:r>
          </a:p>
        </p:txBody>
      </p:sp>
      <p:sp>
        <p:nvSpPr>
          <p:cNvPr id="18" name="Oval 17"/>
          <p:cNvSpPr/>
          <p:nvPr/>
        </p:nvSpPr>
        <p:spPr>
          <a:xfrm>
            <a:off x="5568696" y="3406140"/>
            <a:ext cx="365760" cy="365760"/>
          </a:xfrm>
          <a:prstGeom prst="ellipse">
            <a:avLst/>
          </a:prstGeom>
          <a:solidFill>
            <a:srgbClr val="014A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bIns="0" lIns="0" tIns="0" rIns="0"/>
          <a:lstStyle/>
          <a:p>
            <a:pPr algn="ctr"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4</a:t>
            </a:r>
          </a:p>
        </p:txBody>
      </p:sp>
      <p:sp>
        <p:nvSpPr>
          <p:cNvPr id="19" name="Oval 18"/>
          <p:cNvSpPr/>
          <p:nvPr/>
        </p:nvSpPr>
        <p:spPr>
          <a:xfrm>
            <a:off x="5971032" y="3406140"/>
            <a:ext cx="365760" cy="365760"/>
          </a:xfrm>
          <a:prstGeom prst="ellipse">
            <a:avLst/>
          </a:prstGeom>
          <a:solidFill>
            <a:srgbClr val="014A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bIns="0" lIns="0" tIns="0" rIns="0"/>
          <a:lstStyle/>
          <a:p>
            <a:pPr algn="ctr"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song-beige-blur.jpg"/>
          <p:cNvPicPr>
            <a:picLocks noGrp="1" noChangeAspect="1"/>
          </p:cNvPicPr>
          <p:nvPr>
            <p:ph type="pic" idx="23" sz="quarter"/>
          </p:nvPr>
        </p:nvPicPr>
        <p:blipFill>
          <a:blip r:embed="rId5"/>
          <a:srcRect/>
          <a:stretch>
            <a:fillRect/>
          </a:stretch>
        </p:blipFill>
        <p:spPr>
          <a:xfrm>
            <a:off x="0" y="0"/>
            <a:ext cx="9144000" cy="5715000"/>
          </a:xfrm>
        </p:spPr>
      </p:pic>
      <p:sp>
        <p:nvSpPr>
          <p:cNvPr id="3" name="Text Placeholder 2"/>
          <p:cNvSpPr>
            <a:spLocks noGrp="1"/>
          </p:cNvSpPr>
          <p:nvPr>
            <p:ph type="body" idx="19" sz="quarter"/>
          </p:nvPr>
        </p:nvSpPr>
        <p:spPr>
          <a:xfrm>
            <a:off x="0" y="5166360"/>
            <a:ext cx="9144000" cy="548640"/>
          </a:xfrm>
        </p:spPr>
        <p:txBody>
          <a:bodyPr/>
          <a:lstStyle/>
          <a:p>
            <a:r>
              <a:t> 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>
          <a:xfrm>
            <a:off x="-228600" y="5257800"/>
            <a:ext cx="914400" cy="365760"/>
          </a:xfrm>
          <a:noFill/>
        </p:spPr>
        <p:txBody>
          <a:bodyPr/>
          <a:lstStyle/>
          <a:p>
            <a:r>
              <a:t>742</a:t>
            </a:r>
          </a:p>
        </p:txBody>
      </p:sp>
      <p:pic>
        <p:nvPicPr>
          <p:cNvPr id="5" name="Picture Placeholder 4" descr="pftl-circle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526" b="526"/>
          <a:stretch>
            <a:fillRect/>
          </a:stretch>
        </p:blipFill>
        <p:spPr>
          <a:xfrm>
            <a:off x="731520" y="5257800"/>
            <a:ext cx="365760" cy="361915"/>
          </a:xfrm>
        </p:spPr>
      </p:pic>
      <p:sp>
        <p:nvSpPr>
          <p:cNvPr id="6" name="Text Placeholder 5"/>
          <p:cNvSpPr>
            <a:spLocks noGrp="1"/>
          </p:cNvSpPr>
          <p:nvPr>
            <p:ph type="body" idx="16" sz="quarter"/>
          </p:nvPr>
        </p:nvSpPr>
        <p:spPr>
          <a:xfrm>
            <a:off x="1188720" y="5212080"/>
            <a:ext cx="7315200" cy="361915"/>
          </a:xfrm>
        </p:spPr>
        <p:txBody>
          <a:bodyPr/>
          <a:lstStyle/>
          <a:p>
            <a:r>
              <a:rPr sz="1600" b="1">
                <a:solidFill>
                  <a:srgbClr val="FFFFFF"/>
                </a:solidFill>
                <a:latin typeface="Avenir Next LT Pro"/>
              </a:rPr>
              <a:t>WHEN I SURVEY THE WONDROUS CROSS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7" sz="quarter"/>
          </p:nvPr>
        </p:nvSpPr>
        <p:spPr>
          <a:xfrm>
            <a:off x="1280160" y="5486400"/>
            <a:ext cx="7315200" cy="180975"/>
          </a:xfrm>
        </p:spPr>
        <p:txBody>
          <a:bodyPr tIns="0" bIns="0"/>
          <a:lstStyle/>
          <a:p>
            <a:r>
              <a:rPr sz="800" b="0">
                <a:solidFill>
                  <a:srgbClr val="FFFFFF"/>
                </a:solidFill>
                <a:latin typeface="Avenir Next LT Pro"/>
              </a:rPr>
              <a:t>© 2001 The Paperless Hymnal</a:t>
            </a:r>
          </a:p>
        </p:txBody>
      </p:sp>
      <p:pic>
        <p:nvPicPr>
          <p:cNvPr id="9" name="Picture Placeholder 8" descr="pftl-742-01.png"/>
          <p:cNvPicPr>
            <a:picLocks noGrp="1" noChangeAspect="1"/>
          </p:cNvPicPr>
          <p:nvPr>
            <p:ph type="pic" idx="10" sz="quarter"/>
          </p:nvPr>
        </p:nvPicPr>
        <p:blipFill>
          <a:blip r:embed="rId4"/>
          <a:srcRect t="0" b="0"/>
          <a:stretch>
            <a:fillRect/>
          </a:stretch>
        </p:blipFill>
        <p:spPr>
          <a:xfrm>
            <a:off x="731520" y="438496"/>
            <a:ext cx="6929451" cy="4289367"/>
          </a:xfrm>
        </p:spPr>
      </p:pic>
      <p:pic>
        <p:nvPicPr>
          <p:cNvPr id="10" name="Picture Placeholder 9" descr="eh-circle.png"/>
          <p:cNvPicPr>
            <a:picLocks noGrp="1" noChangeAspect="1"/>
          </p:cNvPicPr>
          <p:nvPr>
            <p:ph type="pic" idx="20" sz="quarter"/>
          </p:nvPr>
        </p:nvPicPr>
        <p:blipFill>
          <a:blip r:embed="rId3"/>
          <a:srcRect t="219" b="219"/>
          <a:stretch>
            <a:fillRect/>
          </a:stretch>
        </p:blipFill>
        <p:spPr>
          <a:xfrm>
            <a:off x="8595360" y="5257800"/>
            <a:ext cx="367371" cy="365760"/>
          </a:xfrm>
        </p:spPr>
      </p:pic>
      <p:sp>
        <p:nvSpPr>
          <p:cNvPr id="14" name="Text Placeholder 13"/>
          <p:cNvSpPr>
            <a:spLocks noGrp="1"/>
          </p:cNvSpPr>
          <p:nvPr>
            <p:ph type="body" idx="24" sz="quarter"/>
          </p:nvPr>
        </p:nvSpPr>
        <p:spPr>
          <a:xfrm>
            <a:off x="228600" y="749392"/>
            <a:ext cx="365760" cy="365760"/>
          </a:xfrm>
          <a:solidFill>
            <a:srgbClr val="1C81B9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1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27" sz="quarter"/>
          </p:nvPr>
        </p:nvSpPr>
        <p:spPr>
          <a:xfrm>
            <a:off x="228600" y="1188304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2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idx="28" sz="quarter"/>
          </p:nvPr>
        </p:nvSpPr>
        <p:spPr>
          <a:xfrm>
            <a:off x="228600" y="1627216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3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idx="29" sz="quarter"/>
          </p:nvPr>
        </p:nvSpPr>
        <p:spPr>
          <a:xfrm>
            <a:off x="228600" y="2066128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4</a:t>
            </a:r>
          </a:p>
        </p:txBody>
      </p:sp>
      <p:sp>
        <p:nvSpPr>
          <p:cNvPr id="18" name="Text Placeholder 17"/>
          <p:cNvSpPr>
            <a:spLocks noGrp="1"/>
          </p:cNvSpPr>
          <p:nvPr>
            <p:ph type="body" idx="30" sz="quarter"/>
          </p:nvPr>
        </p:nvSpPr>
        <p:spPr>
          <a:xfrm>
            <a:off x="228600" y="2505040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song-beige-blur.jpg"/>
          <p:cNvPicPr>
            <a:picLocks noGrp="1" noChangeAspect="1"/>
          </p:cNvPicPr>
          <p:nvPr>
            <p:ph type="pic" idx="23" sz="quarter"/>
          </p:nvPr>
        </p:nvPicPr>
        <p:blipFill>
          <a:blip r:embed="rId5"/>
          <a:srcRect/>
          <a:stretch>
            <a:fillRect/>
          </a:stretch>
        </p:blipFill>
        <p:spPr>
          <a:xfrm>
            <a:off x="0" y="0"/>
            <a:ext cx="9144000" cy="5715000"/>
          </a:xfrm>
        </p:spPr>
      </p:pic>
      <p:sp>
        <p:nvSpPr>
          <p:cNvPr id="3" name="Text Placeholder 2"/>
          <p:cNvSpPr>
            <a:spLocks noGrp="1"/>
          </p:cNvSpPr>
          <p:nvPr>
            <p:ph type="body" idx="19" sz="quarter"/>
          </p:nvPr>
        </p:nvSpPr>
        <p:spPr>
          <a:xfrm>
            <a:off x="0" y="5166360"/>
            <a:ext cx="9144000" cy="548640"/>
          </a:xfrm>
        </p:spPr>
        <p:txBody>
          <a:bodyPr/>
          <a:lstStyle/>
          <a:p>
            <a:r>
              <a:t> 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4" sz="quarter"/>
          </p:nvPr>
        </p:nvSpPr>
        <p:spPr>
          <a:xfrm>
            <a:off x="-228600" y="5257800"/>
            <a:ext cx="914400" cy="365760"/>
          </a:xfrm>
          <a:noFill/>
        </p:spPr>
        <p:txBody>
          <a:bodyPr/>
          <a:lstStyle/>
          <a:p>
            <a:r>
              <a:t>742</a:t>
            </a:r>
          </a:p>
        </p:txBody>
      </p:sp>
      <p:pic>
        <p:nvPicPr>
          <p:cNvPr id="5" name="Picture Placeholder 4" descr="pftl-circle.png"/>
          <p:cNvPicPr>
            <a:picLocks noGrp="1" noChangeAspect="1"/>
          </p:cNvPicPr>
          <p:nvPr>
            <p:ph type="pic" idx="25" sz="quarter"/>
          </p:nvPr>
        </p:nvPicPr>
        <p:blipFill>
          <a:blip r:embed="rId2"/>
          <a:srcRect t="526" b="526"/>
          <a:stretch>
            <a:fillRect/>
          </a:stretch>
        </p:blipFill>
        <p:spPr>
          <a:xfrm>
            <a:off x="731520" y="5257800"/>
            <a:ext cx="365760" cy="361915"/>
          </a:xfrm>
        </p:spPr>
      </p:pic>
      <p:sp>
        <p:nvSpPr>
          <p:cNvPr id="6" name="Text Placeholder 5"/>
          <p:cNvSpPr>
            <a:spLocks noGrp="1"/>
          </p:cNvSpPr>
          <p:nvPr>
            <p:ph type="body" idx="16" sz="quarter"/>
          </p:nvPr>
        </p:nvSpPr>
        <p:spPr>
          <a:xfrm>
            <a:off x="1188720" y="5212080"/>
            <a:ext cx="7315200" cy="361915"/>
          </a:xfrm>
        </p:spPr>
        <p:txBody>
          <a:bodyPr/>
          <a:lstStyle/>
          <a:p>
            <a:r>
              <a:rPr sz="1600" b="1">
                <a:solidFill>
                  <a:srgbClr val="FFFFFF"/>
                </a:solidFill>
                <a:latin typeface="Avenir Next LT Pro"/>
              </a:rPr>
              <a:t>WHEN I SURVEY THE WONDROUS CROSS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7" sz="quarter"/>
          </p:nvPr>
        </p:nvSpPr>
        <p:spPr>
          <a:xfrm>
            <a:off x="1280160" y="5486400"/>
            <a:ext cx="7315200" cy="180975"/>
          </a:xfrm>
        </p:spPr>
        <p:txBody>
          <a:bodyPr tIns="0" bIns="0"/>
          <a:lstStyle/>
          <a:p>
            <a:r>
              <a:rPr sz="800" b="0">
                <a:solidFill>
                  <a:srgbClr val="FFFFFF"/>
                </a:solidFill>
                <a:latin typeface="Avenir Next LT Pro"/>
              </a:rPr>
              <a:t>© 2001 The Paperless Hymnal</a:t>
            </a:r>
          </a:p>
        </p:txBody>
      </p:sp>
      <p:pic>
        <p:nvPicPr>
          <p:cNvPr id="9" name="Picture Placeholder 8" descr="pftl-742-02.png"/>
          <p:cNvPicPr>
            <a:picLocks noGrp="1" noChangeAspect="1"/>
          </p:cNvPicPr>
          <p:nvPr>
            <p:ph type="pic" idx="10" sz="quarter"/>
          </p:nvPr>
        </p:nvPicPr>
        <p:blipFill>
          <a:blip r:embed="rId4"/>
          <a:srcRect t="0" b="0"/>
          <a:stretch>
            <a:fillRect/>
          </a:stretch>
        </p:blipFill>
        <p:spPr>
          <a:xfrm>
            <a:off x="731520" y="438496"/>
            <a:ext cx="6929451" cy="4289367"/>
          </a:xfrm>
        </p:spPr>
      </p:pic>
      <p:pic>
        <p:nvPicPr>
          <p:cNvPr id="10" name="Picture Placeholder 9" descr="eh-circle.png"/>
          <p:cNvPicPr>
            <a:picLocks noGrp="1" noChangeAspect="1"/>
          </p:cNvPicPr>
          <p:nvPr>
            <p:ph type="pic" idx="20" sz="quarter"/>
          </p:nvPr>
        </p:nvPicPr>
        <p:blipFill>
          <a:blip r:embed="rId3"/>
          <a:srcRect t="219" b="219"/>
          <a:stretch>
            <a:fillRect/>
          </a:stretch>
        </p:blipFill>
        <p:spPr>
          <a:xfrm>
            <a:off x="8595360" y="5257800"/>
            <a:ext cx="367371" cy="365760"/>
          </a:xfrm>
        </p:spPr>
      </p:pic>
      <p:sp>
        <p:nvSpPr>
          <p:cNvPr id="14" name="Text Placeholder 13"/>
          <p:cNvSpPr>
            <a:spLocks noGrp="1"/>
          </p:cNvSpPr>
          <p:nvPr>
            <p:ph type="body" idx="26" sz="quarter"/>
          </p:nvPr>
        </p:nvSpPr>
        <p:spPr>
          <a:xfrm>
            <a:off x="228600" y="749392"/>
            <a:ext cx="365760" cy="365760"/>
          </a:xfrm>
          <a:solidFill>
            <a:srgbClr val="1C81B9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1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27" sz="quarter"/>
          </p:nvPr>
        </p:nvSpPr>
        <p:spPr>
          <a:xfrm>
            <a:off x="228600" y="1188304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2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idx="28" sz="quarter"/>
          </p:nvPr>
        </p:nvSpPr>
        <p:spPr>
          <a:xfrm>
            <a:off x="228600" y="1627216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3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idx="29" sz="quarter"/>
          </p:nvPr>
        </p:nvSpPr>
        <p:spPr>
          <a:xfrm>
            <a:off x="228600" y="2066128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4</a:t>
            </a:r>
          </a:p>
        </p:txBody>
      </p:sp>
      <p:sp>
        <p:nvSpPr>
          <p:cNvPr id="18" name="Text Placeholder 17"/>
          <p:cNvSpPr>
            <a:spLocks noGrp="1"/>
          </p:cNvSpPr>
          <p:nvPr>
            <p:ph type="body" idx="30" sz="quarter"/>
          </p:nvPr>
        </p:nvSpPr>
        <p:spPr>
          <a:xfrm>
            <a:off x="228600" y="2505040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song-beige-blur.jpg"/>
          <p:cNvPicPr>
            <a:picLocks noGrp="1" noChangeAspect="1"/>
          </p:cNvPicPr>
          <p:nvPr>
            <p:ph type="pic" idx="23" sz="quarter"/>
          </p:nvPr>
        </p:nvPicPr>
        <p:blipFill>
          <a:blip r:embed="rId5"/>
          <a:srcRect/>
          <a:stretch>
            <a:fillRect/>
          </a:stretch>
        </p:blipFill>
        <p:spPr>
          <a:xfrm>
            <a:off x="0" y="0"/>
            <a:ext cx="9144000" cy="5715000"/>
          </a:xfrm>
        </p:spPr>
      </p:pic>
      <p:sp>
        <p:nvSpPr>
          <p:cNvPr id="3" name="Text Placeholder 2"/>
          <p:cNvSpPr>
            <a:spLocks noGrp="1"/>
          </p:cNvSpPr>
          <p:nvPr>
            <p:ph type="body" idx="19" sz="quarter"/>
          </p:nvPr>
        </p:nvSpPr>
        <p:spPr>
          <a:xfrm>
            <a:off x="0" y="5166360"/>
            <a:ext cx="9144000" cy="548640"/>
          </a:xfrm>
        </p:spPr>
        <p:txBody>
          <a:bodyPr/>
          <a:lstStyle/>
          <a:p>
            <a:r>
              <a:t> 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4" sz="quarter"/>
          </p:nvPr>
        </p:nvSpPr>
        <p:spPr>
          <a:xfrm>
            <a:off x="-228600" y="5257800"/>
            <a:ext cx="914400" cy="365760"/>
          </a:xfrm>
          <a:noFill/>
        </p:spPr>
        <p:txBody>
          <a:bodyPr/>
          <a:lstStyle/>
          <a:p>
            <a:r>
              <a:t>742</a:t>
            </a:r>
          </a:p>
        </p:txBody>
      </p:sp>
      <p:pic>
        <p:nvPicPr>
          <p:cNvPr id="5" name="Picture Placeholder 4" descr="pftl-circle.png"/>
          <p:cNvPicPr>
            <a:picLocks noGrp="1" noChangeAspect="1"/>
          </p:cNvPicPr>
          <p:nvPr>
            <p:ph type="pic" idx="25" sz="quarter"/>
          </p:nvPr>
        </p:nvPicPr>
        <p:blipFill>
          <a:blip r:embed="rId2"/>
          <a:srcRect t="526" b="526"/>
          <a:stretch>
            <a:fillRect/>
          </a:stretch>
        </p:blipFill>
        <p:spPr>
          <a:xfrm>
            <a:off x="731520" y="5257800"/>
            <a:ext cx="365760" cy="361915"/>
          </a:xfrm>
        </p:spPr>
      </p:pic>
      <p:sp>
        <p:nvSpPr>
          <p:cNvPr id="6" name="Text Placeholder 5"/>
          <p:cNvSpPr>
            <a:spLocks noGrp="1"/>
          </p:cNvSpPr>
          <p:nvPr>
            <p:ph type="body" idx="16" sz="quarter"/>
          </p:nvPr>
        </p:nvSpPr>
        <p:spPr>
          <a:xfrm>
            <a:off x="1188720" y="5212080"/>
            <a:ext cx="7315200" cy="361915"/>
          </a:xfrm>
        </p:spPr>
        <p:txBody>
          <a:bodyPr/>
          <a:lstStyle/>
          <a:p>
            <a:r>
              <a:rPr sz="1600" b="1">
                <a:solidFill>
                  <a:srgbClr val="FFFFFF"/>
                </a:solidFill>
                <a:latin typeface="Avenir Next LT Pro"/>
              </a:rPr>
              <a:t>WHEN I SURVEY THE WONDROUS CROSS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7" sz="quarter"/>
          </p:nvPr>
        </p:nvSpPr>
        <p:spPr>
          <a:xfrm>
            <a:off x="1280160" y="5486400"/>
            <a:ext cx="7315200" cy="180975"/>
          </a:xfrm>
        </p:spPr>
        <p:txBody>
          <a:bodyPr tIns="0" bIns="0"/>
          <a:lstStyle/>
          <a:p>
            <a:r>
              <a:rPr sz="800" b="0">
                <a:solidFill>
                  <a:srgbClr val="FFFFFF"/>
                </a:solidFill>
                <a:latin typeface="Avenir Next LT Pro"/>
              </a:rPr>
              <a:t>© 2001 The Paperless Hymnal</a:t>
            </a:r>
          </a:p>
        </p:txBody>
      </p:sp>
      <p:pic>
        <p:nvPicPr>
          <p:cNvPr id="9" name="Picture Placeholder 8" descr="pftl-742-03.png"/>
          <p:cNvPicPr>
            <a:picLocks noGrp="1" noChangeAspect="1"/>
          </p:cNvPicPr>
          <p:nvPr>
            <p:ph type="pic" idx="10" sz="quarter"/>
          </p:nvPr>
        </p:nvPicPr>
        <p:blipFill>
          <a:blip r:embed="rId4"/>
          <a:srcRect t="0" b="0"/>
          <a:stretch>
            <a:fillRect/>
          </a:stretch>
        </p:blipFill>
        <p:spPr>
          <a:xfrm>
            <a:off x="731520" y="438496"/>
            <a:ext cx="6929451" cy="4289367"/>
          </a:xfrm>
        </p:spPr>
      </p:pic>
      <p:pic>
        <p:nvPicPr>
          <p:cNvPr id="10" name="Picture Placeholder 9" descr="eh-circle.png"/>
          <p:cNvPicPr>
            <a:picLocks noGrp="1" noChangeAspect="1"/>
          </p:cNvPicPr>
          <p:nvPr>
            <p:ph type="pic" idx="20" sz="quarter"/>
          </p:nvPr>
        </p:nvPicPr>
        <p:blipFill>
          <a:blip r:embed="rId3"/>
          <a:srcRect t="219" b="219"/>
          <a:stretch>
            <a:fillRect/>
          </a:stretch>
        </p:blipFill>
        <p:spPr>
          <a:xfrm>
            <a:off x="8595360" y="5257800"/>
            <a:ext cx="367371" cy="365760"/>
          </a:xfrm>
        </p:spPr>
      </p:pic>
      <p:sp>
        <p:nvSpPr>
          <p:cNvPr id="14" name="Text Placeholder 13"/>
          <p:cNvSpPr>
            <a:spLocks noGrp="1"/>
          </p:cNvSpPr>
          <p:nvPr>
            <p:ph type="body" idx="26" sz="quarter"/>
          </p:nvPr>
        </p:nvSpPr>
        <p:spPr>
          <a:xfrm>
            <a:off x="228600" y="749392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1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27" sz="quarter"/>
          </p:nvPr>
        </p:nvSpPr>
        <p:spPr>
          <a:xfrm>
            <a:off x="228600" y="1188304"/>
            <a:ext cx="365760" cy="365760"/>
          </a:xfrm>
          <a:solidFill>
            <a:srgbClr val="1C81B9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2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idx="28" sz="quarter"/>
          </p:nvPr>
        </p:nvSpPr>
        <p:spPr>
          <a:xfrm>
            <a:off x="228600" y="1627216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3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idx="29" sz="quarter"/>
          </p:nvPr>
        </p:nvSpPr>
        <p:spPr>
          <a:xfrm>
            <a:off x="228600" y="2066128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4</a:t>
            </a:r>
          </a:p>
        </p:txBody>
      </p:sp>
      <p:sp>
        <p:nvSpPr>
          <p:cNvPr id="18" name="Text Placeholder 17"/>
          <p:cNvSpPr>
            <a:spLocks noGrp="1"/>
          </p:cNvSpPr>
          <p:nvPr>
            <p:ph type="body" idx="30" sz="quarter"/>
          </p:nvPr>
        </p:nvSpPr>
        <p:spPr>
          <a:xfrm>
            <a:off x="228600" y="2505040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song-beige-blur.jpg"/>
          <p:cNvPicPr>
            <a:picLocks noGrp="1" noChangeAspect="1"/>
          </p:cNvPicPr>
          <p:nvPr>
            <p:ph type="pic" idx="23" sz="quarter"/>
          </p:nvPr>
        </p:nvPicPr>
        <p:blipFill>
          <a:blip r:embed="rId5"/>
          <a:srcRect/>
          <a:stretch>
            <a:fillRect/>
          </a:stretch>
        </p:blipFill>
        <p:spPr>
          <a:xfrm>
            <a:off x="0" y="0"/>
            <a:ext cx="9144000" cy="5715000"/>
          </a:xfrm>
        </p:spPr>
      </p:pic>
      <p:sp>
        <p:nvSpPr>
          <p:cNvPr id="3" name="Text Placeholder 2"/>
          <p:cNvSpPr>
            <a:spLocks noGrp="1"/>
          </p:cNvSpPr>
          <p:nvPr>
            <p:ph type="body" idx="19" sz="quarter"/>
          </p:nvPr>
        </p:nvSpPr>
        <p:spPr>
          <a:xfrm>
            <a:off x="0" y="5166360"/>
            <a:ext cx="9144000" cy="548640"/>
          </a:xfrm>
        </p:spPr>
        <p:txBody>
          <a:bodyPr/>
          <a:lstStyle/>
          <a:p>
            <a:r>
              <a:t> 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4" sz="quarter"/>
          </p:nvPr>
        </p:nvSpPr>
        <p:spPr>
          <a:xfrm>
            <a:off x="-228600" y="5257800"/>
            <a:ext cx="914400" cy="365760"/>
          </a:xfrm>
          <a:noFill/>
        </p:spPr>
        <p:txBody>
          <a:bodyPr/>
          <a:lstStyle/>
          <a:p>
            <a:r>
              <a:t>742</a:t>
            </a:r>
          </a:p>
        </p:txBody>
      </p:sp>
      <p:pic>
        <p:nvPicPr>
          <p:cNvPr id="5" name="Picture Placeholder 4" descr="pftl-circle.png"/>
          <p:cNvPicPr>
            <a:picLocks noGrp="1" noChangeAspect="1"/>
          </p:cNvPicPr>
          <p:nvPr>
            <p:ph type="pic" idx="25" sz="quarter"/>
          </p:nvPr>
        </p:nvPicPr>
        <p:blipFill>
          <a:blip r:embed="rId2"/>
          <a:srcRect t="526" b="526"/>
          <a:stretch>
            <a:fillRect/>
          </a:stretch>
        </p:blipFill>
        <p:spPr>
          <a:xfrm>
            <a:off x="731520" y="5257800"/>
            <a:ext cx="365760" cy="361915"/>
          </a:xfrm>
        </p:spPr>
      </p:pic>
      <p:sp>
        <p:nvSpPr>
          <p:cNvPr id="6" name="Text Placeholder 5"/>
          <p:cNvSpPr>
            <a:spLocks noGrp="1"/>
          </p:cNvSpPr>
          <p:nvPr>
            <p:ph type="body" idx="16" sz="quarter"/>
          </p:nvPr>
        </p:nvSpPr>
        <p:spPr>
          <a:xfrm>
            <a:off x="1188720" y="5212080"/>
            <a:ext cx="7315200" cy="361915"/>
          </a:xfrm>
        </p:spPr>
        <p:txBody>
          <a:bodyPr/>
          <a:lstStyle/>
          <a:p>
            <a:r>
              <a:rPr sz="1600" b="1">
                <a:solidFill>
                  <a:srgbClr val="FFFFFF"/>
                </a:solidFill>
                <a:latin typeface="Avenir Next LT Pro"/>
              </a:rPr>
              <a:t>WHEN I SURVEY THE WONDROUS CROSS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7" sz="quarter"/>
          </p:nvPr>
        </p:nvSpPr>
        <p:spPr>
          <a:xfrm>
            <a:off x="1280160" y="5486400"/>
            <a:ext cx="7315200" cy="180975"/>
          </a:xfrm>
        </p:spPr>
        <p:txBody>
          <a:bodyPr tIns="0" bIns="0"/>
          <a:lstStyle/>
          <a:p>
            <a:r>
              <a:rPr sz="800" b="0">
                <a:solidFill>
                  <a:srgbClr val="FFFFFF"/>
                </a:solidFill>
                <a:latin typeface="Avenir Next LT Pro"/>
              </a:rPr>
              <a:t>© 2001 The Paperless Hymnal</a:t>
            </a:r>
          </a:p>
        </p:txBody>
      </p:sp>
      <p:pic>
        <p:nvPicPr>
          <p:cNvPr id="9" name="Picture Placeholder 8" descr="pftl-742-04.png"/>
          <p:cNvPicPr>
            <a:picLocks noGrp="1" noChangeAspect="1"/>
          </p:cNvPicPr>
          <p:nvPr>
            <p:ph type="pic" idx="10" sz="quarter"/>
          </p:nvPr>
        </p:nvPicPr>
        <p:blipFill>
          <a:blip r:embed="rId4"/>
          <a:srcRect t="0" b="0"/>
          <a:stretch>
            <a:fillRect/>
          </a:stretch>
        </p:blipFill>
        <p:spPr>
          <a:xfrm>
            <a:off x="731520" y="438496"/>
            <a:ext cx="6929451" cy="4289367"/>
          </a:xfrm>
        </p:spPr>
      </p:pic>
      <p:pic>
        <p:nvPicPr>
          <p:cNvPr id="10" name="Picture Placeholder 9" descr="eh-circle.png"/>
          <p:cNvPicPr>
            <a:picLocks noGrp="1" noChangeAspect="1"/>
          </p:cNvPicPr>
          <p:nvPr>
            <p:ph type="pic" idx="20" sz="quarter"/>
          </p:nvPr>
        </p:nvPicPr>
        <p:blipFill>
          <a:blip r:embed="rId3"/>
          <a:srcRect t="219" b="219"/>
          <a:stretch>
            <a:fillRect/>
          </a:stretch>
        </p:blipFill>
        <p:spPr>
          <a:xfrm>
            <a:off x="8595360" y="5257800"/>
            <a:ext cx="367371" cy="365760"/>
          </a:xfrm>
        </p:spPr>
      </p:pic>
      <p:sp>
        <p:nvSpPr>
          <p:cNvPr id="14" name="Text Placeholder 13"/>
          <p:cNvSpPr>
            <a:spLocks noGrp="1"/>
          </p:cNvSpPr>
          <p:nvPr>
            <p:ph type="body" idx="26" sz="quarter"/>
          </p:nvPr>
        </p:nvSpPr>
        <p:spPr>
          <a:xfrm>
            <a:off x="228600" y="749392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1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27" sz="quarter"/>
          </p:nvPr>
        </p:nvSpPr>
        <p:spPr>
          <a:xfrm>
            <a:off x="228600" y="1188304"/>
            <a:ext cx="365760" cy="365760"/>
          </a:xfrm>
          <a:solidFill>
            <a:srgbClr val="1C81B9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2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idx="28" sz="quarter"/>
          </p:nvPr>
        </p:nvSpPr>
        <p:spPr>
          <a:xfrm>
            <a:off x="228600" y="1627216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3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idx="29" sz="quarter"/>
          </p:nvPr>
        </p:nvSpPr>
        <p:spPr>
          <a:xfrm>
            <a:off x="228600" y="2066128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4</a:t>
            </a:r>
          </a:p>
        </p:txBody>
      </p:sp>
      <p:sp>
        <p:nvSpPr>
          <p:cNvPr id="18" name="Text Placeholder 17"/>
          <p:cNvSpPr>
            <a:spLocks noGrp="1"/>
          </p:cNvSpPr>
          <p:nvPr>
            <p:ph type="body" idx="30" sz="quarter"/>
          </p:nvPr>
        </p:nvSpPr>
        <p:spPr>
          <a:xfrm>
            <a:off x="228600" y="2505040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song-beige-blur.jpg"/>
          <p:cNvPicPr>
            <a:picLocks noGrp="1" noChangeAspect="1"/>
          </p:cNvPicPr>
          <p:nvPr>
            <p:ph type="pic" idx="23" sz="quarter"/>
          </p:nvPr>
        </p:nvPicPr>
        <p:blipFill>
          <a:blip r:embed="rId5"/>
          <a:srcRect/>
          <a:stretch>
            <a:fillRect/>
          </a:stretch>
        </p:blipFill>
        <p:spPr>
          <a:xfrm>
            <a:off x="0" y="0"/>
            <a:ext cx="9144000" cy="5715000"/>
          </a:xfrm>
        </p:spPr>
      </p:pic>
      <p:sp>
        <p:nvSpPr>
          <p:cNvPr id="3" name="Text Placeholder 2"/>
          <p:cNvSpPr>
            <a:spLocks noGrp="1"/>
          </p:cNvSpPr>
          <p:nvPr>
            <p:ph type="body" idx="19" sz="quarter"/>
          </p:nvPr>
        </p:nvSpPr>
        <p:spPr>
          <a:xfrm>
            <a:off x="0" y="5166360"/>
            <a:ext cx="9144000" cy="548640"/>
          </a:xfrm>
        </p:spPr>
        <p:txBody>
          <a:bodyPr/>
          <a:lstStyle/>
          <a:p>
            <a:r>
              <a:t> 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4" sz="quarter"/>
          </p:nvPr>
        </p:nvSpPr>
        <p:spPr>
          <a:xfrm>
            <a:off x="-228600" y="5257800"/>
            <a:ext cx="914400" cy="365760"/>
          </a:xfrm>
          <a:noFill/>
        </p:spPr>
        <p:txBody>
          <a:bodyPr/>
          <a:lstStyle/>
          <a:p>
            <a:r>
              <a:t>742</a:t>
            </a:r>
          </a:p>
        </p:txBody>
      </p:sp>
      <p:pic>
        <p:nvPicPr>
          <p:cNvPr id="5" name="Picture Placeholder 4" descr="pftl-circle.png"/>
          <p:cNvPicPr>
            <a:picLocks noGrp="1" noChangeAspect="1"/>
          </p:cNvPicPr>
          <p:nvPr>
            <p:ph type="pic" idx="25" sz="quarter"/>
          </p:nvPr>
        </p:nvPicPr>
        <p:blipFill>
          <a:blip r:embed="rId2"/>
          <a:srcRect t="526" b="526"/>
          <a:stretch>
            <a:fillRect/>
          </a:stretch>
        </p:blipFill>
        <p:spPr>
          <a:xfrm>
            <a:off x="731520" y="5257800"/>
            <a:ext cx="365760" cy="361915"/>
          </a:xfrm>
        </p:spPr>
      </p:pic>
      <p:sp>
        <p:nvSpPr>
          <p:cNvPr id="6" name="Text Placeholder 5"/>
          <p:cNvSpPr>
            <a:spLocks noGrp="1"/>
          </p:cNvSpPr>
          <p:nvPr>
            <p:ph type="body" idx="16" sz="quarter"/>
          </p:nvPr>
        </p:nvSpPr>
        <p:spPr>
          <a:xfrm>
            <a:off x="1188720" y="5212080"/>
            <a:ext cx="7315200" cy="361915"/>
          </a:xfrm>
        </p:spPr>
        <p:txBody>
          <a:bodyPr/>
          <a:lstStyle/>
          <a:p>
            <a:r>
              <a:rPr sz="1600" b="1">
                <a:solidFill>
                  <a:srgbClr val="FFFFFF"/>
                </a:solidFill>
                <a:latin typeface="Avenir Next LT Pro"/>
              </a:rPr>
              <a:t>WHEN I SURVEY THE WONDROUS CROSS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7" sz="quarter"/>
          </p:nvPr>
        </p:nvSpPr>
        <p:spPr>
          <a:xfrm>
            <a:off x="1280160" y="5486400"/>
            <a:ext cx="7315200" cy="180975"/>
          </a:xfrm>
        </p:spPr>
        <p:txBody>
          <a:bodyPr tIns="0" bIns="0"/>
          <a:lstStyle/>
          <a:p>
            <a:r>
              <a:rPr sz="800" b="0">
                <a:solidFill>
                  <a:srgbClr val="FFFFFF"/>
                </a:solidFill>
                <a:latin typeface="Avenir Next LT Pro"/>
              </a:rPr>
              <a:t>© 2001 The Paperless Hymnal</a:t>
            </a:r>
          </a:p>
        </p:txBody>
      </p:sp>
      <p:pic>
        <p:nvPicPr>
          <p:cNvPr id="9" name="Picture Placeholder 8" descr="pftl-742-05.png"/>
          <p:cNvPicPr>
            <a:picLocks noGrp="1" noChangeAspect="1"/>
          </p:cNvPicPr>
          <p:nvPr>
            <p:ph type="pic" idx="10" sz="quarter"/>
          </p:nvPr>
        </p:nvPicPr>
        <p:blipFill>
          <a:blip r:embed="rId4"/>
          <a:srcRect t="0" b="0"/>
          <a:stretch>
            <a:fillRect/>
          </a:stretch>
        </p:blipFill>
        <p:spPr>
          <a:xfrm>
            <a:off x="731520" y="438496"/>
            <a:ext cx="6929451" cy="4289367"/>
          </a:xfrm>
        </p:spPr>
      </p:pic>
      <p:pic>
        <p:nvPicPr>
          <p:cNvPr id="10" name="Picture Placeholder 9" descr="eh-circle.png"/>
          <p:cNvPicPr>
            <a:picLocks noGrp="1" noChangeAspect="1"/>
          </p:cNvPicPr>
          <p:nvPr>
            <p:ph type="pic" idx="20" sz="quarter"/>
          </p:nvPr>
        </p:nvPicPr>
        <p:blipFill>
          <a:blip r:embed="rId3"/>
          <a:srcRect t="219" b="219"/>
          <a:stretch>
            <a:fillRect/>
          </a:stretch>
        </p:blipFill>
        <p:spPr>
          <a:xfrm>
            <a:off x="8595360" y="5257800"/>
            <a:ext cx="367371" cy="365760"/>
          </a:xfrm>
        </p:spPr>
      </p:pic>
      <p:sp>
        <p:nvSpPr>
          <p:cNvPr id="14" name="Text Placeholder 13"/>
          <p:cNvSpPr>
            <a:spLocks noGrp="1"/>
          </p:cNvSpPr>
          <p:nvPr>
            <p:ph type="body" idx="26" sz="quarter"/>
          </p:nvPr>
        </p:nvSpPr>
        <p:spPr>
          <a:xfrm>
            <a:off x="228600" y="749392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1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27" sz="quarter"/>
          </p:nvPr>
        </p:nvSpPr>
        <p:spPr>
          <a:xfrm>
            <a:off x="228600" y="1188304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2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idx="28" sz="quarter"/>
          </p:nvPr>
        </p:nvSpPr>
        <p:spPr>
          <a:xfrm>
            <a:off x="228600" y="1627216"/>
            <a:ext cx="365760" cy="365760"/>
          </a:xfrm>
          <a:solidFill>
            <a:srgbClr val="1C81B9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3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idx="29" sz="quarter"/>
          </p:nvPr>
        </p:nvSpPr>
        <p:spPr>
          <a:xfrm>
            <a:off x="228600" y="2066128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4</a:t>
            </a:r>
          </a:p>
        </p:txBody>
      </p:sp>
      <p:sp>
        <p:nvSpPr>
          <p:cNvPr id="18" name="Text Placeholder 17"/>
          <p:cNvSpPr>
            <a:spLocks noGrp="1"/>
          </p:cNvSpPr>
          <p:nvPr>
            <p:ph type="body" idx="30" sz="quarter"/>
          </p:nvPr>
        </p:nvSpPr>
        <p:spPr>
          <a:xfrm>
            <a:off x="228600" y="2505040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song-beige-blur.jpg"/>
          <p:cNvPicPr>
            <a:picLocks noGrp="1" noChangeAspect="1"/>
          </p:cNvPicPr>
          <p:nvPr>
            <p:ph type="pic" idx="23" sz="quarter"/>
          </p:nvPr>
        </p:nvPicPr>
        <p:blipFill>
          <a:blip r:embed="rId5"/>
          <a:srcRect/>
          <a:stretch>
            <a:fillRect/>
          </a:stretch>
        </p:blipFill>
        <p:spPr>
          <a:xfrm>
            <a:off x="0" y="0"/>
            <a:ext cx="9144000" cy="5715000"/>
          </a:xfrm>
        </p:spPr>
      </p:pic>
      <p:sp>
        <p:nvSpPr>
          <p:cNvPr id="3" name="Text Placeholder 2"/>
          <p:cNvSpPr>
            <a:spLocks noGrp="1"/>
          </p:cNvSpPr>
          <p:nvPr>
            <p:ph type="body" idx="19" sz="quarter"/>
          </p:nvPr>
        </p:nvSpPr>
        <p:spPr>
          <a:xfrm>
            <a:off x="0" y="5166360"/>
            <a:ext cx="9144000" cy="548640"/>
          </a:xfrm>
        </p:spPr>
        <p:txBody>
          <a:bodyPr/>
          <a:lstStyle/>
          <a:p>
            <a:r>
              <a:t> 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4" sz="quarter"/>
          </p:nvPr>
        </p:nvSpPr>
        <p:spPr>
          <a:xfrm>
            <a:off x="-228600" y="5257800"/>
            <a:ext cx="914400" cy="365760"/>
          </a:xfrm>
          <a:noFill/>
        </p:spPr>
        <p:txBody>
          <a:bodyPr/>
          <a:lstStyle/>
          <a:p>
            <a:r>
              <a:t>742</a:t>
            </a:r>
          </a:p>
        </p:txBody>
      </p:sp>
      <p:pic>
        <p:nvPicPr>
          <p:cNvPr id="5" name="Picture Placeholder 4" descr="pftl-circle.png"/>
          <p:cNvPicPr>
            <a:picLocks noGrp="1" noChangeAspect="1"/>
          </p:cNvPicPr>
          <p:nvPr>
            <p:ph type="pic" idx="25" sz="quarter"/>
          </p:nvPr>
        </p:nvPicPr>
        <p:blipFill>
          <a:blip r:embed="rId2"/>
          <a:srcRect t="526" b="526"/>
          <a:stretch>
            <a:fillRect/>
          </a:stretch>
        </p:blipFill>
        <p:spPr>
          <a:xfrm>
            <a:off x="731520" y="5257800"/>
            <a:ext cx="365760" cy="361915"/>
          </a:xfrm>
        </p:spPr>
      </p:pic>
      <p:sp>
        <p:nvSpPr>
          <p:cNvPr id="6" name="Text Placeholder 5"/>
          <p:cNvSpPr>
            <a:spLocks noGrp="1"/>
          </p:cNvSpPr>
          <p:nvPr>
            <p:ph type="body" idx="16" sz="quarter"/>
          </p:nvPr>
        </p:nvSpPr>
        <p:spPr>
          <a:xfrm>
            <a:off x="1188720" y="5212080"/>
            <a:ext cx="7315200" cy="361915"/>
          </a:xfrm>
        </p:spPr>
        <p:txBody>
          <a:bodyPr/>
          <a:lstStyle/>
          <a:p>
            <a:r>
              <a:rPr sz="1600" b="1">
                <a:solidFill>
                  <a:srgbClr val="FFFFFF"/>
                </a:solidFill>
                <a:latin typeface="Avenir Next LT Pro"/>
              </a:rPr>
              <a:t>WHEN I SURVEY THE WONDROUS CROSS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7" sz="quarter"/>
          </p:nvPr>
        </p:nvSpPr>
        <p:spPr>
          <a:xfrm>
            <a:off x="1280160" y="5486400"/>
            <a:ext cx="7315200" cy="180975"/>
          </a:xfrm>
        </p:spPr>
        <p:txBody>
          <a:bodyPr tIns="0" bIns="0"/>
          <a:lstStyle/>
          <a:p>
            <a:r>
              <a:rPr sz="800" b="0">
                <a:solidFill>
                  <a:srgbClr val="FFFFFF"/>
                </a:solidFill>
                <a:latin typeface="Avenir Next LT Pro"/>
              </a:rPr>
              <a:t>© 2001 The Paperless Hymnal</a:t>
            </a:r>
          </a:p>
        </p:txBody>
      </p:sp>
      <p:pic>
        <p:nvPicPr>
          <p:cNvPr id="9" name="Picture Placeholder 8" descr="pftl-742-06.png"/>
          <p:cNvPicPr>
            <a:picLocks noGrp="1" noChangeAspect="1"/>
          </p:cNvPicPr>
          <p:nvPr>
            <p:ph type="pic" idx="10" sz="quarter"/>
          </p:nvPr>
        </p:nvPicPr>
        <p:blipFill>
          <a:blip r:embed="rId4"/>
          <a:srcRect t="0" b="0"/>
          <a:stretch>
            <a:fillRect/>
          </a:stretch>
        </p:blipFill>
        <p:spPr>
          <a:xfrm>
            <a:off x="731520" y="438496"/>
            <a:ext cx="6929451" cy="4289367"/>
          </a:xfrm>
        </p:spPr>
      </p:pic>
      <p:pic>
        <p:nvPicPr>
          <p:cNvPr id="10" name="Picture Placeholder 9" descr="eh-circle.png"/>
          <p:cNvPicPr>
            <a:picLocks noGrp="1" noChangeAspect="1"/>
          </p:cNvPicPr>
          <p:nvPr>
            <p:ph type="pic" idx="20" sz="quarter"/>
          </p:nvPr>
        </p:nvPicPr>
        <p:blipFill>
          <a:blip r:embed="rId3"/>
          <a:srcRect t="219" b="219"/>
          <a:stretch>
            <a:fillRect/>
          </a:stretch>
        </p:blipFill>
        <p:spPr>
          <a:xfrm>
            <a:off x="8595360" y="5257800"/>
            <a:ext cx="367371" cy="365760"/>
          </a:xfrm>
        </p:spPr>
      </p:pic>
      <p:sp>
        <p:nvSpPr>
          <p:cNvPr id="14" name="Text Placeholder 13"/>
          <p:cNvSpPr>
            <a:spLocks noGrp="1"/>
          </p:cNvSpPr>
          <p:nvPr>
            <p:ph type="body" idx="26" sz="quarter"/>
          </p:nvPr>
        </p:nvSpPr>
        <p:spPr>
          <a:xfrm>
            <a:off x="228600" y="749392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1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27" sz="quarter"/>
          </p:nvPr>
        </p:nvSpPr>
        <p:spPr>
          <a:xfrm>
            <a:off x="228600" y="1188304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2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idx="28" sz="quarter"/>
          </p:nvPr>
        </p:nvSpPr>
        <p:spPr>
          <a:xfrm>
            <a:off x="228600" y="1627216"/>
            <a:ext cx="365760" cy="365760"/>
          </a:xfrm>
          <a:solidFill>
            <a:srgbClr val="1C81B9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3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idx="29" sz="quarter"/>
          </p:nvPr>
        </p:nvSpPr>
        <p:spPr>
          <a:xfrm>
            <a:off x="228600" y="2066128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4</a:t>
            </a:r>
          </a:p>
        </p:txBody>
      </p:sp>
      <p:sp>
        <p:nvSpPr>
          <p:cNvPr id="18" name="Text Placeholder 17"/>
          <p:cNvSpPr>
            <a:spLocks noGrp="1"/>
          </p:cNvSpPr>
          <p:nvPr>
            <p:ph type="body" idx="30" sz="quarter"/>
          </p:nvPr>
        </p:nvSpPr>
        <p:spPr>
          <a:xfrm>
            <a:off x="228600" y="2505040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song-beige-blur.jpg"/>
          <p:cNvPicPr>
            <a:picLocks noGrp="1" noChangeAspect="1"/>
          </p:cNvPicPr>
          <p:nvPr>
            <p:ph type="pic" idx="23" sz="quarter"/>
          </p:nvPr>
        </p:nvPicPr>
        <p:blipFill>
          <a:blip r:embed="rId5"/>
          <a:srcRect/>
          <a:stretch>
            <a:fillRect/>
          </a:stretch>
        </p:blipFill>
        <p:spPr>
          <a:xfrm>
            <a:off x="0" y="0"/>
            <a:ext cx="9144000" cy="5715000"/>
          </a:xfrm>
        </p:spPr>
      </p:pic>
      <p:sp>
        <p:nvSpPr>
          <p:cNvPr id="3" name="Text Placeholder 2"/>
          <p:cNvSpPr>
            <a:spLocks noGrp="1"/>
          </p:cNvSpPr>
          <p:nvPr>
            <p:ph type="body" idx="19" sz="quarter"/>
          </p:nvPr>
        </p:nvSpPr>
        <p:spPr>
          <a:xfrm>
            <a:off x="0" y="5166360"/>
            <a:ext cx="9144000" cy="548640"/>
          </a:xfrm>
        </p:spPr>
        <p:txBody>
          <a:bodyPr/>
          <a:lstStyle/>
          <a:p>
            <a:r>
              <a:t> 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4" sz="quarter"/>
          </p:nvPr>
        </p:nvSpPr>
        <p:spPr>
          <a:xfrm>
            <a:off x="-228600" y="5257800"/>
            <a:ext cx="914400" cy="365760"/>
          </a:xfrm>
          <a:noFill/>
        </p:spPr>
        <p:txBody>
          <a:bodyPr/>
          <a:lstStyle/>
          <a:p>
            <a:r>
              <a:t>742</a:t>
            </a:r>
          </a:p>
        </p:txBody>
      </p:sp>
      <p:pic>
        <p:nvPicPr>
          <p:cNvPr id="5" name="Picture Placeholder 4" descr="pftl-circle.png"/>
          <p:cNvPicPr>
            <a:picLocks noGrp="1" noChangeAspect="1"/>
          </p:cNvPicPr>
          <p:nvPr>
            <p:ph type="pic" idx="25" sz="quarter"/>
          </p:nvPr>
        </p:nvPicPr>
        <p:blipFill>
          <a:blip r:embed="rId2"/>
          <a:srcRect t="526" b="526"/>
          <a:stretch>
            <a:fillRect/>
          </a:stretch>
        </p:blipFill>
        <p:spPr>
          <a:xfrm>
            <a:off x="731520" y="5257800"/>
            <a:ext cx="365760" cy="361915"/>
          </a:xfrm>
        </p:spPr>
      </p:pic>
      <p:sp>
        <p:nvSpPr>
          <p:cNvPr id="6" name="Text Placeholder 5"/>
          <p:cNvSpPr>
            <a:spLocks noGrp="1"/>
          </p:cNvSpPr>
          <p:nvPr>
            <p:ph type="body" idx="16" sz="quarter"/>
          </p:nvPr>
        </p:nvSpPr>
        <p:spPr>
          <a:xfrm>
            <a:off x="1188720" y="5212080"/>
            <a:ext cx="7315200" cy="361915"/>
          </a:xfrm>
        </p:spPr>
        <p:txBody>
          <a:bodyPr/>
          <a:lstStyle/>
          <a:p>
            <a:r>
              <a:rPr sz="1600" b="1">
                <a:solidFill>
                  <a:srgbClr val="FFFFFF"/>
                </a:solidFill>
                <a:latin typeface="Avenir Next LT Pro"/>
              </a:rPr>
              <a:t>WHEN I SURVEY THE WONDROUS CROSS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7" sz="quarter"/>
          </p:nvPr>
        </p:nvSpPr>
        <p:spPr>
          <a:xfrm>
            <a:off x="1280160" y="5486400"/>
            <a:ext cx="7315200" cy="180975"/>
          </a:xfrm>
        </p:spPr>
        <p:txBody>
          <a:bodyPr tIns="0" bIns="0"/>
          <a:lstStyle/>
          <a:p>
            <a:r>
              <a:rPr sz="800" b="0">
                <a:solidFill>
                  <a:srgbClr val="FFFFFF"/>
                </a:solidFill>
                <a:latin typeface="Avenir Next LT Pro"/>
              </a:rPr>
              <a:t>© 2001 The Paperless Hymnal</a:t>
            </a:r>
          </a:p>
        </p:txBody>
      </p:sp>
      <p:pic>
        <p:nvPicPr>
          <p:cNvPr id="9" name="Picture Placeholder 8" descr="pftl-742-07.png"/>
          <p:cNvPicPr>
            <a:picLocks noGrp="1" noChangeAspect="1"/>
          </p:cNvPicPr>
          <p:nvPr>
            <p:ph type="pic" idx="10" sz="quarter"/>
          </p:nvPr>
        </p:nvPicPr>
        <p:blipFill>
          <a:blip r:embed="rId4"/>
          <a:srcRect t="0" b="0"/>
          <a:stretch>
            <a:fillRect/>
          </a:stretch>
        </p:blipFill>
        <p:spPr>
          <a:xfrm>
            <a:off x="731520" y="438496"/>
            <a:ext cx="6929451" cy="4289367"/>
          </a:xfrm>
        </p:spPr>
      </p:pic>
      <p:pic>
        <p:nvPicPr>
          <p:cNvPr id="10" name="Picture Placeholder 9" descr="eh-circle.png"/>
          <p:cNvPicPr>
            <a:picLocks noGrp="1" noChangeAspect="1"/>
          </p:cNvPicPr>
          <p:nvPr>
            <p:ph type="pic" idx="20" sz="quarter"/>
          </p:nvPr>
        </p:nvPicPr>
        <p:blipFill>
          <a:blip r:embed="rId3"/>
          <a:srcRect t="219" b="219"/>
          <a:stretch>
            <a:fillRect/>
          </a:stretch>
        </p:blipFill>
        <p:spPr>
          <a:xfrm>
            <a:off x="8595360" y="5257800"/>
            <a:ext cx="367371" cy="365760"/>
          </a:xfrm>
        </p:spPr>
      </p:pic>
      <p:sp>
        <p:nvSpPr>
          <p:cNvPr id="14" name="Text Placeholder 13"/>
          <p:cNvSpPr>
            <a:spLocks noGrp="1"/>
          </p:cNvSpPr>
          <p:nvPr>
            <p:ph type="body" idx="26" sz="quarter"/>
          </p:nvPr>
        </p:nvSpPr>
        <p:spPr>
          <a:xfrm>
            <a:off x="228600" y="749392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1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27" sz="quarter"/>
          </p:nvPr>
        </p:nvSpPr>
        <p:spPr>
          <a:xfrm>
            <a:off x="228600" y="1188304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2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idx="28" sz="quarter"/>
          </p:nvPr>
        </p:nvSpPr>
        <p:spPr>
          <a:xfrm>
            <a:off x="228600" y="1627216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3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idx="29" sz="quarter"/>
          </p:nvPr>
        </p:nvSpPr>
        <p:spPr>
          <a:xfrm>
            <a:off x="228600" y="2066128"/>
            <a:ext cx="365760" cy="365760"/>
          </a:xfrm>
          <a:solidFill>
            <a:srgbClr val="1C81B9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4</a:t>
            </a:r>
          </a:p>
        </p:txBody>
      </p:sp>
      <p:sp>
        <p:nvSpPr>
          <p:cNvPr id="18" name="Text Placeholder 17"/>
          <p:cNvSpPr>
            <a:spLocks noGrp="1"/>
          </p:cNvSpPr>
          <p:nvPr>
            <p:ph type="body" idx="30" sz="quarter"/>
          </p:nvPr>
        </p:nvSpPr>
        <p:spPr>
          <a:xfrm>
            <a:off x="228600" y="2505040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song-beige-blur.jpg"/>
          <p:cNvPicPr>
            <a:picLocks noGrp="1" noChangeAspect="1"/>
          </p:cNvPicPr>
          <p:nvPr>
            <p:ph type="pic" idx="23" sz="quarter"/>
          </p:nvPr>
        </p:nvPicPr>
        <p:blipFill>
          <a:blip r:embed="rId5"/>
          <a:srcRect/>
          <a:stretch>
            <a:fillRect/>
          </a:stretch>
        </p:blipFill>
        <p:spPr>
          <a:xfrm>
            <a:off x="0" y="0"/>
            <a:ext cx="9144000" cy="5715000"/>
          </a:xfrm>
        </p:spPr>
      </p:pic>
      <p:sp>
        <p:nvSpPr>
          <p:cNvPr id="3" name="Text Placeholder 2"/>
          <p:cNvSpPr>
            <a:spLocks noGrp="1"/>
          </p:cNvSpPr>
          <p:nvPr>
            <p:ph type="body" idx="19" sz="quarter"/>
          </p:nvPr>
        </p:nvSpPr>
        <p:spPr>
          <a:xfrm>
            <a:off x="0" y="5166360"/>
            <a:ext cx="9144000" cy="548640"/>
          </a:xfrm>
        </p:spPr>
        <p:txBody>
          <a:bodyPr/>
          <a:lstStyle/>
          <a:p>
            <a:r>
              <a:t> 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4" sz="quarter"/>
          </p:nvPr>
        </p:nvSpPr>
        <p:spPr>
          <a:xfrm>
            <a:off x="-228600" y="5257800"/>
            <a:ext cx="914400" cy="365760"/>
          </a:xfrm>
          <a:noFill/>
        </p:spPr>
        <p:txBody>
          <a:bodyPr/>
          <a:lstStyle/>
          <a:p>
            <a:r>
              <a:t>742</a:t>
            </a:r>
          </a:p>
        </p:txBody>
      </p:sp>
      <p:pic>
        <p:nvPicPr>
          <p:cNvPr id="5" name="Picture Placeholder 4" descr="pftl-circle.png"/>
          <p:cNvPicPr>
            <a:picLocks noGrp="1" noChangeAspect="1"/>
          </p:cNvPicPr>
          <p:nvPr>
            <p:ph type="pic" idx="25" sz="quarter"/>
          </p:nvPr>
        </p:nvPicPr>
        <p:blipFill>
          <a:blip r:embed="rId2"/>
          <a:srcRect t="526" b="526"/>
          <a:stretch>
            <a:fillRect/>
          </a:stretch>
        </p:blipFill>
        <p:spPr>
          <a:xfrm>
            <a:off x="731520" y="5257800"/>
            <a:ext cx="365760" cy="361915"/>
          </a:xfrm>
        </p:spPr>
      </p:pic>
      <p:sp>
        <p:nvSpPr>
          <p:cNvPr id="6" name="Text Placeholder 5"/>
          <p:cNvSpPr>
            <a:spLocks noGrp="1"/>
          </p:cNvSpPr>
          <p:nvPr>
            <p:ph type="body" idx="16" sz="quarter"/>
          </p:nvPr>
        </p:nvSpPr>
        <p:spPr>
          <a:xfrm>
            <a:off x="1188720" y="5212080"/>
            <a:ext cx="7315200" cy="361915"/>
          </a:xfrm>
        </p:spPr>
        <p:txBody>
          <a:bodyPr/>
          <a:lstStyle/>
          <a:p>
            <a:r>
              <a:rPr sz="1600" b="1">
                <a:solidFill>
                  <a:srgbClr val="FFFFFF"/>
                </a:solidFill>
                <a:latin typeface="Avenir Next LT Pro"/>
              </a:rPr>
              <a:t>WHEN I SURVEY THE WONDROUS CROSS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7" sz="quarter"/>
          </p:nvPr>
        </p:nvSpPr>
        <p:spPr>
          <a:xfrm>
            <a:off x="1280160" y="5486400"/>
            <a:ext cx="7315200" cy="180975"/>
          </a:xfrm>
        </p:spPr>
        <p:txBody>
          <a:bodyPr tIns="0" bIns="0"/>
          <a:lstStyle/>
          <a:p>
            <a:r>
              <a:rPr sz="800" b="0">
                <a:solidFill>
                  <a:srgbClr val="FFFFFF"/>
                </a:solidFill>
                <a:latin typeface="Avenir Next LT Pro"/>
              </a:rPr>
              <a:t>© 2001 The Paperless Hymnal</a:t>
            </a:r>
          </a:p>
        </p:txBody>
      </p:sp>
      <p:pic>
        <p:nvPicPr>
          <p:cNvPr id="9" name="Picture Placeholder 8" descr="pftl-742-08.png"/>
          <p:cNvPicPr>
            <a:picLocks noGrp="1" noChangeAspect="1"/>
          </p:cNvPicPr>
          <p:nvPr>
            <p:ph type="pic" idx="10" sz="quarter"/>
          </p:nvPr>
        </p:nvPicPr>
        <p:blipFill>
          <a:blip r:embed="rId4"/>
          <a:srcRect t="0" b="0"/>
          <a:stretch>
            <a:fillRect/>
          </a:stretch>
        </p:blipFill>
        <p:spPr>
          <a:xfrm>
            <a:off x="731520" y="438496"/>
            <a:ext cx="6929451" cy="4289367"/>
          </a:xfrm>
        </p:spPr>
      </p:pic>
      <p:pic>
        <p:nvPicPr>
          <p:cNvPr id="10" name="Picture Placeholder 9" descr="eh-circle.png"/>
          <p:cNvPicPr>
            <a:picLocks noGrp="1" noChangeAspect="1"/>
          </p:cNvPicPr>
          <p:nvPr>
            <p:ph type="pic" idx="20" sz="quarter"/>
          </p:nvPr>
        </p:nvPicPr>
        <p:blipFill>
          <a:blip r:embed="rId3"/>
          <a:srcRect t="219" b="219"/>
          <a:stretch>
            <a:fillRect/>
          </a:stretch>
        </p:blipFill>
        <p:spPr>
          <a:xfrm>
            <a:off x="8595360" y="5257800"/>
            <a:ext cx="367371" cy="365760"/>
          </a:xfrm>
        </p:spPr>
      </p:pic>
      <p:sp>
        <p:nvSpPr>
          <p:cNvPr id="14" name="Text Placeholder 13"/>
          <p:cNvSpPr>
            <a:spLocks noGrp="1"/>
          </p:cNvSpPr>
          <p:nvPr>
            <p:ph type="body" idx="26" sz="quarter"/>
          </p:nvPr>
        </p:nvSpPr>
        <p:spPr>
          <a:xfrm>
            <a:off x="228600" y="749392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1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27" sz="quarter"/>
          </p:nvPr>
        </p:nvSpPr>
        <p:spPr>
          <a:xfrm>
            <a:off x="228600" y="1188304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2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idx="28" sz="quarter"/>
          </p:nvPr>
        </p:nvSpPr>
        <p:spPr>
          <a:xfrm>
            <a:off x="228600" y="1627216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3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idx="29" sz="quarter"/>
          </p:nvPr>
        </p:nvSpPr>
        <p:spPr>
          <a:xfrm>
            <a:off x="228600" y="2066128"/>
            <a:ext cx="365760" cy="365760"/>
          </a:xfrm>
          <a:solidFill>
            <a:srgbClr val="1C81B9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4</a:t>
            </a:r>
          </a:p>
        </p:txBody>
      </p:sp>
      <p:sp>
        <p:nvSpPr>
          <p:cNvPr id="18" name="Text Placeholder 17"/>
          <p:cNvSpPr>
            <a:spLocks noGrp="1"/>
          </p:cNvSpPr>
          <p:nvPr>
            <p:ph type="body" idx="30" sz="quarter"/>
          </p:nvPr>
        </p:nvSpPr>
        <p:spPr>
          <a:xfrm>
            <a:off x="228600" y="2505040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song-beige-blur.jpg"/>
          <p:cNvPicPr>
            <a:picLocks noGrp="1" noChangeAspect="1"/>
          </p:cNvPicPr>
          <p:nvPr>
            <p:ph type="pic" idx="23" sz="quarter"/>
          </p:nvPr>
        </p:nvPicPr>
        <p:blipFill>
          <a:blip r:embed="rId5"/>
          <a:srcRect/>
          <a:stretch>
            <a:fillRect/>
          </a:stretch>
        </p:blipFill>
        <p:spPr>
          <a:xfrm>
            <a:off x="0" y="0"/>
            <a:ext cx="9144000" cy="5715000"/>
          </a:xfrm>
        </p:spPr>
      </p:pic>
      <p:sp>
        <p:nvSpPr>
          <p:cNvPr id="3" name="Text Placeholder 2"/>
          <p:cNvSpPr>
            <a:spLocks noGrp="1"/>
          </p:cNvSpPr>
          <p:nvPr>
            <p:ph type="body" idx="19" sz="quarter"/>
          </p:nvPr>
        </p:nvSpPr>
        <p:spPr>
          <a:xfrm>
            <a:off x="0" y="5166360"/>
            <a:ext cx="9144000" cy="548640"/>
          </a:xfrm>
        </p:spPr>
        <p:txBody>
          <a:bodyPr/>
          <a:lstStyle/>
          <a:p>
            <a:r>
              <a:t> 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4" sz="quarter"/>
          </p:nvPr>
        </p:nvSpPr>
        <p:spPr>
          <a:xfrm>
            <a:off x="-228600" y="5257800"/>
            <a:ext cx="914400" cy="365760"/>
          </a:xfrm>
          <a:noFill/>
        </p:spPr>
        <p:txBody>
          <a:bodyPr/>
          <a:lstStyle/>
          <a:p>
            <a:r>
              <a:t>742</a:t>
            </a:r>
          </a:p>
        </p:txBody>
      </p:sp>
      <p:pic>
        <p:nvPicPr>
          <p:cNvPr id="5" name="Picture Placeholder 4" descr="pftl-circle.png"/>
          <p:cNvPicPr>
            <a:picLocks noGrp="1" noChangeAspect="1"/>
          </p:cNvPicPr>
          <p:nvPr>
            <p:ph type="pic" idx="25" sz="quarter"/>
          </p:nvPr>
        </p:nvPicPr>
        <p:blipFill>
          <a:blip r:embed="rId2"/>
          <a:srcRect t="526" b="526"/>
          <a:stretch>
            <a:fillRect/>
          </a:stretch>
        </p:blipFill>
        <p:spPr>
          <a:xfrm>
            <a:off x="731520" y="5257800"/>
            <a:ext cx="365760" cy="361915"/>
          </a:xfrm>
        </p:spPr>
      </p:pic>
      <p:sp>
        <p:nvSpPr>
          <p:cNvPr id="6" name="Text Placeholder 5"/>
          <p:cNvSpPr>
            <a:spLocks noGrp="1"/>
          </p:cNvSpPr>
          <p:nvPr>
            <p:ph type="body" idx="16" sz="quarter"/>
          </p:nvPr>
        </p:nvSpPr>
        <p:spPr>
          <a:xfrm>
            <a:off x="1188720" y="5212080"/>
            <a:ext cx="7315200" cy="361915"/>
          </a:xfrm>
        </p:spPr>
        <p:txBody>
          <a:bodyPr/>
          <a:lstStyle/>
          <a:p>
            <a:r>
              <a:rPr sz="1600" b="1">
                <a:solidFill>
                  <a:srgbClr val="FFFFFF"/>
                </a:solidFill>
                <a:latin typeface="Avenir Next LT Pro"/>
              </a:rPr>
              <a:t>WHEN I SURVEY THE WONDROUS CROSS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7" sz="quarter"/>
          </p:nvPr>
        </p:nvSpPr>
        <p:spPr>
          <a:xfrm>
            <a:off x="1280160" y="5486400"/>
            <a:ext cx="7315200" cy="180975"/>
          </a:xfrm>
        </p:spPr>
        <p:txBody>
          <a:bodyPr tIns="0" bIns="0"/>
          <a:lstStyle/>
          <a:p>
            <a:r>
              <a:rPr sz="800" b="0">
                <a:solidFill>
                  <a:srgbClr val="FFFFFF"/>
                </a:solidFill>
                <a:latin typeface="Avenir Next LT Pro"/>
              </a:rPr>
              <a:t>© 2001 The Paperless Hymnal</a:t>
            </a:r>
          </a:p>
        </p:txBody>
      </p:sp>
      <p:pic>
        <p:nvPicPr>
          <p:cNvPr id="9" name="Picture Placeholder 8" descr="pftl-742-09.png"/>
          <p:cNvPicPr>
            <a:picLocks noGrp="1" noChangeAspect="1"/>
          </p:cNvPicPr>
          <p:nvPr>
            <p:ph type="pic" idx="10" sz="quarter"/>
          </p:nvPr>
        </p:nvPicPr>
        <p:blipFill>
          <a:blip r:embed="rId4"/>
          <a:srcRect t="0" b="0"/>
          <a:stretch>
            <a:fillRect/>
          </a:stretch>
        </p:blipFill>
        <p:spPr>
          <a:xfrm>
            <a:off x="731520" y="438496"/>
            <a:ext cx="6929451" cy="4289367"/>
          </a:xfrm>
        </p:spPr>
      </p:pic>
      <p:pic>
        <p:nvPicPr>
          <p:cNvPr id="10" name="Picture Placeholder 9" descr="eh-circle.png"/>
          <p:cNvPicPr>
            <a:picLocks noGrp="1" noChangeAspect="1"/>
          </p:cNvPicPr>
          <p:nvPr>
            <p:ph type="pic" idx="20" sz="quarter"/>
          </p:nvPr>
        </p:nvPicPr>
        <p:blipFill>
          <a:blip r:embed="rId3"/>
          <a:srcRect t="219" b="219"/>
          <a:stretch>
            <a:fillRect/>
          </a:stretch>
        </p:blipFill>
        <p:spPr>
          <a:xfrm>
            <a:off x="8595360" y="5257800"/>
            <a:ext cx="367371" cy="365760"/>
          </a:xfrm>
        </p:spPr>
      </p:pic>
      <p:sp>
        <p:nvSpPr>
          <p:cNvPr id="14" name="Text Placeholder 13"/>
          <p:cNvSpPr>
            <a:spLocks noGrp="1"/>
          </p:cNvSpPr>
          <p:nvPr>
            <p:ph type="body" idx="26" sz="quarter"/>
          </p:nvPr>
        </p:nvSpPr>
        <p:spPr>
          <a:xfrm>
            <a:off x="228600" y="749392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1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27" sz="quarter"/>
          </p:nvPr>
        </p:nvSpPr>
        <p:spPr>
          <a:xfrm>
            <a:off x="228600" y="1188304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2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idx="28" sz="quarter"/>
          </p:nvPr>
        </p:nvSpPr>
        <p:spPr>
          <a:xfrm>
            <a:off x="228600" y="1627216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3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idx="29" sz="quarter"/>
          </p:nvPr>
        </p:nvSpPr>
        <p:spPr>
          <a:xfrm>
            <a:off x="228600" y="2066128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4</a:t>
            </a:r>
          </a:p>
        </p:txBody>
      </p:sp>
      <p:sp>
        <p:nvSpPr>
          <p:cNvPr id="18" name="Text Placeholder 17"/>
          <p:cNvSpPr>
            <a:spLocks noGrp="1"/>
          </p:cNvSpPr>
          <p:nvPr>
            <p:ph type="body" idx="30" sz="quarter"/>
          </p:nvPr>
        </p:nvSpPr>
        <p:spPr>
          <a:xfrm>
            <a:off x="228600" y="2505040"/>
            <a:ext cx="365760" cy="365760"/>
          </a:xfrm>
          <a:solidFill>
            <a:srgbClr val="1C81B9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song-beige-blur.jpg"/>
          <p:cNvPicPr>
            <a:picLocks noGrp="1" noChangeAspect="1"/>
          </p:cNvPicPr>
          <p:nvPr>
            <p:ph type="pic" idx="23" sz="quarter"/>
          </p:nvPr>
        </p:nvPicPr>
        <p:blipFill>
          <a:blip r:embed="rId5"/>
          <a:srcRect/>
          <a:stretch>
            <a:fillRect/>
          </a:stretch>
        </p:blipFill>
        <p:spPr>
          <a:xfrm>
            <a:off x="0" y="0"/>
            <a:ext cx="9144000" cy="5715000"/>
          </a:xfrm>
        </p:spPr>
      </p:pic>
      <p:sp>
        <p:nvSpPr>
          <p:cNvPr id="3" name="Text Placeholder 2"/>
          <p:cNvSpPr>
            <a:spLocks noGrp="1"/>
          </p:cNvSpPr>
          <p:nvPr>
            <p:ph type="body" idx="19" sz="quarter"/>
          </p:nvPr>
        </p:nvSpPr>
        <p:spPr>
          <a:xfrm>
            <a:off x="0" y="5166360"/>
            <a:ext cx="9144000" cy="548640"/>
          </a:xfrm>
        </p:spPr>
        <p:txBody>
          <a:bodyPr/>
          <a:lstStyle/>
          <a:p>
            <a:r>
              <a:t> 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4" sz="quarter"/>
          </p:nvPr>
        </p:nvSpPr>
        <p:spPr>
          <a:xfrm>
            <a:off x="-228600" y="5257800"/>
            <a:ext cx="914400" cy="365760"/>
          </a:xfrm>
          <a:noFill/>
        </p:spPr>
        <p:txBody>
          <a:bodyPr/>
          <a:lstStyle/>
          <a:p>
            <a:r>
              <a:t>742</a:t>
            </a:r>
          </a:p>
        </p:txBody>
      </p:sp>
      <p:pic>
        <p:nvPicPr>
          <p:cNvPr id="5" name="Picture Placeholder 4" descr="pftl-circle.png"/>
          <p:cNvPicPr>
            <a:picLocks noGrp="1" noChangeAspect="1"/>
          </p:cNvPicPr>
          <p:nvPr>
            <p:ph type="pic" idx="25" sz="quarter"/>
          </p:nvPr>
        </p:nvPicPr>
        <p:blipFill>
          <a:blip r:embed="rId2"/>
          <a:srcRect t="526" b="526"/>
          <a:stretch>
            <a:fillRect/>
          </a:stretch>
        </p:blipFill>
        <p:spPr>
          <a:xfrm>
            <a:off x="731520" y="5257800"/>
            <a:ext cx="365760" cy="361915"/>
          </a:xfrm>
        </p:spPr>
      </p:pic>
      <p:sp>
        <p:nvSpPr>
          <p:cNvPr id="6" name="Text Placeholder 5"/>
          <p:cNvSpPr>
            <a:spLocks noGrp="1"/>
          </p:cNvSpPr>
          <p:nvPr>
            <p:ph type="body" idx="16" sz="quarter"/>
          </p:nvPr>
        </p:nvSpPr>
        <p:spPr>
          <a:xfrm>
            <a:off x="1188720" y="5212080"/>
            <a:ext cx="7315200" cy="361915"/>
          </a:xfrm>
        </p:spPr>
        <p:txBody>
          <a:bodyPr/>
          <a:lstStyle/>
          <a:p>
            <a:r>
              <a:rPr sz="1600" b="1">
                <a:solidFill>
                  <a:srgbClr val="FFFFFF"/>
                </a:solidFill>
                <a:latin typeface="Avenir Next LT Pro"/>
              </a:rPr>
              <a:t>WHEN I SURVEY THE WONDROUS CROSS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7" sz="quarter"/>
          </p:nvPr>
        </p:nvSpPr>
        <p:spPr>
          <a:xfrm>
            <a:off x="1280160" y="5486400"/>
            <a:ext cx="7315200" cy="180975"/>
          </a:xfrm>
        </p:spPr>
        <p:txBody>
          <a:bodyPr tIns="0" bIns="0"/>
          <a:lstStyle/>
          <a:p>
            <a:r>
              <a:rPr sz="800" b="0">
                <a:solidFill>
                  <a:srgbClr val="FFFFFF"/>
                </a:solidFill>
                <a:latin typeface="Avenir Next LT Pro"/>
              </a:rPr>
              <a:t>© 2001 The Paperless Hymnal</a:t>
            </a:r>
          </a:p>
        </p:txBody>
      </p:sp>
      <p:pic>
        <p:nvPicPr>
          <p:cNvPr id="9" name="Picture Placeholder 8" descr="pftl-742-10.png"/>
          <p:cNvPicPr>
            <a:picLocks noGrp="1" noChangeAspect="1"/>
          </p:cNvPicPr>
          <p:nvPr>
            <p:ph type="pic" idx="10" sz="quarter"/>
          </p:nvPr>
        </p:nvPicPr>
        <p:blipFill>
          <a:blip r:embed="rId4"/>
          <a:srcRect t="0" b="0"/>
          <a:stretch>
            <a:fillRect/>
          </a:stretch>
        </p:blipFill>
        <p:spPr>
          <a:xfrm>
            <a:off x="731520" y="438496"/>
            <a:ext cx="6929451" cy="4289367"/>
          </a:xfrm>
        </p:spPr>
      </p:pic>
      <p:pic>
        <p:nvPicPr>
          <p:cNvPr id="10" name="Picture Placeholder 9" descr="eh-circle.png"/>
          <p:cNvPicPr>
            <a:picLocks noGrp="1" noChangeAspect="1"/>
          </p:cNvPicPr>
          <p:nvPr>
            <p:ph type="pic" idx="20" sz="quarter"/>
          </p:nvPr>
        </p:nvPicPr>
        <p:blipFill>
          <a:blip r:embed="rId3"/>
          <a:srcRect t="219" b="219"/>
          <a:stretch>
            <a:fillRect/>
          </a:stretch>
        </p:blipFill>
        <p:spPr>
          <a:xfrm>
            <a:off x="8595360" y="5257800"/>
            <a:ext cx="367371" cy="365760"/>
          </a:xfrm>
        </p:spPr>
      </p:pic>
      <p:sp>
        <p:nvSpPr>
          <p:cNvPr id="14" name="Text Placeholder 13"/>
          <p:cNvSpPr>
            <a:spLocks noGrp="1"/>
          </p:cNvSpPr>
          <p:nvPr>
            <p:ph type="body" idx="26" sz="quarter"/>
          </p:nvPr>
        </p:nvSpPr>
        <p:spPr>
          <a:xfrm>
            <a:off x="228600" y="749392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1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27" sz="quarter"/>
          </p:nvPr>
        </p:nvSpPr>
        <p:spPr>
          <a:xfrm>
            <a:off x="228600" y="1188304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2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idx="28" sz="quarter"/>
          </p:nvPr>
        </p:nvSpPr>
        <p:spPr>
          <a:xfrm>
            <a:off x="228600" y="1627216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3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idx="29" sz="quarter"/>
          </p:nvPr>
        </p:nvSpPr>
        <p:spPr>
          <a:xfrm>
            <a:off x="228600" y="2066128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4</a:t>
            </a:r>
          </a:p>
        </p:txBody>
      </p:sp>
      <p:sp>
        <p:nvSpPr>
          <p:cNvPr id="18" name="Text Placeholder 17"/>
          <p:cNvSpPr>
            <a:spLocks noGrp="1"/>
          </p:cNvSpPr>
          <p:nvPr>
            <p:ph type="body" idx="30" sz="quarter"/>
          </p:nvPr>
        </p:nvSpPr>
        <p:spPr>
          <a:xfrm>
            <a:off x="228600" y="2505040"/>
            <a:ext cx="365760" cy="365760"/>
          </a:xfrm>
          <a:solidFill>
            <a:srgbClr val="1C81B9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supper-vial.jp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/>
          <a:stretch>
            <a:fillRect/>
          </a:stretch>
        </p:blipFill>
        <p:spPr>
          <a:xfrm>
            <a:off x="0" y="0"/>
            <a:ext cx="9144000" cy="5715000"/>
          </a:xfrm>
        </p:spPr>
      </p:pic>
      <p:sp>
        <p:nvSpPr>
          <p:cNvPr id="3" name="Content Placeholder 2"/>
          <p:cNvSpPr>
            <a:spLocks noGrp="1"/>
          </p:cNvSpPr>
          <p:nvPr>
            <p:ph idx="17" sz="quarter"/>
          </p:nvPr>
        </p:nvSpPr>
        <p:spPr/>
        <p:txBody>
          <a:bodyPr/>
          <a:lstStyle/>
          <a:p>
            <a:r>
              <a:t>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8" sz="quarter"/>
          </p:nvPr>
        </p:nvSpPr>
        <p:spPr/>
        <p:txBody>
          <a:bodyPr/>
          <a:lstStyle/>
          <a:p>
            <a:r>
              <a:t> 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3" sz="quarter"/>
          </p:nvPr>
        </p:nvSpPr>
        <p:spPr>
          <a:xfrm>
            <a:off x="3063240" y="1330452"/>
            <a:ext cx="4572000" cy="1371600"/>
          </a:xfrm>
        </p:spPr>
        <p:txBody>
          <a:bodyPr/>
          <a:lstStyle/>
          <a:p>
            <a:r>
              <a:rPr sz="7200">
                <a:latin typeface="Avenir Next LT Pro"/>
              </a:rPr>
              <a:t>LORD’S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5" sz="quarter"/>
          </p:nvPr>
        </p:nvSpPr>
        <p:spPr>
          <a:xfrm>
            <a:off x="3355848" y="3589020"/>
            <a:ext cx="3986784" cy="914400"/>
          </a:xfrm>
        </p:spPr>
        <p:txBody>
          <a:bodyPr/>
          <a:lstStyle/>
          <a:p>
            <a:r>
              <a:rPr sz="2400">
                <a:latin typeface="Avenir Next LT Pro"/>
              </a:rPr>
              <a:t>“DO THIS IN REMEMBRANCE OF ME” LUKE 22:19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20" sz="quarter"/>
          </p:nvPr>
        </p:nvSpPr>
        <p:spPr>
          <a:xfrm>
            <a:off x="3063240" y="2354580"/>
            <a:ext cx="4572000" cy="2194560"/>
          </a:xfrm>
        </p:spPr>
        <p:txBody>
          <a:bodyPr/>
          <a:lstStyle/>
          <a:p>
            <a:r>
              <a:rPr sz="7200">
                <a:latin typeface="Avenir Next LT Pro"/>
              </a:rPr>
              <a:t>SUPPER</a:t>
            </a:r>
          </a:p>
        </p:txBody>
      </p:sp>
      <p:pic>
        <p:nvPicPr>
          <p:cNvPr id="10" name="Picture Placeholder 9" descr="eh20-eng-432.png"/>
          <p:cNvPicPr>
            <a:picLocks noGrp="1" noChangeAspect="1"/>
          </p:cNvPicPr>
          <p:nvPr>
            <p:ph type="pic" idx="19" sz="quarter"/>
          </p:nvPr>
        </p:nvPicPr>
        <p:blipFill>
          <a:blip r:embed="rId3"/>
          <a:srcRect t="459" b="459"/>
          <a:stretch>
            <a:fillRect/>
          </a:stretch>
        </p:blipFill>
        <p:spPr>
          <a:xfrm>
            <a:off x="1668537" y="5029200"/>
            <a:ext cx="1828800" cy="457200"/>
          </a:xfrm>
        </p:spPr>
      </p:pic>
      <p:sp>
        <p:nvSpPr>
          <p:cNvPr id="11" name="Content Placeholder 10"/>
          <p:cNvSpPr>
            <a:spLocks noGrp="1"/>
          </p:cNvSpPr>
          <p:nvPr>
            <p:ph idx="22" sz="quarter"/>
          </p:nvPr>
        </p:nvSpPr>
        <p:spPr>
          <a:xfrm>
            <a:off x="146303" y="2594610"/>
            <a:ext cx="1371600" cy="274320"/>
          </a:xfrm>
        </p:spPr>
        <p:txBody>
          <a:bodyPr/>
          <a:lstStyle/>
          <a:p>
            <a:r>
              <a:t> 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pPr>
              <a:lnSpc>
                <a:spcPts val="18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>
                <a:latin typeface="Avenir Next LT Pro"/>
              </a:rPr>
              <a:t>Welcome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>
                <a:latin typeface="Avenir Next LT Pro"/>
              </a:rPr>
              <a:t>Collection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>
                <a:latin typeface="Avenir Next LT Pro"/>
              </a:rPr>
              <a:t>Reading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>
                <a:latin typeface="Avenir Next LT Pro"/>
              </a:rPr>
              <a:t>Prayer</a:t>
            </a:r>
          </a:p>
          <a:p>
            <a:pPr>
              <a:lnSpc>
                <a:spcPts val="1800"/>
              </a:lnSpc>
              <a:spcBef>
                <a:spcPts val="100"/>
              </a:spcBef>
              <a:spcAft>
                <a:spcPts val="800"/>
              </a:spcAft>
            </a:pPr>
            <a:r>
              <a:rPr sz="1800" b="1">
                <a:latin typeface="Avenir Next LT Pro"/>
              </a:rPr>
              <a:t>25</a:t>
            </a:r>
          </a:p>
          <a:p>
            <a:pPr>
              <a:lnSpc>
                <a:spcPts val="1800"/>
              </a:lnSpc>
              <a:spcBef>
                <a:spcPts val="100"/>
              </a:spcBef>
              <a:spcAft>
                <a:spcPts val="800"/>
              </a:spcAft>
            </a:pPr>
            <a:r>
              <a:rPr sz="1800" b="1">
                <a:latin typeface="Avenir Next LT Pro"/>
              </a:rPr>
              <a:t>742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>
                <a:latin typeface="Avenir Next LT Pro"/>
              </a:rPr>
              <a:t>Lord’s Supper</a:t>
            </a:r>
          </a:p>
          <a:p>
            <a:pPr>
              <a:lnSpc>
                <a:spcPts val="1800"/>
              </a:lnSpc>
              <a:spcBef>
                <a:spcPts val="100"/>
              </a:spcBef>
              <a:spcAft>
                <a:spcPts val="800"/>
              </a:spcAft>
            </a:pPr>
            <a:r>
              <a:rPr sz="1800" b="1">
                <a:latin typeface="Avenir Next LT Pro"/>
              </a:rPr>
              <a:t>103</a:t>
            </a:r>
          </a:p>
          <a:p>
            <a:pPr>
              <a:lnSpc>
                <a:spcPts val="1800"/>
              </a:lnSpc>
              <a:spcBef>
                <a:spcPts val="100"/>
              </a:spcBef>
              <a:spcAft>
                <a:spcPts val="800"/>
              </a:spcAft>
            </a:pPr>
            <a:r>
              <a:rPr sz="1800" b="1">
                <a:latin typeface="Avenir Next LT Pro"/>
              </a:rPr>
              <a:t>277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>
                <a:latin typeface="Avenir Next LT Pro"/>
              </a:rPr>
              <a:t>Sermon</a:t>
            </a:r>
          </a:p>
          <a:p>
            <a:pPr>
              <a:lnSpc>
                <a:spcPts val="1800"/>
              </a:lnSpc>
              <a:spcBef>
                <a:spcPts val="100"/>
              </a:spcBef>
              <a:spcAft>
                <a:spcPts val="800"/>
              </a:spcAft>
            </a:pPr>
            <a:r>
              <a:rPr sz="1800" b="1">
                <a:latin typeface="Avenir Next LT Pro"/>
              </a:rPr>
              <a:t>613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>
                <a:latin typeface="Avenir Next LT Pro"/>
              </a:rPr>
              <a:t>Prayer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25" sz="quarter"/>
          </p:nvPr>
        </p:nvSpPr>
        <p:spPr/>
        <p:txBody>
          <a:bodyPr/>
          <a:lstStyle/>
          <a:p>
            <a:r>
              <a:rPr sz="2000">
                <a:latin typeface="Avenir Next LT Pro"/>
              </a:rPr>
              <a:t>Jeff Dutra</a:t>
            </a:r>
          </a:p>
        </p:txBody>
      </p:sp>
      <p:pic>
        <p:nvPicPr>
          <p:cNvPr id="16" name="Picture 15" descr="eh-xcircle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2875788"/>
            <a:ext cx="365760" cy="365760"/>
          </a:xfrm>
          <a:prstGeom prst="rect">
            <a:avLst/>
          </a:prstGeom>
        </p:spPr>
      </p:pic>
      <p:pic>
        <p:nvPicPr>
          <p:cNvPr id="17" name="Picture 16" descr="phss-xcircle-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3218688"/>
            <a:ext cx="36576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supper-vial-zoom.jp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/>
          <a:stretch>
            <a:fillRect/>
          </a:stretch>
        </p:blipFill>
        <p:spPr>
          <a:xfrm>
            <a:off x="0" y="0"/>
            <a:ext cx="9144000" cy="5715000"/>
          </a:xfrm>
        </p:spPr>
      </p:pic>
      <p:sp>
        <p:nvSpPr>
          <p:cNvPr id="3" name="Content Placeholder 2"/>
          <p:cNvSpPr>
            <a:spLocks noGrp="1"/>
          </p:cNvSpPr>
          <p:nvPr>
            <p:ph idx="17" sz="quarter"/>
          </p:nvPr>
        </p:nvSpPr>
        <p:spPr/>
        <p:txBody>
          <a:bodyPr/>
          <a:lstStyle/>
          <a:p>
            <a:r>
              <a:t>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2" sz="quarter"/>
          </p:nvPr>
        </p:nvSpPr>
        <p:spPr>
          <a:xfrm>
            <a:off x="1828800" y="182880"/>
            <a:ext cx="7086600" cy="4800600"/>
          </a:xfrm>
        </p:spPr>
        <p:txBody>
          <a:bodyPr/>
          <a:lstStyle/>
          <a:p>
            <a:pPr>
              <a:lnSpc>
                <a:spcPts val="1500"/>
              </a:lnSpc>
            </a:pPr>
            <a:r>
              <a:rPr sz="1000" b="0">
                <a:solidFill>
                  <a:srgbClr val="FFFFFF"/>
                </a:solidFill>
              </a:rPr>
              <a:t>And they made His grave with the wicked— But with the rich at His death, Because He had done no violence, Nor </a:t>
            </a:r>
            <a:r>
              <a:rPr sz="1000" i="1" b="0">
                <a:solidFill>
                  <a:srgbClr val="FFFFFF"/>
                </a:solidFill>
              </a:rPr>
              <a:t>was any</a:t>
            </a:r>
            <a:r>
              <a:rPr sz="1000" b="0">
                <a:solidFill>
                  <a:srgbClr val="FFFFFF"/>
                </a:solidFill>
              </a:rPr>
              <a:t> deceit in His mouth. When You make His soul an offering for sin,</a:t>
            </a:r>
            <a:r>
              <a:rPr sz="1000" b="0">
                <a:solidFill>
                  <a:srgbClr val="FFFFFF"/>
                </a:solidFill>
              </a:rPr>
              <a:t>He shall see </a:t>
            </a:r>
            <a:r>
              <a:rPr sz="1000" i="1" b="0">
                <a:solidFill>
                  <a:srgbClr val="FFFFFF"/>
                </a:solidFill>
              </a:rPr>
              <a:t>His</a:t>
            </a:r>
            <a:r>
              <a:rPr sz="1000" b="0">
                <a:solidFill>
                  <a:srgbClr val="FFFFFF"/>
                </a:solidFill>
              </a:rPr>
              <a:t> seed,                                                 He shall prolong </a:t>
            </a:r>
            <a:r>
              <a:rPr sz="1000" i="1" b="0">
                <a:solidFill>
                  <a:srgbClr val="FFFFFF"/>
                </a:solidFill>
              </a:rPr>
              <a:t>His</a:t>
            </a:r>
            <a:r>
              <a:rPr sz="1000" b="0">
                <a:solidFill>
                  <a:srgbClr val="FFFFFF"/>
                </a:solidFill>
              </a:rPr>
              <a:t> days.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6" sz="quarter"/>
          </p:nvPr>
        </p:nvSpPr>
        <p:spPr>
          <a:xfrm>
            <a:off x="6583680" y="5120640"/>
            <a:ext cx="2377440" cy="365760"/>
          </a:xfrm>
        </p:spPr>
        <p:txBody>
          <a:bodyPr/>
          <a:lstStyle/>
          <a:p>
            <a:pPr>
              <a:lnSpc>
                <a:spcPts val="1000"/>
              </a:lnSpc>
            </a:pPr>
            <a:r>
              <a:rPr sz="1000" b="0"/>
              <a:t>Isaiah 53:9-10a</a:t>
            </a:r>
          </a:p>
        </p:txBody>
      </p:sp>
      <p:pic>
        <p:nvPicPr>
          <p:cNvPr id="10" name="Picture Placeholder 9" descr="eh20-eng-432.png"/>
          <p:cNvPicPr>
            <a:picLocks noGrp="1" noChangeAspect="1"/>
          </p:cNvPicPr>
          <p:nvPr>
            <p:ph type="pic" idx="19" sz="quarter"/>
          </p:nvPr>
        </p:nvPicPr>
        <p:blipFill>
          <a:blip r:embed="rId3"/>
          <a:srcRect t="459" b="459"/>
          <a:stretch>
            <a:fillRect/>
          </a:stretch>
        </p:blipFill>
        <p:spPr>
          <a:xfrm>
            <a:off x="1668537" y="5029200"/>
            <a:ext cx="1828800" cy="457200"/>
          </a:xfrm>
        </p:spPr>
      </p:pic>
      <p:sp>
        <p:nvSpPr>
          <p:cNvPr id="11" name="Content Placeholder 10"/>
          <p:cNvSpPr>
            <a:spLocks noGrp="1"/>
          </p:cNvSpPr>
          <p:nvPr>
            <p:ph idx="22" sz="quarter"/>
          </p:nvPr>
        </p:nvSpPr>
        <p:spPr>
          <a:xfrm>
            <a:off x="146303" y="2594610"/>
            <a:ext cx="1371600" cy="274320"/>
          </a:xfrm>
        </p:spPr>
        <p:txBody>
          <a:bodyPr/>
          <a:lstStyle/>
          <a:p>
            <a:r>
              <a:t> 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pPr>
              <a:lnSpc>
                <a:spcPts val="18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>
                <a:latin typeface="Avenir Next LT Pro"/>
              </a:rPr>
              <a:t>Welcome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>
                <a:latin typeface="Avenir Next LT Pro"/>
              </a:rPr>
              <a:t>Collection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>
                <a:latin typeface="Avenir Next LT Pro"/>
              </a:rPr>
              <a:t>Reading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>
                <a:latin typeface="Avenir Next LT Pro"/>
              </a:rPr>
              <a:t>Prayer</a:t>
            </a:r>
          </a:p>
          <a:p>
            <a:pPr>
              <a:lnSpc>
                <a:spcPts val="1800"/>
              </a:lnSpc>
              <a:spcBef>
                <a:spcPts val="100"/>
              </a:spcBef>
              <a:spcAft>
                <a:spcPts val="800"/>
              </a:spcAft>
            </a:pPr>
            <a:r>
              <a:rPr sz="1800" b="1">
                <a:latin typeface="Avenir Next LT Pro"/>
              </a:rPr>
              <a:t>25</a:t>
            </a:r>
          </a:p>
          <a:p>
            <a:pPr>
              <a:lnSpc>
                <a:spcPts val="1800"/>
              </a:lnSpc>
              <a:spcBef>
                <a:spcPts val="100"/>
              </a:spcBef>
              <a:spcAft>
                <a:spcPts val="800"/>
              </a:spcAft>
            </a:pPr>
            <a:r>
              <a:rPr sz="1800" b="1">
                <a:latin typeface="Avenir Next LT Pro"/>
              </a:rPr>
              <a:t>742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>
                <a:latin typeface="Avenir Next LT Pro"/>
              </a:rPr>
              <a:t>Lord’s Supper</a:t>
            </a:r>
          </a:p>
          <a:p>
            <a:pPr>
              <a:lnSpc>
                <a:spcPts val="1800"/>
              </a:lnSpc>
              <a:spcBef>
                <a:spcPts val="100"/>
              </a:spcBef>
              <a:spcAft>
                <a:spcPts val="800"/>
              </a:spcAft>
            </a:pPr>
            <a:r>
              <a:rPr sz="1800" b="1">
                <a:latin typeface="Avenir Next LT Pro"/>
              </a:rPr>
              <a:t>103</a:t>
            </a:r>
          </a:p>
          <a:p>
            <a:pPr>
              <a:lnSpc>
                <a:spcPts val="1800"/>
              </a:lnSpc>
              <a:spcBef>
                <a:spcPts val="100"/>
              </a:spcBef>
              <a:spcAft>
                <a:spcPts val="800"/>
              </a:spcAft>
            </a:pPr>
            <a:r>
              <a:rPr sz="1800" b="1">
                <a:latin typeface="Avenir Next LT Pro"/>
              </a:rPr>
              <a:t>277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>
                <a:latin typeface="Avenir Next LT Pro"/>
              </a:rPr>
              <a:t>Sermon</a:t>
            </a:r>
          </a:p>
          <a:p>
            <a:pPr>
              <a:lnSpc>
                <a:spcPts val="1800"/>
              </a:lnSpc>
              <a:spcBef>
                <a:spcPts val="100"/>
              </a:spcBef>
              <a:spcAft>
                <a:spcPts val="800"/>
              </a:spcAft>
            </a:pPr>
            <a:r>
              <a:rPr sz="1800" b="1">
                <a:latin typeface="Avenir Next LT Pro"/>
              </a:rPr>
              <a:t>613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>
                <a:latin typeface="Avenir Next LT Pro"/>
              </a:rPr>
              <a:t>Prayer</a:t>
            </a:r>
          </a:p>
        </p:txBody>
      </p:sp>
      <p:pic>
        <p:nvPicPr>
          <p:cNvPr id="13" name="Picture 12" descr="eh-xcircle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2875788"/>
            <a:ext cx="365760" cy="365760"/>
          </a:xfrm>
          <a:prstGeom prst="rect">
            <a:avLst/>
          </a:prstGeom>
        </p:spPr>
      </p:pic>
      <p:pic>
        <p:nvPicPr>
          <p:cNvPr id="14" name="Picture 13" descr="phss-xcircle-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3218688"/>
            <a:ext cx="36576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song-beige.jp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/>
          <a:stretch>
            <a:fillRect/>
          </a:stretch>
        </p:blipFill>
        <p:spPr>
          <a:xfrm>
            <a:off x="0" y="0"/>
            <a:ext cx="9144000" cy="5715000"/>
          </a:xfrm>
        </p:spPr>
      </p:pic>
      <p:sp>
        <p:nvSpPr>
          <p:cNvPr id="3" name="Content Placeholder 2"/>
          <p:cNvSpPr>
            <a:spLocks noGrp="1"/>
          </p:cNvSpPr>
          <p:nvPr>
            <p:ph idx="17" sz="quarter"/>
          </p:nvPr>
        </p:nvSpPr>
        <p:spPr/>
        <p:txBody>
          <a:bodyPr/>
          <a:lstStyle/>
          <a:p>
            <a:r>
              <a:t>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8" sz="quarter"/>
          </p:nvPr>
        </p:nvSpPr>
        <p:spPr/>
        <p:txBody>
          <a:bodyPr/>
          <a:lstStyle/>
          <a:p>
            <a:r>
              <a:t>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2" sz="quarter"/>
          </p:nvPr>
        </p:nvSpPr>
        <p:spPr>
          <a:xfrm>
            <a:off x="4206240" y="617220"/>
            <a:ext cx="2286000" cy="914400"/>
          </a:xfrm>
        </p:spPr>
        <p:txBody>
          <a:bodyPr/>
          <a:lstStyle/>
          <a:p>
            <a:r>
              <a:rPr sz="6000">
                <a:latin typeface="Avenir Next LT Pro"/>
              </a:rPr>
              <a:t>103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3" sz="quarter"/>
          </p:nvPr>
        </p:nvSpPr>
        <p:spPr>
          <a:xfrm>
            <a:off x="3429000" y="1531620"/>
            <a:ext cx="3840480" cy="1645920"/>
          </a:xfrm>
        </p:spPr>
        <p:txBody>
          <a:bodyPr/>
          <a:lstStyle/>
          <a:p>
            <a:r>
              <a:rPr sz="3600">
                <a:latin typeface="Avenir Next LT Pro"/>
              </a:rPr>
              <a:t>BEHOLD OUR GOD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5" sz="quarter"/>
          </p:nvPr>
        </p:nvSpPr>
        <p:spPr>
          <a:xfrm>
            <a:off x="3749039" y="3954780"/>
            <a:ext cx="3200400" cy="640080"/>
          </a:xfrm>
        </p:spPr>
        <p:txBody>
          <a:bodyPr/>
          <a:lstStyle/>
          <a:p>
            <a:r>
              <a:rPr sz="2400">
                <a:latin typeface="Avenir Next LT Pro"/>
              </a:rPr>
              <a:t>“SINGING...TO THE LORD”
COLOSSIANS 3:16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rPr sz="1200">
                <a:latin typeface="Avenir Next LT Pro"/>
              </a:rPr>
              <a:t>Words: Jonathan &amp; Meghan Baird
Music:Ryan Baird &amp; Stephen Altrogge</a:t>
            </a:r>
          </a:p>
        </p:txBody>
      </p:sp>
      <p:pic>
        <p:nvPicPr>
          <p:cNvPr id="10" name="Picture Placeholder 9" descr="eh20-eng-432.png"/>
          <p:cNvPicPr>
            <a:picLocks noGrp="1" noChangeAspect="1"/>
          </p:cNvPicPr>
          <p:nvPr>
            <p:ph type="pic" idx="19" sz="quarter"/>
          </p:nvPr>
        </p:nvPicPr>
        <p:blipFill>
          <a:blip r:embed="rId3"/>
          <a:srcRect t="459" b="459"/>
          <a:stretch>
            <a:fillRect/>
          </a:stretch>
        </p:blipFill>
        <p:spPr>
          <a:xfrm>
            <a:off x="1668537" y="5029200"/>
            <a:ext cx="1828800" cy="457200"/>
          </a:xfrm>
        </p:spPr>
      </p:pic>
      <p:sp>
        <p:nvSpPr>
          <p:cNvPr id="11" name="Content Placeholder 10"/>
          <p:cNvSpPr>
            <a:spLocks noGrp="1"/>
          </p:cNvSpPr>
          <p:nvPr>
            <p:ph idx="22" sz="quarter"/>
          </p:nvPr>
        </p:nvSpPr>
        <p:spPr>
          <a:xfrm>
            <a:off x="694944" y="2919222"/>
            <a:ext cx="822960" cy="274320"/>
          </a:xfrm>
        </p:spPr>
        <p:txBody>
          <a:bodyPr/>
          <a:lstStyle/>
          <a:p>
            <a:r>
              <a:t> 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pPr>
              <a:lnSpc>
                <a:spcPts val="18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>
                <a:latin typeface="Avenir Next LT Pro"/>
              </a:rPr>
              <a:t>Welcome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>
                <a:latin typeface="Avenir Next LT Pro"/>
              </a:rPr>
              <a:t>Collection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>
                <a:latin typeface="Avenir Next LT Pro"/>
              </a:rPr>
              <a:t>Reading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>
                <a:latin typeface="Avenir Next LT Pro"/>
              </a:rPr>
              <a:t>Prayer</a:t>
            </a:r>
          </a:p>
          <a:p>
            <a:pPr>
              <a:lnSpc>
                <a:spcPts val="1800"/>
              </a:lnSpc>
              <a:spcBef>
                <a:spcPts val="100"/>
              </a:spcBef>
              <a:spcAft>
                <a:spcPts val="800"/>
              </a:spcAft>
            </a:pPr>
            <a:r>
              <a:rPr sz="1800" b="1">
                <a:latin typeface="Avenir Next LT Pro"/>
              </a:rPr>
              <a:t>25</a:t>
            </a:r>
          </a:p>
          <a:p>
            <a:pPr>
              <a:lnSpc>
                <a:spcPts val="1800"/>
              </a:lnSpc>
              <a:spcBef>
                <a:spcPts val="100"/>
              </a:spcBef>
              <a:spcAft>
                <a:spcPts val="800"/>
              </a:spcAft>
            </a:pPr>
            <a:r>
              <a:rPr sz="1800" b="1">
                <a:latin typeface="Avenir Next LT Pro"/>
              </a:rPr>
              <a:t>742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>
                <a:latin typeface="Avenir Next LT Pro"/>
              </a:rPr>
              <a:t>Lord’s Supper</a:t>
            </a:r>
          </a:p>
          <a:p>
            <a:pPr>
              <a:lnSpc>
                <a:spcPts val="1800"/>
              </a:lnSpc>
              <a:spcBef>
                <a:spcPts val="100"/>
              </a:spcBef>
              <a:spcAft>
                <a:spcPts val="800"/>
              </a:spcAft>
            </a:pPr>
            <a:r>
              <a:rPr sz="1800" b="1">
                <a:latin typeface="Avenir Next LT Pro"/>
              </a:rPr>
              <a:t>103</a:t>
            </a:r>
          </a:p>
          <a:p>
            <a:pPr>
              <a:lnSpc>
                <a:spcPts val="1800"/>
              </a:lnSpc>
              <a:spcBef>
                <a:spcPts val="100"/>
              </a:spcBef>
              <a:spcAft>
                <a:spcPts val="800"/>
              </a:spcAft>
            </a:pPr>
            <a:r>
              <a:rPr sz="1800" b="1">
                <a:latin typeface="Avenir Next LT Pro"/>
              </a:rPr>
              <a:t>277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>
                <a:latin typeface="Avenir Next LT Pro"/>
              </a:rPr>
              <a:t>Sermon</a:t>
            </a:r>
          </a:p>
          <a:p>
            <a:pPr>
              <a:lnSpc>
                <a:spcPts val="1800"/>
              </a:lnSpc>
              <a:spcBef>
                <a:spcPts val="100"/>
              </a:spcBef>
              <a:spcAft>
                <a:spcPts val="800"/>
              </a:spcAft>
            </a:pPr>
            <a:r>
              <a:rPr sz="1800" b="1">
                <a:latin typeface="Avenir Next LT Pro"/>
              </a:rPr>
              <a:t>613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>
                <a:latin typeface="Avenir Next LT Pro"/>
              </a:rPr>
              <a:t>Prayer</a:t>
            </a:r>
          </a:p>
        </p:txBody>
      </p:sp>
      <p:pic>
        <p:nvPicPr>
          <p:cNvPr id="13" name="Picture 12" descr="eh-xcircle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2875788"/>
            <a:ext cx="365760" cy="365760"/>
          </a:xfrm>
          <a:prstGeom prst="rect">
            <a:avLst/>
          </a:prstGeom>
        </p:spPr>
      </p:pic>
      <p:pic>
        <p:nvPicPr>
          <p:cNvPr id="14" name="Picture 13" descr="phss-xcircle-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3218688"/>
            <a:ext cx="365760" cy="365760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4764024" y="3406140"/>
            <a:ext cx="365760" cy="365760"/>
          </a:xfrm>
          <a:prstGeom prst="ellipse">
            <a:avLst/>
          </a:prstGeom>
          <a:solidFill>
            <a:srgbClr val="014A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bIns="0" lIns="0" tIns="0" rIns="0"/>
          <a:lstStyle/>
          <a:p>
            <a:pPr algn="ctr"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5166360" y="3406140"/>
            <a:ext cx="365760" cy="365760"/>
          </a:xfrm>
          <a:prstGeom prst="ellipse">
            <a:avLst/>
          </a:prstGeom>
          <a:solidFill>
            <a:srgbClr val="014A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bIns="0" lIns="0" tIns="0" rIns="0"/>
          <a:lstStyle/>
          <a:p>
            <a:pPr algn="ctr"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5568696" y="3406140"/>
            <a:ext cx="365760" cy="365760"/>
          </a:xfrm>
          <a:prstGeom prst="ellipse">
            <a:avLst/>
          </a:prstGeom>
          <a:solidFill>
            <a:srgbClr val="014A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bIns="0" lIns="0" tIns="0" rIns="0"/>
          <a:lstStyle/>
          <a:p>
            <a:pPr algn="ctr"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song-beige-blur.jpg"/>
          <p:cNvPicPr>
            <a:picLocks noGrp="1" noChangeAspect="1"/>
          </p:cNvPicPr>
          <p:nvPr>
            <p:ph type="pic" idx="23" sz="quarter"/>
          </p:nvPr>
        </p:nvPicPr>
        <p:blipFill>
          <a:blip r:embed="rId4"/>
          <a:srcRect/>
          <a:stretch>
            <a:fillRect/>
          </a:stretch>
        </p:blipFill>
        <p:spPr>
          <a:xfrm>
            <a:off x="0" y="0"/>
            <a:ext cx="9144000" cy="5715000"/>
          </a:xfrm>
        </p:spPr>
      </p:pic>
      <p:sp>
        <p:nvSpPr>
          <p:cNvPr id="3" name="Text Placeholder 2"/>
          <p:cNvSpPr>
            <a:spLocks noGrp="1"/>
          </p:cNvSpPr>
          <p:nvPr>
            <p:ph type="body" idx="19" sz="quarter"/>
          </p:nvPr>
        </p:nvSpPr>
        <p:spPr>
          <a:xfrm>
            <a:off x="0" y="5166360"/>
            <a:ext cx="9144000" cy="548640"/>
          </a:xfrm>
        </p:spPr>
        <p:txBody>
          <a:bodyPr/>
          <a:lstStyle/>
          <a:p>
            <a:r>
              <a:t> 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>
          <a:xfrm>
            <a:off x="-228600" y="5257800"/>
            <a:ext cx="914400" cy="365760"/>
          </a:xfrm>
          <a:noFill/>
        </p:spPr>
        <p:txBody>
          <a:bodyPr/>
          <a:lstStyle/>
          <a:p>
            <a:r>
              <a:t>103</a:t>
            </a:r>
          </a:p>
        </p:txBody>
      </p:sp>
      <p:pic>
        <p:nvPicPr>
          <p:cNvPr id="5" name="Picture Placeholder 4" descr="eh-circle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526" b="526"/>
          <a:stretch>
            <a:fillRect/>
          </a:stretch>
        </p:blipFill>
        <p:spPr>
          <a:xfrm>
            <a:off x="731520" y="5257800"/>
            <a:ext cx="365760" cy="361915"/>
          </a:xfrm>
        </p:spPr>
      </p:pic>
      <p:sp>
        <p:nvSpPr>
          <p:cNvPr id="6" name="Text Placeholder 5"/>
          <p:cNvSpPr>
            <a:spLocks noGrp="1"/>
          </p:cNvSpPr>
          <p:nvPr>
            <p:ph type="body" idx="16" sz="quarter"/>
          </p:nvPr>
        </p:nvSpPr>
        <p:spPr>
          <a:xfrm>
            <a:off x="1188720" y="5212080"/>
            <a:ext cx="7315200" cy="361915"/>
          </a:xfrm>
        </p:spPr>
        <p:txBody>
          <a:bodyPr/>
          <a:lstStyle/>
          <a:p>
            <a:r>
              <a:rPr sz="1600" b="1">
                <a:solidFill>
                  <a:srgbClr val="FFFFFF"/>
                </a:solidFill>
                <a:latin typeface="Avenir Next LT Pro"/>
              </a:rPr>
              <a:t>BEHOLD OUR GOD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7" sz="quarter"/>
          </p:nvPr>
        </p:nvSpPr>
        <p:spPr>
          <a:xfrm>
            <a:off x="1280160" y="5486400"/>
            <a:ext cx="7315200" cy="180975"/>
          </a:xfrm>
        </p:spPr>
        <p:txBody>
          <a:bodyPr tIns="0" bIns="0"/>
          <a:lstStyle/>
          <a:p>
            <a:r>
              <a:rPr sz="800" b="0">
                <a:solidFill>
                  <a:srgbClr val="FFFFFF"/>
                </a:solidFill>
                <a:latin typeface="Avenir Next LT Pro"/>
              </a:rPr>
              <a:t>© 2015 R.J. Stevens Music, LLC</a:t>
            </a:r>
          </a:p>
        </p:txBody>
      </p:sp>
      <p:pic>
        <p:nvPicPr>
          <p:cNvPr id="9" name="Picture Placeholder 8" descr="eh-103-01.png"/>
          <p:cNvPicPr>
            <a:picLocks noGrp="1" noChangeAspect="1"/>
          </p:cNvPicPr>
          <p:nvPr>
            <p:ph type="pic" idx="10" sz="quarter"/>
          </p:nvPr>
        </p:nvPicPr>
        <p:blipFill>
          <a:blip r:embed="rId3"/>
          <a:srcRect l="0" r="0"/>
          <a:stretch>
            <a:fillRect/>
          </a:stretch>
        </p:blipFill>
        <p:spPr>
          <a:xfrm>
            <a:off x="731520" y="91440"/>
            <a:ext cx="7325098" cy="4572000"/>
          </a:xfrm>
        </p:spPr>
      </p:pic>
      <p:pic>
        <p:nvPicPr>
          <p:cNvPr id="10" name="Picture Placeholder 9" descr="eh-circle.png"/>
          <p:cNvPicPr>
            <a:picLocks noGrp="1" noChangeAspect="1"/>
          </p:cNvPicPr>
          <p:nvPr>
            <p:ph type="pic" idx="20" sz="quarter"/>
          </p:nvPr>
        </p:nvPicPr>
        <p:blipFill>
          <a:blip r:embed="rId2"/>
          <a:srcRect t="219" b="219"/>
          <a:stretch>
            <a:fillRect/>
          </a:stretch>
        </p:blipFill>
        <p:spPr>
          <a:xfrm>
            <a:off x="8595360" y="5257800"/>
            <a:ext cx="367371" cy="365760"/>
          </a:xfrm>
        </p:spPr>
      </p:pic>
      <p:sp>
        <p:nvSpPr>
          <p:cNvPr id="14" name="Text Placeholder 13"/>
          <p:cNvSpPr>
            <a:spLocks noGrp="1"/>
          </p:cNvSpPr>
          <p:nvPr>
            <p:ph type="body" idx="24" sz="quarter"/>
          </p:nvPr>
        </p:nvSpPr>
        <p:spPr>
          <a:xfrm>
            <a:off x="228600" y="608076"/>
            <a:ext cx="365760" cy="365760"/>
          </a:xfrm>
          <a:solidFill>
            <a:srgbClr val="1C81B9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1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27" sz="quarter"/>
          </p:nvPr>
        </p:nvSpPr>
        <p:spPr>
          <a:xfrm>
            <a:off x="228600" y="1046988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2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idx="28" sz="quarter"/>
          </p:nvPr>
        </p:nvSpPr>
        <p:spPr>
          <a:xfrm>
            <a:off x="228600" y="1485900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song-beige-blur.jpg"/>
          <p:cNvPicPr>
            <a:picLocks noGrp="1" noChangeAspect="1"/>
          </p:cNvPicPr>
          <p:nvPr>
            <p:ph type="pic" idx="23" sz="quarter"/>
          </p:nvPr>
        </p:nvPicPr>
        <p:blipFill>
          <a:blip r:embed="rId4"/>
          <a:srcRect/>
          <a:stretch>
            <a:fillRect/>
          </a:stretch>
        </p:blipFill>
        <p:spPr>
          <a:xfrm>
            <a:off x="0" y="0"/>
            <a:ext cx="9144000" cy="5715000"/>
          </a:xfrm>
        </p:spPr>
      </p:pic>
      <p:sp>
        <p:nvSpPr>
          <p:cNvPr id="3" name="Text Placeholder 2"/>
          <p:cNvSpPr>
            <a:spLocks noGrp="1"/>
          </p:cNvSpPr>
          <p:nvPr>
            <p:ph type="body" idx="19" sz="quarter"/>
          </p:nvPr>
        </p:nvSpPr>
        <p:spPr>
          <a:xfrm>
            <a:off x="0" y="5166360"/>
            <a:ext cx="9144000" cy="548640"/>
          </a:xfrm>
        </p:spPr>
        <p:txBody>
          <a:bodyPr/>
          <a:lstStyle/>
          <a:p>
            <a:r>
              <a:t> 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4" sz="quarter"/>
          </p:nvPr>
        </p:nvSpPr>
        <p:spPr>
          <a:xfrm>
            <a:off x="-228600" y="5257800"/>
            <a:ext cx="914400" cy="365760"/>
          </a:xfrm>
          <a:noFill/>
        </p:spPr>
        <p:txBody>
          <a:bodyPr/>
          <a:lstStyle/>
          <a:p>
            <a:r>
              <a:t>103</a:t>
            </a:r>
          </a:p>
        </p:txBody>
      </p:sp>
      <p:pic>
        <p:nvPicPr>
          <p:cNvPr id="5" name="Picture Placeholder 4" descr="eh-circle.png"/>
          <p:cNvPicPr>
            <a:picLocks noGrp="1" noChangeAspect="1"/>
          </p:cNvPicPr>
          <p:nvPr>
            <p:ph type="pic" idx="25" sz="quarter"/>
          </p:nvPr>
        </p:nvPicPr>
        <p:blipFill>
          <a:blip r:embed="rId2"/>
          <a:srcRect t="526" b="526"/>
          <a:stretch>
            <a:fillRect/>
          </a:stretch>
        </p:blipFill>
        <p:spPr>
          <a:xfrm>
            <a:off x="731520" y="5257800"/>
            <a:ext cx="365760" cy="361915"/>
          </a:xfrm>
        </p:spPr>
      </p:pic>
      <p:sp>
        <p:nvSpPr>
          <p:cNvPr id="6" name="Text Placeholder 5"/>
          <p:cNvSpPr>
            <a:spLocks noGrp="1"/>
          </p:cNvSpPr>
          <p:nvPr>
            <p:ph type="body" idx="16" sz="quarter"/>
          </p:nvPr>
        </p:nvSpPr>
        <p:spPr>
          <a:xfrm>
            <a:off x="1188720" y="5212080"/>
            <a:ext cx="7315200" cy="361915"/>
          </a:xfrm>
        </p:spPr>
        <p:txBody>
          <a:bodyPr/>
          <a:lstStyle/>
          <a:p>
            <a:r>
              <a:rPr sz="1600" b="1">
                <a:solidFill>
                  <a:srgbClr val="FFFFFF"/>
                </a:solidFill>
                <a:latin typeface="Avenir Next LT Pro"/>
              </a:rPr>
              <a:t>BEHOLD OUR GOD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7" sz="quarter"/>
          </p:nvPr>
        </p:nvSpPr>
        <p:spPr>
          <a:xfrm>
            <a:off x="1280160" y="5486400"/>
            <a:ext cx="7315200" cy="180975"/>
          </a:xfrm>
        </p:spPr>
        <p:txBody>
          <a:bodyPr tIns="0" bIns="0"/>
          <a:lstStyle/>
          <a:p>
            <a:r>
              <a:rPr sz="800" b="0">
                <a:solidFill>
                  <a:srgbClr val="FFFFFF"/>
                </a:solidFill>
                <a:latin typeface="Avenir Next LT Pro"/>
              </a:rPr>
              <a:t>© 2015 R.J. Stevens Music, LLC</a:t>
            </a:r>
          </a:p>
        </p:txBody>
      </p:sp>
      <p:pic>
        <p:nvPicPr>
          <p:cNvPr id="9" name="Picture Placeholder 8" descr="eh-103-02.png"/>
          <p:cNvPicPr>
            <a:picLocks noGrp="1" noChangeAspect="1"/>
          </p:cNvPicPr>
          <p:nvPr>
            <p:ph type="pic" idx="10" sz="quarter"/>
          </p:nvPr>
        </p:nvPicPr>
        <p:blipFill>
          <a:blip r:embed="rId3"/>
          <a:srcRect l="0" r="0"/>
          <a:stretch>
            <a:fillRect/>
          </a:stretch>
        </p:blipFill>
        <p:spPr>
          <a:xfrm>
            <a:off x="731520" y="91440"/>
            <a:ext cx="7325098" cy="4572000"/>
          </a:xfrm>
        </p:spPr>
      </p:pic>
      <p:pic>
        <p:nvPicPr>
          <p:cNvPr id="10" name="Picture Placeholder 9" descr="eh-circle.png"/>
          <p:cNvPicPr>
            <a:picLocks noGrp="1" noChangeAspect="1"/>
          </p:cNvPicPr>
          <p:nvPr>
            <p:ph type="pic" idx="20" sz="quarter"/>
          </p:nvPr>
        </p:nvPicPr>
        <p:blipFill>
          <a:blip r:embed="rId2"/>
          <a:srcRect t="219" b="219"/>
          <a:stretch>
            <a:fillRect/>
          </a:stretch>
        </p:blipFill>
        <p:spPr>
          <a:xfrm>
            <a:off x="8595360" y="5257800"/>
            <a:ext cx="367371" cy="365760"/>
          </a:xfrm>
        </p:spPr>
      </p:pic>
      <p:sp>
        <p:nvSpPr>
          <p:cNvPr id="14" name="Text Placeholder 13"/>
          <p:cNvSpPr>
            <a:spLocks noGrp="1"/>
          </p:cNvSpPr>
          <p:nvPr>
            <p:ph type="body" idx="26" sz="quarter"/>
          </p:nvPr>
        </p:nvSpPr>
        <p:spPr>
          <a:xfrm>
            <a:off x="228600" y="608076"/>
            <a:ext cx="365760" cy="365760"/>
          </a:xfrm>
          <a:solidFill>
            <a:srgbClr val="1C81B9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1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27" sz="quarter"/>
          </p:nvPr>
        </p:nvSpPr>
        <p:spPr>
          <a:xfrm>
            <a:off x="228600" y="1046988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2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idx="28" sz="quarter"/>
          </p:nvPr>
        </p:nvSpPr>
        <p:spPr>
          <a:xfrm>
            <a:off x="228600" y="1485900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song-beige-blur.jpg"/>
          <p:cNvPicPr>
            <a:picLocks noGrp="1" noChangeAspect="1"/>
          </p:cNvPicPr>
          <p:nvPr>
            <p:ph type="pic" idx="23" sz="quarter"/>
          </p:nvPr>
        </p:nvPicPr>
        <p:blipFill>
          <a:blip r:embed="rId4"/>
          <a:srcRect/>
          <a:stretch>
            <a:fillRect/>
          </a:stretch>
        </p:blipFill>
        <p:spPr>
          <a:xfrm>
            <a:off x="0" y="0"/>
            <a:ext cx="9144000" cy="5715000"/>
          </a:xfrm>
        </p:spPr>
      </p:pic>
      <p:sp>
        <p:nvSpPr>
          <p:cNvPr id="3" name="Text Placeholder 2"/>
          <p:cNvSpPr>
            <a:spLocks noGrp="1"/>
          </p:cNvSpPr>
          <p:nvPr>
            <p:ph type="body" idx="19" sz="quarter"/>
          </p:nvPr>
        </p:nvSpPr>
        <p:spPr>
          <a:xfrm>
            <a:off x="0" y="5166360"/>
            <a:ext cx="9144000" cy="548640"/>
          </a:xfrm>
        </p:spPr>
        <p:txBody>
          <a:bodyPr/>
          <a:lstStyle/>
          <a:p>
            <a:r>
              <a:t> 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4" sz="quarter"/>
          </p:nvPr>
        </p:nvSpPr>
        <p:spPr>
          <a:xfrm>
            <a:off x="-228600" y="5257800"/>
            <a:ext cx="914400" cy="365760"/>
          </a:xfrm>
          <a:noFill/>
        </p:spPr>
        <p:txBody>
          <a:bodyPr/>
          <a:lstStyle/>
          <a:p>
            <a:r>
              <a:t>103</a:t>
            </a:r>
          </a:p>
        </p:txBody>
      </p:sp>
      <p:pic>
        <p:nvPicPr>
          <p:cNvPr id="5" name="Picture Placeholder 4" descr="eh-circle.png"/>
          <p:cNvPicPr>
            <a:picLocks noGrp="1" noChangeAspect="1"/>
          </p:cNvPicPr>
          <p:nvPr>
            <p:ph type="pic" idx="25" sz="quarter"/>
          </p:nvPr>
        </p:nvPicPr>
        <p:blipFill>
          <a:blip r:embed="rId2"/>
          <a:srcRect t="526" b="526"/>
          <a:stretch>
            <a:fillRect/>
          </a:stretch>
        </p:blipFill>
        <p:spPr>
          <a:xfrm>
            <a:off x="731520" y="5257800"/>
            <a:ext cx="365760" cy="361915"/>
          </a:xfrm>
        </p:spPr>
      </p:pic>
      <p:sp>
        <p:nvSpPr>
          <p:cNvPr id="6" name="Text Placeholder 5"/>
          <p:cNvSpPr>
            <a:spLocks noGrp="1"/>
          </p:cNvSpPr>
          <p:nvPr>
            <p:ph type="body" idx="16" sz="quarter"/>
          </p:nvPr>
        </p:nvSpPr>
        <p:spPr>
          <a:xfrm>
            <a:off x="1188720" y="5212080"/>
            <a:ext cx="7315200" cy="361915"/>
          </a:xfrm>
        </p:spPr>
        <p:txBody>
          <a:bodyPr/>
          <a:lstStyle/>
          <a:p>
            <a:r>
              <a:rPr sz="1600" b="1">
                <a:solidFill>
                  <a:srgbClr val="FFFFFF"/>
                </a:solidFill>
                <a:latin typeface="Avenir Next LT Pro"/>
              </a:rPr>
              <a:t>BEHOLD OUR GOD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7" sz="quarter"/>
          </p:nvPr>
        </p:nvSpPr>
        <p:spPr>
          <a:xfrm>
            <a:off x="1280160" y="5486400"/>
            <a:ext cx="7315200" cy="180975"/>
          </a:xfrm>
        </p:spPr>
        <p:txBody>
          <a:bodyPr tIns="0" bIns="0"/>
          <a:lstStyle/>
          <a:p>
            <a:r>
              <a:rPr sz="800" b="0">
                <a:solidFill>
                  <a:srgbClr val="FFFFFF"/>
                </a:solidFill>
                <a:latin typeface="Avenir Next LT Pro"/>
              </a:rPr>
              <a:t>© 2015 R.J. Stevens Music, LLC</a:t>
            </a:r>
          </a:p>
        </p:txBody>
      </p:sp>
      <p:pic>
        <p:nvPicPr>
          <p:cNvPr id="9" name="Picture Placeholder 8" descr="eh-103-03.png"/>
          <p:cNvPicPr>
            <a:picLocks noGrp="1" noChangeAspect="1"/>
          </p:cNvPicPr>
          <p:nvPr>
            <p:ph type="pic" idx="10" sz="quarter"/>
          </p:nvPr>
        </p:nvPicPr>
        <p:blipFill>
          <a:blip r:embed="rId3"/>
          <a:srcRect l="0" r="0"/>
          <a:stretch>
            <a:fillRect/>
          </a:stretch>
        </p:blipFill>
        <p:spPr>
          <a:xfrm>
            <a:off x="731520" y="91440"/>
            <a:ext cx="7325098" cy="4572000"/>
          </a:xfrm>
        </p:spPr>
      </p:pic>
      <p:pic>
        <p:nvPicPr>
          <p:cNvPr id="10" name="Picture Placeholder 9" descr="eh-circle.png"/>
          <p:cNvPicPr>
            <a:picLocks noGrp="1" noChangeAspect="1"/>
          </p:cNvPicPr>
          <p:nvPr>
            <p:ph type="pic" idx="20" sz="quarter"/>
          </p:nvPr>
        </p:nvPicPr>
        <p:blipFill>
          <a:blip r:embed="rId2"/>
          <a:srcRect t="219" b="219"/>
          <a:stretch>
            <a:fillRect/>
          </a:stretch>
        </p:blipFill>
        <p:spPr>
          <a:xfrm>
            <a:off x="8595360" y="5257800"/>
            <a:ext cx="367371" cy="365760"/>
          </a:xfrm>
        </p:spPr>
      </p:pic>
      <p:sp>
        <p:nvSpPr>
          <p:cNvPr id="14" name="Text Placeholder 13"/>
          <p:cNvSpPr>
            <a:spLocks noGrp="1"/>
          </p:cNvSpPr>
          <p:nvPr>
            <p:ph type="body" idx="26" sz="quarter"/>
          </p:nvPr>
        </p:nvSpPr>
        <p:spPr>
          <a:xfrm>
            <a:off x="228600" y="608076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1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27" sz="quarter"/>
          </p:nvPr>
        </p:nvSpPr>
        <p:spPr>
          <a:xfrm>
            <a:off x="228600" y="1046988"/>
            <a:ext cx="365760" cy="365760"/>
          </a:xfrm>
          <a:solidFill>
            <a:srgbClr val="1C81B9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2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idx="28" sz="quarter"/>
          </p:nvPr>
        </p:nvSpPr>
        <p:spPr>
          <a:xfrm>
            <a:off x="228600" y="1485900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3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song-beige-blur.jpg"/>
          <p:cNvPicPr>
            <a:picLocks noGrp="1" noChangeAspect="1"/>
          </p:cNvPicPr>
          <p:nvPr>
            <p:ph type="pic" idx="23" sz="quarter"/>
          </p:nvPr>
        </p:nvPicPr>
        <p:blipFill>
          <a:blip r:embed="rId4"/>
          <a:srcRect/>
          <a:stretch>
            <a:fillRect/>
          </a:stretch>
        </p:blipFill>
        <p:spPr>
          <a:xfrm>
            <a:off x="0" y="0"/>
            <a:ext cx="9144000" cy="5715000"/>
          </a:xfrm>
        </p:spPr>
      </p:pic>
      <p:sp>
        <p:nvSpPr>
          <p:cNvPr id="3" name="Text Placeholder 2"/>
          <p:cNvSpPr>
            <a:spLocks noGrp="1"/>
          </p:cNvSpPr>
          <p:nvPr>
            <p:ph type="body" idx="19" sz="quarter"/>
          </p:nvPr>
        </p:nvSpPr>
        <p:spPr>
          <a:xfrm>
            <a:off x="0" y="5166360"/>
            <a:ext cx="9144000" cy="548640"/>
          </a:xfrm>
        </p:spPr>
        <p:txBody>
          <a:bodyPr/>
          <a:lstStyle/>
          <a:p>
            <a:r>
              <a:t> 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4" sz="quarter"/>
          </p:nvPr>
        </p:nvSpPr>
        <p:spPr>
          <a:xfrm>
            <a:off x="-228600" y="5257800"/>
            <a:ext cx="914400" cy="365760"/>
          </a:xfrm>
          <a:noFill/>
        </p:spPr>
        <p:txBody>
          <a:bodyPr/>
          <a:lstStyle/>
          <a:p>
            <a:r>
              <a:t>103</a:t>
            </a:r>
          </a:p>
        </p:txBody>
      </p:sp>
      <p:pic>
        <p:nvPicPr>
          <p:cNvPr id="5" name="Picture Placeholder 4" descr="eh-circle.png"/>
          <p:cNvPicPr>
            <a:picLocks noGrp="1" noChangeAspect="1"/>
          </p:cNvPicPr>
          <p:nvPr>
            <p:ph type="pic" idx="25" sz="quarter"/>
          </p:nvPr>
        </p:nvPicPr>
        <p:blipFill>
          <a:blip r:embed="rId2"/>
          <a:srcRect t="526" b="526"/>
          <a:stretch>
            <a:fillRect/>
          </a:stretch>
        </p:blipFill>
        <p:spPr>
          <a:xfrm>
            <a:off x="731520" y="5257800"/>
            <a:ext cx="365760" cy="361915"/>
          </a:xfrm>
        </p:spPr>
      </p:pic>
      <p:sp>
        <p:nvSpPr>
          <p:cNvPr id="6" name="Text Placeholder 5"/>
          <p:cNvSpPr>
            <a:spLocks noGrp="1"/>
          </p:cNvSpPr>
          <p:nvPr>
            <p:ph type="body" idx="16" sz="quarter"/>
          </p:nvPr>
        </p:nvSpPr>
        <p:spPr>
          <a:xfrm>
            <a:off x="1188720" y="5212080"/>
            <a:ext cx="7315200" cy="361915"/>
          </a:xfrm>
        </p:spPr>
        <p:txBody>
          <a:bodyPr/>
          <a:lstStyle/>
          <a:p>
            <a:r>
              <a:rPr sz="1600" b="1">
                <a:solidFill>
                  <a:srgbClr val="FFFFFF"/>
                </a:solidFill>
                <a:latin typeface="Avenir Next LT Pro"/>
              </a:rPr>
              <a:t>BEHOLD OUR GOD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7" sz="quarter"/>
          </p:nvPr>
        </p:nvSpPr>
        <p:spPr>
          <a:xfrm>
            <a:off x="1280160" y="5486400"/>
            <a:ext cx="7315200" cy="180975"/>
          </a:xfrm>
        </p:spPr>
        <p:txBody>
          <a:bodyPr tIns="0" bIns="0"/>
          <a:lstStyle/>
          <a:p>
            <a:r>
              <a:rPr sz="800" b="0">
                <a:solidFill>
                  <a:srgbClr val="FFFFFF"/>
                </a:solidFill>
                <a:latin typeface="Avenir Next LT Pro"/>
              </a:rPr>
              <a:t>© 2015 R.J. Stevens Music, LLC</a:t>
            </a:r>
          </a:p>
        </p:txBody>
      </p:sp>
      <p:pic>
        <p:nvPicPr>
          <p:cNvPr id="9" name="Picture Placeholder 8" descr="eh-103-04.png"/>
          <p:cNvPicPr>
            <a:picLocks noGrp="1" noChangeAspect="1"/>
          </p:cNvPicPr>
          <p:nvPr>
            <p:ph type="pic" idx="10" sz="quarter"/>
          </p:nvPr>
        </p:nvPicPr>
        <p:blipFill>
          <a:blip r:embed="rId3"/>
          <a:srcRect l="0" r="0"/>
          <a:stretch>
            <a:fillRect/>
          </a:stretch>
        </p:blipFill>
        <p:spPr>
          <a:xfrm>
            <a:off x="731520" y="91440"/>
            <a:ext cx="7325098" cy="4572000"/>
          </a:xfrm>
        </p:spPr>
      </p:pic>
      <p:pic>
        <p:nvPicPr>
          <p:cNvPr id="10" name="Picture Placeholder 9" descr="eh-circle.png"/>
          <p:cNvPicPr>
            <a:picLocks noGrp="1" noChangeAspect="1"/>
          </p:cNvPicPr>
          <p:nvPr>
            <p:ph type="pic" idx="20" sz="quarter"/>
          </p:nvPr>
        </p:nvPicPr>
        <p:blipFill>
          <a:blip r:embed="rId2"/>
          <a:srcRect t="219" b="219"/>
          <a:stretch>
            <a:fillRect/>
          </a:stretch>
        </p:blipFill>
        <p:spPr>
          <a:xfrm>
            <a:off x="8595360" y="5257800"/>
            <a:ext cx="367371" cy="365760"/>
          </a:xfrm>
        </p:spPr>
      </p:pic>
      <p:sp>
        <p:nvSpPr>
          <p:cNvPr id="14" name="Text Placeholder 13"/>
          <p:cNvSpPr>
            <a:spLocks noGrp="1"/>
          </p:cNvSpPr>
          <p:nvPr>
            <p:ph type="body" idx="26" sz="quarter"/>
          </p:nvPr>
        </p:nvSpPr>
        <p:spPr>
          <a:xfrm>
            <a:off x="228600" y="608076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1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27" sz="quarter"/>
          </p:nvPr>
        </p:nvSpPr>
        <p:spPr>
          <a:xfrm>
            <a:off x="228600" y="1046988"/>
            <a:ext cx="365760" cy="365760"/>
          </a:xfrm>
          <a:solidFill>
            <a:srgbClr val="1C81B9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2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idx="28" sz="quarter"/>
          </p:nvPr>
        </p:nvSpPr>
        <p:spPr>
          <a:xfrm>
            <a:off x="228600" y="1485900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3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song-beige-blur.jpg"/>
          <p:cNvPicPr>
            <a:picLocks noGrp="1" noChangeAspect="1"/>
          </p:cNvPicPr>
          <p:nvPr>
            <p:ph type="pic" idx="23" sz="quarter"/>
          </p:nvPr>
        </p:nvPicPr>
        <p:blipFill>
          <a:blip r:embed="rId4"/>
          <a:srcRect/>
          <a:stretch>
            <a:fillRect/>
          </a:stretch>
        </p:blipFill>
        <p:spPr>
          <a:xfrm>
            <a:off x="0" y="0"/>
            <a:ext cx="9144000" cy="5715000"/>
          </a:xfrm>
        </p:spPr>
      </p:pic>
      <p:sp>
        <p:nvSpPr>
          <p:cNvPr id="3" name="Text Placeholder 2"/>
          <p:cNvSpPr>
            <a:spLocks noGrp="1"/>
          </p:cNvSpPr>
          <p:nvPr>
            <p:ph type="body" idx="19" sz="quarter"/>
          </p:nvPr>
        </p:nvSpPr>
        <p:spPr>
          <a:xfrm>
            <a:off x="0" y="5166360"/>
            <a:ext cx="9144000" cy="548640"/>
          </a:xfrm>
        </p:spPr>
        <p:txBody>
          <a:bodyPr/>
          <a:lstStyle/>
          <a:p>
            <a:r>
              <a:t> 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4" sz="quarter"/>
          </p:nvPr>
        </p:nvSpPr>
        <p:spPr>
          <a:xfrm>
            <a:off x="-228600" y="5257800"/>
            <a:ext cx="914400" cy="365760"/>
          </a:xfrm>
          <a:noFill/>
        </p:spPr>
        <p:txBody>
          <a:bodyPr/>
          <a:lstStyle/>
          <a:p>
            <a:r>
              <a:t>103</a:t>
            </a:r>
          </a:p>
        </p:txBody>
      </p:sp>
      <p:pic>
        <p:nvPicPr>
          <p:cNvPr id="5" name="Picture Placeholder 4" descr="eh-circle.png"/>
          <p:cNvPicPr>
            <a:picLocks noGrp="1" noChangeAspect="1"/>
          </p:cNvPicPr>
          <p:nvPr>
            <p:ph type="pic" idx="25" sz="quarter"/>
          </p:nvPr>
        </p:nvPicPr>
        <p:blipFill>
          <a:blip r:embed="rId2"/>
          <a:srcRect t="526" b="526"/>
          <a:stretch>
            <a:fillRect/>
          </a:stretch>
        </p:blipFill>
        <p:spPr>
          <a:xfrm>
            <a:off x="731520" y="5257800"/>
            <a:ext cx="365760" cy="361915"/>
          </a:xfrm>
        </p:spPr>
      </p:pic>
      <p:sp>
        <p:nvSpPr>
          <p:cNvPr id="6" name="Text Placeholder 5"/>
          <p:cNvSpPr>
            <a:spLocks noGrp="1"/>
          </p:cNvSpPr>
          <p:nvPr>
            <p:ph type="body" idx="16" sz="quarter"/>
          </p:nvPr>
        </p:nvSpPr>
        <p:spPr>
          <a:xfrm>
            <a:off x="1188720" y="5212080"/>
            <a:ext cx="7315200" cy="361915"/>
          </a:xfrm>
        </p:spPr>
        <p:txBody>
          <a:bodyPr/>
          <a:lstStyle/>
          <a:p>
            <a:r>
              <a:rPr sz="1600" b="1">
                <a:solidFill>
                  <a:srgbClr val="FFFFFF"/>
                </a:solidFill>
                <a:latin typeface="Avenir Next LT Pro"/>
              </a:rPr>
              <a:t>BEHOLD OUR GOD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7" sz="quarter"/>
          </p:nvPr>
        </p:nvSpPr>
        <p:spPr>
          <a:xfrm>
            <a:off x="1280160" y="5486400"/>
            <a:ext cx="7315200" cy="180975"/>
          </a:xfrm>
        </p:spPr>
        <p:txBody>
          <a:bodyPr tIns="0" bIns="0"/>
          <a:lstStyle/>
          <a:p>
            <a:r>
              <a:rPr sz="800" b="0">
                <a:solidFill>
                  <a:srgbClr val="FFFFFF"/>
                </a:solidFill>
                <a:latin typeface="Avenir Next LT Pro"/>
              </a:rPr>
              <a:t>© 2015 R.J. Stevens Music, LLC</a:t>
            </a:r>
          </a:p>
        </p:txBody>
      </p:sp>
      <p:pic>
        <p:nvPicPr>
          <p:cNvPr id="9" name="Picture Placeholder 8" descr="eh-103-05.png"/>
          <p:cNvPicPr>
            <a:picLocks noGrp="1" noChangeAspect="1"/>
          </p:cNvPicPr>
          <p:nvPr>
            <p:ph type="pic" idx="10" sz="quarter"/>
          </p:nvPr>
        </p:nvPicPr>
        <p:blipFill>
          <a:blip r:embed="rId3"/>
          <a:srcRect l="0" r="0"/>
          <a:stretch>
            <a:fillRect/>
          </a:stretch>
        </p:blipFill>
        <p:spPr>
          <a:xfrm>
            <a:off x="731520" y="91440"/>
            <a:ext cx="7325098" cy="4572000"/>
          </a:xfrm>
        </p:spPr>
      </p:pic>
      <p:pic>
        <p:nvPicPr>
          <p:cNvPr id="10" name="Picture Placeholder 9" descr="eh-circle.png"/>
          <p:cNvPicPr>
            <a:picLocks noGrp="1" noChangeAspect="1"/>
          </p:cNvPicPr>
          <p:nvPr>
            <p:ph type="pic" idx="20" sz="quarter"/>
          </p:nvPr>
        </p:nvPicPr>
        <p:blipFill>
          <a:blip r:embed="rId2"/>
          <a:srcRect t="219" b="219"/>
          <a:stretch>
            <a:fillRect/>
          </a:stretch>
        </p:blipFill>
        <p:spPr>
          <a:xfrm>
            <a:off x="8595360" y="5257800"/>
            <a:ext cx="367371" cy="365760"/>
          </a:xfrm>
        </p:spPr>
      </p:pic>
      <p:sp>
        <p:nvSpPr>
          <p:cNvPr id="14" name="Text Placeholder 13"/>
          <p:cNvSpPr>
            <a:spLocks noGrp="1"/>
          </p:cNvSpPr>
          <p:nvPr>
            <p:ph type="body" idx="26" sz="quarter"/>
          </p:nvPr>
        </p:nvSpPr>
        <p:spPr>
          <a:xfrm>
            <a:off x="228600" y="608076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1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27" sz="quarter"/>
          </p:nvPr>
        </p:nvSpPr>
        <p:spPr>
          <a:xfrm>
            <a:off x="228600" y="1046988"/>
            <a:ext cx="365760" cy="365760"/>
          </a:xfrm>
          <a:solidFill>
            <a:srgbClr val="1C81B9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2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idx="28" sz="quarter"/>
          </p:nvPr>
        </p:nvSpPr>
        <p:spPr>
          <a:xfrm>
            <a:off x="228600" y="1485900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3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song-beige-blur.jpg"/>
          <p:cNvPicPr>
            <a:picLocks noGrp="1" noChangeAspect="1"/>
          </p:cNvPicPr>
          <p:nvPr>
            <p:ph type="pic" idx="23" sz="quarter"/>
          </p:nvPr>
        </p:nvPicPr>
        <p:blipFill>
          <a:blip r:embed="rId4"/>
          <a:srcRect/>
          <a:stretch>
            <a:fillRect/>
          </a:stretch>
        </p:blipFill>
        <p:spPr>
          <a:xfrm>
            <a:off x="0" y="0"/>
            <a:ext cx="9144000" cy="5715000"/>
          </a:xfrm>
        </p:spPr>
      </p:pic>
      <p:sp>
        <p:nvSpPr>
          <p:cNvPr id="3" name="Text Placeholder 2"/>
          <p:cNvSpPr>
            <a:spLocks noGrp="1"/>
          </p:cNvSpPr>
          <p:nvPr>
            <p:ph type="body" idx="19" sz="quarter"/>
          </p:nvPr>
        </p:nvSpPr>
        <p:spPr>
          <a:xfrm>
            <a:off x="0" y="5166360"/>
            <a:ext cx="9144000" cy="548640"/>
          </a:xfrm>
        </p:spPr>
        <p:txBody>
          <a:bodyPr/>
          <a:lstStyle/>
          <a:p>
            <a:r>
              <a:t> 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4" sz="quarter"/>
          </p:nvPr>
        </p:nvSpPr>
        <p:spPr>
          <a:xfrm>
            <a:off x="-228600" y="5257800"/>
            <a:ext cx="914400" cy="365760"/>
          </a:xfrm>
          <a:noFill/>
        </p:spPr>
        <p:txBody>
          <a:bodyPr/>
          <a:lstStyle/>
          <a:p>
            <a:r>
              <a:t>103</a:t>
            </a:r>
          </a:p>
        </p:txBody>
      </p:sp>
      <p:pic>
        <p:nvPicPr>
          <p:cNvPr id="5" name="Picture Placeholder 4" descr="eh-circle.png"/>
          <p:cNvPicPr>
            <a:picLocks noGrp="1" noChangeAspect="1"/>
          </p:cNvPicPr>
          <p:nvPr>
            <p:ph type="pic" idx="25" sz="quarter"/>
          </p:nvPr>
        </p:nvPicPr>
        <p:blipFill>
          <a:blip r:embed="rId2"/>
          <a:srcRect t="526" b="526"/>
          <a:stretch>
            <a:fillRect/>
          </a:stretch>
        </p:blipFill>
        <p:spPr>
          <a:xfrm>
            <a:off x="731520" y="5257800"/>
            <a:ext cx="365760" cy="361915"/>
          </a:xfrm>
        </p:spPr>
      </p:pic>
      <p:sp>
        <p:nvSpPr>
          <p:cNvPr id="6" name="Text Placeholder 5"/>
          <p:cNvSpPr>
            <a:spLocks noGrp="1"/>
          </p:cNvSpPr>
          <p:nvPr>
            <p:ph type="body" idx="16" sz="quarter"/>
          </p:nvPr>
        </p:nvSpPr>
        <p:spPr>
          <a:xfrm>
            <a:off x="1188720" y="5212080"/>
            <a:ext cx="7315200" cy="361915"/>
          </a:xfrm>
        </p:spPr>
        <p:txBody>
          <a:bodyPr/>
          <a:lstStyle/>
          <a:p>
            <a:r>
              <a:rPr sz="1600" b="1">
                <a:solidFill>
                  <a:srgbClr val="FFFFFF"/>
                </a:solidFill>
                <a:latin typeface="Avenir Next LT Pro"/>
              </a:rPr>
              <a:t>BEHOLD OUR GOD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7" sz="quarter"/>
          </p:nvPr>
        </p:nvSpPr>
        <p:spPr>
          <a:xfrm>
            <a:off x="1280160" y="5486400"/>
            <a:ext cx="7315200" cy="180975"/>
          </a:xfrm>
        </p:spPr>
        <p:txBody>
          <a:bodyPr tIns="0" bIns="0"/>
          <a:lstStyle/>
          <a:p>
            <a:r>
              <a:rPr sz="800" b="0">
                <a:solidFill>
                  <a:srgbClr val="FFFFFF"/>
                </a:solidFill>
                <a:latin typeface="Avenir Next LT Pro"/>
              </a:rPr>
              <a:t>© 2015 R.J. Stevens Music, LLC</a:t>
            </a:r>
          </a:p>
        </p:txBody>
      </p:sp>
      <p:pic>
        <p:nvPicPr>
          <p:cNvPr id="9" name="Picture Placeholder 8" descr="eh-103-06.png"/>
          <p:cNvPicPr>
            <a:picLocks noGrp="1" noChangeAspect="1"/>
          </p:cNvPicPr>
          <p:nvPr>
            <p:ph type="pic" idx="10" sz="quarter"/>
          </p:nvPr>
        </p:nvPicPr>
        <p:blipFill>
          <a:blip r:embed="rId3"/>
          <a:srcRect l="0" r="0"/>
          <a:stretch>
            <a:fillRect/>
          </a:stretch>
        </p:blipFill>
        <p:spPr>
          <a:xfrm>
            <a:off x="731520" y="91440"/>
            <a:ext cx="7325098" cy="4572000"/>
          </a:xfrm>
        </p:spPr>
      </p:pic>
      <p:pic>
        <p:nvPicPr>
          <p:cNvPr id="10" name="Picture Placeholder 9" descr="eh-circle.png"/>
          <p:cNvPicPr>
            <a:picLocks noGrp="1" noChangeAspect="1"/>
          </p:cNvPicPr>
          <p:nvPr>
            <p:ph type="pic" idx="20" sz="quarter"/>
          </p:nvPr>
        </p:nvPicPr>
        <p:blipFill>
          <a:blip r:embed="rId2"/>
          <a:srcRect t="219" b="219"/>
          <a:stretch>
            <a:fillRect/>
          </a:stretch>
        </p:blipFill>
        <p:spPr>
          <a:xfrm>
            <a:off x="8595360" y="5257800"/>
            <a:ext cx="367371" cy="365760"/>
          </a:xfrm>
        </p:spPr>
      </p:pic>
      <p:sp>
        <p:nvSpPr>
          <p:cNvPr id="14" name="Text Placeholder 13"/>
          <p:cNvSpPr>
            <a:spLocks noGrp="1"/>
          </p:cNvSpPr>
          <p:nvPr>
            <p:ph type="body" idx="26" sz="quarter"/>
          </p:nvPr>
        </p:nvSpPr>
        <p:spPr>
          <a:xfrm>
            <a:off x="228600" y="608076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1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27" sz="quarter"/>
          </p:nvPr>
        </p:nvSpPr>
        <p:spPr>
          <a:xfrm>
            <a:off x="228600" y="1046988"/>
            <a:ext cx="365760" cy="365760"/>
          </a:xfrm>
          <a:solidFill>
            <a:srgbClr val="1C81B9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2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idx="28" sz="quarter"/>
          </p:nvPr>
        </p:nvSpPr>
        <p:spPr>
          <a:xfrm>
            <a:off x="228600" y="1485900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3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song-beige-blur.jpg"/>
          <p:cNvPicPr>
            <a:picLocks noGrp="1" noChangeAspect="1"/>
          </p:cNvPicPr>
          <p:nvPr>
            <p:ph type="pic" idx="23" sz="quarter"/>
          </p:nvPr>
        </p:nvPicPr>
        <p:blipFill>
          <a:blip r:embed="rId4"/>
          <a:srcRect/>
          <a:stretch>
            <a:fillRect/>
          </a:stretch>
        </p:blipFill>
        <p:spPr>
          <a:xfrm>
            <a:off x="0" y="0"/>
            <a:ext cx="9144000" cy="5715000"/>
          </a:xfrm>
        </p:spPr>
      </p:pic>
      <p:sp>
        <p:nvSpPr>
          <p:cNvPr id="3" name="Text Placeholder 2"/>
          <p:cNvSpPr>
            <a:spLocks noGrp="1"/>
          </p:cNvSpPr>
          <p:nvPr>
            <p:ph type="body" idx="19" sz="quarter"/>
          </p:nvPr>
        </p:nvSpPr>
        <p:spPr>
          <a:xfrm>
            <a:off x="0" y="5166360"/>
            <a:ext cx="9144000" cy="548640"/>
          </a:xfrm>
        </p:spPr>
        <p:txBody>
          <a:bodyPr/>
          <a:lstStyle/>
          <a:p>
            <a:r>
              <a:t> 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4" sz="quarter"/>
          </p:nvPr>
        </p:nvSpPr>
        <p:spPr>
          <a:xfrm>
            <a:off x="-228600" y="5257800"/>
            <a:ext cx="914400" cy="365760"/>
          </a:xfrm>
          <a:noFill/>
        </p:spPr>
        <p:txBody>
          <a:bodyPr/>
          <a:lstStyle/>
          <a:p>
            <a:r>
              <a:t>103</a:t>
            </a:r>
          </a:p>
        </p:txBody>
      </p:sp>
      <p:pic>
        <p:nvPicPr>
          <p:cNvPr id="5" name="Picture Placeholder 4" descr="eh-circle.png"/>
          <p:cNvPicPr>
            <a:picLocks noGrp="1" noChangeAspect="1"/>
          </p:cNvPicPr>
          <p:nvPr>
            <p:ph type="pic" idx="25" sz="quarter"/>
          </p:nvPr>
        </p:nvPicPr>
        <p:blipFill>
          <a:blip r:embed="rId2"/>
          <a:srcRect t="526" b="526"/>
          <a:stretch>
            <a:fillRect/>
          </a:stretch>
        </p:blipFill>
        <p:spPr>
          <a:xfrm>
            <a:off x="731520" y="5257800"/>
            <a:ext cx="365760" cy="361915"/>
          </a:xfrm>
        </p:spPr>
      </p:pic>
      <p:sp>
        <p:nvSpPr>
          <p:cNvPr id="6" name="Text Placeholder 5"/>
          <p:cNvSpPr>
            <a:spLocks noGrp="1"/>
          </p:cNvSpPr>
          <p:nvPr>
            <p:ph type="body" idx="16" sz="quarter"/>
          </p:nvPr>
        </p:nvSpPr>
        <p:spPr>
          <a:xfrm>
            <a:off x="1188720" y="5212080"/>
            <a:ext cx="7315200" cy="361915"/>
          </a:xfrm>
        </p:spPr>
        <p:txBody>
          <a:bodyPr/>
          <a:lstStyle/>
          <a:p>
            <a:r>
              <a:rPr sz="1600" b="1">
                <a:solidFill>
                  <a:srgbClr val="FFFFFF"/>
                </a:solidFill>
                <a:latin typeface="Avenir Next LT Pro"/>
              </a:rPr>
              <a:t>BEHOLD OUR GOD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7" sz="quarter"/>
          </p:nvPr>
        </p:nvSpPr>
        <p:spPr>
          <a:xfrm>
            <a:off x="1280160" y="5486400"/>
            <a:ext cx="7315200" cy="180975"/>
          </a:xfrm>
        </p:spPr>
        <p:txBody>
          <a:bodyPr tIns="0" bIns="0"/>
          <a:lstStyle/>
          <a:p>
            <a:r>
              <a:rPr sz="800" b="0">
                <a:solidFill>
                  <a:srgbClr val="FFFFFF"/>
                </a:solidFill>
                <a:latin typeface="Avenir Next LT Pro"/>
              </a:rPr>
              <a:t>© 2015 R.J. Stevens Music, LLC</a:t>
            </a:r>
          </a:p>
        </p:txBody>
      </p:sp>
      <p:pic>
        <p:nvPicPr>
          <p:cNvPr id="9" name="Picture Placeholder 8" descr="eh-103-07.png"/>
          <p:cNvPicPr>
            <a:picLocks noGrp="1" noChangeAspect="1"/>
          </p:cNvPicPr>
          <p:nvPr>
            <p:ph type="pic" idx="10" sz="quarter"/>
          </p:nvPr>
        </p:nvPicPr>
        <p:blipFill>
          <a:blip r:embed="rId3"/>
          <a:srcRect l="0" r="0"/>
          <a:stretch>
            <a:fillRect/>
          </a:stretch>
        </p:blipFill>
        <p:spPr>
          <a:xfrm>
            <a:off x="731520" y="91440"/>
            <a:ext cx="7325098" cy="4572000"/>
          </a:xfrm>
        </p:spPr>
      </p:pic>
      <p:pic>
        <p:nvPicPr>
          <p:cNvPr id="10" name="Picture Placeholder 9" descr="eh-circle.png"/>
          <p:cNvPicPr>
            <a:picLocks noGrp="1" noChangeAspect="1"/>
          </p:cNvPicPr>
          <p:nvPr>
            <p:ph type="pic" idx="20" sz="quarter"/>
          </p:nvPr>
        </p:nvPicPr>
        <p:blipFill>
          <a:blip r:embed="rId2"/>
          <a:srcRect t="219" b="219"/>
          <a:stretch>
            <a:fillRect/>
          </a:stretch>
        </p:blipFill>
        <p:spPr>
          <a:xfrm>
            <a:off x="8595360" y="5257800"/>
            <a:ext cx="367371" cy="365760"/>
          </a:xfrm>
        </p:spPr>
      </p:pic>
      <p:sp>
        <p:nvSpPr>
          <p:cNvPr id="14" name="Text Placeholder 13"/>
          <p:cNvSpPr>
            <a:spLocks noGrp="1"/>
          </p:cNvSpPr>
          <p:nvPr>
            <p:ph type="body" idx="26" sz="quarter"/>
          </p:nvPr>
        </p:nvSpPr>
        <p:spPr>
          <a:xfrm>
            <a:off x="228600" y="608076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1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27" sz="quarter"/>
          </p:nvPr>
        </p:nvSpPr>
        <p:spPr>
          <a:xfrm>
            <a:off x="228600" y="1046988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2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idx="28" sz="quarter"/>
          </p:nvPr>
        </p:nvSpPr>
        <p:spPr>
          <a:xfrm>
            <a:off x="228600" y="1485900"/>
            <a:ext cx="365760" cy="365760"/>
          </a:xfrm>
          <a:solidFill>
            <a:srgbClr val="1C81B9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song-beige-blur.jpg"/>
          <p:cNvPicPr>
            <a:picLocks noGrp="1" noChangeAspect="1"/>
          </p:cNvPicPr>
          <p:nvPr>
            <p:ph type="pic" idx="23" sz="quarter"/>
          </p:nvPr>
        </p:nvPicPr>
        <p:blipFill>
          <a:blip r:embed="rId4"/>
          <a:srcRect/>
          <a:stretch>
            <a:fillRect/>
          </a:stretch>
        </p:blipFill>
        <p:spPr>
          <a:xfrm>
            <a:off x="0" y="0"/>
            <a:ext cx="9144000" cy="5715000"/>
          </a:xfrm>
        </p:spPr>
      </p:pic>
      <p:sp>
        <p:nvSpPr>
          <p:cNvPr id="3" name="Text Placeholder 2"/>
          <p:cNvSpPr>
            <a:spLocks noGrp="1"/>
          </p:cNvSpPr>
          <p:nvPr>
            <p:ph type="body" idx="19" sz="quarter"/>
          </p:nvPr>
        </p:nvSpPr>
        <p:spPr>
          <a:xfrm>
            <a:off x="0" y="5166360"/>
            <a:ext cx="9144000" cy="548640"/>
          </a:xfrm>
        </p:spPr>
        <p:txBody>
          <a:bodyPr/>
          <a:lstStyle/>
          <a:p>
            <a:r>
              <a:t> 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4" sz="quarter"/>
          </p:nvPr>
        </p:nvSpPr>
        <p:spPr>
          <a:xfrm>
            <a:off x="-228600" y="5257800"/>
            <a:ext cx="914400" cy="365760"/>
          </a:xfrm>
          <a:noFill/>
        </p:spPr>
        <p:txBody>
          <a:bodyPr/>
          <a:lstStyle/>
          <a:p>
            <a:r>
              <a:t>103</a:t>
            </a:r>
          </a:p>
        </p:txBody>
      </p:sp>
      <p:pic>
        <p:nvPicPr>
          <p:cNvPr id="5" name="Picture Placeholder 4" descr="eh-circle.png"/>
          <p:cNvPicPr>
            <a:picLocks noGrp="1" noChangeAspect="1"/>
          </p:cNvPicPr>
          <p:nvPr>
            <p:ph type="pic" idx="25" sz="quarter"/>
          </p:nvPr>
        </p:nvPicPr>
        <p:blipFill>
          <a:blip r:embed="rId2"/>
          <a:srcRect t="526" b="526"/>
          <a:stretch>
            <a:fillRect/>
          </a:stretch>
        </p:blipFill>
        <p:spPr>
          <a:xfrm>
            <a:off x="731520" y="5257800"/>
            <a:ext cx="365760" cy="361915"/>
          </a:xfrm>
        </p:spPr>
      </p:pic>
      <p:sp>
        <p:nvSpPr>
          <p:cNvPr id="6" name="Text Placeholder 5"/>
          <p:cNvSpPr>
            <a:spLocks noGrp="1"/>
          </p:cNvSpPr>
          <p:nvPr>
            <p:ph type="body" idx="16" sz="quarter"/>
          </p:nvPr>
        </p:nvSpPr>
        <p:spPr>
          <a:xfrm>
            <a:off x="1188720" y="5212080"/>
            <a:ext cx="7315200" cy="361915"/>
          </a:xfrm>
        </p:spPr>
        <p:txBody>
          <a:bodyPr/>
          <a:lstStyle/>
          <a:p>
            <a:r>
              <a:rPr sz="1600" b="1">
                <a:solidFill>
                  <a:srgbClr val="FFFFFF"/>
                </a:solidFill>
                <a:latin typeface="Avenir Next LT Pro"/>
              </a:rPr>
              <a:t>BEHOLD OUR GOD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7" sz="quarter"/>
          </p:nvPr>
        </p:nvSpPr>
        <p:spPr>
          <a:xfrm>
            <a:off x="1280160" y="5486400"/>
            <a:ext cx="7315200" cy="180975"/>
          </a:xfrm>
        </p:spPr>
        <p:txBody>
          <a:bodyPr tIns="0" bIns="0"/>
          <a:lstStyle/>
          <a:p>
            <a:r>
              <a:rPr sz="800" b="0">
                <a:solidFill>
                  <a:srgbClr val="FFFFFF"/>
                </a:solidFill>
                <a:latin typeface="Avenir Next LT Pro"/>
              </a:rPr>
              <a:t>© 2015 R.J. Stevens Music, LLC</a:t>
            </a:r>
          </a:p>
        </p:txBody>
      </p:sp>
      <p:pic>
        <p:nvPicPr>
          <p:cNvPr id="9" name="Picture Placeholder 8" descr="eh-103-08.png"/>
          <p:cNvPicPr>
            <a:picLocks noGrp="1" noChangeAspect="1"/>
          </p:cNvPicPr>
          <p:nvPr>
            <p:ph type="pic" idx="10" sz="quarter"/>
          </p:nvPr>
        </p:nvPicPr>
        <p:blipFill>
          <a:blip r:embed="rId3"/>
          <a:srcRect l="0" r="0"/>
          <a:stretch>
            <a:fillRect/>
          </a:stretch>
        </p:blipFill>
        <p:spPr>
          <a:xfrm>
            <a:off x="731520" y="91440"/>
            <a:ext cx="7325098" cy="4572000"/>
          </a:xfrm>
        </p:spPr>
      </p:pic>
      <p:pic>
        <p:nvPicPr>
          <p:cNvPr id="10" name="Picture Placeholder 9" descr="eh-circle.png"/>
          <p:cNvPicPr>
            <a:picLocks noGrp="1" noChangeAspect="1"/>
          </p:cNvPicPr>
          <p:nvPr>
            <p:ph type="pic" idx="20" sz="quarter"/>
          </p:nvPr>
        </p:nvPicPr>
        <p:blipFill>
          <a:blip r:embed="rId2"/>
          <a:srcRect t="219" b="219"/>
          <a:stretch>
            <a:fillRect/>
          </a:stretch>
        </p:blipFill>
        <p:spPr>
          <a:xfrm>
            <a:off x="8595360" y="5257800"/>
            <a:ext cx="367371" cy="365760"/>
          </a:xfrm>
        </p:spPr>
      </p:pic>
      <p:sp>
        <p:nvSpPr>
          <p:cNvPr id="14" name="Text Placeholder 13"/>
          <p:cNvSpPr>
            <a:spLocks noGrp="1"/>
          </p:cNvSpPr>
          <p:nvPr>
            <p:ph type="body" idx="26" sz="quarter"/>
          </p:nvPr>
        </p:nvSpPr>
        <p:spPr>
          <a:xfrm>
            <a:off x="228600" y="608076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1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27" sz="quarter"/>
          </p:nvPr>
        </p:nvSpPr>
        <p:spPr>
          <a:xfrm>
            <a:off x="228600" y="1046988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2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idx="28" sz="quarter"/>
          </p:nvPr>
        </p:nvSpPr>
        <p:spPr>
          <a:xfrm>
            <a:off x="228600" y="1485900"/>
            <a:ext cx="365760" cy="365760"/>
          </a:xfrm>
          <a:solidFill>
            <a:srgbClr val="1C81B9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3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song-beige-blur.jpg"/>
          <p:cNvPicPr>
            <a:picLocks noGrp="1" noChangeAspect="1"/>
          </p:cNvPicPr>
          <p:nvPr>
            <p:ph type="pic" idx="23" sz="quarter"/>
          </p:nvPr>
        </p:nvPicPr>
        <p:blipFill>
          <a:blip r:embed="rId4"/>
          <a:srcRect/>
          <a:stretch>
            <a:fillRect/>
          </a:stretch>
        </p:blipFill>
        <p:spPr>
          <a:xfrm>
            <a:off x="0" y="0"/>
            <a:ext cx="9144000" cy="5715000"/>
          </a:xfrm>
        </p:spPr>
      </p:pic>
      <p:sp>
        <p:nvSpPr>
          <p:cNvPr id="3" name="Text Placeholder 2"/>
          <p:cNvSpPr>
            <a:spLocks noGrp="1"/>
          </p:cNvSpPr>
          <p:nvPr>
            <p:ph type="body" idx="19" sz="quarter"/>
          </p:nvPr>
        </p:nvSpPr>
        <p:spPr>
          <a:xfrm>
            <a:off x="0" y="5166360"/>
            <a:ext cx="9144000" cy="548640"/>
          </a:xfrm>
        </p:spPr>
        <p:txBody>
          <a:bodyPr/>
          <a:lstStyle/>
          <a:p>
            <a:r>
              <a:t> 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4" sz="quarter"/>
          </p:nvPr>
        </p:nvSpPr>
        <p:spPr>
          <a:xfrm>
            <a:off x="-228600" y="5257800"/>
            <a:ext cx="914400" cy="365760"/>
          </a:xfrm>
          <a:noFill/>
        </p:spPr>
        <p:txBody>
          <a:bodyPr/>
          <a:lstStyle/>
          <a:p>
            <a:r>
              <a:t>103</a:t>
            </a:r>
          </a:p>
        </p:txBody>
      </p:sp>
      <p:pic>
        <p:nvPicPr>
          <p:cNvPr id="5" name="Picture Placeholder 4" descr="eh-circle.png"/>
          <p:cNvPicPr>
            <a:picLocks noGrp="1" noChangeAspect="1"/>
          </p:cNvPicPr>
          <p:nvPr>
            <p:ph type="pic" idx="25" sz="quarter"/>
          </p:nvPr>
        </p:nvPicPr>
        <p:blipFill>
          <a:blip r:embed="rId2"/>
          <a:srcRect t="526" b="526"/>
          <a:stretch>
            <a:fillRect/>
          </a:stretch>
        </p:blipFill>
        <p:spPr>
          <a:xfrm>
            <a:off x="731520" y="5257800"/>
            <a:ext cx="365760" cy="361915"/>
          </a:xfrm>
        </p:spPr>
      </p:pic>
      <p:sp>
        <p:nvSpPr>
          <p:cNvPr id="6" name="Text Placeholder 5"/>
          <p:cNvSpPr>
            <a:spLocks noGrp="1"/>
          </p:cNvSpPr>
          <p:nvPr>
            <p:ph type="body" idx="16" sz="quarter"/>
          </p:nvPr>
        </p:nvSpPr>
        <p:spPr>
          <a:xfrm>
            <a:off x="1188720" y="5212080"/>
            <a:ext cx="7315200" cy="361915"/>
          </a:xfrm>
        </p:spPr>
        <p:txBody>
          <a:bodyPr/>
          <a:lstStyle/>
          <a:p>
            <a:r>
              <a:rPr sz="1600" b="1">
                <a:solidFill>
                  <a:srgbClr val="FFFFFF"/>
                </a:solidFill>
                <a:latin typeface="Avenir Next LT Pro"/>
              </a:rPr>
              <a:t>BEHOLD OUR GOD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7" sz="quarter"/>
          </p:nvPr>
        </p:nvSpPr>
        <p:spPr>
          <a:xfrm>
            <a:off x="1280160" y="5486400"/>
            <a:ext cx="7315200" cy="180975"/>
          </a:xfrm>
        </p:spPr>
        <p:txBody>
          <a:bodyPr tIns="0" bIns="0"/>
          <a:lstStyle/>
          <a:p>
            <a:r>
              <a:rPr sz="800" b="0">
                <a:solidFill>
                  <a:srgbClr val="FFFFFF"/>
                </a:solidFill>
                <a:latin typeface="Avenir Next LT Pro"/>
              </a:rPr>
              <a:t>© 2015 R.J. Stevens Music, LLC</a:t>
            </a:r>
          </a:p>
        </p:txBody>
      </p:sp>
      <p:pic>
        <p:nvPicPr>
          <p:cNvPr id="9" name="Picture Placeholder 8" descr="eh-103-09.png"/>
          <p:cNvPicPr>
            <a:picLocks noGrp="1" noChangeAspect="1"/>
          </p:cNvPicPr>
          <p:nvPr>
            <p:ph type="pic" idx="10" sz="quarter"/>
          </p:nvPr>
        </p:nvPicPr>
        <p:blipFill>
          <a:blip r:embed="rId3"/>
          <a:srcRect l="0" r="0"/>
          <a:stretch>
            <a:fillRect/>
          </a:stretch>
        </p:blipFill>
        <p:spPr>
          <a:xfrm>
            <a:off x="731520" y="91440"/>
            <a:ext cx="7325098" cy="4572000"/>
          </a:xfrm>
        </p:spPr>
      </p:pic>
      <p:pic>
        <p:nvPicPr>
          <p:cNvPr id="10" name="Picture Placeholder 9" descr="eh-circle.png"/>
          <p:cNvPicPr>
            <a:picLocks noGrp="1" noChangeAspect="1"/>
          </p:cNvPicPr>
          <p:nvPr>
            <p:ph type="pic" idx="20" sz="quarter"/>
          </p:nvPr>
        </p:nvPicPr>
        <p:blipFill>
          <a:blip r:embed="rId2"/>
          <a:srcRect t="219" b="219"/>
          <a:stretch>
            <a:fillRect/>
          </a:stretch>
        </p:blipFill>
        <p:spPr>
          <a:xfrm>
            <a:off x="8595360" y="5257800"/>
            <a:ext cx="367371" cy="365760"/>
          </a:xfrm>
        </p:spPr>
      </p:pic>
      <p:sp>
        <p:nvSpPr>
          <p:cNvPr id="14" name="Text Placeholder 13"/>
          <p:cNvSpPr>
            <a:spLocks noGrp="1"/>
          </p:cNvSpPr>
          <p:nvPr>
            <p:ph type="body" idx="26" sz="quarter"/>
          </p:nvPr>
        </p:nvSpPr>
        <p:spPr>
          <a:xfrm>
            <a:off x="228600" y="608076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1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27" sz="quarter"/>
          </p:nvPr>
        </p:nvSpPr>
        <p:spPr>
          <a:xfrm>
            <a:off x="228600" y="1046988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2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idx="28" sz="quarter"/>
          </p:nvPr>
        </p:nvSpPr>
        <p:spPr>
          <a:xfrm>
            <a:off x="228600" y="1485900"/>
            <a:ext cx="365760" cy="365760"/>
          </a:xfrm>
          <a:solidFill>
            <a:srgbClr val="1C81B9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3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song-beige-blur.jpg"/>
          <p:cNvPicPr>
            <a:picLocks noGrp="1" noChangeAspect="1"/>
          </p:cNvPicPr>
          <p:nvPr>
            <p:ph type="pic" idx="23" sz="quarter"/>
          </p:nvPr>
        </p:nvPicPr>
        <p:blipFill>
          <a:blip r:embed="rId4"/>
          <a:srcRect/>
          <a:stretch>
            <a:fillRect/>
          </a:stretch>
        </p:blipFill>
        <p:spPr>
          <a:xfrm>
            <a:off x="0" y="0"/>
            <a:ext cx="9144000" cy="5715000"/>
          </a:xfrm>
        </p:spPr>
      </p:pic>
      <p:sp>
        <p:nvSpPr>
          <p:cNvPr id="3" name="Text Placeholder 2"/>
          <p:cNvSpPr>
            <a:spLocks noGrp="1"/>
          </p:cNvSpPr>
          <p:nvPr>
            <p:ph type="body" idx="19" sz="quarter"/>
          </p:nvPr>
        </p:nvSpPr>
        <p:spPr>
          <a:xfrm>
            <a:off x="0" y="5166360"/>
            <a:ext cx="9144000" cy="548640"/>
          </a:xfrm>
        </p:spPr>
        <p:txBody>
          <a:bodyPr/>
          <a:lstStyle/>
          <a:p>
            <a:r>
              <a:t> 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4" sz="quarter"/>
          </p:nvPr>
        </p:nvSpPr>
        <p:spPr>
          <a:xfrm>
            <a:off x="-228600" y="5257800"/>
            <a:ext cx="914400" cy="365760"/>
          </a:xfrm>
          <a:noFill/>
        </p:spPr>
        <p:txBody>
          <a:bodyPr/>
          <a:lstStyle/>
          <a:p>
            <a:r>
              <a:t>103</a:t>
            </a:r>
          </a:p>
        </p:txBody>
      </p:sp>
      <p:pic>
        <p:nvPicPr>
          <p:cNvPr id="5" name="Picture Placeholder 4" descr="eh-circle.png"/>
          <p:cNvPicPr>
            <a:picLocks noGrp="1" noChangeAspect="1"/>
          </p:cNvPicPr>
          <p:nvPr>
            <p:ph type="pic" idx="25" sz="quarter"/>
          </p:nvPr>
        </p:nvPicPr>
        <p:blipFill>
          <a:blip r:embed="rId2"/>
          <a:srcRect t="526" b="526"/>
          <a:stretch>
            <a:fillRect/>
          </a:stretch>
        </p:blipFill>
        <p:spPr>
          <a:xfrm>
            <a:off x="731520" y="5257800"/>
            <a:ext cx="365760" cy="361915"/>
          </a:xfrm>
        </p:spPr>
      </p:pic>
      <p:sp>
        <p:nvSpPr>
          <p:cNvPr id="6" name="Text Placeholder 5"/>
          <p:cNvSpPr>
            <a:spLocks noGrp="1"/>
          </p:cNvSpPr>
          <p:nvPr>
            <p:ph type="body" idx="16" sz="quarter"/>
          </p:nvPr>
        </p:nvSpPr>
        <p:spPr>
          <a:xfrm>
            <a:off x="1188720" y="5212080"/>
            <a:ext cx="7315200" cy="361915"/>
          </a:xfrm>
        </p:spPr>
        <p:txBody>
          <a:bodyPr/>
          <a:lstStyle/>
          <a:p>
            <a:r>
              <a:rPr sz="1600" b="1">
                <a:solidFill>
                  <a:srgbClr val="FFFFFF"/>
                </a:solidFill>
                <a:latin typeface="Avenir Next LT Pro"/>
              </a:rPr>
              <a:t>BEHOLD OUR GOD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7" sz="quarter"/>
          </p:nvPr>
        </p:nvSpPr>
        <p:spPr>
          <a:xfrm>
            <a:off x="1280160" y="5486400"/>
            <a:ext cx="7315200" cy="180975"/>
          </a:xfrm>
        </p:spPr>
        <p:txBody>
          <a:bodyPr tIns="0" bIns="0"/>
          <a:lstStyle/>
          <a:p>
            <a:r>
              <a:rPr sz="800" b="0">
                <a:solidFill>
                  <a:srgbClr val="FFFFFF"/>
                </a:solidFill>
                <a:latin typeface="Avenir Next LT Pro"/>
              </a:rPr>
              <a:t>© 2015 R.J. Stevens Music, LLC</a:t>
            </a:r>
          </a:p>
        </p:txBody>
      </p:sp>
      <p:pic>
        <p:nvPicPr>
          <p:cNvPr id="9" name="Picture Placeholder 8" descr="eh-103-10.png"/>
          <p:cNvPicPr>
            <a:picLocks noGrp="1" noChangeAspect="1"/>
          </p:cNvPicPr>
          <p:nvPr>
            <p:ph type="pic" idx="10" sz="quarter"/>
          </p:nvPr>
        </p:nvPicPr>
        <p:blipFill>
          <a:blip r:embed="rId3"/>
          <a:srcRect l="0" r="0"/>
          <a:stretch>
            <a:fillRect/>
          </a:stretch>
        </p:blipFill>
        <p:spPr>
          <a:xfrm>
            <a:off x="731520" y="91440"/>
            <a:ext cx="7325098" cy="4572000"/>
          </a:xfrm>
        </p:spPr>
      </p:pic>
      <p:pic>
        <p:nvPicPr>
          <p:cNvPr id="10" name="Picture Placeholder 9" descr="eh-circle.png"/>
          <p:cNvPicPr>
            <a:picLocks noGrp="1" noChangeAspect="1"/>
          </p:cNvPicPr>
          <p:nvPr>
            <p:ph type="pic" idx="20" sz="quarter"/>
          </p:nvPr>
        </p:nvPicPr>
        <p:blipFill>
          <a:blip r:embed="rId2"/>
          <a:srcRect t="219" b="219"/>
          <a:stretch>
            <a:fillRect/>
          </a:stretch>
        </p:blipFill>
        <p:spPr>
          <a:xfrm>
            <a:off x="8595360" y="5257800"/>
            <a:ext cx="367371" cy="365760"/>
          </a:xfrm>
        </p:spPr>
      </p:pic>
      <p:sp>
        <p:nvSpPr>
          <p:cNvPr id="14" name="Text Placeholder 13"/>
          <p:cNvSpPr>
            <a:spLocks noGrp="1"/>
          </p:cNvSpPr>
          <p:nvPr>
            <p:ph type="body" idx="26" sz="quarter"/>
          </p:nvPr>
        </p:nvSpPr>
        <p:spPr>
          <a:xfrm>
            <a:off x="228600" y="608076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1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27" sz="quarter"/>
          </p:nvPr>
        </p:nvSpPr>
        <p:spPr>
          <a:xfrm>
            <a:off x="228600" y="1046988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2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idx="28" sz="quarter"/>
          </p:nvPr>
        </p:nvSpPr>
        <p:spPr>
          <a:xfrm>
            <a:off x="228600" y="1485900"/>
            <a:ext cx="365760" cy="365760"/>
          </a:xfrm>
          <a:solidFill>
            <a:srgbClr val="1C81B9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3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song-beige.jp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/>
          <a:stretch>
            <a:fillRect/>
          </a:stretch>
        </p:blipFill>
        <p:spPr>
          <a:xfrm>
            <a:off x="0" y="0"/>
            <a:ext cx="9144000" cy="5715000"/>
          </a:xfrm>
        </p:spPr>
      </p:pic>
      <p:sp>
        <p:nvSpPr>
          <p:cNvPr id="3" name="Content Placeholder 2"/>
          <p:cNvSpPr>
            <a:spLocks noGrp="1"/>
          </p:cNvSpPr>
          <p:nvPr>
            <p:ph idx="17" sz="quarter"/>
          </p:nvPr>
        </p:nvSpPr>
        <p:spPr/>
        <p:txBody>
          <a:bodyPr/>
          <a:lstStyle/>
          <a:p>
            <a:r>
              <a:t>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8" sz="quarter"/>
          </p:nvPr>
        </p:nvSpPr>
        <p:spPr/>
        <p:txBody>
          <a:bodyPr/>
          <a:lstStyle/>
          <a:p>
            <a:r>
              <a:t>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2" sz="quarter"/>
          </p:nvPr>
        </p:nvSpPr>
        <p:spPr>
          <a:xfrm>
            <a:off x="4206240" y="617220"/>
            <a:ext cx="2286000" cy="914400"/>
          </a:xfrm>
        </p:spPr>
        <p:txBody>
          <a:bodyPr/>
          <a:lstStyle/>
          <a:p>
            <a:r>
              <a:rPr sz="6000">
                <a:latin typeface="Avenir Next LT Pro"/>
              </a:rPr>
              <a:t>613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3" sz="quarter"/>
          </p:nvPr>
        </p:nvSpPr>
        <p:spPr>
          <a:xfrm>
            <a:off x="3429000" y="1531620"/>
            <a:ext cx="3840480" cy="1645920"/>
          </a:xfrm>
        </p:spPr>
        <p:txBody>
          <a:bodyPr/>
          <a:lstStyle/>
          <a:p>
            <a:r>
              <a:rPr sz="3600">
                <a:latin typeface="Avenir Next LT Pro"/>
              </a:rPr>
              <a:t>TAKE MY LIFE, AND LET IT BE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5" sz="quarter"/>
          </p:nvPr>
        </p:nvSpPr>
        <p:spPr>
          <a:xfrm>
            <a:off x="3749039" y="3954780"/>
            <a:ext cx="3200400" cy="640080"/>
          </a:xfrm>
        </p:spPr>
        <p:txBody>
          <a:bodyPr/>
          <a:lstStyle/>
          <a:p>
            <a:r>
              <a:rPr sz="2400">
                <a:latin typeface="Avenir Next LT Pro"/>
              </a:rPr>
              <a:t>“SINGING...TO THE LORD”
COLOSSIANS 3:16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rPr sz="1200">
                <a:latin typeface="Avenir Next LT Pro"/>
              </a:rPr>
              <a:t>Words: Frances R. Havergal
Music: McIntoshs &amp; Cunnynghams New Life, Arr.: Rigdon M. McIntosh</a:t>
            </a:r>
          </a:p>
        </p:txBody>
      </p:sp>
      <p:pic>
        <p:nvPicPr>
          <p:cNvPr id="10" name="Picture Placeholder 9" descr="eh20-eng-432.png"/>
          <p:cNvPicPr>
            <a:picLocks noGrp="1" noChangeAspect="1"/>
          </p:cNvPicPr>
          <p:nvPr>
            <p:ph type="pic" idx="19" sz="quarter"/>
          </p:nvPr>
        </p:nvPicPr>
        <p:blipFill>
          <a:blip r:embed="rId3"/>
          <a:srcRect t="459" b="459"/>
          <a:stretch>
            <a:fillRect/>
          </a:stretch>
        </p:blipFill>
        <p:spPr>
          <a:xfrm>
            <a:off x="1668537" y="5029200"/>
            <a:ext cx="1828800" cy="457200"/>
          </a:xfrm>
        </p:spPr>
      </p:pic>
      <p:sp>
        <p:nvSpPr>
          <p:cNvPr id="11" name="Content Placeholder 10"/>
          <p:cNvSpPr>
            <a:spLocks noGrp="1"/>
          </p:cNvSpPr>
          <p:nvPr>
            <p:ph idx="22" sz="quarter"/>
          </p:nvPr>
        </p:nvSpPr>
        <p:spPr>
          <a:xfrm>
            <a:off x="950976" y="3947922"/>
            <a:ext cx="566928" cy="274320"/>
          </a:xfrm>
        </p:spPr>
        <p:txBody>
          <a:bodyPr/>
          <a:lstStyle/>
          <a:p>
            <a:r>
              <a:t> 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pPr>
              <a:lnSpc>
                <a:spcPts val="18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>
                <a:latin typeface="Avenir Next LT Pro"/>
              </a:rPr>
              <a:t>Welcome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>
                <a:latin typeface="Avenir Next LT Pro"/>
              </a:rPr>
              <a:t>Collection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>
                <a:latin typeface="Avenir Next LT Pro"/>
              </a:rPr>
              <a:t>Reading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>
                <a:latin typeface="Avenir Next LT Pro"/>
              </a:rPr>
              <a:t>Prayer</a:t>
            </a:r>
          </a:p>
          <a:p>
            <a:pPr>
              <a:lnSpc>
                <a:spcPts val="1800"/>
              </a:lnSpc>
              <a:spcBef>
                <a:spcPts val="100"/>
              </a:spcBef>
              <a:spcAft>
                <a:spcPts val="800"/>
              </a:spcAft>
            </a:pPr>
            <a:r>
              <a:rPr sz="1800" b="1">
                <a:latin typeface="Avenir Next LT Pro"/>
              </a:rPr>
              <a:t>25</a:t>
            </a:r>
          </a:p>
          <a:p>
            <a:pPr>
              <a:lnSpc>
                <a:spcPts val="1800"/>
              </a:lnSpc>
              <a:spcBef>
                <a:spcPts val="100"/>
              </a:spcBef>
              <a:spcAft>
                <a:spcPts val="800"/>
              </a:spcAft>
            </a:pPr>
            <a:r>
              <a:rPr sz="1800" b="1">
                <a:latin typeface="Avenir Next LT Pro"/>
              </a:rPr>
              <a:t>742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>
                <a:latin typeface="Avenir Next LT Pro"/>
              </a:rPr>
              <a:t>Lord’s Supper</a:t>
            </a:r>
          </a:p>
          <a:p>
            <a:pPr>
              <a:lnSpc>
                <a:spcPts val="1800"/>
              </a:lnSpc>
              <a:spcBef>
                <a:spcPts val="100"/>
              </a:spcBef>
              <a:spcAft>
                <a:spcPts val="800"/>
              </a:spcAft>
            </a:pPr>
            <a:r>
              <a:rPr sz="1800" b="1">
                <a:latin typeface="Avenir Next LT Pro"/>
              </a:rPr>
              <a:t>103</a:t>
            </a:r>
          </a:p>
          <a:p>
            <a:pPr>
              <a:lnSpc>
                <a:spcPts val="1800"/>
              </a:lnSpc>
              <a:spcBef>
                <a:spcPts val="100"/>
              </a:spcBef>
              <a:spcAft>
                <a:spcPts val="800"/>
              </a:spcAft>
            </a:pPr>
            <a:r>
              <a:rPr sz="1800" b="1">
                <a:latin typeface="Avenir Next LT Pro"/>
              </a:rPr>
              <a:t>277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>
                <a:latin typeface="Avenir Next LT Pro"/>
              </a:rPr>
              <a:t>Sermon</a:t>
            </a:r>
          </a:p>
          <a:p>
            <a:pPr>
              <a:lnSpc>
                <a:spcPts val="1800"/>
              </a:lnSpc>
              <a:spcBef>
                <a:spcPts val="100"/>
              </a:spcBef>
              <a:spcAft>
                <a:spcPts val="800"/>
              </a:spcAft>
            </a:pPr>
            <a:r>
              <a:rPr sz="1800" b="1">
                <a:latin typeface="Avenir Next LT Pro"/>
              </a:rPr>
              <a:t>613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>
                <a:latin typeface="Avenir Next LT Pro"/>
              </a:rPr>
              <a:t>Prayer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23" sz="quarter"/>
          </p:nvPr>
        </p:nvSpPr>
        <p:spPr>
          <a:xfrm>
            <a:off x="6766560" y="228600"/>
            <a:ext cx="2743200" cy="402336"/>
          </a:xfrm>
        </p:spPr>
        <p:txBody>
          <a:bodyPr/>
          <a:lstStyle/>
          <a:p>
            <a:pPr algn="l"/>
            <a:r>
              <a:rPr sz="1800">
                <a:latin typeface="Avenir Next LT Pro"/>
              </a:rPr>
              <a:t>INVITATION SONG</a:t>
            </a:r>
          </a:p>
        </p:txBody>
      </p:sp>
      <p:pic>
        <p:nvPicPr>
          <p:cNvPr id="14" name="Picture 13" descr="eh-xcircle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2875788"/>
            <a:ext cx="365760" cy="365760"/>
          </a:xfrm>
          <a:prstGeom prst="rect">
            <a:avLst/>
          </a:prstGeom>
        </p:spPr>
      </p:pic>
      <p:pic>
        <p:nvPicPr>
          <p:cNvPr id="15" name="Picture 14" descr="phss-xcircle-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3218688"/>
            <a:ext cx="365760" cy="365760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4160520" y="3406140"/>
            <a:ext cx="365760" cy="365760"/>
          </a:xfrm>
          <a:prstGeom prst="ellipse">
            <a:avLst/>
          </a:prstGeom>
          <a:solidFill>
            <a:srgbClr val="014A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bIns="0" lIns="0" tIns="0" rIns="0"/>
          <a:lstStyle/>
          <a:p>
            <a:pPr algn="ctr"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4562856" y="3406140"/>
            <a:ext cx="365760" cy="365760"/>
          </a:xfrm>
          <a:prstGeom prst="ellipse">
            <a:avLst/>
          </a:prstGeom>
          <a:solidFill>
            <a:srgbClr val="014A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bIns="0" lIns="0" tIns="0" rIns="0"/>
          <a:lstStyle/>
          <a:p>
            <a:pPr algn="ctr"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2</a:t>
            </a:r>
          </a:p>
        </p:txBody>
      </p:sp>
      <p:sp>
        <p:nvSpPr>
          <p:cNvPr id="18" name="Oval 17"/>
          <p:cNvSpPr/>
          <p:nvPr/>
        </p:nvSpPr>
        <p:spPr>
          <a:xfrm>
            <a:off x="4965192" y="3406140"/>
            <a:ext cx="365760" cy="365760"/>
          </a:xfrm>
          <a:prstGeom prst="ellipse">
            <a:avLst/>
          </a:prstGeom>
          <a:solidFill>
            <a:srgbClr val="014A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bIns="0" lIns="0" tIns="0" rIns="0"/>
          <a:lstStyle/>
          <a:p>
            <a:pPr algn="ctr"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3</a:t>
            </a:r>
          </a:p>
        </p:txBody>
      </p:sp>
      <p:sp>
        <p:nvSpPr>
          <p:cNvPr id="19" name="Oval 18"/>
          <p:cNvSpPr/>
          <p:nvPr/>
        </p:nvSpPr>
        <p:spPr>
          <a:xfrm>
            <a:off x="5367528" y="3406140"/>
            <a:ext cx="365760" cy="365760"/>
          </a:xfrm>
          <a:prstGeom prst="ellipse">
            <a:avLst/>
          </a:prstGeom>
          <a:solidFill>
            <a:srgbClr val="014A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bIns="0" lIns="0" tIns="0" rIns="0"/>
          <a:lstStyle/>
          <a:p>
            <a:pPr algn="ctr"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4</a:t>
            </a:r>
          </a:p>
        </p:txBody>
      </p:sp>
      <p:sp>
        <p:nvSpPr>
          <p:cNvPr id="20" name="Oval 19"/>
          <p:cNvSpPr/>
          <p:nvPr/>
        </p:nvSpPr>
        <p:spPr>
          <a:xfrm>
            <a:off x="5769864" y="3406140"/>
            <a:ext cx="365760" cy="365760"/>
          </a:xfrm>
          <a:prstGeom prst="ellipse">
            <a:avLst/>
          </a:prstGeom>
          <a:solidFill>
            <a:srgbClr val="014A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bIns="0" lIns="0" tIns="0" rIns="0"/>
          <a:lstStyle/>
          <a:p>
            <a:pPr algn="ctr"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5</a:t>
            </a:r>
          </a:p>
        </p:txBody>
      </p:sp>
      <p:sp>
        <p:nvSpPr>
          <p:cNvPr id="21" name="Oval 20"/>
          <p:cNvSpPr/>
          <p:nvPr/>
        </p:nvSpPr>
        <p:spPr>
          <a:xfrm>
            <a:off x="6172200" y="3406140"/>
            <a:ext cx="365760" cy="365760"/>
          </a:xfrm>
          <a:prstGeom prst="ellipse">
            <a:avLst/>
          </a:prstGeom>
          <a:solidFill>
            <a:srgbClr val="014A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bIns="0" lIns="0" tIns="0" rIns="0"/>
          <a:lstStyle/>
          <a:p>
            <a:pPr algn="ctr"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6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song-beige.jp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/>
          <a:stretch>
            <a:fillRect/>
          </a:stretch>
        </p:blipFill>
        <p:spPr>
          <a:xfrm>
            <a:off x="0" y="0"/>
            <a:ext cx="9144000" cy="5715000"/>
          </a:xfrm>
        </p:spPr>
      </p:pic>
      <p:sp>
        <p:nvSpPr>
          <p:cNvPr id="3" name="Content Placeholder 2"/>
          <p:cNvSpPr>
            <a:spLocks noGrp="1"/>
          </p:cNvSpPr>
          <p:nvPr>
            <p:ph idx="17" sz="quarter"/>
          </p:nvPr>
        </p:nvSpPr>
        <p:spPr/>
        <p:txBody>
          <a:bodyPr/>
          <a:lstStyle/>
          <a:p>
            <a:r>
              <a:t>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8" sz="quarter"/>
          </p:nvPr>
        </p:nvSpPr>
        <p:spPr/>
        <p:txBody>
          <a:bodyPr/>
          <a:lstStyle/>
          <a:p>
            <a:r>
              <a:t>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2" sz="quarter"/>
          </p:nvPr>
        </p:nvSpPr>
        <p:spPr>
          <a:xfrm>
            <a:off x="4206240" y="617220"/>
            <a:ext cx="2286000" cy="914400"/>
          </a:xfrm>
        </p:spPr>
        <p:txBody>
          <a:bodyPr/>
          <a:lstStyle/>
          <a:p>
            <a:r>
              <a:rPr sz="6000">
                <a:latin typeface="Avenir Next LT Pro"/>
              </a:rPr>
              <a:t>277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3" sz="quarter"/>
          </p:nvPr>
        </p:nvSpPr>
        <p:spPr>
          <a:xfrm>
            <a:off x="3429000" y="1531620"/>
            <a:ext cx="3840480" cy="1645920"/>
          </a:xfrm>
        </p:spPr>
        <p:txBody>
          <a:bodyPr/>
          <a:lstStyle/>
          <a:p>
            <a:r>
              <a:rPr sz="3600">
                <a:latin typeface="Avenir Next LT Pro"/>
              </a:rPr>
              <a:t>SPEAK, O LORD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5" sz="quarter"/>
          </p:nvPr>
        </p:nvSpPr>
        <p:spPr>
          <a:xfrm>
            <a:off x="3749039" y="3954780"/>
            <a:ext cx="3200400" cy="640080"/>
          </a:xfrm>
        </p:spPr>
        <p:txBody>
          <a:bodyPr/>
          <a:lstStyle/>
          <a:p>
            <a:r>
              <a:rPr sz="2400">
                <a:latin typeface="Avenir Next LT Pro"/>
              </a:rPr>
              <a:t>“SINGING...TO THE LORD”
COLOSSIANS 3:16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rPr sz="1200">
                <a:latin typeface="Avenir Next LT Pro"/>
              </a:rPr>
              <a:t>© 2005 Thankyou Music (admin. by EMI Christian Music Group)
Tune: SPEAK O LORD  Keith Getty (2005); Stuart Townend (2005); arr. Charles L. Willis (2011)
Hymn: Keith Getty (2005); Stuart Townend (2005)
_
_
_</a:t>
            </a:r>
          </a:p>
        </p:txBody>
      </p:sp>
      <p:pic>
        <p:nvPicPr>
          <p:cNvPr id="10" name="Picture Placeholder 9" descr="eh20-eng-432.png"/>
          <p:cNvPicPr>
            <a:picLocks noGrp="1" noChangeAspect="1"/>
          </p:cNvPicPr>
          <p:nvPr>
            <p:ph type="pic" idx="19" sz="quarter"/>
          </p:nvPr>
        </p:nvPicPr>
        <p:blipFill>
          <a:blip r:embed="rId3"/>
          <a:srcRect t="459" b="459"/>
          <a:stretch>
            <a:fillRect/>
          </a:stretch>
        </p:blipFill>
        <p:spPr>
          <a:xfrm>
            <a:off x="1668537" y="5029200"/>
            <a:ext cx="1828800" cy="457200"/>
          </a:xfrm>
        </p:spPr>
      </p:pic>
      <p:sp>
        <p:nvSpPr>
          <p:cNvPr id="11" name="Content Placeholder 10"/>
          <p:cNvSpPr>
            <a:spLocks noGrp="1"/>
          </p:cNvSpPr>
          <p:nvPr>
            <p:ph idx="22" sz="quarter"/>
          </p:nvPr>
        </p:nvSpPr>
        <p:spPr>
          <a:xfrm>
            <a:off x="694944" y="3262122"/>
            <a:ext cx="822960" cy="274320"/>
          </a:xfrm>
        </p:spPr>
        <p:txBody>
          <a:bodyPr/>
          <a:lstStyle/>
          <a:p>
            <a:r>
              <a:t> 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pPr>
              <a:lnSpc>
                <a:spcPts val="18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>
                <a:latin typeface="Avenir Next LT Pro"/>
              </a:rPr>
              <a:t>Welcome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>
                <a:latin typeface="Avenir Next LT Pro"/>
              </a:rPr>
              <a:t>Collection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>
                <a:latin typeface="Avenir Next LT Pro"/>
              </a:rPr>
              <a:t>Reading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>
                <a:latin typeface="Avenir Next LT Pro"/>
              </a:rPr>
              <a:t>Prayer</a:t>
            </a:r>
          </a:p>
          <a:p>
            <a:pPr>
              <a:lnSpc>
                <a:spcPts val="1800"/>
              </a:lnSpc>
              <a:spcBef>
                <a:spcPts val="100"/>
              </a:spcBef>
              <a:spcAft>
                <a:spcPts val="800"/>
              </a:spcAft>
            </a:pPr>
            <a:r>
              <a:rPr sz="1800" b="1">
                <a:latin typeface="Avenir Next LT Pro"/>
              </a:rPr>
              <a:t>25</a:t>
            </a:r>
          </a:p>
          <a:p>
            <a:pPr>
              <a:lnSpc>
                <a:spcPts val="1800"/>
              </a:lnSpc>
              <a:spcBef>
                <a:spcPts val="100"/>
              </a:spcBef>
              <a:spcAft>
                <a:spcPts val="800"/>
              </a:spcAft>
            </a:pPr>
            <a:r>
              <a:rPr sz="1800" b="1">
                <a:latin typeface="Avenir Next LT Pro"/>
              </a:rPr>
              <a:t>742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>
                <a:latin typeface="Avenir Next LT Pro"/>
              </a:rPr>
              <a:t>Lord’s Supper</a:t>
            </a:r>
          </a:p>
          <a:p>
            <a:pPr>
              <a:lnSpc>
                <a:spcPts val="1800"/>
              </a:lnSpc>
              <a:spcBef>
                <a:spcPts val="100"/>
              </a:spcBef>
              <a:spcAft>
                <a:spcPts val="800"/>
              </a:spcAft>
            </a:pPr>
            <a:r>
              <a:rPr sz="1800" b="1">
                <a:latin typeface="Avenir Next LT Pro"/>
              </a:rPr>
              <a:t>103</a:t>
            </a:r>
          </a:p>
          <a:p>
            <a:pPr>
              <a:lnSpc>
                <a:spcPts val="1800"/>
              </a:lnSpc>
              <a:spcBef>
                <a:spcPts val="100"/>
              </a:spcBef>
              <a:spcAft>
                <a:spcPts val="800"/>
              </a:spcAft>
            </a:pPr>
            <a:r>
              <a:rPr sz="1800" b="1">
                <a:latin typeface="Avenir Next LT Pro"/>
              </a:rPr>
              <a:t>277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>
                <a:latin typeface="Avenir Next LT Pro"/>
              </a:rPr>
              <a:t>Sermon</a:t>
            </a:r>
          </a:p>
          <a:p>
            <a:pPr>
              <a:lnSpc>
                <a:spcPts val="1800"/>
              </a:lnSpc>
              <a:spcBef>
                <a:spcPts val="100"/>
              </a:spcBef>
              <a:spcAft>
                <a:spcPts val="800"/>
              </a:spcAft>
            </a:pPr>
            <a:r>
              <a:rPr sz="1800" b="1">
                <a:latin typeface="Avenir Next LT Pro"/>
              </a:rPr>
              <a:t>613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>
                <a:latin typeface="Avenir Next LT Pro"/>
              </a:rPr>
              <a:t>Prayer</a:t>
            </a:r>
          </a:p>
        </p:txBody>
      </p:sp>
      <p:pic>
        <p:nvPicPr>
          <p:cNvPr id="13" name="Picture 12" descr="eh-xcircle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2875788"/>
            <a:ext cx="365760" cy="365760"/>
          </a:xfrm>
          <a:prstGeom prst="rect">
            <a:avLst/>
          </a:prstGeom>
        </p:spPr>
      </p:pic>
      <p:pic>
        <p:nvPicPr>
          <p:cNvPr id="14" name="Picture 13" descr="phss-xcircle-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3218688"/>
            <a:ext cx="365760" cy="365760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4764024" y="3406140"/>
            <a:ext cx="365760" cy="365760"/>
          </a:xfrm>
          <a:prstGeom prst="ellipse">
            <a:avLst/>
          </a:prstGeom>
          <a:solidFill>
            <a:srgbClr val="014A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bIns="0" lIns="0" tIns="0" rIns="0"/>
          <a:lstStyle/>
          <a:p>
            <a:pPr algn="ctr"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5166360" y="3406140"/>
            <a:ext cx="365760" cy="365760"/>
          </a:xfrm>
          <a:prstGeom prst="ellipse">
            <a:avLst/>
          </a:prstGeom>
          <a:solidFill>
            <a:srgbClr val="014A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bIns="0" lIns="0" tIns="0" rIns="0"/>
          <a:lstStyle/>
          <a:p>
            <a:pPr algn="ctr"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5568696" y="3406140"/>
            <a:ext cx="365760" cy="365760"/>
          </a:xfrm>
          <a:prstGeom prst="ellipse">
            <a:avLst/>
          </a:prstGeom>
          <a:solidFill>
            <a:srgbClr val="014A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bIns="0" lIns="0" tIns="0" rIns="0"/>
          <a:lstStyle/>
          <a:p>
            <a:pPr algn="ctr"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song-beige-blur.jpg"/>
          <p:cNvPicPr>
            <a:picLocks noGrp="1" noChangeAspect="1"/>
          </p:cNvPicPr>
          <p:nvPr>
            <p:ph type="pic" idx="23" sz="quarter"/>
          </p:nvPr>
        </p:nvPicPr>
        <p:blipFill>
          <a:blip r:embed="rId5"/>
          <a:srcRect/>
          <a:stretch>
            <a:fillRect/>
          </a:stretch>
        </p:blipFill>
        <p:spPr>
          <a:xfrm>
            <a:off x="0" y="0"/>
            <a:ext cx="9144000" cy="5715000"/>
          </a:xfrm>
        </p:spPr>
      </p:pic>
      <p:sp>
        <p:nvSpPr>
          <p:cNvPr id="3" name="Text Placeholder 2"/>
          <p:cNvSpPr>
            <a:spLocks noGrp="1"/>
          </p:cNvSpPr>
          <p:nvPr>
            <p:ph type="body" idx="19" sz="quarter"/>
          </p:nvPr>
        </p:nvSpPr>
        <p:spPr>
          <a:xfrm>
            <a:off x="0" y="5166360"/>
            <a:ext cx="9144000" cy="548640"/>
          </a:xfrm>
        </p:spPr>
        <p:txBody>
          <a:bodyPr/>
          <a:lstStyle/>
          <a:p>
            <a:r>
              <a:t> 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>
          <a:xfrm>
            <a:off x="-228600" y="5257800"/>
            <a:ext cx="914400" cy="365760"/>
          </a:xfrm>
          <a:noFill/>
        </p:spPr>
        <p:txBody>
          <a:bodyPr/>
          <a:lstStyle/>
          <a:p>
            <a:r>
              <a:t>277</a:t>
            </a:r>
          </a:p>
        </p:txBody>
      </p:sp>
      <p:pic>
        <p:nvPicPr>
          <p:cNvPr id="5" name="Picture Placeholder 4" descr="phss-circle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526" b="526"/>
          <a:stretch>
            <a:fillRect/>
          </a:stretch>
        </p:blipFill>
        <p:spPr>
          <a:xfrm>
            <a:off x="731520" y="5257800"/>
            <a:ext cx="365760" cy="361915"/>
          </a:xfrm>
        </p:spPr>
      </p:pic>
      <p:sp>
        <p:nvSpPr>
          <p:cNvPr id="6" name="Text Placeholder 5"/>
          <p:cNvSpPr>
            <a:spLocks noGrp="1"/>
          </p:cNvSpPr>
          <p:nvPr>
            <p:ph type="body" idx="16" sz="quarter"/>
          </p:nvPr>
        </p:nvSpPr>
        <p:spPr>
          <a:xfrm>
            <a:off x="1188720" y="5212080"/>
            <a:ext cx="7315200" cy="361915"/>
          </a:xfrm>
        </p:spPr>
        <p:txBody>
          <a:bodyPr/>
          <a:lstStyle/>
          <a:p>
            <a:r>
              <a:rPr sz="1600" b="1">
                <a:solidFill>
                  <a:srgbClr val="FFFFFF"/>
                </a:solidFill>
                <a:latin typeface="Avenir Next LT Pro"/>
              </a:rPr>
              <a:t>SPEAK, O LORD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7" sz="quarter"/>
          </p:nvPr>
        </p:nvSpPr>
        <p:spPr>
          <a:xfrm>
            <a:off x="1280160" y="5486400"/>
            <a:ext cx="7315200" cy="180975"/>
          </a:xfrm>
        </p:spPr>
        <p:txBody>
          <a:bodyPr tIns="0" bIns="0"/>
          <a:lstStyle/>
          <a:p>
            <a:r>
              <a:rPr sz="800" b="0">
                <a:solidFill>
                  <a:srgbClr val="FFFFFF"/>
                </a:solidFill>
                <a:latin typeface="Avenir Next LT Pro"/>
              </a:rPr>
              <a:t>© 2014 Sumphonia Productions, LLC</a:t>
            </a:r>
          </a:p>
        </p:txBody>
      </p:sp>
      <p:pic>
        <p:nvPicPr>
          <p:cNvPr id="9" name="Picture Placeholder 8" descr="phss-277-01.png"/>
          <p:cNvPicPr>
            <a:picLocks noGrp="1" noChangeAspect="1"/>
          </p:cNvPicPr>
          <p:nvPr>
            <p:ph type="pic" idx="10" sz="quarter"/>
          </p:nvPr>
        </p:nvPicPr>
        <p:blipFill>
          <a:blip r:embed="rId4"/>
          <a:srcRect l="0" r="0"/>
          <a:stretch>
            <a:fillRect/>
          </a:stretch>
        </p:blipFill>
        <p:spPr>
          <a:xfrm>
            <a:off x="1341758" y="114300"/>
            <a:ext cx="6303848" cy="4937760"/>
          </a:xfrm>
        </p:spPr>
      </p:pic>
      <p:pic>
        <p:nvPicPr>
          <p:cNvPr id="10" name="Picture Placeholder 9" descr="eh-circle.png"/>
          <p:cNvPicPr>
            <a:picLocks noGrp="1" noChangeAspect="1"/>
          </p:cNvPicPr>
          <p:nvPr>
            <p:ph type="pic" idx="20" sz="quarter"/>
          </p:nvPr>
        </p:nvPicPr>
        <p:blipFill>
          <a:blip r:embed="rId3"/>
          <a:srcRect t="219" b="219"/>
          <a:stretch>
            <a:fillRect/>
          </a:stretch>
        </p:blipFill>
        <p:spPr>
          <a:xfrm>
            <a:off x="8595360" y="5257800"/>
            <a:ext cx="367371" cy="365760"/>
          </a:xfrm>
        </p:spPr>
      </p:pic>
      <p:sp>
        <p:nvSpPr>
          <p:cNvPr id="14" name="Text Placeholder 13"/>
          <p:cNvSpPr>
            <a:spLocks noGrp="1"/>
          </p:cNvSpPr>
          <p:nvPr>
            <p:ph type="body" idx="24" sz="quarter"/>
          </p:nvPr>
        </p:nvSpPr>
        <p:spPr>
          <a:xfrm>
            <a:off x="838838" y="425196"/>
            <a:ext cx="365760" cy="365760"/>
          </a:xfrm>
          <a:solidFill>
            <a:srgbClr val="1C81B9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1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27" sz="quarter"/>
          </p:nvPr>
        </p:nvSpPr>
        <p:spPr>
          <a:xfrm>
            <a:off x="838838" y="864108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2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idx="28" sz="quarter"/>
          </p:nvPr>
        </p:nvSpPr>
        <p:spPr>
          <a:xfrm>
            <a:off x="838838" y="1303020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3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song-beige-blur.jpg"/>
          <p:cNvPicPr>
            <a:picLocks noGrp="1" noChangeAspect="1"/>
          </p:cNvPicPr>
          <p:nvPr>
            <p:ph type="pic" idx="23" sz="quarter"/>
          </p:nvPr>
        </p:nvPicPr>
        <p:blipFill>
          <a:blip r:embed="rId5"/>
          <a:srcRect/>
          <a:stretch>
            <a:fillRect/>
          </a:stretch>
        </p:blipFill>
        <p:spPr>
          <a:xfrm>
            <a:off x="0" y="0"/>
            <a:ext cx="9144000" cy="5715000"/>
          </a:xfrm>
        </p:spPr>
      </p:pic>
      <p:sp>
        <p:nvSpPr>
          <p:cNvPr id="3" name="Text Placeholder 2"/>
          <p:cNvSpPr>
            <a:spLocks noGrp="1"/>
          </p:cNvSpPr>
          <p:nvPr>
            <p:ph type="body" idx="19" sz="quarter"/>
          </p:nvPr>
        </p:nvSpPr>
        <p:spPr>
          <a:xfrm>
            <a:off x="0" y="5166360"/>
            <a:ext cx="9144000" cy="548640"/>
          </a:xfrm>
        </p:spPr>
        <p:txBody>
          <a:bodyPr/>
          <a:lstStyle/>
          <a:p>
            <a:r>
              <a:t> 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4" sz="quarter"/>
          </p:nvPr>
        </p:nvSpPr>
        <p:spPr>
          <a:xfrm>
            <a:off x="-228600" y="5257800"/>
            <a:ext cx="914400" cy="365760"/>
          </a:xfrm>
          <a:noFill/>
        </p:spPr>
        <p:txBody>
          <a:bodyPr/>
          <a:lstStyle/>
          <a:p>
            <a:r>
              <a:t>277</a:t>
            </a:r>
          </a:p>
        </p:txBody>
      </p:sp>
      <p:pic>
        <p:nvPicPr>
          <p:cNvPr id="5" name="Picture Placeholder 4" descr="phss-circle.png"/>
          <p:cNvPicPr>
            <a:picLocks noGrp="1" noChangeAspect="1"/>
          </p:cNvPicPr>
          <p:nvPr>
            <p:ph type="pic" idx="25" sz="quarter"/>
          </p:nvPr>
        </p:nvPicPr>
        <p:blipFill>
          <a:blip r:embed="rId2"/>
          <a:srcRect t="526" b="526"/>
          <a:stretch>
            <a:fillRect/>
          </a:stretch>
        </p:blipFill>
        <p:spPr>
          <a:xfrm>
            <a:off x="731520" y="5257800"/>
            <a:ext cx="365760" cy="361915"/>
          </a:xfrm>
        </p:spPr>
      </p:pic>
      <p:sp>
        <p:nvSpPr>
          <p:cNvPr id="6" name="Text Placeholder 5"/>
          <p:cNvSpPr>
            <a:spLocks noGrp="1"/>
          </p:cNvSpPr>
          <p:nvPr>
            <p:ph type="body" idx="16" sz="quarter"/>
          </p:nvPr>
        </p:nvSpPr>
        <p:spPr>
          <a:xfrm>
            <a:off x="1188720" y="5212080"/>
            <a:ext cx="7315200" cy="361915"/>
          </a:xfrm>
        </p:spPr>
        <p:txBody>
          <a:bodyPr/>
          <a:lstStyle/>
          <a:p>
            <a:r>
              <a:rPr sz="1600" b="1">
                <a:solidFill>
                  <a:srgbClr val="FFFFFF"/>
                </a:solidFill>
                <a:latin typeface="Avenir Next LT Pro"/>
              </a:rPr>
              <a:t>SPEAK, O LORD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7" sz="quarter"/>
          </p:nvPr>
        </p:nvSpPr>
        <p:spPr>
          <a:xfrm>
            <a:off x="1280160" y="5486400"/>
            <a:ext cx="7315200" cy="180975"/>
          </a:xfrm>
        </p:spPr>
        <p:txBody>
          <a:bodyPr tIns="0" bIns="0"/>
          <a:lstStyle/>
          <a:p>
            <a:r>
              <a:rPr sz="800" b="0">
                <a:solidFill>
                  <a:srgbClr val="FFFFFF"/>
                </a:solidFill>
                <a:latin typeface="Avenir Next LT Pro"/>
              </a:rPr>
              <a:t>© 2014 Sumphonia Productions, LLC</a:t>
            </a:r>
          </a:p>
        </p:txBody>
      </p:sp>
      <p:pic>
        <p:nvPicPr>
          <p:cNvPr id="9" name="Picture Placeholder 8" descr="phss-277-02.png"/>
          <p:cNvPicPr>
            <a:picLocks noGrp="1" noChangeAspect="1"/>
          </p:cNvPicPr>
          <p:nvPr>
            <p:ph type="pic" idx="10" sz="quarter"/>
          </p:nvPr>
        </p:nvPicPr>
        <p:blipFill>
          <a:blip r:embed="rId4"/>
          <a:srcRect l="0" r="0"/>
          <a:stretch>
            <a:fillRect/>
          </a:stretch>
        </p:blipFill>
        <p:spPr>
          <a:xfrm>
            <a:off x="1341758" y="114300"/>
            <a:ext cx="6303848" cy="4937760"/>
          </a:xfrm>
        </p:spPr>
      </p:pic>
      <p:pic>
        <p:nvPicPr>
          <p:cNvPr id="10" name="Picture Placeholder 9" descr="eh-circle.png"/>
          <p:cNvPicPr>
            <a:picLocks noGrp="1" noChangeAspect="1"/>
          </p:cNvPicPr>
          <p:nvPr>
            <p:ph type="pic" idx="20" sz="quarter"/>
          </p:nvPr>
        </p:nvPicPr>
        <p:blipFill>
          <a:blip r:embed="rId3"/>
          <a:srcRect t="219" b="219"/>
          <a:stretch>
            <a:fillRect/>
          </a:stretch>
        </p:blipFill>
        <p:spPr>
          <a:xfrm>
            <a:off x="8595360" y="5257800"/>
            <a:ext cx="367371" cy="365760"/>
          </a:xfrm>
        </p:spPr>
      </p:pic>
      <p:sp>
        <p:nvSpPr>
          <p:cNvPr id="14" name="Text Placeholder 13"/>
          <p:cNvSpPr>
            <a:spLocks noGrp="1"/>
          </p:cNvSpPr>
          <p:nvPr>
            <p:ph type="body" idx="26" sz="quarter"/>
          </p:nvPr>
        </p:nvSpPr>
        <p:spPr>
          <a:xfrm>
            <a:off x="838838" y="425196"/>
            <a:ext cx="365760" cy="365760"/>
          </a:xfrm>
          <a:solidFill>
            <a:srgbClr val="1C81B9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1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27" sz="quarter"/>
          </p:nvPr>
        </p:nvSpPr>
        <p:spPr>
          <a:xfrm>
            <a:off x="838838" y="864108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2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idx="28" sz="quarter"/>
          </p:nvPr>
        </p:nvSpPr>
        <p:spPr>
          <a:xfrm>
            <a:off x="838838" y="1303020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3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song-beige-blur.jpg"/>
          <p:cNvPicPr>
            <a:picLocks noGrp="1" noChangeAspect="1"/>
          </p:cNvPicPr>
          <p:nvPr>
            <p:ph type="pic" idx="23" sz="quarter"/>
          </p:nvPr>
        </p:nvPicPr>
        <p:blipFill>
          <a:blip r:embed="rId5"/>
          <a:srcRect/>
          <a:stretch>
            <a:fillRect/>
          </a:stretch>
        </p:blipFill>
        <p:spPr>
          <a:xfrm>
            <a:off x="0" y="0"/>
            <a:ext cx="9144000" cy="5715000"/>
          </a:xfrm>
        </p:spPr>
      </p:pic>
      <p:sp>
        <p:nvSpPr>
          <p:cNvPr id="3" name="Text Placeholder 2"/>
          <p:cNvSpPr>
            <a:spLocks noGrp="1"/>
          </p:cNvSpPr>
          <p:nvPr>
            <p:ph type="body" idx="19" sz="quarter"/>
          </p:nvPr>
        </p:nvSpPr>
        <p:spPr>
          <a:xfrm>
            <a:off x="0" y="5166360"/>
            <a:ext cx="9144000" cy="548640"/>
          </a:xfrm>
        </p:spPr>
        <p:txBody>
          <a:bodyPr/>
          <a:lstStyle/>
          <a:p>
            <a:r>
              <a:t> 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4" sz="quarter"/>
          </p:nvPr>
        </p:nvSpPr>
        <p:spPr>
          <a:xfrm>
            <a:off x="-228600" y="5257800"/>
            <a:ext cx="914400" cy="365760"/>
          </a:xfrm>
          <a:noFill/>
        </p:spPr>
        <p:txBody>
          <a:bodyPr/>
          <a:lstStyle/>
          <a:p>
            <a:r>
              <a:t>277</a:t>
            </a:r>
          </a:p>
        </p:txBody>
      </p:sp>
      <p:pic>
        <p:nvPicPr>
          <p:cNvPr id="5" name="Picture Placeholder 4" descr="phss-circle.png"/>
          <p:cNvPicPr>
            <a:picLocks noGrp="1" noChangeAspect="1"/>
          </p:cNvPicPr>
          <p:nvPr>
            <p:ph type="pic" idx="25" sz="quarter"/>
          </p:nvPr>
        </p:nvPicPr>
        <p:blipFill>
          <a:blip r:embed="rId2"/>
          <a:srcRect t="526" b="526"/>
          <a:stretch>
            <a:fillRect/>
          </a:stretch>
        </p:blipFill>
        <p:spPr>
          <a:xfrm>
            <a:off x="731520" y="5257800"/>
            <a:ext cx="365760" cy="361915"/>
          </a:xfrm>
        </p:spPr>
      </p:pic>
      <p:sp>
        <p:nvSpPr>
          <p:cNvPr id="6" name="Text Placeholder 5"/>
          <p:cNvSpPr>
            <a:spLocks noGrp="1"/>
          </p:cNvSpPr>
          <p:nvPr>
            <p:ph type="body" idx="16" sz="quarter"/>
          </p:nvPr>
        </p:nvSpPr>
        <p:spPr>
          <a:xfrm>
            <a:off x="1188720" y="5212080"/>
            <a:ext cx="7315200" cy="361915"/>
          </a:xfrm>
        </p:spPr>
        <p:txBody>
          <a:bodyPr/>
          <a:lstStyle/>
          <a:p>
            <a:r>
              <a:rPr sz="1600" b="1">
                <a:solidFill>
                  <a:srgbClr val="FFFFFF"/>
                </a:solidFill>
                <a:latin typeface="Avenir Next LT Pro"/>
              </a:rPr>
              <a:t>SPEAK, O LORD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7" sz="quarter"/>
          </p:nvPr>
        </p:nvSpPr>
        <p:spPr>
          <a:xfrm>
            <a:off x="1280160" y="5486400"/>
            <a:ext cx="7315200" cy="180975"/>
          </a:xfrm>
        </p:spPr>
        <p:txBody>
          <a:bodyPr tIns="0" bIns="0"/>
          <a:lstStyle/>
          <a:p>
            <a:r>
              <a:rPr sz="800" b="0">
                <a:solidFill>
                  <a:srgbClr val="FFFFFF"/>
                </a:solidFill>
                <a:latin typeface="Avenir Next LT Pro"/>
              </a:rPr>
              <a:t>© 2014 Sumphonia Productions, LLC</a:t>
            </a:r>
          </a:p>
        </p:txBody>
      </p:sp>
      <p:pic>
        <p:nvPicPr>
          <p:cNvPr id="9" name="Picture Placeholder 8" descr="phss-277-03.png"/>
          <p:cNvPicPr>
            <a:picLocks noGrp="1" noChangeAspect="1"/>
          </p:cNvPicPr>
          <p:nvPr>
            <p:ph type="pic" idx="10" sz="quarter"/>
          </p:nvPr>
        </p:nvPicPr>
        <p:blipFill>
          <a:blip r:embed="rId4"/>
          <a:srcRect l="0" r="0"/>
          <a:stretch>
            <a:fillRect/>
          </a:stretch>
        </p:blipFill>
        <p:spPr>
          <a:xfrm>
            <a:off x="1341758" y="114300"/>
            <a:ext cx="6303848" cy="4937760"/>
          </a:xfrm>
        </p:spPr>
      </p:pic>
      <p:pic>
        <p:nvPicPr>
          <p:cNvPr id="10" name="Picture Placeholder 9" descr="eh-circle.png"/>
          <p:cNvPicPr>
            <a:picLocks noGrp="1" noChangeAspect="1"/>
          </p:cNvPicPr>
          <p:nvPr>
            <p:ph type="pic" idx="20" sz="quarter"/>
          </p:nvPr>
        </p:nvPicPr>
        <p:blipFill>
          <a:blip r:embed="rId3"/>
          <a:srcRect t="219" b="219"/>
          <a:stretch>
            <a:fillRect/>
          </a:stretch>
        </p:blipFill>
        <p:spPr>
          <a:xfrm>
            <a:off x="8595360" y="5257800"/>
            <a:ext cx="367371" cy="365760"/>
          </a:xfrm>
        </p:spPr>
      </p:pic>
      <p:sp>
        <p:nvSpPr>
          <p:cNvPr id="14" name="Text Placeholder 13"/>
          <p:cNvSpPr>
            <a:spLocks noGrp="1"/>
          </p:cNvSpPr>
          <p:nvPr>
            <p:ph type="body" idx="26" sz="quarter"/>
          </p:nvPr>
        </p:nvSpPr>
        <p:spPr>
          <a:xfrm>
            <a:off x="838838" y="425196"/>
            <a:ext cx="365760" cy="365760"/>
          </a:xfrm>
          <a:solidFill>
            <a:srgbClr val="1C81B9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1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27" sz="quarter"/>
          </p:nvPr>
        </p:nvSpPr>
        <p:spPr>
          <a:xfrm>
            <a:off x="838838" y="864108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2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idx="28" sz="quarter"/>
          </p:nvPr>
        </p:nvSpPr>
        <p:spPr>
          <a:xfrm>
            <a:off x="838838" y="1303020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3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song-beige-blur.jpg"/>
          <p:cNvPicPr>
            <a:picLocks noGrp="1" noChangeAspect="1"/>
          </p:cNvPicPr>
          <p:nvPr>
            <p:ph type="pic" idx="23" sz="quarter"/>
          </p:nvPr>
        </p:nvPicPr>
        <p:blipFill>
          <a:blip r:embed="rId5"/>
          <a:srcRect/>
          <a:stretch>
            <a:fillRect/>
          </a:stretch>
        </p:blipFill>
        <p:spPr>
          <a:xfrm>
            <a:off x="0" y="0"/>
            <a:ext cx="9144000" cy="5715000"/>
          </a:xfrm>
        </p:spPr>
      </p:pic>
      <p:sp>
        <p:nvSpPr>
          <p:cNvPr id="3" name="Text Placeholder 2"/>
          <p:cNvSpPr>
            <a:spLocks noGrp="1"/>
          </p:cNvSpPr>
          <p:nvPr>
            <p:ph type="body" idx="19" sz="quarter"/>
          </p:nvPr>
        </p:nvSpPr>
        <p:spPr>
          <a:xfrm>
            <a:off x="0" y="5166360"/>
            <a:ext cx="9144000" cy="548640"/>
          </a:xfrm>
        </p:spPr>
        <p:txBody>
          <a:bodyPr/>
          <a:lstStyle/>
          <a:p>
            <a:r>
              <a:t> 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4" sz="quarter"/>
          </p:nvPr>
        </p:nvSpPr>
        <p:spPr>
          <a:xfrm>
            <a:off x="-228600" y="5257800"/>
            <a:ext cx="914400" cy="365760"/>
          </a:xfrm>
          <a:noFill/>
        </p:spPr>
        <p:txBody>
          <a:bodyPr/>
          <a:lstStyle/>
          <a:p>
            <a:r>
              <a:t>277</a:t>
            </a:r>
          </a:p>
        </p:txBody>
      </p:sp>
      <p:pic>
        <p:nvPicPr>
          <p:cNvPr id="5" name="Picture Placeholder 4" descr="phss-circle.png"/>
          <p:cNvPicPr>
            <a:picLocks noGrp="1" noChangeAspect="1"/>
          </p:cNvPicPr>
          <p:nvPr>
            <p:ph type="pic" idx="25" sz="quarter"/>
          </p:nvPr>
        </p:nvPicPr>
        <p:blipFill>
          <a:blip r:embed="rId2"/>
          <a:srcRect t="526" b="526"/>
          <a:stretch>
            <a:fillRect/>
          </a:stretch>
        </p:blipFill>
        <p:spPr>
          <a:xfrm>
            <a:off x="731520" y="5257800"/>
            <a:ext cx="365760" cy="361915"/>
          </a:xfrm>
        </p:spPr>
      </p:pic>
      <p:sp>
        <p:nvSpPr>
          <p:cNvPr id="6" name="Text Placeholder 5"/>
          <p:cNvSpPr>
            <a:spLocks noGrp="1"/>
          </p:cNvSpPr>
          <p:nvPr>
            <p:ph type="body" idx="16" sz="quarter"/>
          </p:nvPr>
        </p:nvSpPr>
        <p:spPr>
          <a:xfrm>
            <a:off x="1188720" y="5212080"/>
            <a:ext cx="7315200" cy="361915"/>
          </a:xfrm>
        </p:spPr>
        <p:txBody>
          <a:bodyPr/>
          <a:lstStyle/>
          <a:p>
            <a:r>
              <a:rPr sz="1600" b="1">
                <a:solidFill>
                  <a:srgbClr val="FFFFFF"/>
                </a:solidFill>
                <a:latin typeface="Avenir Next LT Pro"/>
              </a:rPr>
              <a:t>SPEAK, O LORD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7" sz="quarter"/>
          </p:nvPr>
        </p:nvSpPr>
        <p:spPr>
          <a:xfrm>
            <a:off x="1280160" y="5486400"/>
            <a:ext cx="7315200" cy="180975"/>
          </a:xfrm>
        </p:spPr>
        <p:txBody>
          <a:bodyPr tIns="0" bIns="0"/>
          <a:lstStyle/>
          <a:p>
            <a:r>
              <a:rPr sz="800" b="0">
                <a:solidFill>
                  <a:srgbClr val="FFFFFF"/>
                </a:solidFill>
                <a:latin typeface="Avenir Next LT Pro"/>
              </a:rPr>
              <a:t>© 2014 Sumphonia Productions, LLC</a:t>
            </a:r>
          </a:p>
        </p:txBody>
      </p:sp>
      <p:pic>
        <p:nvPicPr>
          <p:cNvPr id="9" name="Picture Placeholder 8" descr="phss-277-04.png"/>
          <p:cNvPicPr>
            <a:picLocks noGrp="1" noChangeAspect="1"/>
          </p:cNvPicPr>
          <p:nvPr>
            <p:ph type="pic" idx="10" sz="quarter"/>
          </p:nvPr>
        </p:nvPicPr>
        <p:blipFill>
          <a:blip r:embed="rId4"/>
          <a:srcRect l="0" r="0"/>
          <a:stretch>
            <a:fillRect/>
          </a:stretch>
        </p:blipFill>
        <p:spPr>
          <a:xfrm>
            <a:off x="1341758" y="114300"/>
            <a:ext cx="6303848" cy="4937760"/>
          </a:xfrm>
        </p:spPr>
      </p:pic>
      <p:pic>
        <p:nvPicPr>
          <p:cNvPr id="10" name="Picture Placeholder 9" descr="eh-circle.png"/>
          <p:cNvPicPr>
            <a:picLocks noGrp="1" noChangeAspect="1"/>
          </p:cNvPicPr>
          <p:nvPr>
            <p:ph type="pic" idx="20" sz="quarter"/>
          </p:nvPr>
        </p:nvPicPr>
        <p:blipFill>
          <a:blip r:embed="rId3"/>
          <a:srcRect t="219" b="219"/>
          <a:stretch>
            <a:fillRect/>
          </a:stretch>
        </p:blipFill>
        <p:spPr>
          <a:xfrm>
            <a:off x="8595360" y="5257800"/>
            <a:ext cx="367371" cy="365760"/>
          </a:xfrm>
        </p:spPr>
      </p:pic>
      <p:sp>
        <p:nvSpPr>
          <p:cNvPr id="14" name="Text Placeholder 13"/>
          <p:cNvSpPr>
            <a:spLocks noGrp="1"/>
          </p:cNvSpPr>
          <p:nvPr>
            <p:ph type="body" idx="26" sz="quarter"/>
          </p:nvPr>
        </p:nvSpPr>
        <p:spPr>
          <a:xfrm>
            <a:off x="838838" y="425196"/>
            <a:ext cx="365760" cy="365760"/>
          </a:xfrm>
          <a:solidFill>
            <a:srgbClr val="1C81B9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1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27" sz="quarter"/>
          </p:nvPr>
        </p:nvSpPr>
        <p:spPr>
          <a:xfrm>
            <a:off x="838838" y="864108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2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idx="28" sz="quarter"/>
          </p:nvPr>
        </p:nvSpPr>
        <p:spPr>
          <a:xfrm>
            <a:off x="838838" y="1303020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3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song-beige-blur.jpg"/>
          <p:cNvPicPr>
            <a:picLocks noGrp="1" noChangeAspect="1"/>
          </p:cNvPicPr>
          <p:nvPr>
            <p:ph type="pic" idx="23" sz="quarter"/>
          </p:nvPr>
        </p:nvPicPr>
        <p:blipFill>
          <a:blip r:embed="rId5"/>
          <a:srcRect/>
          <a:stretch>
            <a:fillRect/>
          </a:stretch>
        </p:blipFill>
        <p:spPr>
          <a:xfrm>
            <a:off x="0" y="0"/>
            <a:ext cx="9144000" cy="5715000"/>
          </a:xfrm>
        </p:spPr>
      </p:pic>
      <p:sp>
        <p:nvSpPr>
          <p:cNvPr id="3" name="Text Placeholder 2"/>
          <p:cNvSpPr>
            <a:spLocks noGrp="1"/>
          </p:cNvSpPr>
          <p:nvPr>
            <p:ph type="body" idx="19" sz="quarter"/>
          </p:nvPr>
        </p:nvSpPr>
        <p:spPr>
          <a:xfrm>
            <a:off x="0" y="5166360"/>
            <a:ext cx="9144000" cy="548640"/>
          </a:xfrm>
        </p:spPr>
        <p:txBody>
          <a:bodyPr/>
          <a:lstStyle/>
          <a:p>
            <a:r>
              <a:t> 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4" sz="quarter"/>
          </p:nvPr>
        </p:nvSpPr>
        <p:spPr>
          <a:xfrm>
            <a:off x="-228600" y="5257800"/>
            <a:ext cx="914400" cy="365760"/>
          </a:xfrm>
          <a:noFill/>
        </p:spPr>
        <p:txBody>
          <a:bodyPr/>
          <a:lstStyle/>
          <a:p>
            <a:r>
              <a:t>277</a:t>
            </a:r>
          </a:p>
        </p:txBody>
      </p:sp>
      <p:pic>
        <p:nvPicPr>
          <p:cNvPr id="5" name="Picture Placeholder 4" descr="phss-circle.png"/>
          <p:cNvPicPr>
            <a:picLocks noGrp="1" noChangeAspect="1"/>
          </p:cNvPicPr>
          <p:nvPr>
            <p:ph type="pic" idx="25" sz="quarter"/>
          </p:nvPr>
        </p:nvPicPr>
        <p:blipFill>
          <a:blip r:embed="rId2"/>
          <a:srcRect t="526" b="526"/>
          <a:stretch>
            <a:fillRect/>
          </a:stretch>
        </p:blipFill>
        <p:spPr>
          <a:xfrm>
            <a:off x="731520" y="5257800"/>
            <a:ext cx="365760" cy="361915"/>
          </a:xfrm>
        </p:spPr>
      </p:pic>
      <p:sp>
        <p:nvSpPr>
          <p:cNvPr id="6" name="Text Placeholder 5"/>
          <p:cNvSpPr>
            <a:spLocks noGrp="1"/>
          </p:cNvSpPr>
          <p:nvPr>
            <p:ph type="body" idx="16" sz="quarter"/>
          </p:nvPr>
        </p:nvSpPr>
        <p:spPr>
          <a:xfrm>
            <a:off x="1188720" y="5212080"/>
            <a:ext cx="7315200" cy="361915"/>
          </a:xfrm>
        </p:spPr>
        <p:txBody>
          <a:bodyPr/>
          <a:lstStyle/>
          <a:p>
            <a:r>
              <a:rPr sz="1600" b="1">
                <a:solidFill>
                  <a:srgbClr val="FFFFFF"/>
                </a:solidFill>
                <a:latin typeface="Avenir Next LT Pro"/>
              </a:rPr>
              <a:t>SPEAK, O LORD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7" sz="quarter"/>
          </p:nvPr>
        </p:nvSpPr>
        <p:spPr>
          <a:xfrm>
            <a:off x="1280160" y="5486400"/>
            <a:ext cx="7315200" cy="180975"/>
          </a:xfrm>
        </p:spPr>
        <p:txBody>
          <a:bodyPr tIns="0" bIns="0"/>
          <a:lstStyle/>
          <a:p>
            <a:r>
              <a:rPr sz="800" b="0">
                <a:solidFill>
                  <a:srgbClr val="FFFFFF"/>
                </a:solidFill>
                <a:latin typeface="Avenir Next LT Pro"/>
              </a:rPr>
              <a:t>© 2014 Sumphonia Productions, LLC</a:t>
            </a:r>
          </a:p>
        </p:txBody>
      </p:sp>
      <p:pic>
        <p:nvPicPr>
          <p:cNvPr id="9" name="Picture Placeholder 8" descr="phss-277-05.png"/>
          <p:cNvPicPr>
            <a:picLocks noGrp="1" noChangeAspect="1"/>
          </p:cNvPicPr>
          <p:nvPr>
            <p:ph type="pic" idx="10" sz="quarter"/>
          </p:nvPr>
        </p:nvPicPr>
        <p:blipFill>
          <a:blip r:embed="rId4"/>
          <a:srcRect l="0" r="0"/>
          <a:stretch>
            <a:fillRect/>
          </a:stretch>
        </p:blipFill>
        <p:spPr>
          <a:xfrm>
            <a:off x="1341758" y="114300"/>
            <a:ext cx="6303848" cy="4937760"/>
          </a:xfrm>
        </p:spPr>
      </p:pic>
      <p:pic>
        <p:nvPicPr>
          <p:cNvPr id="10" name="Picture Placeholder 9" descr="eh-circle.png"/>
          <p:cNvPicPr>
            <a:picLocks noGrp="1" noChangeAspect="1"/>
          </p:cNvPicPr>
          <p:nvPr>
            <p:ph type="pic" idx="20" sz="quarter"/>
          </p:nvPr>
        </p:nvPicPr>
        <p:blipFill>
          <a:blip r:embed="rId3"/>
          <a:srcRect t="219" b="219"/>
          <a:stretch>
            <a:fillRect/>
          </a:stretch>
        </p:blipFill>
        <p:spPr>
          <a:xfrm>
            <a:off x="8595360" y="5257800"/>
            <a:ext cx="367371" cy="365760"/>
          </a:xfrm>
        </p:spPr>
      </p:pic>
      <p:sp>
        <p:nvSpPr>
          <p:cNvPr id="14" name="Text Placeholder 13"/>
          <p:cNvSpPr>
            <a:spLocks noGrp="1"/>
          </p:cNvSpPr>
          <p:nvPr>
            <p:ph type="body" idx="26" sz="quarter"/>
          </p:nvPr>
        </p:nvSpPr>
        <p:spPr>
          <a:xfrm>
            <a:off x="838838" y="425196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1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27" sz="quarter"/>
          </p:nvPr>
        </p:nvSpPr>
        <p:spPr>
          <a:xfrm>
            <a:off x="838838" y="864108"/>
            <a:ext cx="365760" cy="365760"/>
          </a:xfrm>
          <a:solidFill>
            <a:srgbClr val="1C81B9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2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idx="28" sz="quarter"/>
          </p:nvPr>
        </p:nvSpPr>
        <p:spPr>
          <a:xfrm>
            <a:off x="838838" y="1303020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3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song-beige-blur.jpg"/>
          <p:cNvPicPr>
            <a:picLocks noGrp="1" noChangeAspect="1"/>
          </p:cNvPicPr>
          <p:nvPr>
            <p:ph type="pic" idx="23" sz="quarter"/>
          </p:nvPr>
        </p:nvPicPr>
        <p:blipFill>
          <a:blip r:embed="rId5"/>
          <a:srcRect/>
          <a:stretch>
            <a:fillRect/>
          </a:stretch>
        </p:blipFill>
        <p:spPr>
          <a:xfrm>
            <a:off x="0" y="0"/>
            <a:ext cx="9144000" cy="5715000"/>
          </a:xfrm>
        </p:spPr>
      </p:pic>
      <p:sp>
        <p:nvSpPr>
          <p:cNvPr id="3" name="Text Placeholder 2"/>
          <p:cNvSpPr>
            <a:spLocks noGrp="1"/>
          </p:cNvSpPr>
          <p:nvPr>
            <p:ph type="body" idx="19" sz="quarter"/>
          </p:nvPr>
        </p:nvSpPr>
        <p:spPr>
          <a:xfrm>
            <a:off x="0" y="5166360"/>
            <a:ext cx="9144000" cy="548640"/>
          </a:xfrm>
        </p:spPr>
        <p:txBody>
          <a:bodyPr/>
          <a:lstStyle/>
          <a:p>
            <a:r>
              <a:t> 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4" sz="quarter"/>
          </p:nvPr>
        </p:nvSpPr>
        <p:spPr>
          <a:xfrm>
            <a:off x="-228600" y="5257800"/>
            <a:ext cx="914400" cy="365760"/>
          </a:xfrm>
          <a:noFill/>
        </p:spPr>
        <p:txBody>
          <a:bodyPr/>
          <a:lstStyle/>
          <a:p>
            <a:r>
              <a:t>277</a:t>
            </a:r>
          </a:p>
        </p:txBody>
      </p:sp>
      <p:pic>
        <p:nvPicPr>
          <p:cNvPr id="5" name="Picture Placeholder 4" descr="phss-circle.png"/>
          <p:cNvPicPr>
            <a:picLocks noGrp="1" noChangeAspect="1"/>
          </p:cNvPicPr>
          <p:nvPr>
            <p:ph type="pic" idx="25" sz="quarter"/>
          </p:nvPr>
        </p:nvPicPr>
        <p:blipFill>
          <a:blip r:embed="rId2"/>
          <a:srcRect t="526" b="526"/>
          <a:stretch>
            <a:fillRect/>
          </a:stretch>
        </p:blipFill>
        <p:spPr>
          <a:xfrm>
            <a:off x="731520" y="5257800"/>
            <a:ext cx="365760" cy="361915"/>
          </a:xfrm>
        </p:spPr>
      </p:pic>
      <p:sp>
        <p:nvSpPr>
          <p:cNvPr id="6" name="Text Placeholder 5"/>
          <p:cNvSpPr>
            <a:spLocks noGrp="1"/>
          </p:cNvSpPr>
          <p:nvPr>
            <p:ph type="body" idx="16" sz="quarter"/>
          </p:nvPr>
        </p:nvSpPr>
        <p:spPr>
          <a:xfrm>
            <a:off x="1188720" y="5212080"/>
            <a:ext cx="7315200" cy="361915"/>
          </a:xfrm>
        </p:spPr>
        <p:txBody>
          <a:bodyPr/>
          <a:lstStyle/>
          <a:p>
            <a:r>
              <a:rPr sz="1600" b="1">
                <a:solidFill>
                  <a:srgbClr val="FFFFFF"/>
                </a:solidFill>
                <a:latin typeface="Avenir Next LT Pro"/>
              </a:rPr>
              <a:t>SPEAK, O LORD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7" sz="quarter"/>
          </p:nvPr>
        </p:nvSpPr>
        <p:spPr>
          <a:xfrm>
            <a:off x="1280160" y="5486400"/>
            <a:ext cx="7315200" cy="180975"/>
          </a:xfrm>
        </p:spPr>
        <p:txBody>
          <a:bodyPr tIns="0" bIns="0"/>
          <a:lstStyle/>
          <a:p>
            <a:r>
              <a:rPr sz="800" b="0">
                <a:solidFill>
                  <a:srgbClr val="FFFFFF"/>
                </a:solidFill>
                <a:latin typeface="Avenir Next LT Pro"/>
              </a:rPr>
              <a:t>© 2014 Sumphonia Productions, LLC</a:t>
            </a:r>
          </a:p>
        </p:txBody>
      </p:sp>
      <p:pic>
        <p:nvPicPr>
          <p:cNvPr id="9" name="Picture Placeholder 8" descr="phss-277-06.png"/>
          <p:cNvPicPr>
            <a:picLocks noGrp="1" noChangeAspect="1"/>
          </p:cNvPicPr>
          <p:nvPr>
            <p:ph type="pic" idx="10" sz="quarter"/>
          </p:nvPr>
        </p:nvPicPr>
        <p:blipFill>
          <a:blip r:embed="rId4"/>
          <a:srcRect l="0" r="0"/>
          <a:stretch>
            <a:fillRect/>
          </a:stretch>
        </p:blipFill>
        <p:spPr>
          <a:xfrm>
            <a:off x="1341758" y="114300"/>
            <a:ext cx="6303848" cy="4937760"/>
          </a:xfrm>
        </p:spPr>
      </p:pic>
      <p:pic>
        <p:nvPicPr>
          <p:cNvPr id="10" name="Picture Placeholder 9" descr="eh-circle.png"/>
          <p:cNvPicPr>
            <a:picLocks noGrp="1" noChangeAspect="1"/>
          </p:cNvPicPr>
          <p:nvPr>
            <p:ph type="pic" idx="20" sz="quarter"/>
          </p:nvPr>
        </p:nvPicPr>
        <p:blipFill>
          <a:blip r:embed="rId3"/>
          <a:srcRect t="219" b="219"/>
          <a:stretch>
            <a:fillRect/>
          </a:stretch>
        </p:blipFill>
        <p:spPr>
          <a:xfrm>
            <a:off x="8595360" y="5257800"/>
            <a:ext cx="367371" cy="365760"/>
          </a:xfrm>
        </p:spPr>
      </p:pic>
      <p:sp>
        <p:nvSpPr>
          <p:cNvPr id="14" name="Text Placeholder 13"/>
          <p:cNvSpPr>
            <a:spLocks noGrp="1"/>
          </p:cNvSpPr>
          <p:nvPr>
            <p:ph type="body" idx="26" sz="quarter"/>
          </p:nvPr>
        </p:nvSpPr>
        <p:spPr>
          <a:xfrm>
            <a:off x="838838" y="425196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1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27" sz="quarter"/>
          </p:nvPr>
        </p:nvSpPr>
        <p:spPr>
          <a:xfrm>
            <a:off x="838838" y="864108"/>
            <a:ext cx="365760" cy="365760"/>
          </a:xfrm>
          <a:solidFill>
            <a:srgbClr val="1C81B9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2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idx="28" sz="quarter"/>
          </p:nvPr>
        </p:nvSpPr>
        <p:spPr>
          <a:xfrm>
            <a:off x="838838" y="1303020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3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song-beige-blur.jpg"/>
          <p:cNvPicPr>
            <a:picLocks noGrp="1" noChangeAspect="1"/>
          </p:cNvPicPr>
          <p:nvPr>
            <p:ph type="pic" idx="23" sz="quarter"/>
          </p:nvPr>
        </p:nvPicPr>
        <p:blipFill>
          <a:blip r:embed="rId5"/>
          <a:srcRect/>
          <a:stretch>
            <a:fillRect/>
          </a:stretch>
        </p:blipFill>
        <p:spPr>
          <a:xfrm>
            <a:off x="0" y="0"/>
            <a:ext cx="9144000" cy="5715000"/>
          </a:xfrm>
        </p:spPr>
      </p:pic>
      <p:sp>
        <p:nvSpPr>
          <p:cNvPr id="3" name="Text Placeholder 2"/>
          <p:cNvSpPr>
            <a:spLocks noGrp="1"/>
          </p:cNvSpPr>
          <p:nvPr>
            <p:ph type="body" idx="19" sz="quarter"/>
          </p:nvPr>
        </p:nvSpPr>
        <p:spPr>
          <a:xfrm>
            <a:off x="0" y="5166360"/>
            <a:ext cx="9144000" cy="548640"/>
          </a:xfrm>
        </p:spPr>
        <p:txBody>
          <a:bodyPr/>
          <a:lstStyle/>
          <a:p>
            <a:r>
              <a:t> 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4" sz="quarter"/>
          </p:nvPr>
        </p:nvSpPr>
        <p:spPr>
          <a:xfrm>
            <a:off x="-228600" y="5257800"/>
            <a:ext cx="914400" cy="365760"/>
          </a:xfrm>
          <a:noFill/>
        </p:spPr>
        <p:txBody>
          <a:bodyPr/>
          <a:lstStyle/>
          <a:p>
            <a:r>
              <a:t>277</a:t>
            </a:r>
          </a:p>
        </p:txBody>
      </p:sp>
      <p:pic>
        <p:nvPicPr>
          <p:cNvPr id="5" name="Picture Placeholder 4" descr="phss-circle.png"/>
          <p:cNvPicPr>
            <a:picLocks noGrp="1" noChangeAspect="1"/>
          </p:cNvPicPr>
          <p:nvPr>
            <p:ph type="pic" idx="25" sz="quarter"/>
          </p:nvPr>
        </p:nvPicPr>
        <p:blipFill>
          <a:blip r:embed="rId2"/>
          <a:srcRect t="526" b="526"/>
          <a:stretch>
            <a:fillRect/>
          </a:stretch>
        </p:blipFill>
        <p:spPr>
          <a:xfrm>
            <a:off x="731520" y="5257800"/>
            <a:ext cx="365760" cy="361915"/>
          </a:xfrm>
        </p:spPr>
      </p:pic>
      <p:sp>
        <p:nvSpPr>
          <p:cNvPr id="6" name="Text Placeholder 5"/>
          <p:cNvSpPr>
            <a:spLocks noGrp="1"/>
          </p:cNvSpPr>
          <p:nvPr>
            <p:ph type="body" idx="16" sz="quarter"/>
          </p:nvPr>
        </p:nvSpPr>
        <p:spPr>
          <a:xfrm>
            <a:off x="1188720" y="5212080"/>
            <a:ext cx="7315200" cy="361915"/>
          </a:xfrm>
        </p:spPr>
        <p:txBody>
          <a:bodyPr/>
          <a:lstStyle/>
          <a:p>
            <a:r>
              <a:rPr sz="1600" b="1">
                <a:solidFill>
                  <a:srgbClr val="FFFFFF"/>
                </a:solidFill>
                <a:latin typeface="Avenir Next LT Pro"/>
              </a:rPr>
              <a:t>SPEAK, O LORD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7" sz="quarter"/>
          </p:nvPr>
        </p:nvSpPr>
        <p:spPr>
          <a:xfrm>
            <a:off x="1280160" y="5486400"/>
            <a:ext cx="7315200" cy="180975"/>
          </a:xfrm>
        </p:spPr>
        <p:txBody>
          <a:bodyPr tIns="0" bIns="0"/>
          <a:lstStyle/>
          <a:p>
            <a:r>
              <a:rPr sz="800" b="0">
                <a:solidFill>
                  <a:srgbClr val="FFFFFF"/>
                </a:solidFill>
                <a:latin typeface="Avenir Next LT Pro"/>
              </a:rPr>
              <a:t>© 2014 Sumphonia Productions, LLC</a:t>
            </a:r>
          </a:p>
        </p:txBody>
      </p:sp>
      <p:pic>
        <p:nvPicPr>
          <p:cNvPr id="9" name="Picture Placeholder 8" descr="phss-277-07.png"/>
          <p:cNvPicPr>
            <a:picLocks noGrp="1" noChangeAspect="1"/>
          </p:cNvPicPr>
          <p:nvPr>
            <p:ph type="pic" idx="10" sz="quarter"/>
          </p:nvPr>
        </p:nvPicPr>
        <p:blipFill>
          <a:blip r:embed="rId4"/>
          <a:srcRect l="0" r="0"/>
          <a:stretch>
            <a:fillRect/>
          </a:stretch>
        </p:blipFill>
        <p:spPr>
          <a:xfrm>
            <a:off x="1341758" y="114300"/>
            <a:ext cx="6303848" cy="4937760"/>
          </a:xfrm>
        </p:spPr>
      </p:pic>
      <p:pic>
        <p:nvPicPr>
          <p:cNvPr id="10" name="Picture Placeholder 9" descr="eh-circle.png"/>
          <p:cNvPicPr>
            <a:picLocks noGrp="1" noChangeAspect="1"/>
          </p:cNvPicPr>
          <p:nvPr>
            <p:ph type="pic" idx="20" sz="quarter"/>
          </p:nvPr>
        </p:nvPicPr>
        <p:blipFill>
          <a:blip r:embed="rId3"/>
          <a:srcRect t="219" b="219"/>
          <a:stretch>
            <a:fillRect/>
          </a:stretch>
        </p:blipFill>
        <p:spPr>
          <a:xfrm>
            <a:off x="8595360" y="5257800"/>
            <a:ext cx="367371" cy="365760"/>
          </a:xfrm>
        </p:spPr>
      </p:pic>
      <p:sp>
        <p:nvSpPr>
          <p:cNvPr id="14" name="Text Placeholder 13"/>
          <p:cNvSpPr>
            <a:spLocks noGrp="1"/>
          </p:cNvSpPr>
          <p:nvPr>
            <p:ph type="body" idx="26" sz="quarter"/>
          </p:nvPr>
        </p:nvSpPr>
        <p:spPr>
          <a:xfrm>
            <a:off x="838838" y="425196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1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27" sz="quarter"/>
          </p:nvPr>
        </p:nvSpPr>
        <p:spPr>
          <a:xfrm>
            <a:off x="838838" y="864108"/>
            <a:ext cx="365760" cy="365760"/>
          </a:xfrm>
          <a:solidFill>
            <a:srgbClr val="1C81B9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2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idx="28" sz="quarter"/>
          </p:nvPr>
        </p:nvSpPr>
        <p:spPr>
          <a:xfrm>
            <a:off x="838838" y="1303020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3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song-beige-blur.jpg"/>
          <p:cNvPicPr>
            <a:picLocks noGrp="1" noChangeAspect="1"/>
          </p:cNvPicPr>
          <p:nvPr>
            <p:ph type="pic" idx="23" sz="quarter"/>
          </p:nvPr>
        </p:nvPicPr>
        <p:blipFill>
          <a:blip r:embed="rId5"/>
          <a:srcRect/>
          <a:stretch>
            <a:fillRect/>
          </a:stretch>
        </p:blipFill>
        <p:spPr>
          <a:xfrm>
            <a:off x="0" y="0"/>
            <a:ext cx="9144000" cy="5715000"/>
          </a:xfrm>
        </p:spPr>
      </p:pic>
      <p:sp>
        <p:nvSpPr>
          <p:cNvPr id="3" name="Text Placeholder 2"/>
          <p:cNvSpPr>
            <a:spLocks noGrp="1"/>
          </p:cNvSpPr>
          <p:nvPr>
            <p:ph type="body" idx="19" sz="quarter"/>
          </p:nvPr>
        </p:nvSpPr>
        <p:spPr>
          <a:xfrm>
            <a:off x="0" y="5166360"/>
            <a:ext cx="9144000" cy="548640"/>
          </a:xfrm>
        </p:spPr>
        <p:txBody>
          <a:bodyPr/>
          <a:lstStyle/>
          <a:p>
            <a:r>
              <a:t> 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4" sz="quarter"/>
          </p:nvPr>
        </p:nvSpPr>
        <p:spPr>
          <a:xfrm>
            <a:off x="-228600" y="5257800"/>
            <a:ext cx="914400" cy="365760"/>
          </a:xfrm>
          <a:noFill/>
        </p:spPr>
        <p:txBody>
          <a:bodyPr/>
          <a:lstStyle/>
          <a:p>
            <a:r>
              <a:t>277</a:t>
            </a:r>
          </a:p>
        </p:txBody>
      </p:sp>
      <p:pic>
        <p:nvPicPr>
          <p:cNvPr id="5" name="Picture Placeholder 4" descr="phss-circle.png"/>
          <p:cNvPicPr>
            <a:picLocks noGrp="1" noChangeAspect="1"/>
          </p:cNvPicPr>
          <p:nvPr>
            <p:ph type="pic" idx="25" sz="quarter"/>
          </p:nvPr>
        </p:nvPicPr>
        <p:blipFill>
          <a:blip r:embed="rId2"/>
          <a:srcRect t="526" b="526"/>
          <a:stretch>
            <a:fillRect/>
          </a:stretch>
        </p:blipFill>
        <p:spPr>
          <a:xfrm>
            <a:off x="731520" y="5257800"/>
            <a:ext cx="365760" cy="361915"/>
          </a:xfrm>
        </p:spPr>
      </p:pic>
      <p:sp>
        <p:nvSpPr>
          <p:cNvPr id="6" name="Text Placeholder 5"/>
          <p:cNvSpPr>
            <a:spLocks noGrp="1"/>
          </p:cNvSpPr>
          <p:nvPr>
            <p:ph type="body" idx="16" sz="quarter"/>
          </p:nvPr>
        </p:nvSpPr>
        <p:spPr>
          <a:xfrm>
            <a:off x="1188720" y="5212080"/>
            <a:ext cx="7315200" cy="361915"/>
          </a:xfrm>
        </p:spPr>
        <p:txBody>
          <a:bodyPr/>
          <a:lstStyle/>
          <a:p>
            <a:r>
              <a:rPr sz="1600" b="1">
                <a:solidFill>
                  <a:srgbClr val="FFFFFF"/>
                </a:solidFill>
                <a:latin typeface="Avenir Next LT Pro"/>
              </a:rPr>
              <a:t>SPEAK, O LORD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7" sz="quarter"/>
          </p:nvPr>
        </p:nvSpPr>
        <p:spPr>
          <a:xfrm>
            <a:off x="1280160" y="5486400"/>
            <a:ext cx="7315200" cy="180975"/>
          </a:xfrm>
        </p:spPr>
        <p:txBody>
          <a:bodyPr tIns="0" bIns="0"/>
          <a:lstStyle/>
          <a:p>
            <a:r>
              <a:rPr sz="800" b="0">
                <a:solidFill>
                  <a:srgbClr val="FFFFFF"/>
                </a:solidFill>
                <a:latin typeface="Avenir Next LT Pro"/>
              </a:rPr>
              <a:t>© 2014 Sumphonia Productions, LLC</a:t>
            </a:r>
          </a:p>
        </p:txBody>
      </p:sp>
      <p:pic>
        <p:nvPicPr>
          <p:cNvPr id="9" name="Picture Placeholder 8" descr="phss-277-08.png"/>
          <p:cNvPicPr>
            <a:picLocks noGrp="1" noChangeAspect="1"/>
          </p:cNvPicPr>
          <p:nvPr>
            <p:ph type="pic" idx="10" sz="quarter"/>
          </p:nvPr>
        </p:nvPicPr>
        <p:blipFill>
          <a:blip r:embed="rId4"/>
          <a:srcRect l="0" r="0"/>
          <a:stretch>
            <a:fillRect/>
          </a:stretch>
        </p:blipFill>
        <p:spPr>
          <a:xfrm>
            <a:off x="1341758" y="114300"/>
            <a:ext cx="6303848" cy="4937760"/>
          </a:xfrm>
        </p:spPr>
      </p:pic>
      <p:pic>
        <p:nvPicPr>
          <p:cNvPr id="10" name="Picture Placeholder 9" descr="eh-circle.png"/>
          <p:cNvPicPr>
            <a:picLocks noGrp="1" noChangeAspect="1"/>
          </p:cNvPicPr>
          <p:nvPr>
            <p:ph type="pic" idx="20" sz="quarter"/>
          </p:nvPr>
        </p:nvPicPr>
        <p:blipFill>
          <a:blip r:embed="rId3"/>
          <a:srcRect t="219" b="219"/>
          <a:stretch>
            <a:fillRect/>
          </a:stretch>
        </p:blipFill>
        <p:spPr>
          <a:xfrm>
            <a:off x="8595360" y="5257800"/>
            <a:ext cx="367371" cy="365760"/>
          </a:xfrm>
        </p:spPr>
      </p:pic>
      <p:sp>
        <p:nvSpPr>
          <p:cNvPr id="14" name="Text Placeholder 13"/>
          <p:cNvSpPr>
            <a:spLocks noGrp="1"/>
          </p:cNvSpPr>
          <p:nvPr>
            <p:ph type="body" idx="26" sz="quarter"/>
          </p:nvPr>
        </p:nvSpPr>
        <p:spPr>
          <a:xfrm>
            <a:off x="838838" y="425196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1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27" sz="quarter"/>
          </p:nvPr>
        </p:nvSpPr>
        <p:spPr>
          <a:xfrm>
            <a:off x="838838" y="864108"/>
            <a:ext cx="365760" cy="365760"/>
          </a:xfrm>
          <a:solidFill>
            <a:srgbClr val="1C81B9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2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idx="28" sz="quarter"/>
          </p:nvPr>
        </p:nvSpPr>
        <p:spPr>
          <a:xfrm>
            <a:off x="838838" y="1303020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3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song-beige-blur.jpg"/>
          <p:cNvPicPr>
            <a:picLocks noGrp="1" noChangeAspect="1"/>
          </p:cNvPicPr>
          <p:nvPr>
            <p:ph type="pic" idx="23" sz="quarter"/>
          </p:nvPr>
        </p:nvPicPr>
        <p:blipFill>
          <a:blip r:embed="rId5"/>
          <a:srcRect/>
          <a:stretch>
            <a:fillRect/>
          </a:stretch>
        </p:blipFill>
        <p:spPr>
          <a:xfrm>
            <a:off x="0" y="0"/>
            <a:ext cx="9144000" cy="5715000"/>
          </a:xfrm>
        </p:spPr>
      </p:pic>
      <p:sp>
        <p:nvSpPr>
          <p:cNvPr id="3" name="Text Placeholder 2"/>
          <p:cNvSpPr>
            <a:spLocks noGrp="1"/>
          </p:cNvSpPr>
          <p:nvPr>
            <p:ph type="body" idx="19" sz="quarter"/>
          </p:nvPr>
        </p:nvSpPr>
        <p:spPr>
          <a:xfrm>
            <a:off x="0" y="5166360"/>
            <a:ext cx="9144000" cy="548640"/>
          </a:xfrm>
        </p:spPr>
        <p:txBody>
          <a:bodyPr/>
          <a:lstStyle/>
          <a:p>
            <a:r>
              <a:t> 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4" sz="quarter"/>
          </p:nvPr>
        </p:nvSpPr>
        <p:spPr>
          <a:xfrm>
            <a:off x="-228600" y="5257800"/>
            <a:ext cx="914400" cy="365760"/>
          </a:xfrm>
          <a:noFill/>
        </p:spPr>
        <p:txBody>
          <a:bodyPr/>
          <a:lstStyle/>
          <a:p>
            <a:r>
              <a:t>277</a:t>
            </a:r>
          </a:p>
        </p:txBody>
      </p:sp>
      <p:pic>
        <p:nvPicPr>
          <p:cNvPr id="5" name="Picture Placeholder 4" descr="phss-circle.png"/>
          <p:cNvPicPr>
            <a:picLocks noGrp="1" noChangeAspect="1"/>
          </p:cNvPicPr>
          <p:nvPr>
            <p:ph type="pic" idx="25" sz="quarter"/>
          </p:nvPr>
        </p:nvPicPr>
        <p:blipFill>
          <a:blip r:embed="rId2"/>
          <a:srcRect t="526" b="526"/>
          <a:stretch>
            <a:fillRect/>
          </a:stretch>
        </p:blipFill>
        <p:spPr>
          <a:xfrm>
            <a:off x="731520" y="5257800"/>
            <a:ext cx="365760" cy="361915"/>
          </a:xfrm>
        </p:spPr>
      </p:pic>
      <p:sp>
        <p:nvSpPr>
          <p:cNvPr id="6" name="Text Placeholder 5"/>
          <p:cNvSpPr>
            <a:spLocks noGrp="1"/>
          </p:cNvSpPr>
          <p:nvPr>
            <p:ph type="body" idx="16" sz="quarter"/>
          </p:nvPr>
        </p:nvSpPr>
        <p:spPr>
          <a:xfrm>
            <a:off x="1188720" y="5212080"/>
            <a:ext cx="7315200" cy="361915"/>
          </a:xfrm>
        </p:spPr>
        <p:txBody>
          <a:bodyPr/>
          <a:lstStyle/>
          <a:p>
            <a:r>
              <a:rPr sz="1600" b="1">
                <a:solidFill>
                  <a:srgbClr val="FFFFFF"/>
                </a:solidFill>
                <a:latin typeface="Avenir Next LT Pro"/>
              </a:rPr>
              <a:t>SPEAK, O LORD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7" sz="quarter"/>
          </p:nvPr>
        </p:nvSpPr>
        <p:spPr>
          <a:xfrm>
            <a:off x="1280160" y="5486400"/>
            <a:ext cx="7315200" cy="180975"/>
          </a:xfrm>
        </p:spPr>
        <p:txBody>
          <a:bodyPr tIns="0" bIns="0"/>
          <a:lstStyle/>
          <a:p>
            <a:r>
              <a:rPr sz="800" b="0">
                <a:solidFill>
                  <a:srgbClr val="FFFFFF"/>
                </a:solidFill>
                <a:latin typeface="Avenir Next LT Pro"/>
              </a:rPr>
              <a:t>© 2014 Sumphonia Productions, LLC</a:t>
            </a:r>
          </a:p>
        </p:txBody>
      </p:sp>
      <p:pic>
        <p:nvPicPr>
          <p:cNvPr id="9" name="Picture Placeholder 8" descr="phss-277-09.png"/>
          <p:cNvPicPr>
            <a:picLocks noGrp="1" noChangeAspect="1"/>
          </p:cNvPicPr>
          <p:nvPr>
            <p:ph type="pic" idx="10" sz="quarter"/>
          </p:nvPr>
        </p:nvPicPr>
        <p:blipFill>
          <a:blip r:embed="rId4"/>
          <a:srcRect l="0" r="0"/>
          <a:stretch>
            <a:fillRect/>
          </a:stretch>
        </p:blipFill>
        <p:spPr>
          <a:xfrm>
            <a:off x="1341758" y="114300"/>
            <a:ext cx="6303848" cy="4937760"/>
          </a:xfrm>
        </p:spPr>
      </p:pic>
      <p:pic>
        <p:nvPicPr>
          <p:cNvPr id="10" name="Picture Placeholder 9" descr="eh-circle.png"/>
          <p:cNvPicPr>
            <a:picLocks noGrp="1" noChangeAspect="1"/>
          </p:cNvPicPr>
          <p:nvPr>
            <p:ph type="pic" idx="20" sz="quarter"/>
          </p:nvPr>
        </p:nvPicPr>
        <p:blipFill>
          <a:blip r:embed="rId3"/>
          <a:srcRect t="219" b="219"/>
          <a:stretch>
            <a:fillRect/>
          </a:stretch>
        </p:blipFill>
        <p:spPr>
          <a:xfrm>
            <a:off x="8595360" y="5257800"/>
            <a:ext cx="367371" cy="365760"/>
          </a:xfrm>
        </p:spPr>
      </p:pic>
      <p:sp>
        <p:nvSpPr>
          <p:cNvPr id="14" name="Text Placeholder 13"/>
          <p:cNvSpPr>
            <a:spLocks noGrp="1"/>
          </p:cNvSpPr>
          <p:nvPr>
            <p:ph type="body" idx="26" sz="quarter"/>
          </p:nvPr>
        </p:nvSpPr>
        <p:spPr>
          <a:xfrm>
            <a:off x="838838" y="425196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1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27" sz="quarter"/>
          </p:nvPr>
        </p:nvSpPr>
        <p:spPr>
          <a:xfrm>
            <a:off x="838838" y="864108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2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idx="28" sz="quarter"/>
          </p:nvPr>
        </p:nvSpPr>
        <p:spPr>
          <a:xfrm>
            <a:off x="838838" y="1303020"/>
            <a:ext cx="365760" cy="365760"/>
          </a:xfrm>
          <a:solidFill>
            <a:srgbClr val="1C81B9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song-beige-blur.jpg"/>
          <p:cNvPicPr>
            <a:picLocks noGrp="1" noChangeAspect="1"/>
          </p:cNvPicPr>
          <p:nvPr>
            <p:ph type="pic" idx="23" sz="quarter"/>
          </p:nvPr>
        </p:nvPicPr>
        <p:blipFill>
          <a:blip r:embed="rId5"/>
          <a:srcRect/>
          <a:stretch>
            <a:fillRect/>
          </a:stretch>
        </p:blipFill>
        <p:spPr>
          <a:xfrm>
            <a:off x="0" y="0"/>
            <a:ext cx="9144000" cy="5715000"/>
          </a:xfrm>
        </p:spPr>
      </p:pic>
      <p:sp>
        <p:nvSpPr>
          <p:cNvPr id="3" name="Text Placeholder 2"/>
          <p:cNvSpPr>
            <a:spLocks noGrp="1"/>
          </p:cNvSpPr>
          <p:nvPr>
            <p:ph type="body" idx="19" sz="quarter"/>
          </p:nvPr>
        </p:nvSpPr>
        <p:spPr>
          <a:xfrm>
            <a:off x="0" y="5166360"/>
            <a:ext cx="9144000" cy="548640"/>
          </a:xfrm>
        </p:spPr>
        <p:txBody>
          <a:bodyPr/>
          <a:lstStyle/>
          <a:p>
            <a:r>
              <a:t> 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4" sz="quarter"/>
          </p:nvPr>
        </p:nvSpPr>
        <p:spPr>
          <a:xfrm>
            <a:off x="-228600" y="5257800"/>
            <a:ext cx="914400" cy="365760"/>
          </a:xfrm>
          <a:noFill/>
        </p:spPr>
        <p:txBody>
          <a:bodyPr/>
          <a:lstStyle/>
          <a:p>
            <a:r>
              <a:t>277</a:t>
            </a:r>
          </a:p>
        </p:txBody>
      </p:sp>
      <p:pic>
        <p:nvPicPr>
          <p:cNvPr id="5" name="Picture Placeholder 4" descr="phss-circle.png"/>
          <p:cNvPicPr>
            <a:picLocks noGrp="1" noChangeAspect="1"/>
          </p:cNvPicPr>
          <p:nvPr>
            <p:ph type="pic" idx="25" sz="quarter"/>
          </p:nvPr>
        </p:nvPicPr>
        <p:blipFill>
          <a:blip r:embed="rId2"/>
          <a:srcRect t="526" b="526"/>
          <a:stretch>
            <a:fillRect/>
          </a:stretch>
        </p:blipFill>
        <p:spPr>
          <a:xfrm>
            <a:off x="731520" y="5257800"/>
            <a:ext cx="365760" cy="361915"/>
          </a:xfrm>
        </p:spPr>
      </p:pic>
      <p:sp>
        <p:nvSpPr>
          <p:cNvPr id="6" name="Text Placeholder 5"/>
          <p:cNvSpPr>
            <a:spLocks noGrp="1"/>
          </p:cNvSpPr>
          <p:nvPr>
            <p:ph type="body" idx="16" sz="quarter"/>
          </p:nvPr>
        </p:nvSpPr>
        <p:spPr>
          <a:xfrm>
            <a:off x="1188720" y="5212080"/>
            <a:ext cx="7315200" cy="361915"/>
          </a:xfrm>
        </p:spPr>
        <p:txBody>
          <a:bodyPr/>
          <a:lstStyle/>
          <a:p>
            <a:r>
              <a:rPr sz="1600" b="1">
                <a:solidFill>
                  <a:srgbClr val="FFFFFF"/>
                </a:solidFill>
                <a:latin typeface="Avenir Next LT Pro"/>
              </a:rPr>
              <a:t>SPEAK, O LORD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7" sz="quarter"/>
          </p:nvPr>
        </p:nvSpPr>
        <p:spPr>
          <a:xfrm>
            <a:off x="1280160" y="5486400"/>
            <a:ext cx="7315200" cy="180975"/>
          </a:xfrm>
        </p:spPr>
        <p:txBody>
          <a:bodyPr tIns="0" bIns="0"/>
          <a:lstStyle/>
          <a:p>
            <a:r>
              <a:rPr sz="800" b="0">
                <a:solidFill>
                  <a:srgbClr val="FFFFFF"/>
                </a:solidFill>
                <a:latin typeface="Avenir Next LT Pro"/>
              </a:rPr>
              <a:t>© 2014 Sumphonia Productions, LLC</a:t>
            </a:r>
          </a:p>
        </p:txBody>
      </p:sp>
      <p:pic>
        <p:nvPicPr>
          <p:cNvPr id="9" name="Picture Placeholder 8" descr="phss-277-10.png"/>
          <p:cNvPicPr>
            <a:picLocks noGrp="1" noChangeAspect="1"/>
          </p:cNvPicPr>
          <p:nvPr>
            <p:ph type="pic" idx="10" sz="quarter"/>
          </p:nvPr>
        </p:nvPicPr>
        <p:blipFill>
          <a:blip r:embed="rId4"/>
          <a:srcRect l="0" r="0"/>
          <a:stretch>
            <a:fillRect/>
          </a:stretch>
        </p:blipFill>
        <p:spPr>
          <a:xfrm>
            <a:off x="1341758" y="114300"/>
            <a:ext cx="6303848" cy="4937760"/>
          </a:xfrm>
        </p:spPr>
      </p:pic>
      <p:pic>
        <p:nvPicPr>
          <p:cNvPr id="10" name="Picture Placeholder 9" descr="eh-circle.png"/>
          <p:cNvPicPr>
            <a:picLocks noGrp="1" noChangeAspect="1"/>
          </p:cNvPicPr>
          <p:nvPr>
            <p:ph type="pic" idx="20" sz="quarter"/>
          </p:nvPr>
        </p:nvPicPr>
        <p:blipFill>
          <a:blip r:embed="rId3"/>
          <a:srcRect t="219" b="219"/>
          <a:stretch>
            <a:fillRect/>
          </a:stretch>
        </p:blipFill>
        <p:spPr>
          <a:xfrm>
            <a:off x="8595360" y="5257800"/>
            <a:ext cx="367371" cy="365760"/>
          </a:xfrm>
        </p:spPr>
      </p:pic>
      <p:sp>
        <p:nvSpPr>
          <p:cNvPr id="14" name="Text Placeholder 13"/>
          <p:cNvSpPr>
            <a:spLocks noGrp="1"/>
          </p:cNvSpPr>
          <p:nvPr>
            <p:ph type="body" idx="26" sz="quarter"/>
          </p:nvPr>
        </p:nvSpPr>
        <p:spPr>
          <a:xfrm>
            <a:off x="838838" y="425196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1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27" sz="quarter"/>
          </p:nvPr>
        </p:nvSpPr>
        <p:spPr>
          <a:xfrm>
            <a:off x="838838" y="864108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2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idx="28" sz="quarter"/>
          </p:nvPr>
        </p:nvSpPr>
        <p:spPr>
          <a:xfrm>
            <a:off x="838838" y="1303020"/>
            <a:ext cx="365760" cy="365760"/>
          </a:xfrm>
          <a:solidFill>
            <a:srgbClr val="1C81B9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3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song-beige-blur.jpg"/>
          <p:cNvPicPr>
            <a:picLocks noGrp="1" noChangeAspect="1"/>
          </p:cNvPicPr>
          <p:nvPr>
            <p:ph type="pic" idx="23" sz="quarter"/>
          </p:nvPr>
        </p:nvPicPr>
        <p:blipFill>
          <a:blip r:embed="rId5"/>
          <a:srcRect/>
          <a:stretch>
            <a:fillRect/>
          </a:stretch>
        </p:blipFill>
        <p:spPr>
          <a:xfrm>
            <a:off x="0" y="0"/>
            <a:ext cx="9144000" cy="5715000"/>
          </a:xfrm>
        </p:spPr>
      </p:pic>
      <p:sp>
        <p:nvSpPr>
          <p:cNvPr id="3" name="Text Placeholder 2"/>
          <p:cNvSpPr>
            <a:spLocks noGrp="1"/>
          </p:cNvSpPr>
          <p:nvPr>
            <p:ph type="body" idx="19" sz="quarter"/>
          </p:nvPr>
        </p:nvSpPr>
        <p:spPr>
          <a:xfrm>
            <a:off x="0" y="5166360"/>
            <a:ext cx="9144000" cy="548640"/>
          </a:xfrm>
        </p:spPr>
        <p:txBody>
          <a:bodyPr/>
          <a:lstStyle/>
          <a:p>
            <a:r>
              <a:t> 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4" sz="quarter"/>
          </p:nvPr>
        </p:nvSpPr>
        <p:spPr>
          <a:xfrm>
            <a:off x="-228600" y="5257800"/>
            <a:ext cx="914400" cy="365760"/>
          </a:xfrm>
          <a:noFill/>
        </p:spPr>
        <p:txBody>
          <a:bodyPr/>
          <a:lstStyle/>
          <a:p>
            <a:r>
              <a:t>277</a:t>
            </a:r>
          </a:p>
        </p:txBody>
      </p:sp>
      <p:pic>
        <p:nvPicPr>
          <p:cNvPr id="5" name="Picture Placeholder 4" descr="phss-circle.png"/>
          <p:cNvPicPr>
            <a:picLocks noGrp="1" noChangeAspect="1"/>
          </p:cNvPicPr>
          <p:nvPr>
            <p:ph type="pic" idx="25" sz="quarter"/>
          </p:nvPr>
        </p:nvPicPr>
        <p:blipFill>
          <a:blip r:embed="rId2"/>
          <a:srcRect t="526" b="526"/>
          <a:stretch>
            <a:fillRect/>
          </a:stretch>
        </p:blipFill>
        <p:spPr>
          <a:xfrm>
            <a:off x="731520" y="5257800"/>
            <a:ext cx="365760" cy="361915"/>
          </a:xfrm>
        </p:spPr>
      </p:pic>
      <p:sp>
        <p:nvSpPr>
          <p:cNvPr id="6" name="Text Placeholder 5"/>
          <p:cNvSpPr>
            <a:spLocks noGrp="1"/>
          </p:cNvSpPr>
          <p:nvPr>
            <p:ph type="body" idx="16" sz="quarter"/>
          </p:nvPr>
        </p:nvSpPr>
        <p:spPr>
          <a:xfrm>
            <a:off x="1188720" y="5212080"/>
            <a:ext cx="7315200" cy="361915"/>
          </a:xfrm>
        </p:spPr>
        <p:txBody>
          <a:bodyPr/>
          <a:lstStyle/>
          <a:p>
            <a:r>
              <a:rPr sz="1600" b="1">
                <a:solidFill>
                  <a:srgbClr val="FFFFFF"/>
                </a:solidFill>
                <a:latin typeface="Avenir Next LT Pro"/>
              </a:rPr>
              <a:t>SPEAK, O LORD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7" sz="quarter"/>
          </p:nvPr>
        </p:nvSpPr>
        <p:spPr>
          <a:xfrm>
            <a:off x="1280160" y="5486400"/>
            <a:ext cx="7315200" cy="180975"/>
          </a:xfrm>
        </p:spPr>
        <p:txBody>
          <a:bodyPr tIns="0" bIns="0"/>
          <a:lstStyle/>
          <a:p>
            <a:r>
              <a:rPr sz="800" b="0">
                <a:solidFill>
                  <a:srgbClr val="FFFFFF"/>
                </a:solidFill>
                <a:latin typeface="Avenir Next LT Pro"/>
              </a:rPr>
              <a:t>© 2014 Sumphonia Productions, LLC</a:t>
            </a:r>
          </a:p>
        </p:txBody>
      </p:sp>
      <p:pic>
        <p:nvPicPr>
          <p:cNvPr id="9" name="Picture Placeholder 8" descr="phss-277-11.png"/>
          <p:cNvPicPr>
            <a:picLocks noGrp="1" noChangeAspect="1"/>
          </p:cNvPicPr>
          <p:nvPr>
            <p:ph type="pic" idx="10" sz="quarter"/>
          </p:nvPr>
        </p:nvPicPr>
        <p:blipFill>
          <a:blip r:embed="rId4"/>
          <a:srcRect l="0" r="0"/>
          <a:stretch>
            <a:fillRect/>
          </a:stretch>
        </p:blipFill>
        <p:spPr>
          <a:xfrm>
            <a:off x="1341758" y="114300"/>
            <a:ext cx="6303848" cy="4937760"/>
          </a:xfrm>
        </p:spPr>
      </p:pic>
      <p:pic>
        <p:nvPicPr>
          <p:cNvPr id="10" name="Picture Placeholder 9" descr="eh-circle.png"/>
          <p:cNvPicPr>
            <a:picLocks noGrp="1" noChangeAspect="1"/>
          </p:cNvPicPr>
          <p:nvPr>
            <p:ph type="pic" idx="20" sz="quarter"/>
          </p:nvPr>
        </p:nvPicPr>
        <p:blipFill>
          <a:blip r:embed="rId3"/>
          <a:srcRect t="219" b="219"/>
          <a:stretch>
            <a:fillRect/>
          </a:stretch>
        </p:blipFill>
        <p:spPr>
          <a:xfrm>
            <a:off x="8595360" y="5257800"/>
            <a:ext cx="367371" cy="365760"/>
          </a:xfrm>
        </p:spPr>
      </p:pic>
      <p:sp>
        <p:nvSpPr>
          <p:cNvPr id="14" name="Text Placeholder 13"/>
          <p:cNvSpPr>
            <a:spLocks noGrp="1"/>
          </p:cNvSpPr>
          <p:nvPr>
            <p:ph type="body" idx="26" sz="quarter"/>
          </p:nvPr>
        </p:nvSpPr>
        <p:spPr>
          <a:xfrm>
            <a:off x="838838" y="425196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1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27" sz="quarter"/>
          </p:nvPr>
        </p:nvSpPr>
        <p:spPr>
          <a:xfrm>
            <a:off x="838838" y="864108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2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idx="28" sz="quarter"/>
          </p:nvPr>
        </p:nvSpPr>
        <p:spPr>
          <a:xfrm>
            <a:off x="838838" y="1303020"/>
            <a:ext cx="365760" cy="365760"/>
          </a:xfrm>
          <a:solidFill>
            <a:srgbClr val="1C81B9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3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song-beige-blur.jpg"/>
          <p:cNvPicPr>
            <a:picLocks noGrp="1" noChangeAspect="1"/>
          </p:cNvPicPr>
          <p:nvPr>
            <p:ph type="pic" idx="23" sz="quarter"/>
          </p:nvPr>
        </p:nvPicPr>
        <p:blipFill>
          <a:blip r:embed="rId5"/>
          <a:srcRect/>
          <a:stretch>
            <a:fillRect/>
          </a:stretch>
        </p:blipFill>
        <p:spPr>
          <a:xfrm>
            <a:off x="0" y="0"/>
            <a:ext cx="9144000" cy="5715000"/>
          </a:xfrm>
        </p:spPr>
      </p:pic>
      <p:sp>
        <p:nvSpPr>
          <p:cNvPr id="3" name="Text Placeholder 2"/>
          <p:cNvSpPr>
            <a:spLocks noGrp="1"/>
          </p:cNvSpPr>
          <p:nvPr>
            <p:ph type="body" idx="19" sz="quarter"/>
          </p:nvPr>
        </p:nvSpPr>
        <p:spPr>
          <a:xfrm>
            <a:off x="0" y="5166360"/>
            <a:ext cx="9144000" cy="548640"/>
          </a:xfrm>
        </p:spPr>
        <p:txBody>
          <a:bodyPr/>
          <a:lstStyle/>
          <a:p>
            <a:r>
              <a:t> 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4" sz="quarter"/>
          </p:nvPr>
        </p:nvSpPr>
        <p:spPr>
          <a:xfrm>
            <a:off x="-228600" y="5257800"/>
            <a:ext cx="914400" cy="365760"/>
          </a:xfrm>
          <a:noFill/>
        </p:spPr>
        <p:txBody>
          <a:bodyPr/>
          <a:lstStyle/>
          <a:p>
            <a:r>
              <a:t>277</a:t>
            </a:r>
          </a:p>
        </p:txBody>
      </p:sp>
      <p:pic>
        <p:nvPicPr>
          <p:cNvPr id="5" name="Picture Placeholder 4" descr="phss-circle.png"/>
          <p:cNvPicPr>
            <a:picLocks noGrp="1" noChangeAspect="1"/>
          </p:cNvPicPr>
          <p:nvPr>
            <p:ph type="pic" idx="25" sz="quarter"/>
          </p:nvPr>
        </p:nvPicPr>
        <p:blipFill>
          <a:blip r:embed="rId2"/>
          <a:srcRect t="526" b="526"/>
          <a:stretch>
            <a:fillRect/>
          </a:stretch>
        </p:blipFill>
        <p:spPr>
          <a:xfrm>
            <a:off x="731520" y="5257800"/>
            <a:ext cx="365760" cy="361915"/>
          </a:xfrm>
        </p:spPr>
      </p:pic>
      <p:sp>
        <p:nvSpPr>
          <p:cNvPr id="6" name="Text Placeholder 5"/>
          <p:cNvSpPr>
            <a:spLocks noGrp="1"/>
          </p:cNvSpPr>
          <p:nvPr>
            <p:ph type="body" idx="16" sz="quarter"/>
          </p:nvPr>
        </p:nvSpPr>
        <p:spPr>
          <a:xfrm>
            <a:off x="1188720" y="5212080"/>
            <a:ext cx="7315200" cy="361915"/>
          </a:xfrm>
        </p:spPr>
        <p:txBody>
          <a:bodyPr/>
          <a:lstStyle/>
          <a:p>
            <a:r>
              <a:rPr sz="1600" b="1">
                <a:solidFill>
                  <a:srgbClr val="FFFFFF"/>
                </a:solidFill>
                <a:latin typeface="Avenir Next LT Pro"/>
              </a:rPr>
              <a:t>SPEAK, O LORD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7" sz="quarter"/>
          </p:nvPr>
        </p:nvSpPr>
        <p:spPr>
          <a:xfrm>
            <a:off x="1280160" y="5486400"/>
            <a:ext cx="7315200" cy="180975"/>
          </a:xfrm>
        </p:spPr>
        <p:txBody>
          <a:bodyPr tIns="0" bIns="0"/>
          <a:lstStyle/>
          <a:p>
            <a:r>
              <a:rPr sz="800" b="0">
                <a:solidFill>
                  <a:srgbClr val="FFFFFF"/>
                </a:solidFill>
                <a:latin typeface="Avenir Next LT Pro"/>
              </a:rPr>
              <a:t>© 2014 Sumphonia Productions, LLC</a:t>
            </a:r>
          </a:p>
        </p:txBody>
      </p:sp>
      <p:pic>
        <p:nvPicPr>
          <p:cNvPr id="9" name="Picture Placeholder 8" descr="phss-277-12.png"/>
          <p:cNvPicPr>
            <a:picLocks noGrp="1" noChangeAspect="1"/>
          </p:cNvPicPr>
          <p:nvPr>
            <p:ph type="pic" idx="10" sz="quarter"/>
          </p:nvPr>
        </p:nvPicPr>
        <p:blipFill>
          <a:blip r:embed="rId4"/>
          <a:srcRect l="0" r="0"/>
          <a:stretch>
            <a:fillRect/>
          </a:stretch>
        </p:blipFill>
        <p:spPr>
          <a:xfrm>
            <a:off x="1341758" y="114300"/>
            <a:ext cx="6303848" cy="4937760"/>
          </a:xfrm>
        </p:spPr>
      </p:pic>
      <p:pic>
        <p:nvPicPr>
          <p:cNvPr id="10" name="Picture Placeholder 9" descr="eh-circle.png"/>
          <p:cNvPicPr>
            <a:picLocks noGrp="1" noChangeAspect="1"/>
          </p:cNvPicPr>
          <p:nvPr>
            <p:ph type="pic" idx="20" sz="quarter"/>
          </p:nvPr>
        </p:nvPicPr>
        <p:blipFill>
          <a:blip r:embed="rId3"/>
          <a:srcRect t="219" b="219"/>
          <a:stretch>
            <a:fillRect/>
          </a:stretch>
        </p:blipFill>
        <p:spPr>
          <a:xfrm>
            <a:off x="8595360" y="5257800"/>
            <a:ext cx="367371" cy="365760"/>
          </a:xfrm>
        </p:spPr>
      </p:pic>
      <p:sp>
        <p:nvSpPr>
          <p:cNvPr id="14" name="Text Placeholder 13"/>
          <p:cNvSpPr>
            <a:spLocks noGrp="1"/>
          </p:cNvSpPr>
          <p:nvPr>
            <p:ph type="body" idx="26" sz="quarter"/>
          </p:nvPr>
        </p:nvSpPr>
        <p:spPr>
          <a:xfrm>
            <a:off x="838838" y="425196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1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27" sz="quarter"/>
          </p:nvPr>
        </p:nvSpPr>
        <p:spPr>
          <a:xfrm>
            <a:off x="838838" y="864108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2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idx="28" sz="quarter"/>
          </p:nvPr>
        </p:nvSpPr>
        <p:spPr>
          <a:xfrm>
            <a:off x="838838" y="1303020"/>
            <a:ext cx="365760" cy="365760"/>
          </a:xfrm>
          <a:solidFill>
            <a:srgbClr val="1C81B9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3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sermon-notes.jp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/>
          <a:stretch>
            <a:fillRect/>
          </a:stretch>
        </p:blipFill>
        <p:spPr>
          <a:xfrm>
            <a:off x="0" y="0"/>
            <a:ext cx="9144000" cy="5715000"/>
          </a:xfrm>
        </p:spPr>
      </p:pic>
      <p:sp>
        <p:nvSpPr>
          <p:cNvPr id="3" name="Content Placeholder 2"/>
          <p:cNvSpPr>
            <a:spLocks noGrp="1"/>
          </p:cNvSpPr>
          <p:nvPr>
            <p:ph idx="17" sz="quarter"/>
          </p:nvPr>
        </p:nvSpPr>
        <p:spPr/>
        <p:txBody>
          <a:bodyPr/>
          <a:lstStyle/>
          <a:p>
            <a:r>
              <a:t>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8" sz="quarter"/>
          </p:nvPr>
        </p:nvSpPr>
        <p:spPr/>
        <p:txBody>
          <a:bodyPr/>
          <a:lstStyle/>
          <a:p>
            <a:r>
              <a:t> 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3" sz="quarter"/>
          </p:nvPr>
        </p:nvSpPr>
        <p:spPr>
          <a:xfrm>
            <a:off x="3063240" y="1531620"/>
            <a:ext cx="4572000" cy="1645920"/>
          </a:xfrm>
        </p:spPr>
        <p:txBody>
          <a:bodyPr/>
          <a:lstStyle/>
          <a:p>
            <a:r>
              <a:rPr sz="7200">
                <a:latin typeface="Avenir Next LT Pro"/>
              </a:rPr>
              <a:t>SERMON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5" sz="quarter"/>
          </p:nvPr>
        </p:nvSpPr>
        <p:spPr>
          <a:xfrm>
            <a:off x="3172968" y="3044952"/>
            <a:ext cx="4370832" cy="914400"/>
          </a:xfrm>
        </p:spPr>
        <p:txBody>
          <a:bodyPr/>
          <a:lstStyle/>
          <a:p>
            <a:r>
              <a:rPr sz="2400">
                <a:latin typeface="Avenir Next LT Pro"/>
              </a:rPr>
              <a:t>“HE COMMANDED US TO PREACH TO THE PEOPLE”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20" sz="quarter"/>
          </p:nvPr>
        </p:nvSpPr>
        <p:spPr>
          <a:xfrm>
            <a:off x="3291840" y="3863339"/>
            <a:ext cx="4133087" cy="914400"/>
          </a:xfrm>
        </p:spPr>
        <p:txBody>
          <a:bodyPr/>
          <a:lstStyle/>
          <a:p>
            <a:r>
              <a:rPr sz="2000">
                <a:latin typeface="Avenir Next LT Pro"/>
              </a:rPr>
              <a:t>ACTS 10:42</a:t>
            </a:r>
          </a:p>
        </p:txBody>
      </p:sp>
      <p:pic>
        <p:nvPicPr>
          <p:cNvPr id="10" name="Picture Placeholder 9" descr="eh20-eng-432.png"/>
          <p:cNvPicPr>
            <a:picLocks noGrp="1" noChangeAspect="1"/>
          </p:cNvPicPr>
          <p:nvPr>
            <p:ph type="pic" idx="19" sz="quarter"/>
          </p:nvPr>
        </p:nvPicPr>
        <p:blipFill>
          <a:blip r:embed="rId3"/>
          <a:srcRect t="459" b="459"/>
          <a:stretch>
            <a:fillRect/>
          </a:stretch>
        </p:blipFill>
        <p:spPr>
          <a:xfrm>
            <a:off x="1668537" y="5029200"/>
            <a:ext cx="1828800" cy="457200"/>
          </a:xfrm>
        </p:spPr>
      </p:pic>
      <p:sp>
        <p:nvSpPr>
          <p:cNvPr id="11" name="Content Placeholder 10"/>
          <p:cNvSpPr>
            <a:spLocks noGrp="1"/>
          </p:cNvSpPr>
          <p:nvPr>
            <p:ph idx="22" sz="quarter"/>
          </p:nvPr>
        </p:nvSpPr>
        <p:spPr>
          <a:xfrm>
            <a:off x="685799" y="3623310"/>
            <a:ext cx="832104" cy="274320"/>
          </a:xfrm>
        </p:spPr>
        <p:txBody>
          <a:bodyPr/>
          <a:lstStyle/>
          <a:p>
            <a:r>
              <a:t> 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pPr>
              <a:lnSpc>
                <a:spcPts val="18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>
                <a:latin typeface="Avenir Next LT Pro"/>
              </a:rPr>
              <a:t>Welcome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>
                <a:latin typeface="Avenir Next LT Pro"/>
              </a:rPr>
              <a:t>Collection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>
                <a:latin typeface="Avenir Next LT Pro"/>
              </a:rPr>
              <a:t>Reading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>
                <a:latin typeface="Avenir Next LT Pro"/>
              </a:rPr>
              <a:t>Prayer</a:t>
            </a:r>
          </a:p>
          <a:p>
            <a:pPr>
              <a:lnSpc>
                <a:spcPts val="1800"/>
              </a:lnSpc>
              <a:spcBef>
                <a:spcPts val="100"/>
              </a:spcBef>
              <a:spcAft>
                <a:spcPts val="800"/>
              </a:spcAft>
            </a:pPr>
            <a:r>
              <a:rPr sz="1800" b="1">
                <a:latin typeface="Avenir Next LT Pro"/>
              </a:rPr>
              <a:t>25</a:t>
            </a:r>
          </a:p>
          <a:p>
            <a:pPr>
              <a:lnSpc>
                <a:spcPts val="1800"/>
              </a:lnSpc>
              <a:spcBef>
                <a:spcPts val="100"/>
              </a:spcBef>
              <a:spcAft>
                <a:spcPts val="800"/>
              </a:spcAft>
            </a:pPr>
            <a:r>
              <a:rPr sz="1800" b="1">
                <a:latin typeface="Avenir Next LT Pro"/>
              </a:rPr>
              <a:t>742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>
                <a:latin typeface="Avenir Next LT Pro"/>
              </a:rPr>
              <a:t>Lord’s Supper</a:t>
            </a:r>
          </a:p>
          <a:p>
            <a:pPr>
              <a:lnSpc>
                <a:spcPts val="1800"/>
              </a:lnSpc>
              <a:spcBef>
                <a:spcPts val="100"/>
              </a:spcBef>
              <a:spcAft>
                <a:spcPts val="800"/>
              </a:spcAft>
            </a:pPr>
            <a:r>
              <a:rPr sz="1800" b="1">
                <a:latin typeface="Avenir Next LT Pro"/>
              </a:rPr>
              <a:t>103</a:t>
            </a:r>
          </a:p>
          <a:p>
            <a:pPr>
              <a:lnSpc>
                <a:spcPts val="1800"/>
              </a:lnSpc>
              <a:spcBef>
                <a:spcPts val="100"/>
              </a:spcBef>
              <a:spcAft>
                <a:spcPts val="800"/>
              </a:spcAft>
            </a:pPr>
            <a:r>
              <a:rPr sz="1800" b="1">
                <a:latin typeface="Avenir Next LT Pro"/>
              </a:rPr>
              <a:t>277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>
                <a:latin typeface="Avenir Next LT Pro"/>
              </a:rPr>
              <a:t>Sermon</a:t>
            </a:r>
          </a:p>
          <a:p>
            <a:pPr>
              <a:lnSpc>
                <a:spcPts val="1800"/>
              </a:lnSpc>
              <a:spcBef>
                <a:spcPts val="100"/>
              </a:spcBef>
              <a:spcAft>
                <a:spcPts val="800"/>
              </a:spcAft>
            </a:pPr>
            <a:r>
              <a:rPr sz="1800" b="1">
                <a:latin typeface="Avenir Next LT Pro"/>
              </a:rPr>
              <a:t>613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>
                <a:latin typeface="Avenir Next LT Pro"/>
              </a:rPr>
              <a:t>Prayer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25" sz="quarter"/>
          </p:nvPr>
        </p:nvSpPr>
        <p:spPr/>
        <p:txBody>
          <a:bodyPr/>
          <a:lstStyle/>
          <a:p>
            <a:r>
              <a:rPr sz="2000">
                <a:latin typeface="Avenir Next LT Pro"/>
              </a:rPr>
              <a:t/>
            </a:r>
          </a:p>
        </p:txBody>
      </p:sp>
      <p:pic>
        <p:nvPicPr>
          <p:cNvPr id="16" name="Picture 15" descr="eh-xcircle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2875788"/>
            <a:ext cx="365760" cy="365760"/>
          </a:xfrm>
          <a:prstGeom prst="rect">
            <a:avLst/>
          </a:prstGeom>
        </p:spPr>
      </p:pic>
      <p:pic>
        <p:nvPicPr>
          <p:cNvPr id="17" name="Picture 16" descr="phss-xcircle-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3218688"/>
            <a:ext cx="36576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song-beige-blur.jpg"/>
          <p:cNvPicPr>
            <a:picLocks noGrp="1" noChangeAspect="1"/>
          </p:cNvPicPr>
          <p:nvPr>
            <p:ph type="pic" idx="23" sz="quarter"/>
          </p:nvPr>
        </p:nvPicPr>
        <p:blipFill>
          <a:blip r:embed="rId5"/>
          <a:srcRect/>
          <a:stretch>
            <a:fillRect/>
          </a:stretch>
        </p:blipFill>
        <p:spPr>
          <a:xfrm>
            <a:off x="0" y="0"/>
            <a:ext cx="9144000" cy="5715000"/>
          </a:xfrm>
        </p:spPr>
      </p:pic>
      <p:sp>
        <p:nvSpPr>
          <p:cNvPr id="3" name="Text Placeholder 2"/>
          <p:cNvSpPr>
            <a:spLocks noGrp="1"/>
          </p:cNvSpPr>
          <p:nvPr>
            <p:ph type="body" idx="19" sz="quarter"/>
          </p:nvPr>
        </p:nvSpPr>
        <p:spPr>
          <a:xfrm>
            <a:off x="0" y="5166360"/>
            <a:ext cx="9144000" cy="548640"/>
          </a:xfrm>
        </p:spPr>
        <p:txBody>
          <a:bodyPr/>
          <a:lstStyle/>
          <a:p>
            <a:r>
              <a:t> 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4" sz="quarter"/>
          </p:nvPr>
        </p:nvSpPr>
        <p:spPr>
          <a:xfrm>
            <a:off x="-228600" y="5257800"/>
            <a:ext cx="914400" cy="365760"/>
          </a:xfrm>
          <a:noFill/>
        </p:spPr>
        <p:txBody>
          <a:bodyPr/>
          <a:lstStyle/>
          <a:p>
            <a:r>
              <a:t>613</a:t>
            </a:r>
          </a:p>
        </p:txBody>
      </p:sp>
      <p:pic>
        <p:nvPicPr>
          <p:cNvPr id="5" name="Picture Placeholder 4" descr="pftl-circle.png"/>
          <p:cNvPicPr>
            <a:picLocks noGrp="1" noChangeAspect="1"/>
          </p:cNvPicPr>
          <p:nvPr>
            <p:ph type="pic" idx="25" sz="quarter"/>
          </p:nvPr>
        </p:nvPicPr>
        <p:blipFill>
          <a:blip r:embed="rId2"/>
          <a:srcRect t="526" b="526"/>
          <a:stretch>
            <a:fillRect/>
          </a:stretch>
        </p:blipFill>
        <p:spPr>
          <a:xfrm>
            <a:off x="731520" y="5257800"/>
            <a:ext cx="365760" cy="361915"/>
          </a:xfrm>
        </p:spPr>
      </p:pic>
      <p:sp>
        <p:nvSpPr>
          <p:cNvPr id="6" name="Text Placeholder 5"/>
          <p:cNvSpPr>
            <a:spLocks noGrp="1"/>
          </p:cNvSpPr>
          <p:nvPr>
            <p:ph type="body" idx="16" sz="quarter"/>
          </p:nvPr>
        </p:nvSpPr>
        <p:spPr>
          <a:xfrm>
            <a:off x="1188720" y="5212080"/>
            <a:ext cx="7315200" cy="361915"/>
          </a:xfrm>
        </p:spPr>
        <p:txBody>
          <a:bodyPr/>
          <a:lstStyle/>
          <a:p>
            <a:r>
              <a:rPr sz="1600" b="1">
                <a:solidFill>
                  <a:srgbClr val="FFFFFF"/>
                </a:solidFill>
                <a:latin typeface="Avenir Next LT Pro"/>
              </a:rPr>
              <a:t>TAKE MY LIFE, AND LET IT BE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7" sz="quarter"/>
          </p:nvPr>
        </p:nvSpPr>
        <p:spPr>
          <a:xfrm>
            <a:off x="1280160" y="5486400"/>
            <a:ext cx="7315200" cy="180975"/>
          </a:xfrm>
        </p:spPr>
        <p:txBody>
          <a:bodyPr tIns="0" bIns="0"/>
          <a:lstStyle/>
          <a:p>
            <a:r>
              <a:rPr sz="800" b="0">
                <a:solidFill>
                  <a:srgbClr val="FFFFFF"/>
                </a:solidFill>
                <a:latin typeface="Avenir Next LT Pro"/>
              </a:rPr>
              <a:t>© 2007 The Paperless Hymnal®</a:t>
            </a:r>
          </a:p>
        </p:txBody>
      </p:sp>
      <p:pic>
        <p:nvPicPr>
          <p:cNvPr id="9" name="Picture Placeholder 8" descr="pftl-613-01.png"/>
          <p:cNvPicPr>
            <a:picLocks noGrp="1" noChangeAspect="1"/>
          </p:cNvPicPr>
          <p:nvPr>
            <p:ph type="pic" idx="10" sz="quarter"/>
          </p:nvPr>
        </p:nvPicPr>
        <p:blipFill>
          <a:blip r:embed="rId4"/>
          <a:srcRect t="0" b="0"/>
          <a:stretch>
            <a:fillRect/>
          </a:stretch>
        </p:blipFill>
        <p:spPr>
          <a:xfrm>
            <a:off x="731520" y="214052"/>
            <a:ext cx="7033981" cy="4738254"/>
          </a:xfrm>
        </p:spPr>
      </p:pic>
      <p:pic>
        <p:nvPicPr>
          <p:cNvPr id="10" name="Picture Placeholder 9" descr="eh-circle.png"/>
          <p:cNvPicPr>
            <a:picLocks noGrp="1" noChangeAspect="1"/>
          </p:cNvPicPr>
          <p:nvPr>
            <p:ph type="pic" idx="20" sz="quarter"/>
          </p:nvPr>
        </p:nvPicPr>
        <p:blipFill>
          <a:blip r:embed="rId3"/>
          <a:srcRect t="219" b="219"/>
          <a:stretch>
            <a:fillRect/>
          </a:stretch>
        </p:blipFill>
        <p:spPr>
          <a:xfrm>
            <a:off x="8595360" y="5257800"/>
            <a:ext cx="367371" cy="365760"/>
          </a:xfrm>
        </p:spPr>
      </p:pic>
      <p:sp>
        <p:nvSpPr>
          <p:cNvPr id="14" name="Text Placeholder 13"/>
          <p:cNvSpPr>
            <a:spLocks noGrp="1"/>
          </p:cNvSpPr>
          <p:nvPr>
            <p:ph type="body" idx="26" sz="quarter"/>
          </p:nvPr>
        </p:nvSpPr>
        <p:spPr>
          <a:xfrm>
            <a:off x="228600" y="524948"/>
            <a:ext cx="365760" cy="365760"/>
          </a:xfrm>
          <a:solidFill>
            <a:srgbClr val="1C81B9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1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27" sz="quarter"/>
          </p:nvPr>
        </p:nvSpPr>
        <p:spPr>
          <a:xfrm>
            <a:off x="228600" y="963860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2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idx="28" sz="quarter"/>
          </p:nvPr>
        </p:nvSpPr>
        <p:spPr>
          <a:xfrm>
            <a:off x="228600" y="1402772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3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idx="29" sz="quarter"/>
          </p:nvPr>
        </p:nvSpPr>
        <p:spPr>
          <a:xfrm>
            <a:off x="228600" y="1841684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4</a:t>
            </a:r>
          </a:p>
        </p:txBody>
      </p:sp>
      <p:sp>
        <p:nvSpPr>
          <p:cNvPr id="18" name="Text Placeholder 17"/>
          <p:cNvSpPr>
            <a:spLocks noGrp="1"/>
          </p:cNvSpPr>
          <p:nvPr>
            <p:ph type="body" idx="30" sz="quarter"/>
          </p:nvPr>
        </p:nvSpPr>
        <p:spPr>
          <a:xfrm>
            <a:off x="228600" y="2280596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5</a:t>
            </a:r>
          </a:p>
        </p:txBody>
      </p:sp>
      <p:sp>
        <p:nvSpPr>
          <p:cNvPr id="19" name="Text Placeholder 18"/>
          <p:cNvSpPr>
            <a:spLocks noGrp="1"/>
          </p:cNvSpPr>
          <p:nvPr>
            <p:ph type="body" idx="31" sz="quarter"/>
          </p:nvPr>
        </p:nvSpPr>
        <p:spPr>
          <a:xfrm>
            <a:off x="228600" y="2719508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6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song-beige-blur.jpg"/>
          <p:cNvPicPr>
            <a:picLocks noGrp="1" noChangeAspect="1"/>
          </p:cNvPicPr>
          <p:nvPr>
            <p:ph type="pic" idx="23" sz="quarter"/>
          </p:nvPr>
        </p:nvPicPr>
        <p:blipFill>
          <a:blip r:embed="rId5"/>
          <a:srcRect/>
          <a:stretch>
            <a:fillRect/>
          </a:stretch>
        </p:blipFill>
        <p:spPr>
          <a:xfrm>
            <a:off x="0" y="0"/>
            <a:ext cx="9144000" cy="5715000"/>
          </a:xfrm>
        </p:spPr>
      </p:pic>
      <p:sp>
        <p:nvSpPr>
          <p:cNvPr id="3" name="Text Placeholder 2"/>
          <p:cNvSpPr>
            <a:spLocks noGrp="1"/>
          </p:cNvSpPr>
          <p:nvPr>
            <p:ph type="body" idx="19" sz="quarter"/>
          </p:nvPr>
        </p:nvSpPr>
        <p:spPr>
          <a:xfrm>
            <a:off x="0" y="5166360"/>
            <a:ext cx="9144000" cy="548640"/>
          </a:xfrm>
        </p:spPr>
        <p:txBody>
          <a:bodyPr/>
          <a:lstStyle/>
          <a:p>
            <a:r>
              <a:t> 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4" sz="quarter"/>
          </p:nvPr>
        </p:nvSpPr>
        <p:spPr>
          <a:xfrm>
            <a:off x="-228600" y="5257800"/>
            <a:ext cx="914400" cy="365760"/>
          </a:xfrm>
          <a:noFill/>
        </p:spPr>
        <p:txBody>
          <a:bodyPr/>
          <a:lstStyle/>
          <a:p>
            <a:r>
              <a:t>613</a:t>
            </a:r>
          </a:p>
        </p:txBody>
      </p:sp>
      <p:pic>
        <p:nvPicPr>
          <p:cNvPr id="5" name="Picture Placeholder 4" descr="pftl-circle.png"/>
          <p:cNvPicPr>
            <a:picLocks noGrp="1" noChangeAspect="1"/>
          </p:cNvPicPr>
          <p:nvPr>
            <p:ph type="pic" idx="25" sz="quarter"/>
          </p:nvPr>
        </p:nvPicPr>
        <p:blipFill>
          <a:blip r:embed="rId2"/>
          <a:srcRect t="526" b="526"/>
          <a:stretch>
            <a:fillRect/>
          </a:stretch>
        </p:blipFill>
        <p:spPr>
          <a:xfrm>
            <a:off x="731520" y="5257800"/>
            <a:ext cx="365760" cy="361915"/>
          </a:xfrm>
        </p:spPr>
      </p:pic>
      <p:sp>
        <p:nvSpPr>
          <p:cNvPr id="6" name="Text Placeholder 5"/>
          <p:cNvSpPr>
            <a:spLocks noGrp="1"/>
          </p:cNvSpPr>
          <p:nvPr>
            <p:ph type="body" idx="16" sz="quarter"/>
          </p:nvPr>
        </p:nvSpPr>
        <p:spPr>
          <a:xfrm>
            <a:off x="1188720" y="5212080"/>
            <a:ext cx="7315200" cy="361915"/>
          </a:xfrm>
        </p:spPr>
        <p:txBody>
          <a:bodyPr/>
          <a:lstStyle/>
          <a:p>
            <a:r>
              <a:rPr sz="1600" b="1">
                <a:solidFill>
                  <a:srgbClr val="FFFFFF"/>
                </a:solidFill>
                <a:latin typeface="Avenir Next LT Pro"/>
              </a:rPr>
              <a:t>TAKE MY LIFE, AND LET IT BE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7" sz="quarter"/>
          </p:nvPr>
        </p:nvSpPr>
        <p:spPr>
          <a:xfrm>
            <a:off x="1280160" y="5486400"/>
            <a:ext cx="7315200" cy="180975"/>
          </a:xfrm>
        </p:spPr>
        <p:txBody>
          <a:bodyPr tIns="0" bIns="0"/>
          <a:lstStyle/>
          <a:p>
            <a:r>
              <a:rPr sz="800" b="0">
                <a:solidFill>
                  <a:srgbClr val="FFFFFF"/>
                </a:solidFill>
                <a:latin typeface="Avenir Next LT Pro"/>
              </a:rPr>
              <a:t>© 2007 The Paperless Hymnal®</a:t>
            </a:r>
          </a:p>
        </p:txBody>
      </p:sp>
      <p:pic>
        <p:nvPicPr>
          <p:cNvPr id="9" name="Picture Placeholder 8" descr="pftl-613-02.png"/>
          <p:cNvPicPr>
            <a:picLocks noGrp="1" noChangeAspect="1"/>
          </p:cNvPicPr>
          <p:nvPr>
            <p:ph type="pic" idx="10" sz="quarter"/>
          </p:nvPr>
        </p:nvPicPr>
        <p:blipFill>
          <a:blip r:embed="rId4"/>
          <a:srcRect t="0" b="0"/>
          <a:stretch>
            <a:fillRect/>
          </a:stretch>
        </p:blipFill>
        <p:spPr>
          <a:xfrm>
            <a:off x="731520" y="214052"/>
            <a:ext cx="7033981" cy="4738254"/>
          </a:xfrm>
        </p:spPr>
      </p:pic>
      <p:pic>
        <p:nvPicPr>
          <p:cNvPr id="10" name="Picture Placeholder 9" descr="eh-circle.png"/>
          <p:cNvPicPr>
            <a:picLocks noGrp="1" noChangeAspect="1"/>
          </p:cNvPicPr>
          <p:nvPr>
            <p:ph type="pic" idx="20" sz="quarter"/>
          </p:nvPr>
        </p:nvPicPr>
        <p:blipFill>
          <a:blip r:embed="rId3"/>
          <a:srcRect t="219" b="219"/>
          <a:stretch>
            <a:fillRect/>
          </a:stretch>
        </p:blipFill>
        <p:spPr>
          <a:xfrm>
            <a:off x="8595360" y="5257800"/>
            <a:ext cx="367371" cy="365760"/>
          </a:xfrm>
        </p:spPr>
      </p:pic>
      <p:sp>
        <p:nvSpPr>
          <p:cNvPr id="14" name="Text Placeholder 13"/>
          <p:cNvSpPr>
            <a:spLocks noGrp="1"/>
          </p:cNvSpPr>
          <p:nvPr>
            <p:ph type="body" idx="26" sz="quarter"/>
          </p:nvPr>
        </p:nvSpPr>
        <p:spPr>
          <a:xfrm>
            <a:off x="228600" y="524948"/>
            <a:ext cx="365760" cy="365760"/>
          </a:xfrm>
          <a:solidFill>
            <a:srgbClr val="1C81B9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1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27" sz="quarter"/>
          </p:nvPr>
        </p:nvSpPr>
        <p:spPr>
          <a:xfrm>
            <a:off x="228600" y="963860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2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idx="28" sz="quarter"/>
          </p:nvPr>
        </p:nvSpPr>
        <p:spPr>
          <a:xfrm>
            <a:off x="228600" y="1402772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3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idx="29" sz="quarter"/>
          </p:nvPr>
        </p:nvSpPr>
        <p:spPr>
          <a:xfrm>
            <a:off x="228600" y="1841684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4</a:t>
            </a:r>
          </a:p>
        </p:txBody>
      </p:sp>
      <p:sp>
        <p:nvSpPr>
          <p:cNvPr id="18" name="Text Placeholder 17"/>
          <p:cNvSpPr>
            <a:spLocks noGrp="1"/>
          </p:cNvSpPr>
          <p:nvPr>
            <p:ph type="body" idx="30" sz="quarter"/>
          </p:nvPr>
        </p:nvSpPr>
        <p:spPr>
          <a:xfrm>
            <a:off x="228600" y="2280596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5</a:t>
            </a:r>
          </a:p>
        </p:txBody>
      </p:sp>
      <p:sp>
        <p:nvSpPr>
          <p:cNvPr id="19" name="Text Placeholder 18"/>
          <p:cNvSpPr>
            <a:spLocks noGrp="1"/>
          </p:cNvSpPr>
          <p:nvPr>
            <p:ph type="body" idx="31" sz="quarter"/>
          </p:nvPr>
        </p:nvSpPr>
        <p:spPr>
          <a:xfrm>
            <a:off x="228600" y="2719508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6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song-beige-blur.jpg"/>
          <p:cNvPicPr>
            <a:picLocks noGrp="1" noChangeAspect="1"/>
          </p:cNvPicPr>
          <p:nvPr>
            <p:ph type="pic" idx="23" sz="quarter"/>
          </p:nvPr>
        </p:nvPicPr>
        <p:blipFill>
          <a:blip r:embed="rId5"/>
          <a:srcRect/>
          <a:stretch>
            <a:fillRect/>
          </a:stretch>
        </p:blipFill>
        <p:spPr>
          <a:xfrm>
            <a:off x="0" y="0"/>
            <a:ext cx="9144000" cy="5715000"/>
          </a:xfrm>
        </p:spPr>
      </p:pic>
      <p:sp>
        <p:nvSpPr>
          <p:cNvPr id="3" name="Text Placeholder 2"/>
          <p:cNvSpPr>
            <a:spLocks noGrp="1"/>
          </p:cNvSpPr>
          <p:nvPr>
            <p:ph type="body" idx="19" sz="quarter"/>
          </p:nvPr>
        </p:nvSpPr>
        <p:spPr>
          <a:xfrm>
            <a:off x="0" y="5166360"/>
            <a:ext cx="9144000" cy="548640"/>
          </a:xfrm>
        </p:spPr>
        <p:txBody>
          <a:bodyPr/>
          <a:lstStyle/>
          <a:p>
            <a:r>
              <a:t> 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4" sz="quarter"/>
          </p:nvPr>
        </p:nvSpPr>
        <p:spPr>
          <a:xfrm>
            <a:off x="-228600" y="5257800"/>
            <a:ext cx="914400" cy="365760"/>
          </a:xfrm>
          <a:noFill/>
        </p:spPr>
        <p:txBody>
          <a:bodyPr/>
          <a:lstStyle/>
          <a:p>
            <a:r>
              <a:t>613</a:t>
            </a:r>
          </a:p>
        </p:txBody>
      </p:sp>
      <p:pic>
        <p:nvPicPr>
          <p:cNvPr id="5" name="Picture Placeholder 4" descr="pftl-circle.png"/>
          <p:cNvPicPr>
            <a:picLocks noGrp="1" noChangeAspect="1"/>
          </p:cNvPicPr>
          <p:nvPr>
            <p:ph type="pic" idx="25" sz="quarter"/>
          </p:nvPr>
        </p:nvPicPr>
        <p:blipFill>
          <a:blip r:embed="rId2"/>
          <a:srcRect t="526" b="526"/>
          <a:stretch>
            <a:fillRect/>
          </a:stretch>
        </p:blipFill>
        <p:spPr>
          <a:xfrm>
            <a:off x="731520" y="5257800"/>
            <a:ext cx="365760" cy="361915"/>
          </a:xfrm>
        </p:spPr>
      </p:pic>
      <p:sp>
        <p:nvSpPr>
          <p:cNvPr id="6" name="Text Placeholder 5"/>
          <p:cNvSpPr>
            <a:spLocks noGrp="1"/>
          </p:cNvSpPr>
          <p:nvPr>
            <p:ph type="body" idx="16" sz="quarter"/>
          </p:nvPr>
        </p:nvSpPr>
        <p:spPr>
          <a:xfrm>
            <a:off x="1188720" y="5212080"/>
            <a:ext cx="7315200" cy="361915"/>
          </a:xfrm>
        </p:spPr>
        <p:txBody>
          <a:bodyPr/>
          <a:lstStyle/>
          <a:p>
            <a:r>
              <a:rPr sz="1600" b="1">
                <a:solidFill>
                  <a:srgbClr val="FFFFFF"/>
                </a:solidFill>
                <a:latin typeface="Avenir Next LT Pro"/>
              </a:rPr>
              <a:t>TAKE MY LIFE, AND LET IT BE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7" sz="quarter"/>
          </p:nvPr>
        </p:nvSpPr>
        <p:spPr>
          <a:xfrm>
            <a:off x="1280160" y="5486400"/>
            <a:ext cx="7315200" cy="180975"/>
          </a:xfrm>
        </p:spPr>
        <p:txBody>
          <a:bodyPr tIns="0" bIns="0"/>
          <a:lstStyle/>
          <a:p>
            <a:r>
              <a:rPr sz="800" b="0">
                <a:solidFill>
                  <a:srgbClr val="FFFFFF"/>
                </a:solidFill>
                <a:latin typeface="Avenir Next LT Pro"/>
              </a:rPr>
              <a:t>© 2007 The Paperless Hymnal®</a:t>
            </a:r>
          </a:p>
        </p:txBody>
      </p:sp>
      <p:pic>
        <p:nvPicPr>
          <p:cNvPr id="9" name="Picture Placeholder 8" descr="pftl-613-03.png"/>
          <p:cNvPicPr>
            <a:picLocks noGrp="1" noChangeAspect="1"/>
          </p:cNvPicPr>
          <p:nvPr>
            <p:ph type="pic" idx="10" sz="quarter"/>
          </p:nvPr>
        </p:nvPicPr>
        <p:blipFill>
          <a:blip r:embed="rId4"/>
          <a:srcRect t="0" b="0"/>
          <a:stretch>
            <a:fillRect/>
          </a:stretch>
        </p:blipFill>
        <p:spPr>
          <a:xfrm>
            <a:off x="731520" y="214052"/>
            <a:ext cx="7033981" cy="4738254"/>
          </a:xfrm>
        </p:spPr>
      </p:pic>
      <p:pic>
        <p:nvPicPr>
          <p:cNvPr id="10" name="Picture Placeholder 9" descr="eh-circle.png"/>
          <p:cNvPicPr>
            <a:picLocks noGrp="1" noChangeAspect="1"/>
          </p:cNvPicPr>
          <p:nvPr>
            <p:ph type="pic" idx="20" sz="quarter"/>
          </p:nvPr>
        </p:nvPicPr>
        <p:blipFill>
          <a:blip r:embed="rId3"/>
          <a:srcRect t="219" b="219"/>
          <a:stretch>
            <a:fillRect/>
          </a:stretch>
        </p:blipFill>
        <p:spPr>
          <a:xfrm>
            <a:off x="8595360" y="5257800"/>
            <a:ext cx="367371" cy="365760"/>
          </a:xfrm>
        </p:spPr>
      </p:pic>
      <p:sp>
        <p:nvSpPr>
          <p:cNvPr id="14" name="Text Placeholder 13"/>
          <p:cNvSpPr>
            <a:spLocks noGrp="1"/>
          </p:cNvSpPr>
          <p:nvPr>
            <p:ph type="body" idx="26" sz="quarter"/>
          </p:nvPr>
        </p:nvSpPr>
        <p:spPr>
          <a:xfrm>
            <a:off x="228600" y="524948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1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27" sz="quarter"/>
          </p:nvPr>
        </p:nvSpPr>
        <p:spPr>
          <a:xfrm>
            <a:off x="228600" y="963860"/>
            <a:ext cx="365760" cy="365760"/>
          </a:xfrm>
          <a:solidFill>
            <a:srgbClr val="1C81B9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2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idx="28" sz="quarter"/>
          </p:nvPr>
        </p:nvSpPr>
        <p:spPr>
          <a:xfrm>
            <a:off x="228600" y="1402772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3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idx="29" sz="quarter"/>
          </p:nvPr>
        </p:nvSpPr>
        <p:spPr>
          <a:xfrm>
            <a:off x="228600" y="1841684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4</a:t>
            </a:r>
          </a:p>
        </p:txBody>
      </p:sp>
      <p:sp>
        <p:nvSpPr>
          <p:cNvPr id="18" name="Text Placeholder 17"/>
          <p:cNvSpPr>
            <a:spLocks noGrp="1"/>
          </p:cNvSpPr>
          <p:nvPr>
            <p:ph type="body" idx="30" sz="quarter"/>
          </p:nvPr>
        </p:nvSpPr>
        <p:spPr>
          <a:xfrm>
            <a:off x="228600" y="2280596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5</a:t>
            </a:r>
          </a:p>
        </p:txBody>
      </p:sp>
      <p:sp>
        <p:nvSpPr>
          <p:cNvPr id="19" name="Text Placeholder 18"/>
          <p:cNvSpPr>
            <a:spLocks noGrp="1"/>
          </p:cNvSpPr>
          <p:nvPr>
            <p:ph type="body" idx="31" sz="quarter"/>
          </p:nvPr>
        </p:nvSpPr>
        <p:spPr>
          <a:xfrm>
            <a:off x="228600" y="2719508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6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song-beige-blur.jpg"/>
          <p:cNvPicPr>
            <a:picLocks noGrp="1" noChangeAspect="1"/>
          </p:cNvPicPr>
          <p:nvPr>
            <p:ph type="pic" idx="23" sz="quarter"/>
          </p:nvPr>
        </p:nvPicPr>
        <p:blipFill>
          <a:blip r:embed="rId5"/>
          <a:srcRect/>
          <a:stretch>
            <a:fillRect/>
          </a:stretch>
        </p:blipFill>
        <p:spPr>
          <a:xfrm>
            <a:off x="0" y="0"/>
            <a:ext cx="9144000" cy="5715000"/>
          </a:xfrm>
        </p:spPr>
      </p:pic>
      <p:sp>
        <p:nvSpPr>
          <p:cNvPr id="3" name="Text Placeholder 2"/>
          <p:cNvSpPr>
            <a:spLocks noGrp="1"/>
          </p:cNvSpPr>
          <p:nvPr>
            <p:ph type="body" idx="19" sz="quarter"/>
          </p:nvPr>
        </p:nvSpPr>
        <p:spPr>
          <a:xfrm>
            <a:off x="0" y="5166360"/>
            <a:ext cx="9144000" cy="548640"/>
          </a:xfrm>
        </p:spPr>
        <p:txBody>
          <a:bodyPr/>
          <a:lstStyle/>
          <a:p>
            <a:r>
              <a:t> 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4" sz="quarter"/>
          </p:nvPr>
        </p:nvSpPr>
        <p:spPr>
          <a:xfrm>
            <a:off x="-228600" y="5257800"/>
            <a:ext cx="914400" cy="365760"/>
          </a:xfrm>
          <a:noFill/>
        </p:spPr>
        <p:txBody>
          <a:bodyPr/>
          <a:lstStyle/>
          <a:p>
            <a:r>
              <a:t>613</a:t>
            </a:r>
          </a:p>
        </p:txBody>
      </p:sp>
      <p:pic>
        <p:nvPicPr>
          <p:cNvPr id="5" name="Picture Placeholder 4" descr="pftl-circle.png"/>
          <p:cNvPicPr>
            <a:picLocks noGrp="1" noChangeAspect="1"/>
          </p:cNvPicPr>
          <p:nvPr>
            <p:ph type="pic" idx="25" sz="quarter"/>
          </p:nvPr>
        </p:nvPicPr>
        <p:blipFill>
          <a:blip r:embed="rId2"/>
          <a:srcRect t="526" b="526"/>
          <a:stretch>
            <a:fillRect/>
          </a:stretch>
        </p:blipFill>
        <p:spPr>
          <a:xfrm>
            <a:off x="731520" y="5257800"/>
            <a:ext cx="365760" cy="361915"/>
          </a:xfrm>
        </p:spPr>
      </p:pic>
      <p:sp>
        <p:nvSpPr>
          <p:cNvPr id="6" name="Text Placeholder 5"/>
          <p:cNvSpPr>
            <a:spLocks noGrp="1"/>
          </p:cNvSpPr>
          <p:nvPr>
            <p:ph type="body" idx="16" sz="quarter"/>
          </p:nvPr>
        </p:nvSpPr>
        <p:spPr>
          <a:xfrm>
            <a:off x="1188720" y="5212080"/>
            <a:ext cx="7315200" cy="361915"/>
          </a:xfrm>
        </p:spPr>
        <p:txBody>
          <a:bodyPr/>
          <a:lstStyle/>
          <a:p>
            <a:r>
              <a:rPr sz="1600" b="1">
                <a:solidFill>
                  <a:srgbClr val="FFFFFF"/>
                </a:solidFill>
                <a:latin typeface="Avenir Next LT Pro"/>
              </a:rPr>
              <a:t>TAKE MY LIFE, AND LET IT BE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7" sz="quarter"/>
          </p:nvPr>
        </p:nvSpPr>
        <p:spPr>
          <a:xfrm>
            <a:off x="1280160" y="5486400"/>
            <a:ext cx="7315200" cy="180975"/>
          </a:xfrm>
        </p:spPr>
        <p:txBody>
          <a:bodyPr tIns="0" bIns="0"/>
          <a:lstStyle/>
          <a:p>
            <a:r>
              <a:rPr sz="800" b="0">
                <a:solidFill>
                  <a:srgbClr val="FFFFFF"/>
                </a:solidFill>
                <a:latin typeface="Avenir Next LT Pro"/>
              </a:rPr>
              <a:t>© 2007 The Paperless Hymnal®</a:t>
            </a:r>
          </a:p>
        </p:txBody>
      </p:sp>
      <p:pic>
        <p:nvPicPr>
          <p:cNvPr id="9" name="Picture Placeholder 8" descr="pftl-613-04.png"/>
          <p:cNvPicPr>
            <a:picLocks noGrp="1" noChangeAspect="1"/>
          </p:cNvPicPr>
          <p:nvPr>
            <p:ph type="pic" idx="10" sz="quarter"/>
          </p:nvPr>
        </p:nvPicPr>
        <p:blipFill>
          <a:blip r:embed="rId4"/>
          <a:srcRect t="0" b="0"/>
          <a:stretch>
            <a:fillRect/>
          </a:stretch>
        </p:blipFill>
        <p:spPr>
          <a:xfrm>
            <a:off x="731520" y="214052"/>
            <a:ext cx="7033981" cy="4738254"/>
          </a:xfrm>
        </p:spPr>
      </p:pic>
      <p:pic>
        <p:nvPicPr>
          <p:cNvPr id="10" name="Picture Placeholder 9" descr="eh-circle.png"/>
          <p:cNvPicPr>
            <a:picLocks noGrp="1" noChangeAspect="1"/>
          </p:cNvPicPr>
          <p:nvPr>
            <p:ph type="pic" idx="20" sz="quarter"/>
          </p:nvPr>
        </p:nvPicPr>
        <p:blipFill>
          <a:blip r:embed="rId3"/>
          <a:srcRect t="219" b="219"/>
          <a:stretch>
            <a:fillRect/>
          </a:stretch>
        </p:blipFill>
        <p:spPr>
          <a:xfrm>
            <a:off x="8595360" y="5257800"/>
            <a:ext cx="367371" cy="365760"/>
          </a:xfrm>
        </p:spPr>
      </p:pic>
      <p:sp>
        <p:nvSpPr>
          <p:cNvPr id="14" name="Text Placeholder 13"/>
          <p:cNvSpPr>
            <a:spLocks noGrp="1"/>
          </p:cNvSpPr>
          <p:nvPr>
            <p:ph type="body" idx="26" sz="quarter"/>
          </p:nvPr>
        </p:nvSpPr>
        <p:spPr>
          <a:xfrm>
            <a:off x="228600" y="524948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1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27" sz="quarter"/>
          </p:nvPr>
        </p:nvSpPr>
        <p:spPr>
          <a:xfrm>
            <a:off x="228600" y="963860"/>
            <a:ext cx="365760" cy="365760"/>
          </a:xfrm>
          <a:solidFill>
            <a:srgbClr val="1C81B9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2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idx="28" sz="quarter"/>
          </p:nvPr>
        </p:nvSpPr>
        <p:spPr>
          <a:xfrm>
            <a:off x="228600" y="1402772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3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idx="29" sz="quarter"/>
          </p:nvPr>
        </p:nvSpPr>
        <p:spPr>
          <a:xfrm>
            <a:off x="228600" y="1841684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4</a:t>
            </a:r>
          </a:p>
        </p:txBody>
      </p:sp>
      <p:sp>
        <p:nvSpPr>
          <p:cNvPr id="18" name="Text Placeholder 17"/>
          <p:cNvSpPr>
            <a:spLocks noGrp="1"/>
          </p:cNvSpPr>
          <p:nvPr>
            <p:ph type="body" idx="30" sz="quarter"/>
          </p:nvPr>
        </p:nvSpPr>
        <p:spPr>
          <a:xfrm>
            <a:off x="228600" y="2280596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5</a:t>
            </a:r>
          </a:p>
        </p:txBody>
      </p:sp>
      <p:sp>
        <p:nvSpPr>
          <p:cNvPr id="19" name="Text Placeholder 18"/>
          <p:cNvSpPr>
            <a:spLocks noGrp="1"/>
          </p:cNvSpPr>
          <p:nvPr>
            <p:ph type="body" idx="31" sz="quarter"/>
          </p:nvPr>
        </p:nvSpPr>
        <p:spPr>
          <a:xfrm>
            <a:off x="228600" y="2719508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6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song-beige-blur.jpg"/>
          <p:cNvPicPr>
            <a:picLocks noGrp="1" noChangeAspect="1"/>
          </p:cNvPicPr>
          <p:nvPr>
            <p:ph type="pic" idx="23" sz="quarter"/>
          </p:nvPr>
        </p:nvPicPr>
        <p:blipFill>
          <a:blip r:embed="rId5"/>
          <a:srcRect/>
          <a:stretch>
            <a:fillRect/>
          </a:stretch>
        </p:blipFill>
        <p:spPr>
          <a:xfrm>
            <a:off x="0" y="0"/>
            <a:ext cx="9144000" cy="5715000"/>
          </a:xfrm>
        </p:spPr>
      </p:pic>
      <p:sp>
        <p:nvSpPr>
          <p:cNvPr id="3" name="Text Placeholder 2"/>
          <p:cNvSpPr>
            <a:spLocks noGrp="1"/>
          </p:cNvSpPr>
          <p:nvPr>
            <p:ph type="body" idx="19" sz="quarter"/>
          </p:nvPr>
        </p:nvSpPr>
        <p:spPr>
          <a:xfrm>
            <a:off x="0" y="5166360"/>
            <a:ext cx="9144000" cy="548640"/>
          </a:xfrm>
        </p:spPr>
        <p:txBody>
          <a:bodyPr/>
          <a:lstStyle/>
          <a:p>
            <a:r>
              <a:t> 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4" sz="quarter"/>
          </p:nvPr>
        </p:nvSpPr>
        <p:spPr>
          <a:xfrm>
            <a:off x="-228600" y="5257800"/>
            <a:ext cx="914400" cy="365760"/>
          </a:xfrm>
          <a:noFill/>
        </p:spPr>
        <p:txBody>
          <a:bodyPr/>
          <a:lstStyle/>
          <a:p>
            <a:r>
              <a:t>613</a:t>
            </a:r>
          </a:p>
        </p:txBody>
      </p:sp>
      <p:pic>
        <p:nvPicPr>
          <p:cNvPr id="5" name="Picture Placeholder 4" descr="pftl-circle.png"/>
          <p:cNvPicPr>
            <a:picLocks noGrp="1" noChangeAspect="1"/>
          </p:cNvPicPr>
          <p:nvPr>
            <p:ph type="pic" idx="25" sz="quarter"/>
          </p:nvPr>
        </p:nvPicPr>
        <p:blipFill>
          <a:blip r:embed="rId2"/>
          <a:srcRect t="526" b="526"/>
          <a:stretch>
            <a:fillRect/>
          </a:stretch>
        </p:blipFill>
        <p:spPr>
          <a:xfrm>
            <a:off x="731520" y="5257800"/>
            <a:ext cx="365760" cy="361915"/>
          </a:xfrm>
        </p:spPr>
      </p:pic>
      <p:sp>
        <p:nvSpPr>
          <p:cNvPr id="6" name="Text Placeholder 5"/>
          <p:cNvSpPr>
            <a:spLocks noGrp="1"/>
          </p:cNvSpPr>
          <p:nvPr>
            <p:ph type="body" idx="16" sz="quarter"/>
          </p:nvPr>
        </p:nvSpPr>
        <p:spPr>
          <a:xfrm>
            <a:off x="1188720" y="5212080"/>
            <a:ext cx="7315200" cy="361915"/>
          </a:xfrm>
        </p:spPr>
        <p:txBody>
          <a:bodyPr/>
          <a:lstStyle/>
          <a:p>
            <a:r>
              <a:rPr sz="1600" b="1">
                <a:solidFill>
                  <a:srgbClr val="FFFFFF"/>
                </a:solidFill>
                <a:latin typeface="Avenir Next LT Pro"/>
              </a:rPr>
              <a:t>TAKE MY LIFE, AND LET IT BE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7" sz="quarter"/>
          </p:nvPr>
        </p:nvSpPr>
        <p:spPr>
          <a:xfrm>
            <a:off x="1280160" y="5486400"/>
            <a:ext cx="7315200" cy="180975"/>
          </a:xfrm>
        </p:spPr>
        <p:txBody>
          <a:bodyPr tIns="0" bIns="0"/>
          <a:lstStyle/>
          <a:p>
            <a:r>
              <a:rPr sz="800" b="0">
                <a:solidFill>
                  <a:srgbClr val="FFFFFF"/>
                </a:solidFill>
                <a:latin typeface="Avenir Next LT Pro"/>
              </a:rPr>
              <a:t>© 2007 The Paperless Hymnal®</a:t>
            </a:r>
          </a:p>
        </p:txBody>
      </p:sp>
      <p:pic>
        <p:nvPicPr>
          <p:cNvPr id="9" name="Picture Placeholder 8" descr="pftl-613-05.png"/>
          <p:cNvPicPr>
            <a:picLocks noGrp="1" noChangeAspect="1"/>
          </p:cNvPicPr>
          <p:nvPr>
            <p:ph type="pic" idx="10" sz="quarter"/>
          </p:nvPr>
        </p:nvPicPr>
        <p:blipFill>
          <a:blip r:embed="rId4"/>
          <a:srcRect t="0" b="0"/>
          <a:stretch>
            <a:fillRect/>
          </a:stretch>
        </p:blipFill>
        <p:spPr>
          <a:xfrm>
            <a:off x="731520" y="214052"/>
            <a:ext cx="7033981" cy="4738254"/>
          </a:xfrm>
        </p:spPr>
      </p:pic>
      <p:pic>
        <p:nvPicPr>
          <p:cNvPr id="10" name="Picture Placeholder 9" descr="eh-circle.png"/>
          <p:cNvPicPr>
            <a:picLocks noGrp="1" noChangeAspect="1"/>
          </p:cNvPicPr>
          <p:nvPr>
            <p:ph type="pic" idx="20" sz="quarter"/>
          </p:nvPr>
        </p:nvPicPr>
        <p:blipFill>
          <a:blip r:embed="rId3"/>
          <a:srcRect t="219" b="219"/>
          <a:stretch>
            <a:fillRect/>
          </a:stretch>
        </p:blipFill>
        <p:spPr>
          <a:xfrm>
            <a:off x="8595360" y="5257800"/>
            <a:ext cx="367371" cy="365760"/>
          </a:xfrm>
        </p:spPr>
      </p:pic>
      <p:sp>
        <p:nvSpPr>
          <p:cNvPr id="14" name="Text Placeholder 13"/>
          <p:cNvSpPr>
            <a:spLocks noGrp="1"/>
          </p:cNvSpPr>
          <p:nvPr>
            <p:ph type="body" idx="26" sz="quarter"/>
          </p:nvPr>
        </p:nvSpPr>
        <p:spPr>
          <a:xfrm>
            <a:off x="228600" y="524948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1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27" sz="quarter"/>
          </p:nvPr>
        </p:nvSpPr>
        <p:spPr>
          <a:xfrm>
            <a:off x="228600" y="963860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2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idx="28" sz="quarter"/>
          </p:nvPr>
        </p:nvSpPr>
        <p:spPr>
          <a:xfrm>
            <a:off x="228600" y="1402772"/>
            <a:ext cx="365760" cy="365760"/>
          </a:xfrm>
          <a:solidFill>
            <a:srgbClr val="1C81B9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3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idx="29" sz="quarter"/>
          </p:nvPr>
        </p:nvSpPr>
        <p:spPr>
          <a:xfrm>
            <a:off x="228600" y="1841684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4</a:t>
            </a:r>
          </a:p>
        </p:txBody>
      </p:sp>
      <p:sp>
        <p:nvSpPr>
          <p:cNvPr id="18" name="Text Placeholder 17"/>
          <p:cNvSpPr>
            <a:spLocks noGrp="1"/>
          </p:cNvSpPr>
          <p:nvPr>
            <p:ph type="body" idx="30" sz="quarter"/>
          </p:nvPr>
        </p:nvSpPr>
        <p:spPr>
          <a:xfrm>
            <a:off x="228600" y="2280596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5</a:t>
            </a:r>
          </a:p>
        </p:txBody>
      </p:sp>
      <p:sp>
        <p:nvSpPr>
          <p:cNvPr id="19" name="Text Placeholder 18"/>
          <p:cNvSpPr>
            <a:spLocks noGrp="1"/>
          </p:cNvSpPr>
          <p:nvPr>
            <p:ph type="body" idx="31" sz="quarter"/>
          </p:nvPr>
        </p:nvSpPr>
        <p:spPr>
          <a:xfrm>
            <a:off x="228600" y="2719508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6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song-beige-blur.jpg"/>
          <p:cNvPicPr>
            <a:picLocks noGrp="1" noChangeAspect="1"/>
          </p:cNvPicPr>
          <p:nvPr>
            <p:ph type="pic" idx="23" sz="quarter"/>
          </p:nvPr>
        </p:nvPicPr>
        <p:blipFill>
          <a:blip r:embed="rId5"/>
          <a:srcRect/>
          <a:stretch>
            <a:fillRect/>
          </a:stretch>
        </p:blipFill>
        <p:spPr>
          <a:xfrm>
            <a:off x="0" y="0"/>
            <a:ext cx="9144000" cy="5715000"/>
          </a:xfrm>
        </p:spPr>
      </p:pic>
      <p:sp>
        <p:nvSpPr>
          <p:cNvPr id="3" name="Text Placeholder 2"/>
          <p:cNvSpPr>
            <a:spLocks noGrp="1"/>
          </p:cNvSpPr>
          <p:nvPr>
            <p:ph type="body" idx="19" sz="quarter"/>
          </p:nvPr>
        </p:nvSpPr>
        <p:spPr>
          <a:xfrm>
            <a:off x="0" y="5166360"/>
            <a:ext cx="9144000" cy="548640"/>
          </a:xfrm>
        </p:spPr>
        <p:txBody>
          <a:bodyPr/>
          <a:lstStyle/>
          <a:p>
            <a:r>
              <a:t> 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4" sz="quarter"/>
          </p:nvPr>
        </p:nvSpPr>
        <p:spPr>
          <a:xfrm>
            <a:off x="-228600" y="5257800"/>
            <a:ext cx="914400" cy="365760"/>
          </a:xfrm>
          <a:noFill/>
        </p:spPr>
        <p:txBody>
          <a:bodyPr/>
          <a:lstStyle/>
          <a:p>
            <a:r>
              <a:t>613</a:t>
            </a:r>
          </a:p>
        </p:txBody>
      </p:sp>
      <p:pic>
        <p:nvPicPr>
          <p:cNvPr id="5" name="Picture Placeholder 4" descr="pftl-circle.png"/>
          <p:cNvPicPr>
            <a:picLocks noGrp="1" noChangeAspect="1"/>
          </p:cNvPicPr>
          <p:nvPr>
            <p:ph type="pic" idx="25" sz="quarter"/>
          </p:nvPr>
        </p:nvPicPr>
        <p:blipFill>
          <a:blip r:embed="rId2"/>
          <a:srcRect t="526" b="526"/>
          <a:stretch>
            <a:fillRect/>
          </a:stretch>
        </p:blipFill>
        <p:spPr>
          <a:xfrm>
            <a:off x="731520" y="5257800"/>
            <a:ext cx="365760" cy="361915"/>
          </a:xfrm>
        </p:spPr>
      </p:pic>
      <p:sp>
        <p:nvSpPr>
          <p:cNvPr id="6" name="Text Placeholder 5"/>
          <p:cNvSpPr>
            <a:spLocks noGrp="1"/>
          </p:cNvSpPr>
          <p:nvPr>
            <p:ph type="body" idx="16" sz="quarter"/>
          </p:nvPr>
        </p:nvSpPr>
        <p:spPr>
          <a:xfrm>
            <a:off x="1188720" y="5212080"/>
            <a:ext cx="7315200" cy="361915"/>
          </a:xfrm>
        </p:spPr>
        <p:txBody>
          <a:bodyPr/>
          <a:lstStyle/>
          <a:p>
            <a:r>
              <a:rPr sz="1600" b="1">
                <a:solidFill>
                  <a:srgbClr val="FFFFFF"/>
                </a:solidFill>
                <a:latin typeface="Avenir Next LT Pro"/>
              </a:rPr>
              <a:t>TAKE MY LIFE, AND LET IT BE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7" sz="quarter"/>
          </p:nvPr>
        </p:nvSpPr>
        <p:spPr>
          <a:xfrm>
            <a:off x="1280160" y="5486400"/>
            <a:ext cx="7315200" cy="180975"/>
          </a:xfrm>
        </p:spPr>
        <p:txBody>
          <a:bodyPr tIns="0" bIns="0"/>
          <a:lstStyle/>
          <a:p>
            <a:r>
              <a:rPr sz="800" b="0">
                <a:solidFill>
                  <a:srgbClr val="FFFFFF"/>
                </a:solidFill>
                <a:latin typeface="Avenir Next LT Pro"/>
              </a:rPr>
              <a:t>© 2007 The Paperless Hymnal®</a:t>
            </a:r>
          </a:p>
        </p:txBody>
      </p:sp>
      <p:pic>
        <p:nvPicPr>
          <p:cNvPr id="9" name="Picture Placeholder 8" descr="pftl-613-06.png"/>
          <p:cNvPicPr>
            <a:picLocks noGrp="1" noChangeAspect="1"/>
          </p:cNvPicPr>
          <p:nvPr>
            <p:ph type="pic" idx="10" sz="quarter"/>
          </p:nvPr>
        </p:nvPicPr>
        <p:blipFill>
          <a:blip r:embed="rId4"/>
          <a:srcRect t="0" b="0"/>
          <a:stretch>
            <a:fillRect/>
          </a:stretch>
        </p:blipFill>
        <p:spPr>
          <a:xfrm>
            <a:off x="731520" y="214052"/>
            <a:ext cx="7033981" cy="4738254"/>
          </a:xfrm>
        </p:spPr>
      </p:pic>
      <p:pic>
        <p:nvPicPr>
          <p:cNvPr id="10" name="Picture Placeholder 9" descr="eh-circle.png"/>
          <p:cNvPicPr>
            <a:picLocks noGrp="1" noChangeAspect="1"/>
          </p:cNvPicPr>
          <p:nvPr>
            <p:ph type="pic" idx="20" sz="quarter"/>
          </p:nvPr>
        </p:nvPicPr>
        <p:blipFill>
          <a:blip r:embed="rId3"/>
          <a:srcRect t="219" b="219"/>
          <a:stretch>
            <a:fillRect/>
          </a:stretch>
        </p:blipFill>
        <p:spPr>
          <a:xfrm>
            <a:off x="8595360" y="5257800"/>
            <a:ext cx="367371" cy="365760"/>
          </a:xfrm>
        </p:spPr>
      </p:pic>
      <p:sp>
        <p:nvSpPr>
          <p:cNvPr id="14" name="Text Placeholder 13"/>
          <p:cNvSpPr>
            <a:spLocks noGrp="1"/>
          </p:cNvSpPr>
          <p:nvPr>
            <p:ph type="body" idx="26" sz="quarter"/>
          </p:nvPr>
        </p:nvSpPr>
        <p:spPr>
          <a:xfrm>
            <a:off x="228600" y="524948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1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27" sz="quarter"/>
          </p:nvPr>
        </p:nvSpPr>
        <p:spPr>
          <a:xfrm>
            <a:off x="228600" y="963860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2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idx="28" sz="quarter"/>
          </p:nvPr>
        </p:nvSpPr>
        <p:spPr>
          <a:xfrm>
            <a:off x="228600" y="1402772"/>
            <a:ext cx="365760" cy="365760"/>
          </a:xfrm>
          <a:solidFill>
            <a:srgbClr val="1C81B9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3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idx="29" sz="quarter"/>
          </p:nvPr>
        </p:nvSpPr>
        <p:spPr>
          <a:xfrm>
            <a:off x="228600" y="1841684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4</a:t>
            </a:r>
          </a:p>
        </p:txBody>
      </p:sp>
      <p:sp>
        <p:nvSpPr>
          <p:cNvPr id="18" name="Text Placeholder 17"/>
          <p:cNvSpPr>
            <a:spLocks noGrp="1"/>
          </p:cNvSpPr>
          <p:nvPr>
            <p:ph type="body" idx="30" sz="quarter"/>
          </p:nvPr>
        </p:nvSpPr>
        <p:spPr>
          <a:xfrm>
            <a:off x="228600" y="2280596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5</a:t>
            </a:r>
          </a:p>
        </p:txBody>
      </p:sp>
      <p:sp>
        <p:nvSpPr>
          <p:cNvPr id="19" name="Text Placeholder 18"/>
          <p:cNvSpPr>
            <a:spLocks noGrp="1"/>
          </p:cNvSpPr>
          <p:nvPr>
            <p:ph type="body" idx="31" sz="quarter"/>
          </p:nvPr>
        </p:nvSpPr>
        <p:spPr>
          <a:xfrm>
            <a:off x="228600" y="2719508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6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song-beige-blur.jpg"/>
          <p:cNvPicPr>
            <a:picLocks noGrp="1" noChangeAspect="1"/>
          </p:cNvPicPr>
          <p:nvPr>
            <p:ph type="pic" idx="23" sz="quarter"/>
          </p:nvPr>
        </p:nvPicPr>
        <p:blipFill>
          <a:blip r:embed="rId5"/>
          <a:srcRect/>
          <a:stretch>
            <a:fillRect/>
          </a:stretch>
        </p:blipFill>
        <p:spPr>
          <a:xfrm>
            <a:off x="0" y="0"/>
            <a:ext cx="9144000" cy="5715000"/>
          </a:xfrm>
        </p:spPr>
      </p:pic>
      <p:sp>
        <p:nvSpPr>
          <p:cNvPr id="3" name="Text Placeholder 2"/>
          <p:cNvSpPr>
            <a:spLocks noGrp="1"/>
          </p:cNvSpPr>
          <p:nvPr>
            <p:ph type="body" idx="19" sz="quarter"/>
          </p:nvPr>
        </p:nvSpPr>
        <p:spPr>
          <a:xfrm>
            <a:off x="0" y="5166360"/>
            <a:ext cx="9144000" cy="548640"/>
          </a:xfrm>
        </p:spPr>
        <p:txBody>
          <a:bodyPr/>
          <a:lstStyle/>
          <a:p>
            <a:r>
              <a:t> 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4" sz="quarter"/>
          </p:nvPr>
        </p:nvSpPr>
        <p:spPr>
          <a:xfrm>
            <a:off x="-228600" y="5257800"/>
            <a:ext cx="914400" cy="365760"/>
          </a:xfrm>
          <a:noFill/>
        </p:spPr>
        <p:txBody>
          <a:bodyPr/>
          <a:lstStyle/>
          <a:p>
            <a:r>
              <a:t>613</a:t>
            </a:r>
          </a:p>
        </p:txBody>
      </p:sp>
      <p:pic>
        <p:nvPicPr>
          <p:cNvPr id="5" name="Picture Placeholder 4" descr="pftl-circle.png"/>
          <p:cNvPicPr>
            <a:picLocks noGrp="1" noChangeAspect="1"/>
          </p:cNvPicPr>
          <p:nvPr>
            <p:ph type="pic" idx="25" sz="quarter"/>
          </p:nvPr>
        </p:nvPicPr>
        <p:blipFill>
          <a:blip r:embed="rId2"/>
          <a:srcRect t="526" b="526"/>
          <a:stretch>
            <a:fillRect/>
          </a:stretch>
        </p:blipFill>
        <p:spPr>
          <a:xfrm>
            <a:off x="731520" y="5257800"/>
            <a:ext cx="365760" cy="361915"/>
          </a:xfrm>
        </p:spPr>
      </p:pic>
      <p:sp>
        <p:nvSpPr>
          <p:cNvPr id="6" name="Text Placeholder 5"/>
          <p:cNvSpPr>
            <a:spLocks noGrp="1"/>
          </p:cNvSpPr>
          <p:nvPr>
            <p:ph type="body" idx="16" sz="quarter"/>
          </p:nvPr>
        </p:nvSpPr>
        <p:spPr>
          <a:xfrm>
            <a:off x="1188720" y="5212080"/>
            <a:ext cx="7315200" cy="361915"/>
          </a:xfrm>
        </p:spPr>
        <p:txBody>
          <a:bodyPr/>
          <a:lstStyle/>
          <a:p>
            <a:r>
              <a:rPr sz="1600" b="1">
                <a:solidFill>
                  <a:srgbClr val="FFFFFF"/>
                </a:solidFill>
                <a:latin typeface="Avenir Next LT Pro"/>
              </a:rPr>
              <a:t>TAKE MY LIFE, AND LET IT BE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7" sz="quarter"/>
          </p:nvPr>
        </p:nvSpPr>
        <p:spPr>
          <a:xfrm>
            <a:off x="1280160" y="5486400"/>
            <a:ext cx="7315200" cy="180975"/>
          </a:xfrm>
        </p:spPr>
        <p:txBody>
          <a:bodyPr tIns="0" bIns="0"/>
          <a:lstStyle/>
          <a:p>
            <a:r>
              <a:rPr sz="800" b="0">
                <a:solidFill>
                  <a:srgbClr val="FFFFFF"/>
                </a:solidFill>
                <a:latin typeface="Avenir Next LT Pro"/>
              </a:rPr>
              <a:t>© 2007 The Paperless Hymnal®</a:t>
            </a:r>
          </a:p>
        </p:txBody>
      </p:sp>
      <p:pic>
        <p:nvPicPr>
          <p:cNvPr id="9" name="Picture Placeholder 8" descr="pftl-613-07.png"/>
          <p:cNvPicPr>
            <a:picLocks noGrp="1" noChangeAspect="1"/>
          </p:cNvPicPr>
          <p:nvPr>
            <p:ph type="pic" idx="10" sz="quarter"/>
          </p:nvPr>
        </p:nvPicPr>
        <p:blipFill>
          <a:blip r:embed="rId4"/>
          <a:srcRect t="0" b="0"/>
          <a:stretch>
            <a:fillRect/>
          </a:stretch>
        </p:blipFill>
        <p:spPr>
          <a:xfrm>
            <a:off x="731520" y="214052"/>
            <a:ext cx="7033981" cy="4738254"/>
          </a:xfrm>
        </p:spPr>
      </p:pic>
      <p:pic>
        <p:nvPicPr>
          <p:cNvPr id="10" name="Picture Placeholder 9" descr="eh-circle.png"/>
          <p:cNvPicPr>
            <a:picLocks noGrp="1" noChangeAspect="1"/>
          </p:cNvPicPr>
          <p:nvPr>
            <p:ph type="pic" idx="20" sz="quarter"/>
          </p:nvPr>
        </p:nvPicPr>
        <p:blipFill>
          <a:blip r:embed="rId3"/>
          <a:srcRect t="219" b="219"/>
          <a:stretch>
            <a:fillRect/>
          </a:stretch>
        </p:blipFill>
        <p:spPr>
          <a:xfrm>
            <a:off x="8595360" y="5257800"/>
            <a:ext cx="367371" cy="365760"/>
          </a:xfrm>
        </p:spPr>
      </p:pic>
      <p:sp>
        <p:nvSpPr>
          <p:cNvPr id="14" name="Text Placeholder 13"/>
          <p:cNvSpPr>
            <a:spLocks noGrp="1"/>
          </p:cNvSpPr>
          <p:nvPr>
            <p:ph type="body" idx="26" sz="quarter"/>
          </p:nvPr>
        </p:nvSpPr>
        <p:spPr>
          <a:xfrm>
            <a:off x="228600" y="524948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1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27" sz="quarter"/>
          </p:nvPr>
        </p:nvSpPr>
        <p:spPr>
          <a:xfrm>
            <a:off x="228600" y="963860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2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idx="28" sz="quarter"/>
          </p:nvPr>
        </p:nvSpPr>
        <p:spPr>
          <a:xfrm>
            <a:off x="228600" y="1402772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3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idx="29" sz="quarter"/>
          </p:nvPr>
        </p:nvSpPr>
        <p:spPr>
          <a:xfrm>
            <a:off x="228600" y="1841684"/>
            <a:ext cx="365760" cy="365760"/>
          </a:xfrm>
          <a:solidFill>
            <a:srgbClr val="1C81B9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4</a:t>
            </a:r>
          </a:p>
        </p:txBody>
      </p:sp>
      <p:sp>
        <p:nvSpPr>
          <p:cNvPr id="18" name="Text Placeholder 17"/>
          <p:cNvSpPr>
            <a:spLocks noGrp="1"/>
          </p:cNvSpPr>
          <p:nvPr>
            <p:ph type="body" idx="30" sz="quarter"/>
          </p:nvPr>
        </p:nvSpPr>
        <p:spPr>
          <a:xfrm>
            <a:off x="228600" y="2280596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5</a:t>
            </a:r>
          </a:p>
        </p:txBody>
      </p:sp>
      <p:sp>
        <p:nvSpPr>
          <p:cNvPr id="19" name="Text Placeholder 18"/>
          <p:cNvSpPr>
            <a:spLocks noGrp="1"/>
          </p:cNvSpPr>
          <p:nvPr>
            <p:ph type="body" idx="31" sz="quarter"/>
          </p:nvPr>
        </p:nvSpPr>
        <p:spPr>
          <a:xfrm>
            <a:off x="228600" y="2719508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6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song-beige-blur.jpg"/>
          <p:cNvPicPr>
            <a:picLocks noGrp="1" noChangeAspect="1"/>
          </p:cNvPicPr>
          <p:nvPr>
            <p:ph type="pic" idx="23" sz="quarter"/>
          </p:nvPr>
        </p:nvPicPr>
        <p:blipFill>
          <a:blip r:embed="rId5"/>
          <a:srcRect/>
          <a:stretch>
            <a:fillRect/>
          </a:stretch>
        </p:blipFill>
        <p:spPr>
          <a:xfrm>
            <a:off x="0" y="0"/>
            <a:ext cx="9144000" cy="5715000"/>
          </a:xfrm>
        </p:spPr>
      </p:pic>
      <p:sp>
        <p:nvSpPr>
          <p:cNvPr id="3" name="Text Placeholder 2"/>
          <p:cNvSpPr>
            <a:spLocks noGrp="1"/>
          </p:cNvSpPr>
          <p:nvPr>
            <p:ph type="body" idx="19" sz="quarter"/>
          </p:nvPr>
        </p:nvSpPr>
        <p:spPr>
          <a:xfrm>
            <a:off x="0" y="5166360"/>
            <a:ext cx="9144000" cy="548640"/>
          </a:xfrm>
        </p:spPr>
        <p:txBody>
          <a:bodyPr/>
          <a:lstStyle/>
          <a:p>
            <a:r>
              <a:t> 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4" sz="quarter"/>
          </p:nvPr>
        </p:nvSpPr>
        <p:spPr>
          <a:xfrm>
            <a:off x="-228600" y="5257800"/>
            <a:ext cx="914400" cy="365760"/>
          </a:xfrm>
          <a:noFill/>
        </p:spPr>
        <p:txBody>
          <a:bodyPr/>
          <a:lstStyle/>
          <a:p>
            <a:r>
              <a:t>613</a:t>
            </a:r>
          </a:p>
        </p:txBody>
      </p:sp>
      <p:pic>
        <p:nvPicPr>
          <p:cNvPr id="5" name="Picture Placeholder 4" descr="pftl-circle.png"/>
          <p:cNvPicPr>
            <a:picLocks noGrp="1" noChangeAspect="1"/>
          </p:cNvPicPr>
          <p:nvPr>
            <p:ph type="pic" idx="25" sz="quarter"/>
          </p:nvPr>
        </p:nvPicPr>
        <p:blipFill>
          <a:blip r:embed="rId2"/>
          <a:srcRect t="526" b="526"/>
          <a:stretch>
            <a:fillRect/>
          </a:stretch>
        </p:blipFill>
        <p:spPr>
          <a:xfrm>
            <a:off x="731520" y="5257800"/>
            <a:ext cx="365760" cy="361915"/>
          </a:xfrm>
        </p:spPr>
      </p:pic>
      <p:sp>
        <p:nvSpPr>
          <p:cNvPr id="6" name="Text Placeholder 5"/>
          <p:cNvSpPr>
            <a:spLocks noGrp="1"/>
          </p:cNvSpPr>
          <p:nvPr>
            <p:ph type="body" idx="16" sz="quarter"/>
          </p:nvPr>
        </p:nvSpPr>
        <p:spPr>
          <a:xfrm>
            <a:off x="1188720" y="5212080"/>
            <a:ext cx="7315200" cy="361915"/>
          </a:xfrm>
        </p:spPr>
        <p:txBody>
          <a:bodyPr/>
          <a:lstStyle/>
          <a:p>
            <a:r>
              <a:rPr sz="1600" b="1">
                <a:solidFill>
                  <a:srgbClr val="FFFFFF"/>
                </a:solidFill>
                <a:latin typeface="Avenir Next LT Pro"/>
              </a:rPr>
              <a:t>TAKE MY LIFE, AND LET IT BE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7" sz="quarter"/>
          </p:nvPr>
        </p:nvSpPr>
        <p:spPr>
          <a:xfrm>
            <a:off x="1280160" y="5486400"/>
            <a:ext cx="7315200" cy="180975"/>
          </a:xfrm>
        </p:spPr>
        <p:txBody>
          <a:bodyPr tIns="0" bIns="0"/>
          <a:lstStyle/>
          <a:p>
            <a:r>
              <a:rPr sz="800" b="0">
                <a:solidFill>
                  <a:srgbClr val="FFFFFF"/>
                </a:solidFill>
                <a:latin typeface="Avenir Next LT Pro"/>
              </a:rPr>
              <a:t>© 2007 The Paperless Hymnal®</a:t>
            </a:r>
          </a:p>
        </p:txBody>
      </p:sp>
      <p:pic>
        <p:nvPicPr>
          <p:cNvPr id="9" name="Picture Placeholder 8" descr="pftl-613-08.png"/>
          <p:cNvPicPr>
            <a:picLocks noGrp="1" noChangeAspect="1"/>
          </p:cNvPicPr>
          <p:nvPr>
            <p:ph type="pic" idx="10" sz="quarter"/>
          </p:nvPr>
        </p:nvPicPr>
        <p:blipFill>
          <a:blip r:embed="rId4"/>
          <a:srcRect t="0" b="0"/>
          <a:stretch>
            <a:fillRect/>
          </a:stretch>
        </p:blipFill>
        <p:spPr>
          <a:xfrm>
            <a:off x="731520" y="214052"/>
            <a:ext cx="7033981" cy="4738254"/>
          </a:xfrm>
        </p:spPr>
      </p:pic>
      <p:pic>
        <p:nvPicPr>
          <p:cNvPr id="10" name="Picture Placeholder 9" descr="eh-circle.png"/>
          <p:cNvPicPr>
            <a:picLocks noGrp="1" noChangeAspect="1"/>
          </p:cNvPicPr>
          <p:nvPr>
            <p:ph type="pic" idx="20" sz="quarter"/>
          </p:nvPr>
        </p:nvPicPr>
        <p:blipFill>
          <a:blip r:embed="rId3"/>
          <a:srcRect t="219" b="219"/>
          <a:stretch>
            <a:fillRect/>
          </a:stretch>
        </p:blipFill>
        <p:spPr>
          <a:xfrm>
            <a:off x="8595360" y="5257800"/>
            <a:ext cx="367371" cy="365760"/>
          </a:xfrm>
        </p:spPr>
      </p:pic>
      <p:sp>
        <p:nvSpPr>
          <p:cNvPr id="14" name="Text Placeholder 13"/>
          <p:cNvSpPr>
            <a:spLocks noGrp="1"/>
          </p:cNvSpPr>
          <p:nvPr>
            <p:ph type="body" idx="26" sz="quarter"/>
          </p:nvPr>
        </p:nvSpPr>
        <p:spPr>
          <a:xfrm>
            <a:off x="228600" y="524948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1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27" sz="quarter"/>
          </p:nvPr>
        </p:nvSpPr>
        <p:spPr>
          <a:xfrm>
            <a:off x="228600" y="963860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2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idx="28" sz="quarter"/>
          </p:nvPr>
        </p:nvSpPr>
        <p:spPr>
          <a:xfrm>
            <a:off x="228600" y="1402772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3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idx="29" sz="quarter"/>
          </p:nvPr>
        </p:nvSpPr>
        <p:spPr>
          <a:xfrm>
            <a:off x="228600" y="1841684"/>
            <a:ext cx="365760" cy="365760"/>
          </a:xfrm>
          <a:solidFill>
            <a:srgbClr val="1C81B9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4</a:t>
            </a:r>
          </a:p>
        </p:txBody>
      </p:sp>
      <p:sp>
        <p:nvSpPr>
          <p:cNvPr id="18" name="Text Placeholder 17"/>
          <p:cNvSpPr>
            <a:spLocks noGrp="1"/>
          </p:cNvSpPr>
          <p:nvPr>
            <p:ph type="body" idx="30" sz="quarter"/>
          </p:nvPr>
        </p:nvSpPr>
        <p:spPr>
          <a:xfrm>
            <a:off x="228600" y="2280596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5</a:t>
            </a:r>
          </a:p>
        </p:txBody>
      </p:sp>
      <p:sp>
        <p:nvSpPr>
          <p:cNvPr id="19" name="Text Placeholder 18"/>
          <p:cNvSpPr>
            <a:spLocks noGrp="1"/>
          </p:cNvSpPr>
          <p:nvPr>
            <p:ph type="body" idx="31" sz="quarter"/>
          </p:nvPr>
        </p:nvSpPr>
        <p:spPr>
          <a:xfrm>
            <a:off x="228600" y="2719508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song-beige-blur.jpg"/>
          <p:cNvPicPr>
            <a:picLocks noGrp="1" noChangeAspect="1"/>
          </p:cNvPicPr>
          <p:nvPr>
            <p:ph type="pic" idx="23" sz="quarter"/>
          </p:nvPr>
        </p:nvPicPr>
        <p:blipFill>
          <a:blip r:embed="rId5"/>
          <a:srcRect/>
          <a:stretch>
            <a:fillRect/>
          </a:stretch>
        </p:blipFill>
        <p:spPr>
          <a:xfrm>
            <a:off x="0" y="0"/>
            <a:ext cx="9144000" cy="5715000"/>
          </a:xfrm>
        </p:spPr>
      </p:pic>
      <p:sp>
        <p:nvSpPr>
          <p:cNvPr id="3" name="Text Placeholder 2"/>
          <p:cNvSpPr>
            <a:spLocks noGrp="1"/>
          </p:cNvSpPr>
          <p:nvPr>
            <p:ph type="body" idx="19" sz="quarter"/>
          </p:nvPr>
        </p:nvSpPr>
        <p:spPr>
          <a:xfrm>
            <a:off x="0" y="5166360"/>
            <a:ext cx="9144000" cy="548640"/>
          </a:xfrm>
        </p:spPr>
        <p:txBody>
          <a:bodyPr/>
          <a:lstStyle/>
          <a:p>
            <a:r>
              <a:t> 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4" sz="quarter"/>
          </p:nvPr>
        </p:nvSpPr>
        <p:spPr>
          <a:xfrm>
            <a:off x="-228600" y="5257800"/>
            <a:ext cx="914400" cy="365760"/>
          </a:xfrm>
          <a:noFill/>
        </p:spPr>
        <p:txBody>
          <a:bodyPr/>
          <a:lstStyle/>
          <a:p>
            <a:r>
              <a:t>613</a:t>
            </a:r>
          </a:p>
        </p:txBody>
      </p:sp>
      <p:pic>
        <p:nvPicPr>
          <p:cNvPr id="5" name="Picture Placeholder 4" descr="pftl-circle.png"/>
          <p:cNvPicPr>
            <a:picLocks noGrp="1" noChangeAspect="1"/>
          </p:cNvPicPr>
          <p:nvPr>
            <p:ph type="pic" idx="25" sz="quarter"/>
          </p:nvPr>
        </p:nvPicPr>
        <p:blipFill>
          <a:blip r:embed="rId2"/>
          <a:srcRect t="526" b="526"/>
          <a:stretch>
            <a:fillRect/>
          </a:stretch>
        </p:blipFill>
        <p:spPr>
          <a:xfrm>
            <a:off x="731520" y="5257800"/>
            <a:ext cx="365760" cy="361915"/>
          </a:xfrm>
        </p:spPr>
      </p:pic>
      <p:sp>
        <p:nvSpPr>
          <p:cNvPr id="6" name="Text Placeholder 5"/>
          <p:cNvSpPr>
            <a:spLocks noGrp="1"/>
          </p:cNvSpPr>
          <p:nvPr>
            <p:ph type="body" idx="16" sz="quarter"/>
          </p:nvPr>
        </p:nvSpPr>
        <p:spPr>
          <a:xfrm>
            <a:off x="1188720" y="5212080"/>
            <a:ext cx="7315200" cy="361915"/>
          </a:xfrm>
        </p:spPr>
        <p:txBody>
          <a:bodyPr/>
          <a:lstStyle/>
          <a:p>
            <a:r>
              <a:rPr sz="1600" b="1">
                <a:solidFill>
                  <a:srgbClr val="FFFFFF"/>
                </a:solidFill>
                <a:latin typeface="Avenir Next LT Pro"/>
              </a:rPr>
              <a:t>TAKE MY LIFE, AND LET IT BE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7" sz="quarter"/>
          </p:nvPr>
        </p:nvSpPr>
        <p:spPr>
          <a:xfrm>
            <a:off x="1280160" y="5486400"/>
            <a:ext cx="7315200" cy="180975"/>
          </a:xfrm>
        </p:spPr>
        <p:txBody>
          <a:bodyPr tIns="0" bIns="0"/>
          <a:lstStyle/>
          <a:p>
            <a:r>
              <a:rPr sz="800" b="0">
                <a:solidFill>
                  <a:srgbClr val="FFFFFF"/>
                </a:solidFill>
                <a:latin typeface="Avenir Next LT Pro"/>
              </a:rPr>
              <a:t>© 2007 The Paperless Hymnal®</a:t>
            </a:r>
          </a:p>
        </p:txBody>
      </p:sp>
      <p:pic>
        <p:nvPicPr>
          <p:cNvPr id="9" name="Picture Placeholder 8" descr="pftl-613-09.png"/>
          <p:cNvPicPr>
            <a:picLocks noGrp="1" noChangeAspect="1"/>
          </p:cNvPicPr>
          <p:nvPr>
            <p:ph type="pic" idx="10" sz="quarter"/>
          </p:nvPr>
        </p:nvPicPr>
        <p:blipFill>
          <a:blip r:embed="rId4"/>
          <a:srcRect t="0" b="0"/>
          <a:stretch>
            <a:fillRect/>
          </a:stretch>
        </p:blipFill>
        <p:spPr>
          <a:xfrm>
            <a:off x="731520" y="214052"/>
            <a:ext cx="7033981" cy="4738254"/>
          </a:xfrm>
        </p:spPr>
      </p:pic>
      <p:pic>
        <p:nvPicPr>
          <p:cNvPr id="10" name="Picture Placeholder 9" descr="eh-circle.png"/>
          <p:cNvPicPr>
            <a:picLocks noGrp="1" noChangeAspect="1"/>
          </p:cNvPicPr>
          <p:nvPr>
            <p:ph type="pic" idx="20" sz="quarter"/>
          </p:nvPr>
        </p:nvPicPr>
        <p:blipFill>
          <a:blip r:embed="rId3"/>
          <a:srcRect t="219" b="219"/>
          <a:stretch>
            <a:fillRect/>
          </a:stretch>
        </p:blipFill>
        <p:spPr>
          <a:xfrm>
            <a:off x="8595360" y="5257800"/>
            <a:ext cx="367371" cy="365760"/>
          </a:xfrm>
        </p:spPr>
      </p:pic>
      <p:sp>
        <p:nvSpPr>
          <p:cNvPr id="14" name="Text Placeholder 13"/>
          <p:cNvSpPr>
            <a:spLocks noGrp="1"/>
          </p:cNvSpPr>
          <p:nvPr>
            <p:ph type="body" idx="26" sz="quarter"/>
          </p:nvPr>
        </p:nvSpPr>
        <p:spPr>
          <a:xfrm>
            <a:off x="228600" y="524948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1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27" sz="quarter"/>
          </p:nvPr>
        </p:nvSpPr>
        <p:spPr>
          <a:xfrm>
            <a:off x="228600" y="963860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2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idx="28" sz="quarter"/>
          </p:nvPr>
        </p:nvSpPr>
        <p:spPr>
          <a:xfrm>
            <a:off x="228600" y="1402772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3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idx="29" sz="quarter"/>
          </p:nvPr>
        </p:nvSpPr>
        <p:spPr>
          <a:xfrm>
            <a:off x="228600" y="1841684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4</a:t>
            </a:r>
          </a:p>
        </p:txBody>
      </p:sp>
      <p:sp>
        <p:nvSpPr>
          <p:cNvPr id="18" name="Text Placeholder 17"/>
          <p:cNvSpPr>
            <a:spLocks noGrp="1"/>
          </p:cNvSpPr>
          <p:nvPr>
            <p:ph type="body" idx="30" sz="quarter"/>
          </p:nvPr>
        </p:nvSpPr>
        <p:spPr>
          <a:xfrm>
            <a:off x="228600" y="2280596"/>
            <a:ext cx="365760" cy="365760"/>
          </a:xfrm>
          <a:solidFill>
            <a:srgbClr val="1C81B9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5</a:t>
            </a:r>
          </a:p>
        </p:txBody>
      </p:sp>
      <p:sp>
        <p:nvSpPr>
          <p:cNvPr id="19" name="Text Placeholder 18"/>
          <p:cNvSpPr>
            <a:spLocks noGrp="1"/>
          </p:cNvSpPr>
          <p:nvPr>
            <p:ph type="body" idx="31" sz="quarter"/>
          </p:nvPr>
        </p:nvSpPr>
        <p:spPr>
          <a:xfrm>
            <a:off x="228600" y="2719508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6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song-beige-blur.jpg"/>
          <p:cNvPicPr>
            <a:picLocks noGrp="1" noChangeAspect="1"/>
          </p:cNvPicPr>
          <p:nvPr>
            <p:ph type="pic" idx="23" sz="quarter"/>
          </p:nvPr>
        </p:nvPicPr>
        <p:blipFill>
          <a:blip r:embed="rId5"/>
          <a:srcRect/>
          <a:stretch>
            <a:fillRect/>
          </a:stretch>
        </p:blipFill>
        <p:spPr>
          <a:xfrm>
            <a:off x="0" y="0"/>
            <a:ext cx="9144000" cy="5715000"/>
          </a:xfrm>
        </p:spPr>
      </p:pic>
      <p:sp>
        <p:nvSpPr>
          <p:cNvPr id="3" name="Text Placeholder 2"/>
          <p:cNvSpPr>
            <a:spLocks noGrp="1"/>
          </p:cNvSpPr>
          <p:nvPr>
            <p:ph type="body" idx="19" sz="quarter"/>
          </p:nvPr>
        </p:nvSpPr>
        <p:spPr>
          <a:xfrm>
            <a:off x="0" y="5166360"/>
            <a:ext cx="9144000" cy="548640"/>
          </a:xfrm>
        </p:spPr>
        <p:txBody>
          <a:bodyPr/>
          <a:lstStyle/>
          <a:p>
            <a:r>
              <a:t> 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4" sz="quarter"/>
          </p:nvPr>
        </p:nvSpPr>
        <p:spPr>
          <a:xfrm>
            <a:off x="-228600" y="5257800"/>
            <a:ext cx="914400" cy="365760"/>
          </a:xfrm>
          <a:noFill/>
        </p:spPr>
        <p:txBody>
          <a:bodyPr/>
          <a:lstStyle/>
          <a:p>
            <a:r>
              <a:t>613</a:t>
            </a:r>
          </a:p>
        </p:txBody>
      </p:sp>
      <p:pic>
        <p:nvPicPr>
          <p:cNvPr id="5" name="Picture Placeholder 4" descr="pftl-circle.png"/>
          <p:cNvPicPr>
            <a:picLocks noGrp="1" noChangeAspect="1"/>
          </p:cNvPicPr>
          <p:nvPr>
            <p:ph type="pic" idx="25" sz="quarter"/>
          </p:nvPr>
        </p:nvPicPr>
        <p:blipFill>
          <a:blip r:embed="rId2"/>
          <a:srcRect t="526" b="526"/>
          <a:stretch>
            <a:fillRect/>
          </a:stretch>
        </p:blipFill>
        <p:spPr>
          <a:xfrm>
            <a:off x="731520" y="5257800"/>
            <a:ext cx="365760" cy="361915"/>
          </a:xfrm>
        </p:spPr>
      </p:pic>
      <p:sp>
        <p:nvSpPr>
          <p:cNvPr id="6" name="Text Placeholder 5"/>
          <p:cNvSpPr>
            <a:spLocks noGrp="1"/>
          </p:cNvSpPr>
          <p:nvPr>
            <p:ph type="body" idx="16" sz="quarter"/>
          </p:nvPr>
        </p:nvSpPr>
        <p:spPr>
          <a:xfrm>
            <a:off x="1188720" y="5212080"/>
            <a:ext cx="7315200" cy="361915"/>
          </a:xfrm>
        </p:spPr>
        <p:txBody>
          <a:bodyPr/>
          <a:lstStyle/>
          <a:p>
            <a:r>
              <a:rPr sz="1600" b="1">
                <a:solidFill>
                  <a:srgbClr val="FFFFFF"/>
                </a:solidFill>
                <a:latin typeface="Avenir Next LT Pro"/>
              </a:rPr>
              <a:t>TAKE MY LIFE, AND LET IT BE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7" sz="quarter"/>
          </p:nvPr>
        </p:nvSpPr>
        <p:spPr>
          <a:xfrm>
            <a:off x="1280160" y="5486400"/>
            <a:ext cx="7315200" cy="180975"/>
          </a:xfrm>
        </p:spPr>
        <p:txBody>
          <a:bodyPr tIns="0" bIns="0"/>
          <a:lstStyle/>
          <a:p>
            <a:r>
              <a:rPr sz="800" b="0">
                <a:solidFill>
                  <a:srgbClr val="FFFFFF"/>
                </a:solidFill>
                <a:latin typeface="Avenir Next LT Pro"/>
              </a:rPr>
              <a:t>© 2007 The Paperless Hymnal®</a:t>
            </a:r>
          </a:p>
        </p:txBody>
      </p:sp>
      <p:pic>
        <p:nvPicPr>
          <p:cNvPr id="9" name="Picture Placeholder 8" descr="pftl-613-10.png"/>
          <p:cNvPicPr>
            <a:picLocks noGrp="1" noChangeAspect="1"/>
          </p:cNvPicPr>
          <p:nvPr>
            <p:ph type="pic" idx="10" sz="quarter"/>
          </p:nvPr>
        </p:nvPicPr>
        <p:blipFill>
          <a:blip r:embed="rId4"/>
          <a:srcRect t="0" b="0"/>
          <a:stretch>
            <a:fillRect/>
          </a:stretch>
        </p:blipFill>
        <p:spPr>
          <a:xfrm>
            <a:off x="731520" y="214052"/>
            <a:ext cx="7033981" cy="4738254"/>
          </a:xfrm>
        </p:spPr>
      </p:pic>
      <p:pic>
        <p:nvPicPr>
          <p:cNvPr id="10" name="Picture Placeholder 9" descr="eh-circle.png"/>
          <p:cNvPicPr>
            <a:picLocks noGrp="1" noChangeAspect="1"/>
          </p:cNvPicPr>
          <p:nvPr>
            <p:ph type="pic" idx="20" sz="quarter"/>
          </p:nvPr>
        </p:nvPicPr>
        <p:blipFill>
          <a:blip r:embed="rId3"/>
          <a:srcRect t="219" b="219"/>
          <a:stretch>
            <a:fillRect/>
          </a:stretch>
        </p:blipFill>
        <p:spPr>
          <a:xfrm>
            <a:off x="8595360" y="5257800"/>
            <a:ext cx="367371" cy="365760"/>
          </a:xfrm>
        </p:spPr>
      </p:pic>
      <p:sp>
        <p:nvSpPr>
          <p:cNvPr id="14" name="Text Placeholder 13"/>
          <p:cNvSpPr>
            <a:spLocks noGrp="1"/>
          </p:cNvSpPr>
          <p:nvPr>
            <p:ph type="body" idx="26" sz="quarter"/>
          </p:nvPr>
        </p:nvSpPr>
        <p:spPr>
          <a:xfrm>
            <a:off x="228600" y="524948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1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27" sz="quarter"/>
          </p:nvPr>
        </p:nvSpPr>
        <p:spPr>
          <a:xfrm>
            <a:off x="228600" y="963860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2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idx="28" sz="quarter"/>
          </p:nvPr>
        </p:nvSpPr>
        <p:spPr>
          <a:xfrm>
            <a:off x="228600" y="1402772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3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idx="29" sz="quarter"/>
          </p:nvPr>
        </p:nvSpPr>
        <p:spPr>
          <a:xfrm>
            <a:off x="228600" y="1841684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4</a:t>
            </a:r>
          </a:p>
        </p:txBody>
      </p:sp>
      <p:sp>
        <p:nvSpPr>
          <p:cNvPr id="18" name="Text Placeholder 17"/>
          <p:cNvSpPr>
            <a:spLocks noGrp="1"/>
          </p:cNvSpPr>
          <p:nvPr>
            <p:ph type="body" idx="30" sz="quarter"/>
          </p:nvPr>
        </p:nvSpPr>
        <p:spPr>
          <a:xfrm>
            <a:off x="228600" y="2280596"/>
            <a:ext cx="365760" cy="365760"/>
          </a:xfrm>
          <a:solidFill>
            <a:srgbClr val="1C81B9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5</a:t>
            </a:r>
          </a:p>
        </p:txBody>
      </p:sp>
      <p:sp>
        <p:nvSpPr>
          <p:cNvPr id="19" name="Text Placeholder 18"/>
          <p:cNvSpPr>
            <a:spLocks noGrp="1"/>
          </p:cNvSpPr>
          <p:nvPr>
            <p:ph type="body" idx="31" sz="quarter"/>
          </p:nvPr>
        </p:nvSpPr>
        <p:spPr>
          <a:xfrm>
            <a:off x="228600" y="2719508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6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song-beige-blur.jpg"/>
          <p:cNvPicPr>
            <a:picLocks noGrp="1" noChangeAspect="1"/>
          </p:cNvPicPr>
          <p:nvPr>
            <p:ph type="pic" idx="23" sz="quarter"/>
          </p:nvPr>
        </p:nvPicPr>
        <p:blipFill>
          <a:blip r:embed="rId5"/>
          <a:srcRect/>
          <a:stretch>
            <a:fillRect/>
          </a:stretch>
        </p:blipFill>
        <p:spPr>
          <a:xfrm>
            <a:off x="0" y="0"/>
            <a:ext cx="9144000" cy="5715000"/>
          </a:xfrm>
        </p:spPr>
      </p:pic>
      <p:sp>
        <p:nvSpPr>
          <p:cNvPr id="3" name="Text Placeholder 2"/>
          <p:cNvSpPr>
            <a:spLocks noGrp="1"/>
          </p:cNvSpPr>
          <p:nvPr>
            <p:ph type="body" idx="19" sz="quarter"/>
          </p:nvPr>
        </p:nvSpPr>
        <p:spPr>
          <a:xfrm>
            <a:off x="0" y="5166360"/>
            <a:ext cx="9144000" cy="548640"/>
          </a:xfrm>
        </p:spPr>
        <p:txBody>
          <a:bodyPr/>
          <a:lstStyle/>
          <a:p>
            <a:r>
              <a:t> 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4" sz="quarter"/>
          </p:nvPr>
        </p:nvSpPr>
        <p:spPr>
          <a:xfrm>
            <a:off x="-228600" y="5257800"/>
            <a:ext cx="914400" cy="365760"/>
          </a:xfrm>
          <a:noFill/>
        </p:spPr>
        <p:txBody>
          <a:bodyPr/>
          <a:lstStyle/>
          <a:p>
            <a:r>
              <a:t>613</a:t>
            </a:r>
          </a:p>
        </p:txBody>
      </p:sp>
      <p:pic>
        <p:nvPicPr>
          <p:cNvPr id="5" name="Picture Placeholder 4" descr="pftl-circle.png"/>
          <p:cNvPicPr>
            <a:picLocks noGrp="1" noChangeAspect="1"/>
          </p:cNvPicPr>
          <p:nvPr>
            <p:ph type="pic" idx="25" sz="quarter"/>
          </p:nvPr>
        </p:nvPicPr>
        <p:blipFill>
          <a:blip r:embed="rId2"/>
          <a:srcRect t="526" b="526"/>
          <a:stretch>
            <a:fillRect/>
          </a:stretch>
        </p:blipFill>
        <p:spPr>
          <a:xfrm>
            <a:off x="731520" y="5257800"/>
            <a:ext cx="365760" cy="361915"/>
          </a:xfrm>
        </p:spPr>
      </p:pic>
      <p:sp>
        <p:nvSpPr>
          <p:cNvPr id="6" name="Text Placeholder 5"/>
          <p:cNvSpPr>
            <a:spLocks noGrp="1"/>
          </p:cNvSpPr>
          <p:nvPr>
            <p:ph type="body" idx="16" sz="quarter"/>
          </p:nvPr>
        </p:nvSpPr>
        <p:spPr>
          <a:xfrm>
            <a:off x="1188720" y="5212080"/>
            <a:ext cx="7315200" cy="361915"/>
          </a:xfrm>
        </p:spPr>
        <p:txBody>
          <a:bodyPr/>
          <a:lstStyle/>
          <a:p>
            <a:r>
              <a:rPr sz="1600" b="1">
                <a:solidFill>
                  <a:srgbClr val="FFFFFF"/>
                </a:solidFill>
                <a:latin typeface="Avenir Next LT Pro"/>
              </a:rPr>
              <a:t>TAKE MY LIFE, AND LET IT BE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7" sz="quarter"/>
          </p:nvPr>
        </p:nvSpPr>
        <p:spPr>
          <a:xfrm>
            <a:off x="1280160" y="5486400"/>
            <a:ext cx="7315200" cy="180975"/>
          </a:xfrm>
        </p:spPr>
        <p:txBody>
          <a:bodyPr tIns="0" bIns="0"/>
          <a:lstStyle/>
          <a:p>
            <a:r>
              <a:rPr sz="800" b="0">
                <a:solidFill>
                  <a:srgbClr val="FFFFFF"/>
                </a:solidFill>
                <a:latin typeface="Avenir Next LT Pro"/>
              </a:rPr>
              <a:t>© 2007 The Paperless Hymnal®</a:t>
            </a:r>
          </a:p>
        </p:txBody>
      </p:sp>
      <p:pic>
        <p:nvPicPr>
          <p:cNvPr id="9" name="Picture Placeholder 8" descr="pftl-613-11.png"/>
          <p:cNvPicPr>
            <a:picLocks noGrp="1" noChangeAspect="1"/>
          </p:cNvPicPr>
          <p:nvPr>
            <p:ph type="pic" idx="10" sz="quarter"/>
          </p:nvPr>
        </p:nvPicPr>
        <p:blipFill>
          <a:blip r:embed="rId4"/>
          <a:srcRect t="0" b="0"/>
          <a:stretch>
            <a:fillRect/>
          </a:stretch>
        </p:blipFill>
        <p:spPr>
          <a:xfrm>
            <a:off x="731520" y="214052"/>
            <a:ext cx="7033981" cy="4738254"/>
          </a:xfrm>
        </p:spPr>
      </p:pic>
      <p:pic>
        <p:nvPicPr>
          <p:cNvPr id="10" name="Picture Placeholder 9" descr="eh-circle.png"/>
          <p:cNvPicPr>
            <a:picLocks noGrp="1" noChangeAspect="1"/>
          </p:cNvPicPr>
          <p:nvPr>
            <p:ph type="pic" idx="20" sz="quarter"/>
          </p:nvPr>
        </p:nvPicPr>
        <p:blipFill>
          <a:blip r:embed="rId3"/>
          <a:srcRect t="219" b="219"/>
          <a:stretch>
            <a:fillRect/>
          </a:stretch>
        </p:blipFill>
        <p:spPr>
          <a:xfrm>
            <a:off x="8595360" y="5257800"/>
            <a:ext cx="367371" cy="365760"/>
          </a:xfrm>
        </p:spPr>
      </p:pic>
      <p:sp>
        <p:nvSpPr>
          <p:cNvPr id="14" name="Text Placeholder 13"/>
          <p:cNvSpPr>
            <a:spLocks noGrp="1"/>
          </p:cNvSpPr>
          <p:nvPr>
            <p:ph type="body" idx="26" sz="quarter"/>
          </p:nvPr>
        </p:nvSpPr>
        <p:spPr>
          <a:xfrm>
            <a:off x="228600" y="524948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1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27" sz="quarter"/>
          </p:nvPr>
        </p:nvSpPr>
        <p:spPr>
          <a:xfrm>
            <a:off x="228600" y="963860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2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idx="28" sz="quarter"/>
          </p:nvPr>
        </p:nvSpPr>
        <p:spPr>
          <a:xfrm>
            <a:off x="228600" y="1402772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3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idx="29" sz="quarter"/>
          </p:nvPr>
        </p:nvSpPr>
        <p:spPr>
          <a:xfrm>
            <a:off x="228600" y="1841684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4</a:t>
            </a:r>
          </a:p>
        </p:txBody>
      </p:sp>
      <p:sp>
        <p:nvSpPr>
          <p:cNvPr id="18" name="Text Placeholder 17"/>
          <p:cNvSpPr>
            <a:spLocks noGrp="1"/>
          </p:cNvSpPr>
          <p:nvPr>
            <p:ph type="body" idx="30" sz="quarter"/>
          </p:nvPr>
        </p:nvSpPr>
        <p:spPr>
          <a:xfrm>
            <a:off x="228600" y="2280596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5</a:t>
            </a:r>
          </a:p>
        </p:txBody>
      </p:sp>
      <p:sp>
        <p:nvSpPr>
          <p:cNvPr id="19" name="Text Placeholder 18"/>
          <p:cNvSpPr>
            <a:spLocks noGrp="1"/>
          </p:cNvSpPr>
          <p:nvPr>
            <p:ph type="body" idx="31" sz="quarter"/>
          </p:nvPr>
        </p:nvSpPr>
        <p:spPr>
          <a:xfrm>
            <a:off x="228600" y="2719508"/>
            <a:ext cx="365760" cy="365760"/>
          </a:xfrm>
          <a:solidFill>
            <a:srgbClr val="1C81B9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6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song-beige-blur.jpg"/>
          <p:cNvPicPr>
            <a:picLocks noGrp="1" noChangeAspect="1"/>
          </p:cNvPicPr>
          <p:nvPr>
            <p:ph type="pic" idx="23" sz="quarter"/>
          </p:nvPr>
        </p:nvPicPr>
        <p:blipFill>
          <a:blip r:embed="rId5"/>
          <a:srcRect/>
          <a:stretch>
            <a:fillRect/>
          </a:stretch>
        </p:blipFill>
        <p:spPr>
          <a:xfrm>
            <a:off x="0" y="0"/>
            <a:ext cx="9144000" cy="5715000"/>
          </a:xfrm>
        </p:spPr>
      </p:pic>
      <p:sp>
        <p:nvSpPr>
          <p:cNvPr id="3" name="Text Placeholder 2"/>
          <p:cNvSpPr>
            <a:spLocks noGrp="1"/>
          </p:cNvSpPr>
          <p:nvPr>
            <p:ph type="body" idx="19" sz="quarter"/>
          </p:nvPr>
        </p:nvSpPr>
        <p:spPr>
          <a:xfrm>
            <a:off x="0" y="5166360"/>
            <a:ext cx="9144000" cy="548640"/>
          </a:xfrm>
        </p:spPr>
        <p:txBody>
          <a:bodyPr/>
          <a:lstStyle/>
          <a:p>
            <a:r>
              <a:t> 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4" sz="quarter"/>
          </p:nvPr>
        </p:nvSpPr>
        <p:spPr>
          <a:xfrm>
            <a:off x="-228600" y="5257800"/>
            <a:ext cx="914400" cy="365760"/>
          </a:xfrm>
          <a:noFill/>
        </p:spPr>
        <p:txBody>
          <a:bodyPr/>
          <a:lstStyle/>
          <a:p>
            <a:r>
              <a:t>613</a:t>
            </a:r>
          </a:p>
        </p:txBody>
      </p:sp>
      <p:pic>
        <p:nvPicPr>
          <p:cNvPr id="5" name="Picture Placeholder 4" descr="pftl-circle.png"/>
          <p:cNvPicPr>
            <a:picLocks noGrp="1" noChangeAspect="1"/>
          </p:cNvPicPr>
          <p:nvPr>
            <p:ph type="pic" idx="25" sz="quarter"/>
          </p:nvPr>
        </p:nvPicPr>
        <p:blipFill>
          <a:blip r:embed="rId2"/>
          <a:srcRect t="526" b="526"/>
          <a:stretch>
            <a:fillRect/>
          </a:stretch>
        </p:blipFill>
        <p:spPr>
          <a:xfrm>
            <a:off x="731520" y="5257800"/>
            <a:ext cx="365760" cy="361915"/>
          </a:xfrm>
        </p:spPr>
      </p:pic>
      <p:sp>
        <p:nvSpPr>
          <p:cNvPr id="6" name="Text Placeholder 5"/>
          <p:cNvSpPr>
            <a:spLocks noGrp="1"/>
          </p:cNvSpPr>
          <p:nvPr>
            <p:ph type="body" idx="16" sz="quarter"/>
          </p:nvPr>
        </p:nvSpPr>
        <p:spPr>
          <a:xfrm>
            <a:off x="1188720" y="5212080"/>
            <a:ext cx="7315200" cy="361915"/>
          </a:xfrm>
        </p:spPr>
        <p:txBody>
          <a:bodyPr/>
          <a:lstStyle/>
          <a:p>
            <a:r>
              <a:rPr sz="1600" b="1">
                <a:solidFill>
                  <a:srgbClr val="FFFFFF"/>
                </a:solidFill>
                <a:latin typeface="Avenir Next LT Pro"/>
              </a:rPr>
              <a:t>TAKE MY LIFE, AND LET IT BE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7" sz="quarter"/>
          </p:nvPr>
        </p:nvSpPr>
        <p:spPr>
          <a:xfrm>
            <a:off x="1280160" y="5486400"/>
            <a:ext cx="7315200" cy="180975"/>
          </a:xfrm>
        </p:spPr>
        <p:txBody>
          <a:bodyPr tIns="0" bIns="0"/>
          <a:lstStyle/>
          <a:p>
            <a:r>
              <a:rPr sz="800" b="0">
                <a:solidFill>
                  <a:srgbClr val="FFFFFF"/>
                </a:solidFill>
                <a:latin typeface="Avenir Next LT Pro"/>
              </a:rPr>
              <a:t>© 2007 The Paperless Hymnal®</a:t>
            </a:r>
          </a:p>
        </p:txBody>
      </p:sp>
      <p:pic>
        <p:nvPicPr>
          <p:cNvPr id="9" name="Picture Placeholder 8" descr="pftl-613-12.png"/>
          <p:cNvPicPr>
            <a:picLocks noGrp="1" noChangeAspect="1"/>
          </p:cNvPicPr>
          <p:nvPr>
            <p:ph type="pic" idx="10" sz="quarter"/>
          </p:nvPr>
        </p:nvPicPr>
        <p:blipFill>
          <a:blip r:embed="rId4"/>
          <a:srcRect t="0" b="0"/>
          <a:stretch>
            <a:fillRect/>
          </a:stretch>
        </p:blipFill>
        <p:spPr>
          <a:xfrm>
            <a:off x="731520" y="214052"/>
            <a:ext cx="7033981" cy="4738254"/>
          </a:xfrm>
        </p:spPr>
      </p:pic>
      <p:pic>
        <p:nvPicPr>
          <p:cNvPr id="10" name="Picture Placeholder 9" descr="eh-circle.png"/>
          <p:cNvPicPr>
            <a:picLocks noGrp="1" noChangeAspect="1"/>
          </p:cNvPicPr>
          <p:nvPr>
            <p:ph type="pic" idx="20" sz="quarter"/>
          </p:nvPr>
        </p:nvPicPr>
        <p:blipFill>
          <a:blip r:embed="rId3"/>
          <a:srcRect t="219" b="219"/>
          <a:stretch>
            <a:fillRect/>
          </a:stretch>
        </p:blipFill>
        <p:spPr>
          <a:xfrm>
            <a:off x="8595360" y="5257800"/>
            <a:ext cx="367371" cy="365760"/>
          </a:xfrm>
        </p:spPr>
      </p:pic>
      <p:sp>
        <p:nvSpPr>
          <p:cNvPr id="14" name="Text Placeholder 13"/>
          <p:cNvSpPr>
            <a:spLocks noGrp="1"/>
          </p:cNvSpPr>
          <p:nvPr>
            <p:ph type="body" idx="26" sz="quarter"/>
          </p:nvPr>
        </p:nvSpPr>
        <p:spPr>
          <a:xfrm>
            <a:off x="228600" y="524948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1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27" sz="quarter"/>
          </p:nvPr>
        </p:nvSpPr>
        <p:spPr>
          <a:xfrm>
            <a:off x="228600" y="963860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2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idx="28" sz="quarter"/>
          </p:nvPr>
        </p:nvSpPr>
        <p:spPr>
          <a:xfrm>
            <a:off x="228600" y="1402772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3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idx="29" sz="quarter"/>
          </p:nvPr>
        </p:nvSpPr>
        <p:spPr>
          <a:xfrm>
            <a:off x="228600" y="1841684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4</a:t>
            </a:r>
          </a:p>
        </p:txBody>
      </p:sp>
      <p:sp>
        <p:nvSpPr>
          <p:cNvPr id="18" name="Text Placeholder 17"/>
          <p:cNvSpPr>
            <a:spLocks noGrp="1"/>
          </p:cNvSpPr>
          <p:nvPr>
            <p:ph type="body" idx="30" sz="quarter"/>
          </p:nvPr>
        </p:nvSpPr>
        <p:spPr>
          <a:xfrm>
            <a:off x="228600" y="2280596"/>
            <a:ext cx="365760" cy="365760"/>
          </a:xfrm>
          <a:solidFill>
            <a:srgbClr val="7F7F7F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5</a:t>
            </a:r>
          </a:p>
        </p:txBody>
      </p:sp>
      <p:sp>
        <p:nvSpPr>
          <p:cNvPr id="19" name="Text Placeholder 18"/>
          <p:cNvSpPr>
            <a:spLocks noGrp="1"/>
          </p:cNvSpPr>
          <p:nvPr>
            <p:ph type="body" idx="31" sz="quarter"/>
          </p:nvPr>
        </p:nvSpPr>
        <p:spPr>
          <a:xfrm>
            <a:off x="228600" y="2719508"/>
            <a:ext cx="365760" cy="365760"/>
          </a:xfrm>
          <a:solidFill>
            <a:srgbClr val="1C81B9"/>
          </a:solidFill>
          <a:ln>
            <a:noFill/>
          </a:ln>
        </p:spPr>
        <p:txBody>
          <a:bodyPr bIns="0" lIns="0" tIns="0" rIns="0"/>
          <a:lstStyle/>
          <a:p>
            <a:pPr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venir Next LT Pro"/>
              </a:rPr>
              <a:t>6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prayer-wheat.jp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/>
          <a:stretch>
            <a:fillRect/>
          </a:stretch>
        </p:blipFill>
        <p:spPr>
          <a:xfrm>
            <a:off x="0" y="0"/>
            <a:ext cx="9144000" cy="5715000"/>
          </a:xfrm>
        </p:spPr>
      </p:pic>
      <p:sp>
        <p:nvSpPr>
          <p:cNvPr id="3" name="Content Placeholder 2"/>
          <p:cNvSpPr>
            <a:spLocks noGrp="1"/>
          </p:cNvSpPr>
          <p:nvPr>
            <p:ph idx="17" sz="quarter"/>
          </p:nvPr>
        </p:nvSpPr>
        <p:spPr/>
        <p:txBody>
          <a:bodyPr/>
          <a:lstStyle/>
          <a:p>
            <a:r>
              <a:t>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8" sz="quarter"/>
          </p:nvPr>
        </p:nvSpPr>
        <p:spPr/>
        <p:txBody>
          <a:bodyPr/>
          <a:lstStyle/>
          <a:p>
            <a:r>
              <a:t> 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3" sz="quarter"/>
          </p:nvPr>
        </p:nvSpPr>
        <p:spPr>
          <a:xfrm>
            <a:off x="3063240" y="1531620"/>
            <a:ext cx="4572000" cy="1645920"/>
          </a:xfrm>
        </p:spPr>
        <p:txBody>
          <a:bodyPr/>
          <a:lstStyle/>
          <a:p>
            <a:r>
              <a:rPr sz="8000">
                <a:latin typeface="Avenir Next LT Pro"/>
              </a:rPr>
              <a:t>PRAYER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5" sz="quarter"/>
          </p:nvPr>
        </p:nvSpPr>
        <p:spPr>
          <a:xfrm>
            <a:off x="3566160" y="3040380"/>
            <a:ext cx="3566160" cy="914400"/>
          </a:xfrm>
        </p:spPr>
        <p:txBody>
          <a:bodyPr/>
          <a:lstStyle/>
          <a:p>
            <a:r>
              <a:rPr sz="2400">
                <a:latin typeface="Avenir Next LT Pro"/>
              </a:rPr>
              <a:t>“DEVOTE YOURSELVES TO PRAYER”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20" sz="quarter"/>
          </p:nvPr>
        </p:nvSpPr>
        <p:spPr>
          <a:xfrm>
            <a:off x="3291840" y="3863339"/>
            <a:ext cx="4133087" cy="914400"/>
          </a:xfrm>
        </p:spPr>
        <p:txBody>
          <a:bodyPr/>
          <a:lstStyle/>
          <a:p>
            <a:r>
              <a:rPr sz="2000">
                <a:latin typeface="Avenir Next LT Pro"/>
              </a:rPr>
              <a:t>COLOSSIANS 4:2</a:t>
            </a:r>
          </a:p>
        </p:txBody>
      </p:sp>
      <p:pic>
        <p:nvPicPr>
          <p:cNvPr id="10" name="Picture Placeholder 9" descr="eh20-eng-432.png"/>
          <p:cNvPicPr>
            <a:picLocks noGrp="1" noChangeAspect="1"/>
          </p:cNvPicPr>
          <p:nvPr>
            <p:ph type="pic" idx="19" sz="quarter"/>
          </p:nvPr>
        </p:nvPicPr>
        <p:blipFill>
          <a:blip r:embed="rId3"/>
          <a:srcRect t="459" b="459"/>
          <a:stretch>
            <a:fillRect/>
          </a:stretch>
        </p:blipFill>
        <p:spPr>
          <a:xfrm>
            <a:off x="1668537" y="5029200"/>
            <a:ext cx="1828800" cy="457200"/>
          </a:xfrm>
        </p:spPr>
      </p:pic>
      <p:sp>
        <p:nvSpPr>
          <p:cNvPr id="11" name="Content Placeholder 10"/>
          <p:cNvSpPr>
            <a:spLocks noGrp="1"/>
          </p:cNvSpPr>
          <p:nvPr>
            <p:ph idx="22" sz="quarter"/>
          </p:nvPr>
        </p:nvSpPr>
        <p:spPr>
          <a:xfrm>
            <a:off x="813815" y="4309109"/>
            <a:ext cx="704088" cy="274320"/>
          </a:xfrm>
        </p:spPr>
        <p:txBody>
          <a:bodyPr/>
          <a:lstStyle/>
          <a:p>
            <a:r>
              <a:t> 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pPr>
              <a:lnSpc>
                <a:spcPts val="18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>
                <a:latin typeface="Avenir Next LT Pro"/>
              </a:rPr>
              <a:t>Welcome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>
                <a:latin typeface="Avenir Next LT Pro"/>
              </a:rPr>
              <a:t>Collection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>
                <a:latin typeface="Avenir Next LT Pro"/>
              </a:rPr>
              <a:t>Reading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>
                <a:latin typeface="Avenir Next LT Pro"/>
              </a:rPr>
              <a:t>Prayer</a:t>
            </a:r>
          </a:p>
          <a:p>
            <a:pPr>
              <a:lnSpc>
                <a:spcPts val="1800"/>
              </a:lnSpc>
              <a:spcBef>
                <a:spcPts val="100"/>
              </a:spcBef>
              <a:spcAft>
                <a:spcPts val="800"/>
              </a:spcAft>
            </a:pPr>
            <a:r>
              <a:rPr sz="1800" b="1">
                <a:latin typeface="Avenir Next LT Pro"/>
              </a:rPr>
              <a:t>25</a:t>
            </a:r>
          </a:p>
          <a:p>
            <a:pPr>
              <a:lnSpc>
                <a:spcPts val="1800"/>
              </a:lnSpc>
              <a:spcBef>
                <a:spcPts val="100"/>
              </a:spcBef>
              <a:spcAft>
                <a:spcPts val="800"/>
              </a:spcAft>
            </a:pPr>
            <a:r>
              <a:rPr sz="1800" b="1">
                <a:latin typeface="Avenir Next LT Pro"/>
              </a:rPr>
              <a:t>742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>
                <a:latin typeface="Avenir Next LT Pro"/>
              </a:rPr>
              <a:t>Lord’s Supper</a:t>
            </a:r>
          </a:p>
          <a:p>
            <a:pPr>
              <a:lnSpc>
                <a:spcPts val="1800"/>
              </a:lnSpc>
              <a:spcBef>
                <a:spcPts val="100"/>
              </a:spcBef>
              <a:spcAft>
                <a:spcPts val="800"/>
              </a:spcAft>
            </a:pPr>
            <a:r>
              <a:rPr sz="1800" b="1">
                <a:latin typeface="Avenir Next LT Pro"/>
              </a:rPr>
              <a:t>103</a:t>
            </a:r>
          </a:p>
          <a:p>
            <a:pPr>
              <a:lnSpc>
                <a:spcPts val="1800"/>
              </a:lnSpc>
              <a:spcBef>
                <a:spcPts val="100"/>
              </a:spcBef>
              <a:spcAft>
                <a:spcPts val="800"/>
              </a:spcAft>
            </a:pPr>
            <a:r>
              <a:rPr sz="1800" b="1">
                <a:latin typeface="Avenir Next LT Pro"/>
              </a:rPr>
              <a:t>277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>
                <a:latin typeface="Avenir Next LT Pro"/>
              </a:rPr>
              <a:t>Sermon</a:t>
            </a:r>
          </a:p>
          <a:p>
            <a:pPr>
              <a:lnSpc>
                <a:spcPts val="1800"/>
              </a:lnSpc>
              <a:spcBef>
                <a:spcPts val="100"/>
              </a:spcBef>
              <a:spcAft>
                <a:spcPts val="800"/>
              </a:spcAft>
            </a:pPr>
            <a:r>
              <a:rPr sz="1800" b="1">
                <a:latin typeface="Avenir Next LT Pro"/>
              </a:rPr>
              <a:t>613</a:t>
            </a:r>
          </a:p>
          <a:p>
            <a:pPr>
              <a:lnSpc>
                <a:spcPts val="18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>
                <a:latin typeface="Avenir Next LT Pro"/>
              </a:rPr>
              <a:t>Prayer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25" sz="quarter"/>
          </p:nvPr>
        </p:nvSpPr>
        <p:spPr/>
        <p:txBody>
          <a:bodyPr/>
          <a:lstStyle/>
          <a:p/>
        </p:txBody>
      </p:sp>
      <p:pic>
        <p:nvPicPr>
          <p:cNvPr id="16" name="Picture 15" descr="eh-xcircle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2875788"/>
            <a:ext cx="365760" cy="365760"/>
          </a:xfrm>
          <a:prstGeom prst="rect">
            <a:avLst/>
          </a:prstGeom>
        </p:spPr>
      </p:pic>
      <p:pic>
        <p:nvPicPr>
          <p:cNvPr id="17" name="Picture 16" descr="phss-xcircle-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3218688"/>
            <a:ext cx="365760" cy="3657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3_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6_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162761</TotalTime>
  <Words>0</Words>
  <Application>Microsoft Office PowerPoint</Application>
  <PresentationFormat>On-screen Show (16:10)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0</vt:i4>
      </vt:variant>
    </vt:vector>
  </HeadingPairs>
  <TitlesOfParts>
    <vt:vector size="8" baseType="lpstr">
      <vt:lpstr>Alegreya Sans Light</vt:lpstr>
      <vt:lpstr>Alegreya Sans Medium</vt:lpstr>
      <vt:lpstr>Arial</vt:lpstr>
      <vt:lpstr>Avenir Next LT Pro</vt:lpstr>
      <vt:lpstr>Calibri</vt:lpstr>
      <vt:lpstr>Century Gothic</vt:lpstr>
      <vt:lpstr>3_Custom Design</vt:lpstr>
      <vt:lpstr>6_Custom Design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Williams David</dc:creator>
  <cp:lastModifiedBy>David Williams</cp:lastModifiedBy>
  <cp:revision>627</cp:revision>
  <dcterms:created xsi:type="dcterms:W3CDTF">2019-05-01T02:25:12Z</dcterms:created>
  <dcterms:modified xsi:type="dcterms:W3CDTF">2023-02-22T18:30:13Z</dcterms:modified>
</cp:coreProperties>
</file>