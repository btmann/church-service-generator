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microsoft.com/office/2007/relationships/media" Target="../media/media2.mp3"/><Relationship Id="rId2" Type="http://schemas.openxmlformats.org/officeDocument/2006/relationships/audio" Target="../media/media2.mp3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microsoft.com/office/2007/relationships/media" Target="../media/media2.mp3"/><Relationship Id="rId2" Type="http://schemas.openxmlformats.org/officeDocument/2006/relationships/audio" Target="../media/media2.mp3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microsoft.com/office/2007/relationships/media" Target="../media/media2.mp3"/><Relationship Id="rId2" Type="http://schemas.openxmlformats.org/officeDocument/2006/relationships/audio" Target="../media/media2.mp3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1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1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1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1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1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6.png"/><Relationship Id="rId5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5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8.png"/><Relationship Id="rId5" Type="http://schemas.openxmlformats.org/officeDocument/2006/relationships/image" Target="../media/image1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5" Type="http://schemas.openxmlformats.org/officeDocument/2006/relationships/image" Target="../media/image1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0.png"/><Relationship Id="rId5" Type="http://schemas.openxmlformats.org/officeDocument/2006/relationships/image" Target="../media/image1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1.png"/><Relationship Id="rId5" Type="http://schemas.openxmlformats.org/officeDocument/2006/relationships/image" Target="../media/image1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2.png"/><Relationship Id="rId5" Type="http://schemas.openxmlformats.org/officeDocument/2006/relationships/image" Target="../media/image1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3.png"/><Relationship Id="rId5" Type="http://schemas.openxmlformats.org/officeDocument/2006/relationships/image" Target="../media/image1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4.png"/><Relationship Id="rId5" Type="http://schemas.openxmlformats.org/officeDocument/2006/relationships/image" Target="../media/image1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5.png"/><Relationship Id="rId5" Type="http://schemas.openxmlformats.org/officeDocument/2006/relationships/image" Target="../media/image1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6.png"/><Relationship Id="rId5" Type="http://schemas.openxmlformats.org/officeDocument/2006/relationships/image" Target="../media/image1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39.png"/><Relationship Id="rId4" Type="http://schemas.openxmlformats.org/officeDocument/2006/relationships/image" Target="../media/image1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40.png"/><Relationship Id="rId4" Type="http://schemas.openxmlformats.org/officeDocument/2006/relationships/image" Target="../media/image1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41.png"/><Relationship Id="rId4" Type="http://schemas.openxmlformats.org/officeDocument/2006/relationships/image" Target="../media/image1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42.png"/><Relationship Id="rId4" Type="http://schemas.openxmlformats.org/officeDocument/2006/relationships/image" Target="../media/image18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43.png"/><Relationship Id="rId4" Type="http://schemas.openxmlformats.org/officeDocument/2006/relationships/image" Target="../media/image1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44.png"/><Relationship Id="rId4" Type="http://schemas.openxmlformats.org/officeDocument/2006/relationships/image" Target="../media/image1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45.png"/><Relationship Id="rId4" Type="http://schemas.openxmlformats.org/officeDocument/2006/relationships/image" Target="../media/image1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46.png"/><Relationship Id="rId4" Type="http://schemas.openxmlformats.org/officeDocument/2006/relationships/image" Target="../media/image18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47.png"/><Relationship Id="rId4" Type="http://schemas.openxmlformats.org/officeDocument/2006/relationships/image" Target="../media/image18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48.png"/><Relationship Id="rId4" Type="http://schemas.openxmlformats.org/officeDocument/2006/relationships/image" Target="../media/image18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png"/><Relationship Id="rId3" Type="http://schemas.openxmlformats.org/officeDocument/2006/relationships/image" Target="../media/image16.png"/><Relationship Id="rId4" Type="http://schemas.openxmlformats.org/officeDocument/2006/relationships/image" Target="../media/image50.png"/><Relationship Id="rId5" Type="http://schemas.openxmlformats.org/officeDocument/2006/relationships/image" Target="../media/image18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6.png"/><Relationship Id="rId4" Type="http://schemas.openxmlformats.org/officeDocument/2006/relationships/image" Target="../media/image51.png"/><Relationship Id="rId5" Type="http://schemas.openxmlformats.org/officeDocument/2006/relationships/image" Target="../media/image18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6.png"/><Relationship Id="rId4" Type="http://schemas.openxmlformats.org/officeDocument/2006/relationships/image" Target="../media/image52.png"/><Relationship Id="rId5" Type="http://schemas.openxmlformats.org/officeDocument/2006/relationships/image" Target="../media/image1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6.png"/><Relationship Id="rId4" Type="http://schemas.openxmlformats.org/officeDocument/2006/relationships/image" Target="../media/image53.png"/><Relationship Id="rId5" Type="http://schemas.openxmlformats.org/officeDocument/2006/relationships/image" Target="../media/image1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6.png"/><Relationship Id="rId4" Type="http://schemas.openxmlformats.org/officeDocument/2006/relationships/image" Target="../media/image54.png"/><Relationship Id="rId5" Type="http://schemas.openxmlformats.org/officeDocument/2006/relationships/image" Target="../media/image1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6.png"/><Relationship Id="rId4" Type="http://schemas.openxmlformats.org/officeDocument/2006/relationships/image" Target="../media/image55.png"/><Relationship Id="rId5" Type="http://schemas.openxmlformats.org/officeDocument/2006/relationships/image" Target="../media/image18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6.png"/><Relationship Id="rId4" Type="http://schemas.openxmlformats.org/officeDocument/2006/relationships/image" Target="../media/image56.png"/><Relationship Id="rId5" Type="http://schemas.openxmlformats.org/officeDocument/2006/relationships/image" Target="../media/image18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6.png"/><Relationship Id="rId4" Type="http://schemas.openxmlformats.org/officeDocument/2006/relationships/image" Target="../media/image57.png"/><Relationship Id="rId5" Type="http://schemas.openxmlformats.org/officeDocument/2006/relationships/image" Target="../media/image18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6.png"/><Relationship Id="rId4" Type="http://schemas.openxmlformats.org/officeDocument/2006/relationships/image" Target="../media/image58.png"/><Relationship Id="rId5" Type="http://schemas.openxmlformats.org/officeDocument/2006/relationships/image" Target="../media/image18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6.png"/><Relationship Id="rId4" Type="http://schemas.openxmlformats.org/officeDocument/2006/relationships/image" Target="../media/image59.png"/><Relationship Id="rId5" Type="http://schemas.openxmlformats.org/officeDocument/2006/relationships/image" Target="../media/image18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6.png"/><Relationship Id="rId4" Type="http://schemas.openxmlformats.org/officeDocument/2006/relationships/image" Target="../media/image60.png"/><Relationship Id="rId5" Type="http://schemas.openxmlformats.org/officeDocument/2006/relationships/image" Target="../media/image18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6.png"/><Relationship Id="rId4" Type="http://schemas.openxmlformats.org/officeDocument/2006/relationships/image" Target="../media/image61.png"/><Relationship Id="rId5" Type="http://schemas.openxmlformats.org/officeDocument/2006/relationships/image" Target="../media/image18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63.png"/><Relationship Id="rId5" Type="http://schemas.openxmlformats.org/officeDocument/2006/relationships/image" Target="../media/image1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64.png"/><Relationship Id="rId5" Type="http://schemas.openxmlformats.org/officeDocument/2006/relationships/image" Target="../media/image18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65.png"/><Relationship Id="rId5" Type="http://schemas.openxmlformats.org/officeDocument/2006/relationships/image" Target="../media/image18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66.png"/><Relationship Id="rId5" Type="http://schemas.openxmlformats.org/officeDocument/2006/relationships/image" Target="../media/image18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67.png"/><Relationship Id="rId5" Type="http://schemas.openxmlformats.org/officeDocument/2006/relationships/image" Target="../media/image18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68.png"/><Relationship Id="rId5" Type="http://schemas.openxmlformats.org/officeDocument/2006/relationships/image" Target="../media/image18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69.png"/><Relationship Id="rId5" Type="http://schemas.openxmlformats.org/officeDocument/2006/relationships/image" Target="../media/image18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70.png"/><Relationship Id="rId5" Type="http://schemas.openxmlformats.org/officeDocument/2006/relationships/image" Target="../media/image18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71.png"/><Relationship Id="rId5" Type="http://schemas.openxmlformats.org/officeDocument/2006/relationships/image" Target="../media/image1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72.png"/><Relationship Id="rId5" Type="http://schemas.openxmlformats.org/officeDocument/2006/relationships/image" Target="../media/image1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73.png"/><Relationship Id="rId5" Type="http://schemas.openxmlformats.org/officeDocument/2006/relationships/image" Target="../media/image1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74.png"/><Relationship Id="rId5" Type="http://schemas.openxmlformats.org/officeDocument/2006/relationships/image" Target="../media/image18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welcome-brown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 sz="2200" b="0"/>
              <a:t>Announcements</a:t>
            </a:r>
          </a:p>
          <a:p>
            <a:r>
              <a:rPr sz="2200" b="0"/>
              <a:t> </a:t>
            </a:r>
          </a:p>
          <a:p>
            <a:r>
              <a:rPr sz="2200" b="0"/>
              <a:t>Luke 1:46-55</a:t>
            </a:r>
          </a:p>
          <a:p>
            <a:r>
              <a:rPr sz="2200" b="0"/>
              <a:t> </a:t>
            </a:r>
          </a:p>
          <a:p>
            <a:r>
              <a:rPr sz="2200" b="1"/>
              <a:t>All Things Praise Thee</a:t>
            </a:r>
          </a:p>
          <a:p>
            <a:r>
              <a:rPr sz="2200" b="1"/>
              <a:t>When I Survey the Wondrous Cross</a:t>
            </a:r>
          </a:p>
          <a:p>
            <a:r>
              <a:rPr sz="2200" b="0"/>
              <a:t>Isaiah 53:9-10a</a:t>
            </a:r>
          </a:p>
          <a:p>
            <a:r>
              <a:rPr sz="2200" b="1"/>
              <a:t>Behold Our God</a:t>
            </a:r>
          </a:p>
          <a:p>
            <a:r>
              <a:rPr sz="2200" b="1"/>
              <a:t>Speak, O Lord</a:t>
            </a:r>
          </a:p>
          <a:p>
            <a:r>
              <a:rPr sz="2200" b="0"/>
              <a:t/>
            </a:r>
          </a:p>
          <a:p>
            <a:r>
              <a:rPr sz="2200" b="1"/>
              <a:t>Take My Life, and Let It Be</a:t>
            </a:r>
          </a:p>
          <a:p>
            <a:r>
              <a:rPr sz="2200" b="0"/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6" sz="quarter"/>
          </p:nvPr>
        </p:nvSpPr>
        <p:spPr>
          <a:xfrm>
            <a:off x="521207" y="537209"/>
            <a:ext cx="996696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June 28, 2026</a:t>
            </a:r>
          </a:p>
          <a:p>
            <a:r>
              <a:t>Sunday • 10:00am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Please silence your phone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rPr sz="2200"/>
              <a:t> </a:t>
            </a:r>
          </a:p>
          <a:p>
            <a:r>
              <a:rPr sz="2200"/>
              <a:t> </a:t>
            </a:r>
          </a:p>
          <a:p>
            <a:r>
              <a:rPr sz="2200"/>
              <a:t> </a:t>
            </a:r>
          </a:p>
          <a:p>
            <a:r>
              <a:rPr sz="2200"/>
              <a:t> </a:t>
            </a:r>
          </a:p>
          <a:p>
            <a:r>
              <a:rPr sz="2200"/>
              <a:t>Alex Cruttenden</a:t>
            </a:r>
          </a:p>
          <a:p>
            <a:r>
              <a:rPr sz="2200"/>
              <a:t> </a:t>
            </a:r>
          </a:p>
          <a:p>
            <a:r>
              <a:rPr sz="2200"/>
              <a:t>Jeff Dutra</a:t>
            </a:r>
          </a:p>
          <a:p>
            <a:r>
              <a:rPr sz="2200"/>
              <a:t> </a:t>
            </a:r>
          </a:p>
          <a:p>
            <a:r>
              <a:rPr sz="2200"/>
              <a:t> </a:t>
            </a:r>
          </a:p>
          <a:p>
            <a:r>
              <a:rPr sz="2200"/>
              <a:t/>
            </a:r>
          </a:p>
          <a:p>
            <a:r>
              <a:rPr sz="2200"/>
              <a:t> </a:t>
            </a:r>
          </a:p>
          <a:p>
            <a:r>
              <a:rPr sz="2200"/>
              <a:t> </a:t>
            </a:r>
          </a:p>
        </p:txBody>
      </p:sp>
      <p:pic>
        <p:nvPicPr>
          <p:cNvPr id="11" name="Picture Placeholder 1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12" name="Text Placeholder 11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rPr sz="2200" b="0"/>
              <a:t>Bienvenida</a:t>
            </a:r>
          </a:p>
          <a:p>
            <a:r>
              <a:rPr sz="2200" b="0"/>
              <a:t> </a:t>
            </a:r>
          </a:p>
          <a:p>
            <a:r>
              <a:rPr sz="2200" b="0"/>
              <a:t>Lucas 1:46-55</a:t>
            </a:r>
          </a:p>
          <a:p>
            <a:r>
              <a:rPr sz="2200" b="0"/>
              <a:t> </a:t>
            </a:r>
          </a:p>
          <a:p>
            <a:r>
              <a:rPr sz="2200" b="1"/>
              <a:t>Todo Te alaba</a:t>
            </a:r>
          </a:p>
          <a:p>
            <a:r>
              <a:rPr sz="2200" b="1"/>
              <a:t>Al contemplar la excelsa cruz</a:t>
            </a:r>
          </a:p>
          <a:p>
            <a:r>
              <a:rPr sz="2200" b="0"/>
              <a:t>Isaías 53:9-10a</a:t>
            </a:r>
          </a:p>
          <a:p>
            <a:r>
              <a:rPr sz="2200" b="1"/>
              <a:t>Contempla a Dios</a:t>
            </a:r>
          </a:p>
          <a:p>
            <a:r>
              <a:rPr sz="2200" b="1"/>
              <a:t>Habla, oh Dios</a:t>
            </a:r>
          </a:p>
          <a:p>
            <a:r>
              <a:rPr sz="2200" b="0"/>
              <a:t>Sermï¿œn</a:t>
            </a:r>
          </a:p>
          <a:p>
            <a:r>
              <a:rPr sz="2200" b="1"/>
              <a:t>Que mi vida entera esté</a:t>
            </a:r>
          </a:p>
          <a:p>
            <a:r>
              <a:rPr sz="2200" b="0"/>
              <a:t>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7" sz="quarter"/>
          </p:nvPr>
        </p:nvSpPr>
        <p:spPr>
          <a:xfrm>
            <a:off x="402335" y="518921"/>
            <a:ext cx="111556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28 de junio</a:t>
            </a:r>
          </a:p>
          <a:p>
            <a:r>
              <a:t>domingo • 10:00a.m.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9" sz="quarter"/>
          </p:nvPr>
        </p:nvSpPr>
        <p:spPr/>
        <p:txBody>
          <a:bodyPr/>
          <a:lstStyle/>
          <a:p>
            <a:r>
              <a:t>Favor de apagar los celulares</a:t>
            </a:r>
          </a:p>
        </p:txBody>
      </p:sp>
      <p:pic>
        <p:nvPicPr>
          <p:cNvPr id="17" name="Picture 16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18" name="Picture 17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visitor-background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12" r="1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521207" y="537209"/>
            <a:ext cx="996696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402335" y="518921"/>
            <a:ext cx="111556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25" name="Picture 24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giving-options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457200" y="880109"/>
            <a:ext cx="106070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/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667511" y="861821"/>
            <a:ext cx="850392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25" name="Picture 24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giving-map-zoom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1828800" y="182880"/>
            <a:ext cx="7086600" cy="4800600"/>
          </a:xfrm>
        </p:spPr>
        <p:txBody>
          <a:bodyPr/>
          <a:lstStyle/>
          <a:p>
            <a:pPr>
              <a:lnSpc>
                <a:spcPts val="1500"/>
              </a:lnSpc>
            </a:pPr>
            <a:r>
              <a:rPr sz="1000" b="0">
                <a:solidFill>
                  <a:srgbClr val="FFFFFF"/>
                </a:solidFill>
              </a:rPr>
              <a:t>“Repentance and remission of sins should be preached in His name to all nations, beginning at Jerusalem.”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>
          <a:xfrm>
            <a:off x="6583680" y="5120640"/>
            <a:ext cx="2377440" cy="365760"/>
          </a:xfrm>
        </p:spPr>
        <p:txBody>
          <a:bodyPr/>
          <a:lstStyle/>
          <a:p>
            <a:pPr>
              <a:lnSpc>
                <a:spcPts val="1000"/>
              </a:lnSpc>
            </a:pPr>
            <a:r>
              <a:rPr sz="1000" b="0"/>
              <a:t>Luke 24:47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457200" y="880109"/>
            <a:ext cx="106070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1828800" y="182880"/>
            <a:ext cx="7086600" cy="4800600"/>
          </a:xfrm>
        </p:spPr>
        <p:txBody>
          <a:bodyPr/>
          <a:lstStyle/>
          <a:p>
            <a:pPr>
              <a:lnSpc>
                <a:spcPts val="1500"/>
              </a:lnSpc>
            </a:pPr>
            <a:r>
              <a:rPr sz="1000" b="0">
                <a:solidFill>
                  <a:srgbClr val="FFFFFF"/>
                </a:solidFill>
              </a:rPr>
              <a:t>“Y que se </a:t>
            </a:r>
            <a:r>
              <a:rPr sz="1000" b="0">
                <a:solidFill>
                  <a:srgbClr val="FFFFFF"/>
                </a:solidFill>
              </a:rPr>
              <a:t>predicase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en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su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nombre</a:t>
            </a:r>
            <a:r>
              <a:rPr sz="1000" b="0">
                <a:solidFill>
                  <a:srgbClr val="FFFFFF"/>
                </a:solidFill>
              </a:rPr>
              <a:t> el </a:t>
            </a:r>
            <a:r>
              <a:rPr sz="1000" b="0">
                <a:solidFill>
                  <a:srgbClr val="FFFFFF"/>
                </a:solidFill>
              </a:rPr>
              <a:t>arrepentimiento</a:t>
            </a:r>
            <a:r>
              <a:rPr sz="1000" b="0">
                <a:solidFill>
                  <a:srgbClr val="FFFFFF"/>
                </a:solidFill>
              </a:rPr>
              <a:t> y el </a:t>
            </a:r>
            <a:r>
              <a:rPr sz="1000" b="0">
                <a:solidFill>
                  <a:srgbClr val="FFFFFF"/>
                </a:solidFill>
              </a:rPr>
              <a:t>perdón</a:t>
            </a:r>
            <a:r>
              <a:rPr sz="1000" b="0">
                <a:solidFill>
                  <a:srgbClr val="FFFFFF"/>
                </a:solidFill>
              </a:rPr>
              <a:t> de </a:t>
            </a:r>
            <a:r>
              <a:rPr sz="1000" b="0">
                <a:solidFill>
                  <a:srgbClr val="FFFFFF"/>
                </a:solidFill>
              </a:rPr>
              <a:t>pecados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en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todas</a:t>
            </a:r>
            <a:r>
              <a:rPr sz="1000" b="0">
                <a:solidFill>
                  <a:srgbClr val="FFFFFF"/>
                </a:solidFill>
              </a:rPr>
              <a:t> las </a:t>
            </a:r>
            <a:r>
              <a:rPr sz="1000" b="0">
                <a:solidFill>
                  <a:srgbClr val="FFFFFF"/>
                </a:solidFill>
              </a:rPr>
              <a:t>naciones</a:t>
            </a:r>
            <a:r>
              <a:rPr sz="1000" b="0">
                <a:solidFill>
                  <a:srgbClr val="FFFFFF"/>
                </a:solidFill>
              </a:rPr>
              <a:t>, </a:t>
            </a:r>
            <a:r>
              <a:rPr sz="1000" b="0">
                <a:solidFill>
                  <a:srgbClr val="FFFFFF"/>
                </a:solidFill>
              </a:rPr>
              <a:t>comenzando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desde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Jerusalén</a:t>
            </a:r>
            <a:r>
              <a:rPr sz="1000" b="0">
                <a:solidFill>
                  <a:srgbClr val="FFFFFF"/>
                </a:solidFill>
              </a:rPr>
              <a:t>.”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>
          <a:xfrm>
            <a:off x="6583680" y="5120640"/>
            <a:ext cx="2377440" cy="365760"/>
          </a:xfrm>
        </p:spPr>
        <p:txBody>
          <a:bodyPr/>
          <a:lstStyle/>
          <a:p>
            <a:pPr>
              <a:lnSpc>
                <a:spcPts val="1000"/>
              </a:lnSpc>
            </a:pPr>
            <a:r>
              <a:rPr sz="1000" b="0"/>
              <a:t>Lucas 24:47</a:t>
            </a: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667511" y="861821"/>
            <a:ext cx="850392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25" name="Picture 24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odium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3200400" y="2308860"/>
            <a:ext cx="4297680" cy="1097280"/>
          </a:xfrm>
        </p:spPr>
        <p:txBody>
          <a:bodyPr/>
          <a:lstStyle/>
          <a:p>
            <a:r>
              <a:rPr sz="5400">
                <a:latin typeface="Avenir Next LT Pro"/>
              </a:rPr>
              <a:t>LUKE 1:46-55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394460"/>
            <a:ext cx="4572000" cy="914400"/>
          </a:xfrm>
        </p:spPr>
        <p:txBody>
          <a:bodyPr/>
          <a:lstStyle/>
          <a:p>
            <a:r>
              <a:rPr sz="6600">
                <a:latin typeface="Avenir Next LT Pro"/>
              </a:rPr>
              <a:t>READING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520440" y="4009644"/>
            <a:ext cx="3657600" cy="365760"/>
          </a:xfrm>
        </p:spPr>
        <p:txBody>
          <a:bodyPr/>
          <a:lstStyle/>
          <a:p>
            <a:r>
              <a:rPr sz="1600">
                <a:latin typeface="Avenir Next LT Pro"/>
              </a:rPr>
              <a:t>“HAVE THIS LETTER READ TO ALL”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977639" y="4320540"/>
            <a:ext cx="2743200" cy="457200"/>
          </a:xfrm>
        </p:spPr>
        <p:txBody>
          <a:bodyPr/>
          <a:lstStyle/>
          <a:p>
            <a:r>
              <a:rPr sz="1600">
                <a:latin typeface="Avenir Next LT Pro"/>
              </a:rPr>
              <a:t>1 THESSALONIANS 5:27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621792" y="1223010"/>
            <a:ext cx="896112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/>
        </p:txBody>
      </p:sp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3200400" y="2308860"/>
            <a:ext cx="4297680" cy="1097280"/>
          </a:xfrm>
        </p:spPr>
        <p:txBody>
          <a:bodyPr/>
          <a:lstStyle/>
          <a:p>
            <a:r>
              <a:rPr sz="6600">
                <a:latin typeface="Alegreya Sans Medium"/>
              </a:rPr>
              <a:t>LUCAS 1:46-55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063240" y="1225296"/>
            <a:ext cx="4572000" cy="1097280"/>
          </a:xfrm>
        </p:spPr>
        <p:txBody>
          <a:bodyPr/>
          <a:lstStyle/>
          <a:p>
            <a:r>
              <a:rPr sz="7200">
                <a:latin typeface="Alegreya Sans ExtraBold"/>
              </a:rPr>
              <a:t>LECTURA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520440" y="4009644"/>
            <a:ext cx="3657600" cy="457200"/>
          </a:xfrm>
        </p:spPr>
        <p:txBody>
          <a:bodyPr/>
          <a:lstStyle/>
          <a:p>
            <a:r>
              <a:rPr sz="1800">
                <a:latin typeface="Alegreya Sans Medium"/>
              </a:rPr>
              <a:t>“QUE ESTA CARTA SE LEA A TODOS”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0" sz="quarter"/>
          </p:nvPr>
        </p:nvSpPr>
        <p:spPr>
          <a:xfrm>
            <a:off x="3977639" y="4320540"/>
            <a:ext cx="2743200" cy="457200"/>
          </a:xfrm>
        </p:spPr>
        <p:txBody>
          <a:bodyPr/>
          <a:lstStyle/>
          <a:p>
            <a:r>
              <a:rPr sz="1800">
                <a:latin typeface="Alegreya Sans Medium"/>
              </a:rPr>
              <a:t>1 TESALONICENSES 5:27</a:t>
            </a: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731519" y="1204722"/>
            <a:ext cx="78638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25" name="Picture 24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rayer-wheat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531620"/>
            <a:ext cx="4572000" cy="1645920"/>
          </a:xfrm>
        </p:spPr>
        <p:txBody>
          <a:bodyPr/>
          <a:lstStyle/>
          <a:p>
            <a:r>
              <a:rPr sz="8000">
                <a:latin typeface="Avenir Next LT Pro"/>
              </a:rPr>
              <a:t>PRAYER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566160" y="3040380"/>
            <a:ext cx="3566160" cy="914400"/>
          </a:xfrm>
        </p:spPr>
        <p:txBody>
          <a:bodyPr/>
          <a:lstStyle/>
          <a:p>
            <a:r>
              <a:rPr sz="2400">
                <a:latin typeface="Avenir Next LT Pro"/>
              </a:rPr>
              <a:t>“DEVOTE YOURSELVES TO PRAYER”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291840" y="3863339"/>
            <a:ext cx="4133087" cy="914400"/>
          </a:xfrm>
        </p:spPr>
        <p:txBody>
          <a:bodyPr/>
          <a:lstStyle/>
          <a:p>
            <a:r>
              <a:rPr sz="2000">
                <a:latin typeface="Avenir Next LT Pro"/>
              </a:rPr>
              <a:t>COLOSSIANS 4:2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813815" y="1565910"/>
            <a:ext cx="70408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/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063240" y="1453896"/>
            <a:ext cx="4572000" cy="1645920"/>
          </a:xfrm>
        </p:spPr>
        <p:txBody>
          <a:bodyPr/>
          <a:lstStyle/>
          <a:p>
            <a:r>
              <a:rPr sz="8000">
                <a:latin typeface="Alegreya Sans ExtraBold"/>
              </a:rPr>
              <a:t>ORACIï¿œN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566160" y="3040380"/>
            <a:ext cx="3566160" cy="914400"/>
          </a:xfrm>
        </p:spPr>
        <p:txBody>
          <a:bodyPr/>
          <a:lstStyle/>
          <a:p>
            <a:r>
              <a:rPr sz="2800">
                <a:latin typeface="Alegreya Sans Medium"/>
              </a:rPr>
              <a:t>“PERSEVERAD EN LA ORACIï¿œN”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0" sz="quarter"/>
          </p:nvPr>
        </p:nvSpPr>
        <p:spPr>
          <a:xfrm>
            <a:off x="3291840" y="3863339"/>
            <a:ext cx="4133087" cy="914400"/>
          </a:xfrm>
        </p:spPr>
        <p:txBody>
          <a:bodyPr/>
          <a:lstStyle/>
          <a:p>
            <a:r>
              <a:rPr sz="2400">
                <a:latin typeface="Alegreya Sans Medium"/>
              </a:rPr>
              <a:t>COLOSENSES 4:2</a:t>
            </a: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685799" y="1547622"/>
            <a:ext cx="83210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25" name="Picture 24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/>
          <a:lstStyle/>
          <a:p>
            <a:r>
              <a:rPr sz="6000">
                <a:latin typeface="Avenir Next LT Pro"/>
              </a:rPr>
              <a:t>25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/>
          <a:lstStyle/>
          <a:p>
            <a:r>
              <a:rPr sz="4800">
                <a:latin typeface="Avenir Next LT Pro"/>
              </a:rPr>
              <a:t>ALL THINGS PRAISE THEE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/>
          <a:lstStyle/>
          <a:p>
            <a:r>
              <a:rPr sz="2400">
                <a:latin typeface="Avenir Next LT Pro"/>
              </a:rPr>
              <a:t>“SINGING...TO THE LORD”
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200">
                <a:latin typeface="Avenir Next LT Pro"/>
              </a:rPr>
              <a:t>Words: George W. Conder
Music: Conrad Kocher / Arr.: William H. Monk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1106424" y="1890522"/>
            <a:ext cx="411479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/>
          <a:lstStyle/>
          <a:p>
            <a:r>
              <a:rPr sz="6000">
                <a:latin typeface="Avenir Next LT Pro"/>
              </a:rPr>
              <a:t>25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/>
          <a:lstStyle/>
          <a:p>
            <a:r>
              <a:rPr sz="4800">
                <a:latin typeface="Alegreya Sans ExtraBold"/>
              </a:rPr>
              <a:t>TODO TE ALABA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/>
          <a:lstStyle/>
          <a:p>
            <a:r>
              <a:rPr sz="2200">
                <a:latin typeface="Alegreya Sans Medium"/>
              </a:rPr>
              <a:t>“CANTANDO...AL SEï¿œOR”
COLOSENSES 3:16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rPr sz="1300">
                <a:latin typeface="Alegreya Sans Medium"/>
              </a:rPr>
              <a:t>Letra: George W. Conder
Música: Conrad Kocher / Arr.: William H. Monk</a:t>
            </a: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1106424" y="1890522"/>
            <a:ext cx="411479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25" name="Picture 24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ALL THINGS PRAISE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TODO TE ALABA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2006 The Paperless Hymnal®</a:t>
            </a:r>
          </a:p>
        </p:txBody>
      </p:sp>
      <p:pic>
        <p:nvPicPr>
          <p:cNvPr id="9" name="Picture Placeholder 8" descr="pftl-025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95181" y="114300"/>
            <a:ext cx="7302277" cy="4937419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69226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226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226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ALL THINGS PRAISE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TODO TE ALABA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2006 The Paperless Hymnal®</a:t>
            </a:r>
          </a:p>
        </p:txBody>
      </p:sp>
      <p:pic>
        <p:nvPicPr>
          <p:cNvPr id="9" name="Picture Placeholder 8" descr="pftl-025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95181" y="114300"/>
            <a:ext cx="7302277" cy="4937419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226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226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226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ALL THINGS PRAISE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TODO TE ALABA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2006 The Paperless Hymnal®</a:t>
            </a:r>
          </a:p>
        </p:txBody>
      </p:sp>
      <p:pic>
        <p:nvPicPr>
          <p:cNvPr id="9" name="Picture Placeholder 8" descr="pftl-025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95181" y="114300"/>
            <a:ext cx="7302277" cy="4937419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226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226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226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ALL THINGS PRAISE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TODO TE ALABA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2006 The Paperless Hymnal®</a:t>
            </a:r>
          </a:p>
        </p:txBody>
      </p:sp>
      <p:pic>
        <p:nvPicPr>
          <p:cNvPr id="9" name="Picture Placeholder 8" descr="pftl-025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95181" y="114300"/>
            <a:ext cx="7302277" cy="4937419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226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226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226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ALL THINGS PRAISE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TODO TE ALABA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2006 The Paperless Hymnal®</a:t>
            </a:r>
          </a:p>
        </p:txBody>
      </p:sp>
      <p:pic>
        <p:nvPicPr>
          <p:cNvPr id="9" name="Picture Placeholder 8" descr="pftl-025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95181" y="114300"/>
            <a:ext cx="7302277" cy="4937419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226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226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226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ALL THINGS PRAISE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TODO TE ALABA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2006 The Paperless Hymnal®</a:t>
            </a:r>
          </a:p>
        </p:txBody>
      </p:sp>
      <p:pic>
        <p:nvPicPr>
          <p:cNvPr id="9" name="Picture Placeholder 8" descr="pftl-025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95181" y="114300"/>
            <a:ext cx="7302277" cy="4937419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226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226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226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ALL THINGS PRAISE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TODO TE ALABA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2006 The Paperless Hymnal®</a:t>
            </a:r>
          </a:p>
        </p:txBody>
      </p:sp>
      <p:pic>
        <p:nvPicPr>
          <p:cNvPr id="9" name="Picture Placeholder 8" descr="pftl-025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95181" y="114300"/>
            <a:ext cx="7302277" cy="4937419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226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226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226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ALL THINGS PRAISE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TODO TE ALABA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2006 The Paperless Hymnal®</a:t>
            </a:r>
          </a:p>
        </p:txBody>
      </p:sp>
      <p:pic>
        <p:nvPicPr>
          <p:cNvPr id="9" name="Picture Placeholder 8" descr="pftl-025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95181" y="114300"/>
            <a:ext cx="7302277" cy="4937419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226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226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226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ALL THINGS PRAISE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TODO TE ALABA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2006 The Paperless Hymnal®</a:t>
            </a:r>
          </a:p>
        </p:txBody>
      </p:sp>
      <p:pic>
        <p:nvPicPr>
          <p:cNvPr id="9" name="Picture Placeholder 8" descr="pftl-025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95181" y="114300"/>
            <a:ext cx="7302277" cy="4937419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226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226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226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/>
          <a:lstStyle/>
          <a:p>
            <a:r>
              <a:rPr sz="6000">
                <a:latin typeface="Avenir Next LT Pro"/>
              </a:rPr>
              <a:t>742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/>
          <a:lstStyle/>
          <a:p>
            <a:r>
              <a:rPr sz="4800">
                <a:latin typeface="Avenir Next LT Pro"/>
              </a:rPr>
              <a:t>WHEN I SURVEY THE WONDROUS CROSS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/>
          <a:lstStyle/>
          <a:p>
            <a:r>
              <a:rPr sz="2400">
                <a:latin typeface="Avenir Next LT Pro"/>
              </a:rPr>
              <a:t>“SINGING...TO THE LORD”
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200">
                <a:latin typeface="Avenir Next LT Pro"/>
              </a:rPr>
              <a:t>Words by: Isaac Watts
Music by: Gregorian Chant, Arrangement by: Lowell Mason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950976" y="2233422"/>
            <a:ext cx="56692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/>
          <a:lstStyle/>
          <a:p>
            <a:r>
              <a:rPr sz="6000">
                <a:latin typeface="Avenir Next LT Pro"/>
              </a:rPr>
              <a:t>742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/>
          <a:lstStyle/>
          <a:p>
            <a:r>
              <a:rPr sz="4800">
                <a:latin typeface="Alegreya Sans ExtraBold"/>
              </a:rPr>
              <a:t>AL CONTEMPLAR LA EXCELSA CRUZ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/>
          <a:lstStyle/>
          <a:p>
            <a:r>
              <a:rPr sz="2200">
                <a:latin typeface="Alegreya Sans Medium"/>
              </a:rPr>
              <a:t>“CANTANDO...AL SEï¿œOR”
COLOSENSES 3:16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rPr sz="1300">
                <a:latin typeface="Alegreya Sans Medium"/>
              </a:rPr>
              <a:t>Letra: Isaac Watts
Música: Canto gregoriano, arreglo por: Lowell Mason</a:t>
            </a: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950976" y="2233422"/>
            <a:ext cx="56692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25" name="Picture 24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436168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30" name="Oval 29"/>
          <p:cNvSpPr/>
          <p:nvPr/>
        </p:nvSpPr>
        <p:spPr>
          <a:xfrm>
            <a:off x="597103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742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400" b="1">
                <a:solidFill>
                  <a:srgbClr val="FFFFFF"/>
                </a:solidFill>
                <a:latin typeface="Avenir Next LT Pro"/>
              </a:rPr>
              <a:t>WHEN I SURVEY THE WONDROUS CROSS • </a:t>
            </a:r>
            <a:r>
              <a:rPr sz="1600" b="1">
                <a:solidFill>
                  <a:srgbClr val="FFFFFF"/>
                </a:solidFill>
                <a:latin typeface="Alegreya Sans ExtraBold"/>
              </a:rPr>
              <a:t>AL CONTEMPLAR LA EXCELSA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742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858558" y="114300"/>
            <a:ext cx="7975523" cy="493689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355638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5563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5563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35563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355638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742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400" b="1">
                <a:solidFill>
                  <a:srgbClr val="FFFFFF"/>
                </a:solidFill>
                <a:latin typeface="Avenir Next LT Pro"/>
              </a:rPr>
              <a:t>WHEN I SURVEY THE WONDROUS CROSS • </a:t>
            </a:r>
            <a:r>
              <a:rPr sz="1600" b="1">
                <a:solidFill>
                  <a:srgbClr val="FFFFFF"/>
                </a:solidFill>
                <a:latin typeface="Alegreya Sans ExtraBold"/>
              </a:rPr>
              <a:t>AL CONTEMPLAR LA EXCELSA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742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858558" y="114300"/>
            <a:ext cx="7975523" cy="493689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55638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5563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5563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35563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355638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742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400" b="1">
                <a:solidFill>
                  <a:srgbClr val="FFFFFF"/>
                </a:solidFill>
                <a:latin typeface="Avenir Next LT Pro"/>
              </a:rPr>
              <a:t>WHEN I SURVEY THE WONDROUS CROSS • </a:t>
            </a:r>
            <a:r>
              <a:rPr sz="1600" b="1">
                <a:solidFill>
                  <a:srgbClr val="FFFFFF"/>
                </a:solidFill>
                <a:latin typeface="Alegreya Sans ExtraBold"/>
              </a:rPr>
              <a:t>AL CONTEMPLAR LA EXCELSA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742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858558" y="114300"/>
            <a:ext cx="7975523" cy="493689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5563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55638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5563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35563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355638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742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400" b="1">
                <a:solidFill>
                  <a:srgbClr val="FFFFFF"/>
                </a:solidFill>
                <a:latin typeface="Avenir Next LT Pro"/>
              </a:rPr>
              <a:t>WHEN I SURVEY THE WONDROUS CROSS • </a:t>
            </a:r>
            <a:r>
              <a:rPr sz="1600" b="1">
                <a:solidFill>
                  <a:srgbClr val="FFFFFF"/>
                </a:solidFill>
                <a:latin typeface="Alegreya Sans ExtraBold"/>
              </a:rPr>
              <a:t>AL CONTEMPLAR LA EXCELSA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742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858558" y="114300"/>
            <a:ext cx="7975523" cy="493689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5563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55638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5563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35563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355638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742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400" b="1">
                <a:solidFill>
                  <a:srgbClr val="FFFFFF"/>
                </a:solidFill>
                <a:latin typeface="Avenir Next LT Pro"/>
              </a:rPr>
              <a:t>WHEN I SURVEY THE WONDROUS CROSS • </a:t>
            </a:r>
            <a:r>
              <a:rPr sz="1600" b="1">
                <a:solidFill>
                  <a:srgbClr val="FFFFFF"/>
                </a:solidFill>
                <a:latin typeface="Alegreya Sans ExtraBold"/>
              </a:rPr>
              <a:t>AL CONTEMPLAR LA EXCELSA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742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858558" y="114300"/>
            <a:ext cx="7975523" cy="493689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5563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5563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55638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35563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355638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742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400" b="1">
                <a:solidFill>
                  <a:srgbClr val="FFFFFF"/>
                </a:solidFill>
                <a:latin typeface="Avenir Next LT Pro"/>
              </a:rPr>
              <a:t>WHEN I SURVEY THE WONDROUS CROSS • </a:t>
            </a:r>
            <a:r>
              <a:rPr sz="1600" b="1">
                <a:solidFill>
                  <a:srgbClr val="FFFFFF"/>
                </a:solidFill>
                <a:latin typeface="Alegreya Sans ExtraBold"/>
              </a:rPr>
              <a:t>AL CONTEMPLAR LA EXCELSA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742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858558" y="114300"/>
            <a:ext cx="7975523" cy="493689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5563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5563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55638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35563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355638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742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400" b="1">
                <a:solidFill>
                  <a:srgbClr val="FFFFFF"/>
                </a:solidFill>
                <a:latin typeface="Avenir Next LT Pro"/>
              </a:rPr>
              <a:t>WHEN I SURVEY THE WONDROUS CROSS • </a:t>
            </a:r>
            <a:r>
              <a:rPr sz="1600" b="1">
                <a:solidFill>
                  <a:srgbClr val="FFFFFF"/>
                </a:solidFill>
                <a:latin typeface="Alegreya Sans ExtraBold"/>
              </a:rPr>
              <a:t>AL CONTEMPLAR LA EXCELSA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742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858558" y="114300"/>
            <a:ext cx="7975523" cy="493689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5563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5563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5563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355638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355638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742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400" b="1">
                <a:solidFill>
                  <a:srgbClr val="FFFFFF"/>
                </a:solidFill>
                <a:latin typeface="Avenir Next LT Pro"/>
              </a:rPr>
              <a:t>WHEN I SURVEY THE WONDROUS CROSS • </a:t>
            </a:r>
            <a:r>
              <a:rPr sz="1600" b="1">
                <a:solidFill>
                  <a:srgbClr val="FFFFFF"/>
                </a:solidFill>
                <a:latin typeface="Alegreya Sans ExtraBold"/>
              </a:rPr>
              <a:t>AL CONTEMPLAR LA EXCELSA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742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858558" y="114300"/>
            <a:ext cx="7975523" cy="493689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5563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5563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5563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355638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355638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742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400" b="1">
                <a:solidFill>
                  <a:srgbClr val="FFFFFF"/>
                </a:solidFill>
                <a:latin typeface="Avenir Next LT Pro"/>
              </a:rPr>
              <a:t>WHEN I SURVEY THE WONDROUS CROSS • </a:t>
            </a:r>
            <a:r>
              <a:rPr sz="1600" b="1">
                <a:solidFill>
                  <a:srgbClr val="FFFFFF"/>
                </a:solidFill>
                <a:latin typeface="Alegreya Sans ExtraBold"/>
              </a:rPr>
              <a:t>AL CONTEMPLAR LA EXCELSA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742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858558" y="114300"/>
            <a:ext cx="7975523" cy="493689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5563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5563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5563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35563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355638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742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400" b="1">
                <a:solidFill>
                  <a:srgbClr val="FFFFFF"/>
                </a:solidFill>
                <a:latin typeface="Avenir Next LT Pro"/>
              </a:rPr>
              <a:t>WHEN I SURVEY THE WONDROUS CROSS • </a:t>
            </a:r>
            <a:r>
              <a:rPr sz="1600" b="1">
                <a:solidFill>
                  <a:srgbClr val="FFFFFF"/>
                </a:solidFill>
                <a:latin typeface="Alegreya Sans ExtraBold"/>
              </a:rPr>
              <a:t>AL CONTEMPLAR LA EXCELSA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742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858558" y="114300"/>
            <a:ext cx="7975523" cy="493689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5563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5563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5563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35563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355638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upper-vial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330452"/>
            <a:ext cx="4572000" cy="1371600"/>
          </a:xfrm>
        </p:spPr>
        <p:txBody>
          <a:bodyPr/>
          <a:lstStyle/>
          <a:p>
            <a:r>
              <a:rPr sz="7200">
                <a:latin typeface="Avenir Next LT Pro"/>
              </a:rPr>
              <a:t>LORD’S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355848" y="3589020"/>
            <a:ext cx="3986784" cy="914400"/>
          </a:xfrm>
        </p:spPr>
        <p:txBody>
          <a:bodyPr/>
          <a:lstStyle/>
          <a:p>
            <a:r>
              <a:rPr sz="2400">
                <a:latin typeface="Avenir Next LT Pro"/>
              </a:rPr>
              <a:t>“DO THIS IN REMEMBRANCE OF ME” LUKE 22:19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063240" y="2354580"/>
            <a:ext cx="4572000" cy="2194560"/>
          </a:xfrm>
        </p:spPr>
        <p:txBody>
          <a:bodyPr/>
          <a:lstStyle/>
          <a:p>
            <a:r>
              <a:rPr sz="7200">
                <a:latin typeface="Avenir Next LT Pro"/>
              </a:rPr>
              <a:t>SUPPER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146303" y="2594610"/>
            <a:ext cx="137160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rPr sz="2000">
                <a:latin typeface="Avenir Next LT Pro"/>
              </a:rPr>
              <a:t>Jeff Dutra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063240" y="1188720"/>
            <a:ext cx="4572000" cy="1371600"/>
          </a:xfrm>
        </p:spPr>
        <p:txBody>
          <a:bodyPr/>
          <a:lstStyle/>
          <a:p>
            <a:r>
              <a:rPr sz="7200">
                <a:latin typeface="Alegreya Sans ExtraBold"/>
              </a:rPr>
              <a:t>CENA DEL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355848" y="3589020"/>
            <a:ext cx="3986784" cy="914400"/>
          </a:xfrm>
        </p:spPr>
        <p:txBody>
          <a:bodyPr/>
          <a:lstStyle/>
          <a:p>
            <a:r>
              <a:rPr sz="2400">
                <a:latin typeface="Alegreya Sans Medium"/>
              </a:rPr>
              <a:t>“HACED ESTO EN MEMORIA DE Mï¿œ” LUCAS 22:19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0" sz="quarter"/>
          </p:nvPr>
        </p:nvSpPr>
        <p:spPr>
          <a:xfrm>
            <a:off x="3063240" y="2354580"/>
            <a:ext cx="4572000" cy="2194560"/>
          </a:xfrm>
        </p:spPr>
        <p:txBody>
          <a:bodyPr/>
          <a:lstStyle/>
          <a:p>
            <a:r>
              <a:rPr sz="7200">
                <a:latin typeface="Alegreya Sans ExtraBold"/>
              </a:rPr>
              <a:t>SEï¿œOR</a:t>
            </a: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91439" y="2576322"/>
            <a:ext cx="142646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25" name="Picture 24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upper-vial-zoom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1828800" y="182880"/>
            <a:ext cx="7086600" cy="4800600"/>
          </a:xfrm>
        </p:spPr>
        <p:txBody>
          <a:bodyPr/>
          <a:lstStyle/>
          <a:p>
            <a:pPr>
              <a:lnSpc>
                <a:spcPts val="1500"/>
              </a:lnSpc>
            </a:pPr>
            <a:r>
              <a:rPr sz="1000" b="0">
                <a:solidFill>
                  <a:srgbClr val="FFFFFF"/>
                </a:solidFill>
              </a:rPr>
              <a:t>And they made His grave with the wicked— But with the rich at His death, Because He had done no violence, Nor </a:t>
            </a:r>
            <a:r>
              <a:rPr sz="1000" i="1" b="0">
                <a:solidFill>
                  <a:srgbClr val="FFFFFF"/>
                </a:solidFill>
              </a:rPr>
              <a:t>was any</a:t>
            </a:r>
            <a:r>
              <a:rPr sz="1000" b="0">
                <a:solidFill>
                  <a:srgbClr val="FFFFFF"/>
                </a:solidFill>
              </a:rPr>
              <a:t> deceit in His mouth. When You make His soul an offering for sin,</a:t>
            </a:r>
            <a:r>
              <a:rPr sz="1000" b="0">
                <a:solidFill>
                  <a:srgbClr val="FFFFFF"/>
                </a:solidFill>
              </a:rPr>
              <a:t>He shall see </a:t>
            </a:r>
            <a:r>
              <a:rPr sz="1000" i="1" b="0">
                <a:solidFill>
                  <a:srgbClr val="FFFFFF"/>
                </a:solidFill>
              </a:rPr>
              <a:t>His</a:t>
            </a:r>
            <a:r>
              <a:rPr sz="1000" b="0">
                <a:solidFill>
                  <a:srgbClr val="FFFFFF"/>
                </a:solidFill>
              </a:rPr>
              <a:t> seed,                                                 He shall prolong </a:t>
            </a:r>
            <a:r>
              <a:rPr sz="1000" i="1" b="0">
                <a:solidFill>
                  <a:srgbClr val="FFFFFF"/>
                </a:solidFill>
              </a:rPr>
              <a:t>His</a:t>
            </a:r>
            <a:r>
              <a:rPr sz="1000" b="0">
                <a:solidFill>
                  <a:srgbClr val="FFFFFF"/>
                </a:solidFill>
              </a:rPr>
              <a:t> days.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>
          <a:xfrm>
            <a:off x="6583680" y="5120640"/>
            <a:ext cx="2377440" cy="365760"/>
          </a:xfrm>
        </p:spPr>
        <p:txBody>
          <a:bodyPr/>
          <a:lstStyle/>
          <a:p>
            <a:pPr>
              <a:lnSpc>
                <a:spcPts val="1000"/>
              </a:lnSpc>
            </a:pPr>
            <a:r>
              <a:rPr sz="1000" b="0"/>
              <a:t>Isaiah 53:9-10a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146303" y="2594610"/>
            <a:ext cx="137160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1828800" y="182880"/>
            <a:ext cx="7086600" cy="4800600"/>
          </a:xfrm>
        </p:spPr>
        <p:txBody>
          <a:bodyPr/>
          <a:lstStyle/>
          <a:p>
            <a:pPr>
              <a:lnSpc>
                <a:spcPts val="1500"/>
              </a:lnSpc>
            </a:pPr>
            <a:r>
              <a:rPr sz="1000" b="0">
                <a:solidFill>
                  <a:srgbClr val="FFFFFF"/>
                </a:solidFill>
              </a:rPr>
              <a:t>Y se </a:t>
            </a:r>
            <a:r>
              <a:rPr sz="1000" b="0">
                <a:solidFill>
                  <a:srgbClr val="FFFFFF"/>
                </a:solidFill>
              </a:rPr>
              <a:t>dispuso</a:t>
            </a:r>
            <a:r>
              <a:rPr sz="1000" b="0">
                <a:solidFill>
                  <a:srgbClr val="FFFFFF"/>
                </a:solidFill>
              </a:rPr>
              <a:t> con los </a:t>
            </a:r>
            <a:r>
              <a:rPr sz="1000" b="0">
                <a:solidFill>
                  <a:srgbClr val="FFFFFF"/>
                </a:solidFill>
              </a:rPr>
              <a:t>impíos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su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sepultura</a:t>
            </a:r>
            <a:r>
              <a:rPr sz="1000" b="0">
                <a:solidFill>
                  <a:srgbClr val="FFFFFF"/>
                </a:solidFill>
              </a:rPr>
              <a:t>, mas con los </a:t>
            </a:r>
            <a:r>
              <a:rPr sz="1000" b="0">
                <a:solidFill>
                  <a:srgbClr val="FFFFFF"/>
                </a:solidFill>
              </a:rPr>
              <a:t>ricos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fue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en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su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muerte</a:t>
            </a:r>
            <a:r>
              <a:rPr sz="1000" b="0">
                <a:solidFill>
                  <a:srgbClr val="FFFFFF"/>
                </a:solidFill>
              </a:rPr>
              <a:t>; </a:t>
            </a:r>
            <a:r>
              <a:rPr sz="1000" b="0">
                <a:solidFill>
                  <a:srgbClr val="FFFFFF"/>
                </a:solidFill>
              </a:rPr>
              <a:t>aunque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nunca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hizo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maldad</a:t>
            </a:r>
            <a:r>
              <a:rPr sz="1000" b="0">
                <a:solidFill>
                  <a:srgbClr val="FFFFFF"/>
                </a:solidFill>
              </a:rPr>
              <a:t>, </a:t>
            </a:r>
            <a:r>
              <a:rPr sz="1000" b="0">
                <a:solidFill>
                  <a:srgbClr val="FFFFFF"/>
                </a:solidFill>
              </a:rPr>
              <a:t>ni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hubo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engaño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en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su</a:t>
            </a:r>
            <a:r>
              <a:rPr sz="1000" b="0">
                <a:solidFill>
                  <a:srgbClr val="FFFFFF"/>
                </a:solidFill>
              </a:rPr>
              <a:t> boca. </a:t>
            </a:r>
            <a:r>
              <a:rPr sz="1000" b="0">
                <a:solidFill>
                  <a:srgbClr val="FFFFFF"/>
                </a:solidFill>
              </a:rPr>
              <a:t>10</a:t>
            </a:r>
            <a:r>
              <a:rPr sz="1000" b="0">
                <a:solidFill>
                  <a:srgbClr val="FFFFFF"/>
                </a:solidFill>
              </a:rPr>
              <a:t>Con </a:t>
            </a:r>
            <a:r>
              <a:rPr sz="1000" b="0">
                <a:solidFill>
                  <a:srgbClr val="FFFFFF"/>
                </a:solidFill>
              </a:rPr>
              <a:t>todo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eso</a:t>
            </a:r>
            <a:r>
              <a:rPr sz="1000" b="0">
                <a:solidFill>
                  <a:srgbClr val="FFFFFF"/>
                </a:solidFill>
              </a:rPr>
              <a:t>, </a:t>
            </a:r>
            <a:r>
              <a:rPr sz="1000" b="0">
                <a:solidFill>
                  <a:srgbClr val="FFFFFF"/>
                </a:solidFill>
              </a:rPr>
              <a:t>Jehová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quiso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quebrantarlo</a:t>
            </a:r>
            <a:r>
              <a:rPr sz="1000" b="0">
                <a:solidFill>
                  <a:srgbClr val="FFFFFF"/>
                </a:solidFill>
              </a:rPr>
              <a:t>, </a:t>
            </a:r>
            <a:r>
              <a:rPr sz="1000" b="0">
                <a:solidFill>
                  <a:srgbClr val="FFFFFF"/>
                </a:solidFill>
              </a:rPr>
              <a:t>sujetándole</a:t>
            </a:r>
            <a:r>
              <a:rPr sz="1000" b="0">
                <a:solidFill>
                  <a:srgbClr val="FFFFFF"/>
                </a:solidFill>
              </a:rPr>
              <a:t> a </a:t>
            </a:r>
            <a:r>
              <a:rPr sz="1000" b="0">
                <a:solidFill>
                  <a:srgbClr val="FFFFFF"/>
                </a:solidFill>
              </a:rPr>
              <a:t>padecimiento</a:t>
            </a:r>
            <a:r>
              <a:rPr sz="1000" b="0">
                <a:solidFill>
                  <a:srgbClr val="FFFFFF"/>
                </a:solidFill>
              </a:rPr>
              <a:t>. </a:t>
            </a:r>
            <a:r>
              <a:rPr sz="1000" b="0">
                <a:solidFill>
                  <a:srgbClr val="FFFFFF"/>
                </a:solidFill>
              </a:rPr>
              <a:t>Cuando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haya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puesto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su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vida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en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expiación</a:t>
            </a:r>
            <a:r>
              <a:rPr sz="1000" b="0">
                <a:solidFill>
                  <a:srgbClr val="FFFFFF"/>
                </a:solidFill>
              </a:rPr>
              <a:t> por el </a:t>
            </a:r>
            <a:r>
              <a:rPr sz="1000" b="0">
                <a:solidFill>
                  <a:srgbClr val="FFFFFF"/>
                </a:solidFill>
              </a:rPr>
              <a:t>pecado</a:t>
            </a:r>
            <a:r>
              <a:rPr sz="1000" b="0">
                <a:solidFill>
                  <a:srgbClr val="FFFFFF"/>
                </a:solidFill>
              </a:rPr>
              <a:t>, </a:t>
            </a:r>
            <a:r>
              <a:rPr sz="1000" b="0">
                <a:solidFill>
                  <a:srgbClr val="FFFFFF"/>
                </a:solidFill>
              </a:rPr>
              <a:t>verá</a:t>
            </a:r>
            <a:r>
              <a:rPr sz="1000" b="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</a:rPr>
              <a:t>linaje</a:t>
            </a:r>
            <a:r>
              <a:rPr sz="1000" b="0">
                <a:solidFill>
                  <a:srgbClr val="FFFFFF"/>
                </a:solidFill>
              </a:rPr>
              <a:t>, </a:t>
            </a:r>
            <a:r>
              <a:rPr sz="1000" b="0">
                <a:solidFill>
                  <a:srgbClr val="FFFFFF"/>
                </a:solidFill>
              </a:rPr>
              <a:t>vivirá</a:t>
            </a:r>
            <a:r>
              <a:rPr sz="1000" b="0">
                <a:solidFill>
                  <a:srgbClr val="FFFFFF"/>
                </a:solidFill>
              </a:rPr>
              <a:t> por largos </a:t>
            </a:r>
            <a:r>
              <a:rPr sz="1000" b="0">
                <a:solidFill>
                  <a:srgbClr val="FFFFFF"/>
                </a:solidFill>
              </a:rPr>
              <a:t>días</a:t>
            </a:r>
            <a:r>
              <a:rPr sz="1000" b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>
          <a:xfrm>
            <a:off x="6583680" y="5120640"/>
            <a:ext cx="2377440" cy="365760"/>
          </a:xfrm>
        </p:spPr>
        <p:txBody>
          <a:bodyPr/>
          <a:lstStyle/>
          <a:p>
            <a:pPr>
              <a:lnSpc>
                <a:spcPts val="1000"/>
              </a:lnSpc>
            </a:pPr>
            <a:r>
              <a:rPr sz="1000" b="0"/>
              <a:t>Isaías</a:t>
            </a:r>
            <a:r>
              <a:rPr sz="1000" b="0"/>
              <a:t> 53:9-10a</a:t>
            </a: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91439" y="2576322"/>
            <a:ext cx="142646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25" name="Picture 24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/>
          <a:lstStyle/>
          <a:p>
            <a:r>
              <a:rPr sz="6000">
                <a:latin typeface="Avenir Next LT Pro"/>
              </a:rPr>
              <a:t>103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/>
          <a:lstStyle/>
          <a:p>
            <a:r>
              <a:rPr sz="4800">
                <a:latin typeface="Avenir Next LT Pro"/>
              </a:rPr>
              <a:t>BEHOLD OUR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/>
          <a:lstStyle/>
          <a:p>
            <a:r>
              <a:rPr sz="2400">
                <a:latin typeface="Avenir Next LT Pro"/>
              </a:rPr>
              <a:t>“SINGING...TO THE LORD”
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200">
                <a:latin typeface="Avenir Next LT Pro"/>
              </a:rPr>
              <a:t>Words: Jonathan &amp; Meghan Baird
Music:Ryan Baird &amp; Stephen Altrogge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694944" y="2919222"/>
            <a:ext cx="82296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/>
          <a:lstStyle/>
          <a:p>
            <a:r>
              <a:rPr sz="6000">
                <a:latin typeface="Avenir Next LT Pro"/>
              </a:rPr>
              <a:t>103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/>
          <a:lstStyle/>
          <a:p>
            <a:r>
              <a:rPr sz="4800">
                <a:latin typeface="Alegreya Sans ExtraBold"/>
              </a:rPr>
              <a:t>CONTEMPLA A DIOS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/>
          <a:lstStyle/>
          <a:p>
            <a:r>
              <a:rPr sz="2200">
                <a:latin typeface="Alegreya Sans Medium"/>
              </a:rPr>
              <a:t>“CANTANDO...AL SEï¿œOR”
COLOSENSES 3:16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rPr sz="1300">
                <a:latin typeface="Alegreya Sans Medium"/>
              </a:rPr>
              <a:t>Letra: Jonathan y Meghan Baird
Música: Ryan Baird y Stephen Altrogge</a:t>
            </a: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694944" y="2919222"/>
            <a:ext cx="82296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25" name="Picture 24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2015 R.J. Stevens Music, LLC</a:t>
            </a:r>
          </a:p>
        </p:txBody>
      </p:sp>
      <p:pic>
        <p:nvPicPr>
          <p:cNvPr id="9" name="Picture Placeholder 8" descr="eh-103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890500" y="114300"/>
            <a:ext cx="79111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387580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2015 R.J. Stevens Music, LLC</a:t>
            </a:r>
          </a:p>
        </p:txBody>
      </p:sp>
      <p:pic>
        <p:nvPicPr>
          <p:cNvPr id="9" name="Picture Placeholder 8" descr="eh-103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890500" y="114300"/>
            <a:ext cx="79111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2015 R.J. Stevens Music, LLC</a:t>
            </a:r>
          </a:p>
        </p:txBody>
      </p:sp>
      <p:pic>
        <p:nvPicPr>
          <p:cNvPr id="9" name="Picture Placeholder 8" descr="eh-103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890500" y="114300"/>
            <a:ext cx="79111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2015 R.J. Stevens Music, LLC</a:t>
            </a:r>
          </a:p>
        </p:txBody>
      </p:sp>
      <p:pic>
        <p:nvPicPr>
          <p:cNvPr id="9" name="Picture Placeholder 8" descr="eh-103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890500" y="114300"/>
            <a:ext cx="79111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2015 R.J. Stevens Music, LLC</a:t>
            </a:r>
          </a:p>
        </p:txBody>
      </p:sp>
      <p:pic>
        <p:nvPicPr>
          <p:cNvPr id="9" name="Picture Placeholder 8" descr="eh-103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890500" y="114300"/>
            <a:ext cx="79111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2015 R.J. Stevens Music, LLC</a:t>
            </a:r>
          </a:p>
        </p:txBody>
      </p:sp>
      <p:pic>
        <p:nvPicPr>
          <p:cNvPr id="9" name="Picture Placeholder 8" descr="eh-103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890500" y="114300"/>
            <a:ext cx="79111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2015 R.J. Stevens Music, LLC</a:t>
            </a:r>
          </a:p>
        </p:txBody>
      </p:sp>
      <p:pic>
        <p:nvPicPr>
          <p:cNvPr id="9" name="Picture Placeholder 8" descr="eh-103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890500" y="114300"/>
            <a:ext cx="79111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2015 R.J. Stevens Music, LLC</a:t>
            </a:r>
          </a:p>
        </p:txBody>
      </p:sp>
      <p:pic>
        <p:nvPicPr>
          <p:cNvPr id="9" name="Picture Placeholder 8" descr="eh-103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890500" y="114300"/>
            <a:ext cx="79111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2015 R.J. Stevens Music, LLC</a:t>
            </a:r>
          </a:p>
        </p:txBody>
      </p:sp>
      <p:pic>
        <p:nvPicPr>
          <p:cNvPr id="9" name="Picture Placeholder 8" descr="eh-103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890500" y="114300"/>
            <a:ext cx="79111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2015 R.J. Stevens Music, LLC</a:t>
            </a:r>
          </a:p>
        </p:txBody>
      </p:sp>
      <p:pic>
        <p:nvPicPr>
          <p:cNvPr id="9" name="Picture Placeholder 8" descr="eh-103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890500" y="114300"/>
            <a:ext cx="79111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/>
          <a:lstStyle/>
          <a:p>
            <a:r>
              <a:rPr sz="6000">
                <a:latin typeface="Avenir Next LT Pro"/>
              </a:rPr>
              <a:t>613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/>
          <a:lstStyle/>
          <a:p>
            <a:r>
              <a:rPr sz="4800">
                <a:latin typeface="Avenir Next LT Pro"/>
              </a:rPr>
              <a:t>TAKE MY LIFE, AND LET IT BE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/>
          <a:lstStyle/>
          <a:p>
            <a:r>
              <a:rPr sz="2400">
                <a:latin typeface="Avenir Next LT Pro"/>
              </a:rPr>
              <a:t>“SINGING...TO THE LORD”
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200">
                <a:latin typeface="Avenir Next LT Pro"/>
              </a:rPr>
              <a:t>Words: Frances R. Havergal
Music: McIntoshs &amp; Cunnynghams New Life, Arr.: Rigdon M. McIntosh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950976" y="3947922"/>
            <a:ext cx="56692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8" sz="quarter"/>
          </p:nvPr>
        </p:nvSpPr>
        <p:spPr>
          <a:xfrm>
            <a:off x="6766560" y="228600"/>
            <a:ext cx="2743200" cy="402336"/>
          </a:xfrm>
        </p:spPr>
        <p:txBody>
          <a:bodyPr/>
          <a:lstStyle/>
          <a:p>
            <a:pPr algn="l"/>
            <a:r>
              <a:rPr sz="1800">
                <a:latin typeface="Avenir Next LT Pro"/>
              </a:rPr>
              <a:t>INVITATION SONG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/>
          <a:lstStyle/>
          <a:p>
            <a:r>
              <a:rPr sz="6000">
                <a:latin typeface="Avenir Next LT Pro"/>
              </a:rPr>
              <a:t>613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/>
          <a:lstStyle/>
          <a:p>
            <a:r>
              <a:rPr sz="4800">
                <a:latin typeface="Alegreya Sans ExtraBold"/>
              </a:rPr>
              <a:t>QUE MI VIDA ENTERA ESTÉ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/>
          <a:lstStyle/>
          <a:p>
            <a:r>
              <a:rPr sz="2200">
                <a:latin typeface="Alegreya Sans Medium"/>
              </a:rPr>
              <a:t>“CANTANDO...AL SEï¿œOR”
COLOSENSES 3:16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rPr sz="1300">
                <a:latin typeface="Alegreya Sans Medium"/>
              </a:rPr>
              <a:t>Letra: Frances R. Havergal
Música: McIntoshs &amp; Cunnynghams New Life, Arr.: Rigdon M. McIntosh</a:t>
            </a: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950976" y="3947922"/>
            <a:ext cx="56692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9" sz="quarter"/>
          </p:nvPr>
        </p:nvSpPr>
        <p:spPr>
          <a:xfrm>
            <a:off x="6766560" y="228600"/>
            <a:ext cx="2743200" cy="402336"/>
          </a:xfrm>
        </p:spPr>
        <p:txBody>
          <a:bodyPr/>
          <a:lstStyle/>
          <a:p>
            <a:pPr algn="l"/>
            <a:r>
              <a:rPr sz="1800">
                <a:latin typeface="Alegreya Sans Medium"/>
              </a:rPr>
              <a:t>HIMNO DE INVITACIÏ¿ŒN</a:t>
            </a:r>
          </a:p>
        </p:txBody>
      </p:sp>
      <p:pic>
        <p:nvPicPr>
          <p:cNvPr id="25" name="Picture 24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26" name="Picture 25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416052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9" name="Oval 28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30" name="Oval 29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31" name="Oval 30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617220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/>
          <a:lstStyle/>
          <a:p>
            <a:r>
              <a:rPr sz="6000">
                <a:latin typeface="Avenir Next LT Pro"/>
              </a:rPr>
              <a:t>277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/>
          <a:lstStyle/>
          <a:p>
            <a:r>
              <a:rPr sz="4800">
                <a:latin typeface="Avenir Next LT Pro"/>
              </a:rPr>
              <a:t>SPEAK, O LORD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/>
          <a:lstStyle/>
          <a:p>
            <a:r>
              <a:rPr sz="2400">
                <a:latin typeface="Avenir Next LT Pro"/>
              </a:rPr>
              <a:t>“SINGING...TO THE LORD”
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200">
                <a:latin typeface="Avenir Next LT Pro"/>
              </a:rPr>
              <a:t>© 2005 Thankyou Music (admin. by EMI Christian Music Group)
Tune: SPEAK O LORD  Keith Getty (2005); Stuart Townend (2005); arr. Charles L. Willis (2011)
Hymn: Keith Getty (2005); Stuart Townend (2005)
_
_
_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694944" y="3262122"/>
            <a:ext cx="82296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/>
          <a:lstStyle/>
          <a:p>
            <a:r>
              <a:rPr sz="6000">
                <a:latin typeface="Avenir Next LT Pro"/>
              </a:rPr>
              <a:t>277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/>
          <a:lstStyle/>
          <a:p>
            <a:r>
              <a:rPr sz="4800">
                <a:latin typeface="Alegreya Sans ExtraBold"/>
              </a:rPr>
              <a:t>HABLA, OH DIOS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/>
          <a:lstStyle/>
          <a:p>
            <a:r>
              <a:rPr sz="2200">
                <a:latin typeface="Alegreya Sans Medium"/>
              </a:rPr>
              <a:t>“CANTANDO...AL SEï¿œOR”
COLOSENSES 3:16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rPr sz="1300">
                <a:latin typeface="Alegreya Sans Medium"/>
              </a:rPr>
              <a:t>© 2005 Thankyou Music (admin. por EMI Christian Music Group)
Música: SPEAK O LORD  Keith Getty (2005); Stuart Townend (2005); arr. Charles L. Willis (2011)
Letra: Keith Getty (2005); Stuart Townend (2005)</a:t>
            </a: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694944" y="3262122"/>
            <a:ext cx="82296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25" name="Picture 24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82215"/>
            <a:ext cx="914400" cy="365760"/>
          </a:xfrm>
          <a:noFill/>
        </p:spPr>
        <p:txBody>
          <a:bodyPr/>
          <a:lstStyle/>
          <a:p>
            <a:r>
              <a:t>277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82215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39415"/>
            <a:ext cx="1257300" cy="1164831"/>
          </a:xfrm>
        </p:spPr>
        <p:txBody>
          <a:bodyPr/>
          <a:lstStyle/>
          <a:p>
            <a:r>
              <a:t>SPEAK, O LORD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/>
          <a:lstStyle/>
          <a:p>
            <a:r>
              <a:t>© 2014 Sumphonia Productions, LLC</a:t>
            </a:r>
          </a:p>
        </p:txBody>
      </p:sp>
      <p:pic>
        <p:nvPicPr>
          <p:cNvPr id="9" name="Picture Placeholder 8" descr="phss-277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171319"/>
            <a:ext cx="6858000" cy="537182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95686"/>
            <a:ext cx="1257300" cy="1165225"/>
          </a:xfrm>
        </p:spPr>
        <p:txBody>
          <a:bodyPr/>
          <a:lstStyle/>
          <a:p>
            <a:r>
              <a:t>HABLA, OH DIOS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Traducciï¿œn Jonathan y Sarah Jerez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82215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2112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6003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82215"/>
            <a:ext cx="914400" cy="365760"/>
          </a:xfrm>
          <a:noFill/>
        </p:spPr>
        <p:txBody>
          <a:bodyPr/>
          <a:lstStyle/>
          <a:p>
            <a:r>
              <a:t>277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82215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39415"/>
            <a:ext cx="1257300" cy="1164831"/>
          </a:xfrm>
        </p:spPr>
        <p:txBody>
          <a:bodyPr/>
          <a:lstStyle/>
          <a:p>
            <a:r>
              <a:t>SPEAK, O LORD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/>
          <a:lstStyle/>
          <a:p>
            <a:r>
              <a:t>© 2014 Sumphonia Productions, LLC</a:t>
            </a:r>
          </a:p>
        </p:txBody>
      </p:sp>
      <p:pic>
        <p:nvPicPr>
          <p:cNvPr id="9" name="Picture Placeholder 8" descr="phss-277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171319"/>
            <a:ext cx="6858000" cy="537182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95686"/>
            <a:ext cx="1257300" cy="1165225"/>
          </a:xfrm>
        </p:spPr>
        <p:txBody>
          <a:bodyPr/>
          <a:lstStyle/>
          <a:p>
            <a:r>
              <a:t>HABLA, OH DIOS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Traducciï¿œn Jonathan y Sarah Jerez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82215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2112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6003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82215"/>
            <a:ext cx="914400" cy="365760"/>
          </a:xfrm>
          <a:noFill/>
        </p:spPr>
        <p:txBody>
          <a:bodyPr/>
          <a:lstStyle/>
          <a:p>
            <a:r>
              <a:t>277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82215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39415"/>
            <a:ext cx="1257300" cy="1164831"/>
          </a:xfrm>
        </p:spPr>
        <p:txBody>
          <a:bodyPr/>
          <a:lstStyle/>
          <a:p>
            <a:r>
              <a:t>SPEAK, O LORD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/>
          <a:lstStyle/>
          <a:p>
            <a:r>
              <a:t>© 2014 Sumphonia Productions, LLC</a:t>
            </a:r>
          </a:p>
        </p:txBody>
      </p:sp>
      <p:pic>
        <p:nvPicPr>
          <p:cNvPr id="9" name="Picture Placeholder 8" descr="phss-277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171319"/>
            <a:ext cx="6858000" cy="537182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95686"/>
            <a:ext cx="1257300" cy="1165225"/>
          </a:xfrm>
        </p:spPr>
        <p:txBody>
          <a:bodyPr/>
          <a:lstStyle/>
          <a:p>
            <a:r>
              <a:t>HABLA, OH DIOS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Traducciï¿œn Jonathan y Sarah Jerez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82215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2112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6003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82215"/>
            <a:ext cx="914400" cy="365760"/>
          </a:xfrm>
          <a:noFill/>
        </p:spPr>
        <p:txBody>
          <a:bodyPr/>
          <a:lstStyle/>
          <a:p>
            <a:r>
              <a:t>277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82215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39415"/>
            <a:ext cx="1257300" cy="1164831"/>
          </a:xfrm>
        </p:spPr>
        <p:txBody>
          <a:bodyPr/>
          <a:lstStyle/>
          <a:p>
            <a:r>
              <a:t>SPEAK, O LORD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/>
          <a:lstStyle/>
          <a:p>
            <a:r>
              <a:t>© 2014 Sumphonia Productions, LLC</a:t>
            </a:r>
          </a:p>
        </p:txBody>
      </p:sp>
      <p:pic>
        <p:nvPicPr>
          <p:cNvPr id="9" name="Picture Placeholder 8" descr="phss-277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171319"/>
            <a:ext cx="6858000" cy="537182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95686"/>
            <a:ext cx="1257300" cy="1165225"/>
          </a:xfrm>
        </p:spPr>
        <p:txBody>
          <a:bodyPr/>
          <a:lstStyle/>
          <a:p>
            <a:r>
              <a:t>HABLA, OH DIOS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Traducciï¿œn Jonathan y Sarah Jerez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82215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2112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6003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82215"/>
            <a:ext cx="914400" cy="365760"/>
          </a:xfrm>
          <a:noFill/>
        </p:spPr>
        <p:txBody>
          <a:bodyPr/>
          <a:lstStyle/>
          <a:p>
            <a:r>
              <a:t>277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82215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39415"/>
            <a:ext cx="1257300" cy="1164831"/>
          </a:xfrm>
        </p:spPr>
        <p:txBody>
          <a:bodyPr/>
          <a:lstStyle/>
          <a:p>
            <a:r>
              <a:t>SPEAK, O LORD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/>
          <a:lstStyle/>
          <a:p>
            <a:r>
              <a:t>© 2014 Sumphonia Productions, LLC</a:t>
            </a:r>
          </a:p>
        </p:txBody>
      </p:sp>
      <p:pic>
        <p:nvPicPr>
          <p:cNvPr id="9" name="Picture Placeholder 8" descr="phss-277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171319"/>
            <a:ext cx="6858000" cy="537182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95686"/>
            <a:ext cx="1257300" cy="1165225"/>
          </a:xfrm>
        </p:spPr>
        <p:txBody>
          <a:bodyPr/>
          <a:lstStyle/>
          <a:p>
            <a:r>
              <a:t>HABLA, OH DIOS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Traducciï¿œn Jonathan y Sarah Jerez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8221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2112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6003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82215"/>
            <a:ext cx="914400" cy="365760"/>
          </a:xfrm>
          <a:noFill/>
        </p:spPr>
        <p:txBody>
          <a:bodyPr/>
          <a:lstStyle/>
          <a:p>
            <a:r>
              <a:t>277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82215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39415"/>
            <a:ext cx="1257300" cy="1164831"/>
          </a:xfrm>
        </p:spPr>
        <p:txBody>
          <a:bodyPr/>
          <a:lstStyle/>
          <a:p>
            <a:r>
              <a:t>SPEAK, O LORD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/>
          <a:lstStyle/>
          <a:p>
            <a:r>
              <a:t>© 2014 Sumphonia Productions, LLC</a:t>
            </a:r>
          </a:p>
        </p:txBody>
      </p:sp>
      <p:pic>
        <p:nvPicPr>
          <p:cNvPr id="9" name="Picture Placeholder 8" descr="phss-277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171319"/>
            <a:ext cx="6858000" cy="537182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95686"/>
            <a:ext cx="1257300" cy="1165225"/>
          </a:xfrm>
        </p:spPr>
        <p:txBody>
          <a:bodyPr/>
          <a:lstStyle/>
          <a:p>
            <a:r>
              <a:t>HABLA, OH DIOS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Traducciï¿œn Jonathan y Sarah Jerez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8221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2112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6003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82215"/>
            <a:ext cx="914400" cy="365760"/>
          </a:xfrm>
          <a:noFill/>
        </p:spPr>
        <p:txBody>
          <a:bodyPr/>
          <a:lstStyle/>
          <a:p>
            <a:r>
              <a:t>277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82215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39415"/>
            <a:ext cx="1257300" cy="1164831"/>
          </a:xfrm>
        </p:spPr>
        <p:txBody>
          <a:bodyPr/>
          <a:lstStyle/>
          <a:p>
            <a:r>
              <a:t>SPEAK, O LORD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/>
          <a:lstStyle/>
          <a:p>
            <a:r>
              <a:t>© 2014 Sumphonia Productions, LLC</a:t>
            </a:r>
          </a:p>
        </p:txBody>
      </p:sp>
      <p:pic>
        <p:nvPicPr>
          <p:cNvPr id="9" name="Picture Placeholder 8" descr="phss-277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171319"/>
            <a:ext cx="6858000" cy="537182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95686"/>
            <a:ext cx="1257300" cy="1165225"/>
          </a:xfrm>
        </p:spPr>
        <p:txBody>
          <a:bodyPr/>
          <a:lstStyle/>
          <a:p>
            <a:r>
              <a:t>HABLA, OH DIOS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Traducciï¿œn Jonathan y Sarah Jerez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8221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2112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6003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82215"/>
            <a:ext cx="914400" cy="365760"/>
          </a:xfrm>
          <a:noFill/>
        </p:spPr>
        <p:txBody>
          <a:bodyPr/>
          <a:lstStyle/>
          <a:p>
            <a:r>
              <a:t>277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82215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39415"/>
            <a:ext cx="1257300" cy="1164831"/>
          </a:xfrm>
        </p:spPr>
        <p:txBody>
          <a:bodyPr/>
          <a:lstStyle/>
          <a:p>
            <a:r>
              <a:t>SPEAK, O LORD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/>
          <a:lstStyle/>
          <a:p>
            <a:r>
              <a:t>© 2014 Sumphonia Productions, LLC</a:t>
            </a:r>
          </a:p>
        </p:txBody>
      </p:sp>
      <p:pic>
        <p:nvPicPr>
          <p:cNvPr id="9" name="Picture Placeholder 8" descr="phss-277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171319"/>
            <a:ext cx="6858000" cy="537182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95686"/>
            <a:ext cx="1257300" cy="1165225"/>
          </a:xfrm>
        </p:spPr>
        <p:txBody>
          <a:bodyPr/>
          <a:lstStyle/>
          <a:p>
            <a:r>
              <a:t>HABLA, OH DIOS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Traducciï¿œn Jonathan y Sarah Jerez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8221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2112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6003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82215"/>
            <a:ext cx="914400" cy="365760"/>
          </a:xfrm>
          <a:noFill/>
        </p:spPr>
        <p:txBody>
          <a:bodyPr/>
          <a:lstStyle/>
          <a:p>
            <a:r>
              <a:t>277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82215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39415"/>
            <a:ext cx="1257300" cy="1164831"/>
          </a:xfrm>
        </p:spPr>
        <p:txBody>
          <a:bodyPr/>
          <a:lstStyle/>
          <a:p>
            <a:r>
              <a:t>SPEAK, O LORD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/>
          <a:lstStyle/>
          <a:p>
            <a:r>
              <a:t>© 2014 Sumphonia Productions, LLC</a:t>
            </a:r>
          </a:p>
        </p:txBody>
      </p:sp>
      <p:pic>
        <p:nvPicPr>
          <p:cNvPr id="9" name="Picture Placeholder 8" descr="phss-277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171319"/>
            <a:ext cx="6858000" cy="537182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95686"/>
            <a:ext cx="1257300" cy="1165225"/>
          </a:xfrm>
        </p:spPr>
        <p:txBody>
          <a:bodyPr/>
          <a:lstStyle/>
          <a:p>
            <a:r>
              <a:t>HABLA, OH DIOS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Traducciï¿œn Jonathan y Sarah Jerez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8221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2112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6003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82215"/>
            <a:ext cx="914400" cy="365760"/>
          </a:xfrm>
          <a:noFill/>
        </p:spPr>
        <p:txBody>
          <a:bodyPr/>
          <a:lstStyle/>
          <a:p>
            <a:r>
              <a:t>277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82215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39415"/>
            <a:ext cx="1257300" cy="1164831"/>
          </a:xfrm>
        </p:spPr>
        <p:txBody>
          <a:bodyPr/>
          <a:lstStyle/>
          <a:p>
            <a:r>
              <a:t>SPEAK, O LORD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/>
          <a:lstStyle/>
          <a:p>
            <a:r>
              <a:t>© 2014 Sumphonia Productions, LLC</a:t>
            </a:r>
          </a:p>
        </p:txBody>
      </p:sp>
      <p:pic>
        <p:nvPicPr>
          <p:cNvPr id="9" name="Picture Placeholder 8" descr="phss-277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171319"/>
            <a:ext cx="6858000" cy="537182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95686"/>
            <a:ext cx="1257300" cy="1165225"/>
          </a:xfrm>
        </p:spPr>
        <p:txBody>
          <a:bodyPr/>
          <a:lstStyle/>
          <a:p>
            <a:r>
              <a:t>HABLA, OH DIOS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Traducciï¿œn Jonathan y Sarah Jerez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8221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2112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6003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82215"/>
            <a:ext cx="914400" cy="365760"/>
          </a:xfrm>
          <a:noFill/>
        </p:spPr>
        <p:txBody>
          <a:bodyPr/>
          <a:lstStyle/>
          <a:p>
            <a:r>
              <a:t>277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82215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39415"/>
            <a:ext cx="1257300" cy="1164831"/>
          </a:xfrm>
        </p:spPr>
        <p:txBody>
          <a:bodyPr/>
          <a:lstStyle/>
          <a:p>
            <a:r>
              <a:t>SPEAK, O LORD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/>
          <a:lstStyle/>
          <a:p>
            <a:r>
              <a:t>© 2014 Sumphonia Productions, LLC</a:t>
            </a:r>
          </a:p>
        </p:txBody>
      </p:sp>
      <p:pic>
        <p:nvPicPr>
          <p:cNvPr id="9" name="Picture Placeholder 8" descr="phss-277-1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171319"/>
            <a:ext cx="6858000" cy="537182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95686"/>
            <a:ext cx="1257300" cy="1165225"/>
          </a:xfrm>
        </p:spPr>
        <p:txBody>
          <a:bodyPr/>
          <a:lstStyle/>
          <a:p>
            <a:r>
              <a:t>HABLA, OH DIOS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Traducciï¿œn Jonathan y Sarah Jerez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8221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2112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6003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82215"/>
            <a:ext cx="914400" cy="365760"/>
          </a:xfrm>
          <a:noFill/>
        </p:spPr>
        <p:txBody>
          <a:bodyPr/>
          <a:lstStyle/>
          <a:p>
            <a:r>
              <a:t>277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82215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39415"/>
            <a:ext cx="1257300" cy="1164831"/>
          </a:xfrm>
        </p:spPr>
        <p:txBody>
          <a:bodyPr/>
          <a:lstStyle/>
          <a:p>
            <a:r>
              <a:t>SPEAK, O LORD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/>
          <a:lstStyle/>
          <a:p>
            <a:r>
              <a:t>© 2014 Sumphonia Productions, LLC</a:t>
            </a:r>
          </a:p>
        </p:txBody>
      </p:sp>
      <p:pic>
        <p:nvPicPr>
          <p:cNvPr id="9" name="Picture Placeholder 8" descr="phss-277-1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2171700" y="171319"/>
            <a:ext cx="6858000" cy="537182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95686"/>
            <a:ext cx="1257300" cy="1165225"/>
          </a:xfrm>
        </p:spPr>
        <p:txBody>
          <a:bodyPr/>
          <a:lstStyle/>
          <a:p>
            <a:r>
              <a:t>HABLA, OH DIOS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Traducciï¿œn Jonathan y Sarah Jerez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8221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2112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6003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ermon-notes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531620"/>
            <a:ext cx="4572000" cy="1645920"/>
          </a:xfrm>
        </p:spPr>
        <p:txBody>
          <a:bodyPr/>
          <a:lstStyle/>
          <a:p>
            <a:r>
              <a:rPr sz="7200">
                <a:latin typeface="Avenir Next LT Pro"/>
              </a:rPr>
              <a:t>SERMON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172968" y="3044952"/>
            <a:ext cx="4370832" cy="914400"/>
          </a:xfrm>
        </p:spPr>
        <p:txBody>
          <a:bodyPr/>
          <a:lstStyle/>
          <a:p>
            <a:r>
              <a:rPr sz="2400">
                <a:latin typeface="Avenir Next LT Pro"/>
              </a:rPr>
              <a:t>“HE COMMANDED US TO PREACH TO THE PEOPLE”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291840" y="3863339"/>
            <a:ext cx="4133087" cy="914400"/>
          </a:xfrm>
        </p:spPr>
        <p:txBody>
          <a:bodyPr/>
          <a:lstStyle/>
          <a:p>
            <a:r>
              <a:rPr sz="2000">
                <a:latin typeface="Avenir Next LT Pro"/>
              </a:rPr>
              <a:t>ACTS 10:42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685799" y="3623310"/>
            <a:ext cx="83210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rPr sz="2000">
                <a:latin typeface="Avenir Next LT Pro"/>
              </a:rPr>
              <a:t/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063240" y="1453896"/>
            <a:ext cx="4572000" cy="1645920"/>
          </a:xfrm>
        </p:spPr>
        <p:txBody>
          <a:bodyPr/>
          <a:lstStyle/>
          <a:p>
            <a:r>
              <a:rPr sz="8000">
                <a:latin typeface="Alegreya Sans ExtraBold"/>
              </a:rPr>
              <a:t>SERMï¿œN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172968" y="3008376"/>
            <a:ext cx="4370832" cy="914400"/>
          </a:xfrm>
        </p:spPr>
        <p:txBody>
          <a:bodyPr/>
          <a:lstStyle/>
          <a:p>
            <a:r>
              <a:rPr sz="2600">
                <a:latin typeface="Alegreya Sans Medium"/>
              </a:rPr>
              <a:t>“NOS MANDï¿œ QUE PREDICï¿œSEMOS AL PUEBLO”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0" sz="quarter"/>
          </p:nvPr>
        </p:nvSpPr>
        <p:spPr>
          <a:xfrm>
            <a:off x="3291840" y="3840480"/>
            <a:ext cx="4133087" cy="914400"/>
          </a:xfrm>
        </p:spPr>
        <p:txBody>
          <a:bodyPr/>
          <a:lstStyle/>
          <a:p>
            <a:r>
              <a:rPr sz="2400">
                <a:latin typeface="Alegreya Sans Medium"/>
              </a:rPr>
              <a:t>HECHOS 10:42</a:t>
            </a: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685799" y="3605022"/>
            <a:ext cx="83210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25" name="Picture 24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TAKE MY LIFE, AND LET IT BE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QUE MI VIDA ENTERA ESTÉ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613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81442" y="114300"/>
            <a:ext cx="7329754" cy="49374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78522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7852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7852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78522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678522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678522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TAKE MY LIFE, AND LET IT BE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QUE MI VIDA ENTERA ESTÉ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613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81442" y="114300"/>
            <a:ext cx="7329754" cy="49374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78522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7852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7852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78522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678522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678522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TAKE MY LIFE, AND LET IT BE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QUE MI VIDA ENTERA ESTÉ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613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81442" y="114300"/>
            <a:ext cx="7329754" cy="49374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7852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78522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7852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78522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678522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678522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TAKE MY LIFE, AND LET IT BE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QUE MI VIDA ENTERA ESTÉ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613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81442" y="114300"/>
            <a:ext cx="7329754" cy="49374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7852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78522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7852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78522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678522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678522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TAKE MY LIFE, AND LET IT BE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QUE MI VIDA ENTERA ESTÉ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613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81442" y="114300"/>
            <a:ext cx="7329754" cy="49374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7852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7852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78522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78522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678522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678522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TAKE MY LIFE, AND LET IT BE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QUE MI VIDA ENTERA ESTÉ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613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81442" y="114300"/>
            <a:ext cx="7329754" cy="49374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7852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7852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78522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78522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678522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678522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TAKE MY LIFE, AND LET IT BE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QUE MI VIDA ENTERA ESTÉ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613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81442" y="114300"/>
            <a:ext cx="7329754" cy="49374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7852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7852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7852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78522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678522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678522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TAKE MY LIFE, AND LET IT BE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QUE MI VIDA ENTERA ESTÉ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613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81442" y="114300"/>
            <a:ext cx="7329754" cy="49374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7852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7852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7852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78522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678522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678522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TAKE MY LIFE, AND LET IT BE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QUE MI VIDA ENTERA ESTÉ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613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81442" y="114300"/>
            <a:ext cx="7329754" cy="49374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7852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7852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7852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78522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678522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678522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TAKE MY LIFE, AND LET IT BE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QUE MI VIDA ENTERA ESTÉ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613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81442" y="114300"/>
            <a:ext cx="7329754" cy="49374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7852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7852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7852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78522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678522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678522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TAKE MY LIFE, AND LET IT BE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QUE MI VIDA ENTERA ESTÉ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613-1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81442" y="114300"/>
            <a:ext cx="7329754" cy="49374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7852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7852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7852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78522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678522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678522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TAKE MY LIFE, AND LET IT BE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QUE MI VIDA ENTERA ESTÉ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613-1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1181442" y="114300"/>
            <a:ext cx="7329754" cy="49374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7852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7852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7852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78522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678522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678522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rayer-wheat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531620"/>
            <a:ext cx="4572000" cy="1645920"/>
          </a:xfrm>
        </p:spPr>
        <p:txBody>
          <a:bodyPr/>
          <a:lstStyle/>
          <a:p>
            <a:r>
              <a:rPr sz="8000">
                <a:latin typeface="Avenir Next LT Pro"/>
              </a:rPr>
              <a:t>PRAYER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566160" y="3040380"/>
            <a:ext cx="3566160" cy="914400"/>
          </a:xfrm>
        </p:spPr>
        <p:txBody>
          <a:bodyPr/>
          <a:lstStyle/>
          <a:p>
            <a:r>
              <a:rPr sz="2400">
                <a:latin typeface="Avenir Next LT Pro"/>
              </a:rPr>
              <a:t>“DEVOTE YOURSELVES TO PRAYER”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291840" y="3863339"/>
            <a:ext cx="4133087" cy="914400"/>
          </a:xfrm>
        </p:spPr>
        <p:txBody>
          <a:bodyPr/>
          <a:lstStyle/>
          <a:p>
            <a:r>
              <a:rPr sz="2000">
                <a:latin typeface="Avenir Next LT Pro"/>
              </a:rPr>
              <a:t>COLOSSIANS 4:2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813815" y="4309109"/>
            <a:ext cx="70408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/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063240" y="1453896"/>
            <a:ext cx="4572000" cy="1645920"/>
          </a:xfrm>
        </p:spPr>
        <p:txBody>
          <a:bodyPr/>
          <a:lstStyle/>
          <a:p>
            <a:r>
              <a:rPr sz="8000">
                <a:latin typeface="Alegreya Sans ExtraBold"/>
              </a:rPr>
              <a:t>ORACIï¿œN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566160" y="3040380"/>
            <a:ext cx="3566160" cy="914400"/>
          </a:xfrm>
        </p:spPr>
        <p:txBody>
          <a:bodyPr/>
          <a:lstStyle/>
          <a:p>
            <a:r>
              <a:rPr sz="2800">
                <a:latin typeface="Alegreya Sans Medium"/>
              </a:rPr>
              <a:t>“PERSEVERAD EN LA ORACIï¿œN”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0" sz="quarter"/>
          </p:nvPr>
        </p:nvSpPr>
        <p:spPr>
          <a:xfrm>
            <a:off x="3291840" y="3863339"/>
            <a:ext cx="4133087" cy="914400"/>
          </a:xfrm>
        </p:spPr>
        <p:txBody>
          <a:bodyPr/>
          <a:lstStyle/>
          <a:p>
            <a:r>
              <a:rPr sz="2400">
                <a:latin typeface="Alegreya Sans Medium"/>
              </a:rPr>
              <a:t>COLOSENSES 4:2</a:t>
            </a: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685799" y="4290822"/>
            <a:ext cx="83210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742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Seï¿œor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103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277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Sermï¿œn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613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Oraciï¿œn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75788"/>
            <a:ext cx="365760" cy="365760"/>
          </a:xfrm>
          <a:prstGeom prst="rect">
            <a:avLst/>
          </a:prstGeom>
        </p:spPr>
      </p:pic>
      <p:pic>
        <p:nvPicPr>
          <p:cNvPr id="25" name="Picture 24" descr="phss-x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