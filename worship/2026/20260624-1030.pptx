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microsoft.com/office/2007/relationships/media" Target="../media/media2.mp3"/><Relationship Id="rId2" Type="http://schemas.openxmlformats.org/officeDocument/2006/relationships/audio" Target="../media/media2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1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elcome-brown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200" b="0"/>
              <a:t>Welcome</a:t>
            </a:r>
          </a:p>
          <a:p>
            <a:r>
              <a:rPr sz="2200" b="1"/>
              <a:t>Dear Lord and Father of Mankind</a:t>
            </a:r>
          </a:p>
          <a:p>
            <a:r>
              <a:rPr sz="2200" b="1"/>
              <a:t>How Shall the Young Secure Their Hearts?</a:t>
            </a:r>
          </a:p>
          <a:p>
            <a:r>
              <a:rPr sz="2200" b="0"/>
              <a:t> </a:t>
            </a:r>
          </a:p>
          <a:p>
            <a:r>
              <a:rPr sz="2200" b="1"/>
              <a:t>Blue Skies and Rainbows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2" sz="quarter"/>
          </p:nvPr>
        </p:nvSpPr>
        <p:spPr>
          <a:xfrm>
            <a:off x="521207" y="1737360"/>
            <a:ext cx="99669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June 24, 2026</a:t>
            </a:r>
          </a:p>
          <a:p>
            <a:r>
              <a:t>Wednesday • 10:30am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Please silence your phone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2200"/>
              <a:t> </a:t>
            </a:r>
          </a:p>
          <a:p>
            <a:r>
              <a:rPr sz="2200"/>
              <a:t/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visitor-background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2" r="1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521207" y="1737360"/>
            <a:ext cx="99669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122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5400"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 by: John G. Whittier
Music by: Frederick C. Maker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20619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  <p:sp>
        <p:nvSpPr>
          <p:cNvPr id="13" name="Oval 12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81116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DEAR LORD AND FATHER OF MANKIND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122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731520" y="500271"/>
            <a:ext cx="8229600" cy="416581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81116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500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8899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12790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253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5400"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 by: Isaac Watts
Music by: Hastings &amp; Bradburys Psalmista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24048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  <p:sp>
        <p:nvSpPr>
          <p:cNvPr id="13" name="Oval 12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53259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3259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3259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3259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3259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253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HOW SHALL THE YOUNG SECURE THEIR HEARTS?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Hymnal</a:t>
            </a:r>
          </a:p>
        </p:txBody>
      </p:sp>
      <p:pic>
        <p:nvPicPr>
          <p:cNvPr id="9" name="Picture Placeholder 8" descr="pftl-253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1035515" y="114300"/>
            <a:ext cx="762160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3259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3259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3259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/>
          <a:lstStyle/>
          <a:p>
            <a:r>
              <a:rPr sz="8000">
                <a:latin typeface="Avenir Next LT Pro"/>
              </a:rPr>
              <a:t>PRAYER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/>
          <a:lstStyle/>
          <a:p>
            <a:r>
              <a:rPr sz="2400">
                <a:latin typeface="Avenir Next LT Pro"/>
              </a:rPr>
              <a:t>“DEVOTE YOURSELVES TO PRAYER”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/>
          <a:lstStyle/>
          <a:p>
            <a:r>
              <a:rPr sz="2000">
                <a:latin typeface="Avenir Next LT Pro"/>
              </a:rPr>
              <a:t>COLOSSIANS 4:2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813815" y="2766060"/>
            <a:ext cx="70408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/>
          <a:lstStyle/>
          <a:p>
            <a:r>
              <a:rPr sz="6000">
                <a:latin typeface="Avenir Next LT Pro"/>
              </a:rPr>
              <a:t>851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/>
          <a:lstStyle/>
          <a:p>
            <a:r>
              <a:rPr sz="5400"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/>
          <a:lstStyle/>
          <a:p>
            <a:r>
              <a:rPr sz="240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200">
                <a:latin typeface="Avenir Next LT Pro"/>
              </a:rPr>
              <a:t>Words and Music by: Gary Mabry
Copyright © 1971 (Renewed) by Boston Music Company, a division of Music Sales Corp.
International Copyright Secured, All rights Reserved. Reprinted by permission.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30906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253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851</a:t>
            </a:r>
          </a:p>
        </p:txBody>
      </p:sp>
      <p:sp>
        <p:nvSpPr>
          <p:cNvPr id="13" name="Oval 12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5842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851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BLUE SKIES AND RAINBOWS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2007 The Paperless Hymnal®</a:t>
            </a:r>
          </a:p>
        </p:txBody>
      </p:sp>
      <p:pic>
        <p:nvPicPr>
          <p:cNvPr id="9" name="Picture Placeholder 8" descr="pftl-85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2" b="12"/>
          <a:stretch>
            <a:fillRect/>
          </a:stretch>
        </p:blipFill>
        <p:spPr>
          <a:xfrm>
            <a:off x="731520" y="273332"/>
            <a:ext cx="8229600" cy="46196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842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0231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620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009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398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787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