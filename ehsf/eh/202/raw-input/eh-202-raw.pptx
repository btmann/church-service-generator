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15"/>
  </p:notesMasterIdLst>
  <p:sldIdLst>
    <p:sldId id="275" r:id="rId3"/>
    <p:sldId id="273" r:id="rId4"/>
    <p:sldId id="274" r:id="rId5"/>
    <p:sldId id="276" r:id="rId6"/>
    <p:sldId id="277" r:id="rId7"/>
    <p:sldId id="278" r:id="rId8"/>
    <p:sldId id="279" r:id="rId9"/>
    <p:sldId id="280" r:id="rId10"/>
    <p:sldId id="281" r:id="rId11"/>
    <p:sldId id="282" r:id="rId12"/>
    <p:sldId id="283" r:id="rId13"/>
    <p:sldId id="284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7995" autoAdjust="0"/>
  </p:normalViewPr>
  <p:slideViewPr>
    <p:cSldViewPr snapToGrid="0">
      <p:cViewPr varScale="1">
        <p:scale>
          <a:sx n="90" d="100"/>
          <a:sy n="90" d="100"/>
        </p:scale>
        <p:origin x="1004" y="7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17E4CF-FB51-4CC3-993D-B9B837E70D92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FA67F7-5DF0-4A78-A184-6F88025F8D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6231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3198x2400xeh-202-001.png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FA67F7-5DF0-4A78-A184-6F88025F8D4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1036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3198x2400xeh-202-002.png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FA67F7-5DF0-4A78-A184-6F88025F8D4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6298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3198x2400xeh-202-003.png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FA67F7-5DF0-4A78-A184-6F88025F8D4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4570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3198x2400xeh-202-004.png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FA67F7-5DF0-4A78-A184-6F88025F8D4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199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3198x2400xeh-202-005.png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FA67F7-5DF0-4A78-A184-6F88025F8D4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8756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3198x2400xeh-202-006.png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FA67F7-5DF0-4A78-A184-6F88025F8D4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1960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3198x2400xeh-202-007.png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FA67F7-5DF0-4A78-A184-6F88025F8D4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2632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3198x2400xeh-202-008.png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FA67F7-5DF0-4A78-A184-6F88025F8D4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806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3198x2400xeh-202-009.png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FA67F7-5DF0-4A78-A184-6F88025F8D4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6347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3198x2400xeh-202-010.png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FA67F7-5DF0-4A78-A184-6F88025F8D4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1429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3198x2400xeh-202-011.png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FA67F7-5DF0-4A78-A184-6F88025F8D4E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9304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8D797-DD7C-44E3-ABAA-A89AE0407B96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189C8-5BD9-46F1-8FAA-401BCAEEE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174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8D797-DD7C-44E3-ABAA-A89AE0407B96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189C8-5BD9-46F1-8FAA-401BCAEEE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8677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8D797-DD7C-44E3-ABAA-A89AE0407B96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189C8-5BD9-46F1-8FAA-401BCAEEE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3469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8D797-DD7C-44E3-ABAA-A89AE0407B96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189C8-5BD9-46F1-8FAA-401BCAEEE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1458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8D797-DD7C-44E3-ABAA-A89AE0407B96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189C8-5BD9-46F1-8FAA-401BCAEEE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0719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8D797-DD7C-44E3-ABAA-A89AE0407B96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189C8-5BD9-46F1-8FAA-401BCAEEE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1465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8D797-DD7C-44E3-ABAA-A89AE0407B96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189C8-5BD9-46F1-8FAA-401BCAEEE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4591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8D797-DD7C-44E3-ABAA-A89AE0407B96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189C8-5BD9-46F1-8FAA-401BCAEEE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7621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8D797-DD7C-44E3-ABAA-A89AE0407B96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189C8-5BD9-46F1-8FAA-401BCAEEE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2674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8D797-DD7C-44E3-ABAA-A89AE0407B96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189C8-5BD9-46F1-8FAA-401BCAEEE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7318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8D797-DD7C-44E3-ABAA-A89AE0407B96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189C8-5BD9-46F1-8FAA-401BCAEEE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6625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617DB1C-B2FC-43E6-BA05-AC7BC5765BC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0906" y="779929"/>
            <a:ext cx="7342188" cy="97706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F77CC16B-0626-48A1-A234-19BC78A66D6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96936" y="2259106"/>
            <a:ext cx="7342188" cy="294929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6BB1F024-1999-4CF6-8ACE-712D5E9B481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96936" y="5742738"/>
            <a:ext cx="7342188" cy="690191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pPr lvl="0"/>
            <a:r>
              <a:rPr lang="en-US" dirty="0"/>
              <a:t>Translation Copyright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D89A4E8-6C02-436B-83AC-7BD3B9693B90}"/>
              </a:ext>
            </a:extLst>
          </p:cNvPr>
          <p:cNvSpPr txBox="1"/>
          <p:nvPr userDrawn="1"/>
        </p:nvSpPr>
        <p:spPr>
          <a:xfrm>
            <a:off x="896937" y="412376"/>
            <a:ext cx="1819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Song Title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A8A483-7924-46AB-BB6A-7A88C98E7E95}"/>
              </a:ext>
            </a:extLst>
          </p:cNvPr>
          <p:cNvSpPr txBox="1"/>
          <p:nvPr userDrawn="1"/>
        </p:nvSpPr>
        <p:spPr>
          <a:xfrm>
            <a:off x="896936" y="1913029"/>
            <a:ext cx="1819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Credits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EF924F-8996-4CD0-9D14-1DFA8B875B36}"/>
              </a:ext>
            </a:extLst>
          </p:cNvPr>
          <p:cNvSpPr txBox="1"/>
          <p:nvPr userDrawn="1"/>
        </p:nvSpPr>
        <p:spPr>
          <a:xfrm>
            <a:off x="896935" y="5341185"/>
            <a:ext cx="36750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Spanish Translation Copyright (if any)</a:t>
            </a:r>
          </a:p>
        </p:txBody>
      </p:sp>
    </p:spTree>
    <p:extLst>
      <p:ext uri="{BB962C8B-B14F-4D97-AF65-F5344CB8AC3E}">
        <p14:creationId xmlns:p14="http://schemas.microsoft.com/office/powerpoint/2010/main" val="28845952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18D797-DD7C-44E3-ABAA-A89AE0407B96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E189C8-5BD9-46F1-8FAA-401BCAEEE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7830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B1A069-A54B-43D0-9640-B469021718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F2FAFD-837E-456B-85BD-F661883AB2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401537-2377-47A8-A1DC-2AD6F7EABC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BC5AC5-77C0-42BD-B65C-C9F075B0F84C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1C5F7A-9B59-4942-ABAC-E51980E561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E95E82-9A30-43EB-A00C-492C4CCE2A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BA7C8F-BBF1-4244-A020-C3735430B5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756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04ED2-B7D8-1B07-ECEE-18A6217E722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F3A34E-5EE5-5D97-8CDD-28A64167767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3692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2A9C6A2-3CDE-185B-0A48-D9202611F3F7}"/>
              </a:ext>
            </a:extLst>
          </p:cNvPr>
          <p:cNvSpPr/>
          <p:nvPr/>
        </p:nvSpPr>
        <p:spPr>
          <a:xfrm>
            <a:off x="49619" y="6556744"/>
            <a:ext cx="3678865" cy="3012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3AADD5B-1001-518B-9123-A69FBAA4E41C}"/>
              </a:ext>
            </a:extLst>
          </p:cNvPr>
          <p:cNvSpPr/>
          <p:nvPr/>
        </p:nvSpPr>
        <p:spPr>
          <a:xfrm>
            <a:off x="0" y="-1"/>
            <a:ext cx="9144000" cy="6379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7704E6C-DACE-F487-BADA-D1B335A277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750" y="0"/>
            <a:ext cx="8572500" cy="6858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FA53F161-7E32-BA62-643D-6CBE00899C3A}"/>
              </a:ext>
            </a:extLst>
          </p:cNvPr>
          <p:cNvSpPr/>
          <p:nvPr/>
        </p:nvSpPr>
        <p:spPr>
          <a:xfrm>
            <a:off x="0" y="6556744"/>
            <a:ext cx="3678865" cy="3012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FD03C76-AE52-6959-8C17-E068D2A56037}"/>
              </a:ext>
            </a:extLst>
          </p:cNvPr>
          <p:cNvSpPr/>
          <p:nvPr/>
        </p:nvSpPr>
        <p:spPr>
          <a:xfrm>
            <a:off x="-1" y="17720"/>
            <a:ext cx="9144000" cy="5068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65662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04B96CF-0C85-52DD-1F7C-22C524DE47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750" y="0"/>
            <a:ext cx="85725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28E0A68-1A33-47C4-81F4-14B4135526DC}"/>
              </a:ext>
            </a:extLst>
          </p:cNvPr>
          <p:cNvSpPr/>
          <p:nvPr/>
        </p:nvSpPr>
        <p:spPr>
          <a:xfrm>
            <a:off x="49619" y="6556744"/>
            <a:ext cx="3678865" cy="3012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6673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6A08543-2DB4-8E6A-35A6-4133EE717F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750" y="0"/>
            <a:ext cx="8572500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81731D2-2A9B-3A01-6B37-B5C57C84E4EF}"/>
              </a:ext>
            </a:extLst>
          </p:cNvPr>
          <p:cNvSpPr/>
          <p:nvPr/>
        </p:nvSpPr>
        <p:spPr>
          <a:xfrm>
            <a:off x="49619" y="6556744"/>
            <a:ext cx="3678865" cy="3012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7349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9D63589-BDB2-BF53-5F32-B15C671839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750" y="0"/>
            <a:ext cx="8572500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0E8F4B0-5AAC-167E-CE9D-472BE1A44071}"/>
              </a:ext>
            </a:extLst>
          </p:cNvPr>
          <p:cNvSpPr/>
          <p:nvPr/>
        </p:nvSpPr>
        <p:spPr>
          <a:xfrm>
            <a:off x="49619" y="6556744"/>
            <a:ext cx="3678865" cy="3012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2184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723EEA7-65B4-42BB-0B52-00A6040523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750" y="0"/>
            <a:ext cx="8572500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66BF6C9-82A1-E7EE-7F59-E1813CE545B9}"/>
              </a:ext>
            </a:extLst>
          </p:cNvPr>
          <p:cNvSpPr/>
          <p:nvPr/>
        </p:nvSpPr>
        <p:spPr>
          <a:xfrm>
            <a:off x="49619" y="6556744"/>
            <a:ext cx="3678865" cy="3012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5678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23DF3BC-F262-7227-6FD9-A206AEF2A3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750" y="0"/>
            <a:ext cx="8572500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92D596F-96CC-30A7-2EE2-B045FB3836B5}"/>
              </a:ext>
            </a:extLst>
          </p:cNvPr>
          <p:cNvSpPr/>
          <p:nvPr/>
        </p:nvSpPr>
        <p:spPr>
          <a:xfrm>
            <a:off x="49619" y="6556744"/>
            <a:ext cx="3678865" cy="3012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63DB6A4-1D9E-7D23-4B15-3C2FB8A86419}"/>
              </a:ext>
            </a:extLst>
          </p:cNvPr>
          <p:cNvSpPr/>
          <p:nvPr/>
        </p:nvSpPr>
        <p:spPr>
          <a:xfrm>
            <a:off x="-1" y="17720"/>
            <a:ext cx="9144000" cy="5068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30020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DA3C59B-B166-F26E-FF32-6D3EAB8B56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750" y="0"/>
            <a:ext cx="8572500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5016273-CAAF-BD80-9739-595534DAB248}"/>
              </a:ext>
            </a:extLst>
          </p:cNvPr>
          <p:cNvSpPr/>
          <p:nvPr/>
        </p:nvSpPr>
        <p:spPr>
          <a:xfrm>
            <a:off x="0" y="-1"/>
            <a:ext cx="9144000" cy="6379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B6A9A3D-05CF-05CF-EF4F-2D63B94FC572}"/>
              </a:ext>
            </a:extLst>
          </p:cNvPr>
          <p:cNvSpPr/>
          <p:nvPr/>
        </p:nvSpPr>
        <p:spPr>
          <a:xfrm>
            <a:off x="49619" y="6556744"/>
            <a:ext cx="3678865" cy="3012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553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AF964E6-008C-E5EC-6287-ED5ECE1543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750" y="0"/>
            <a:ext cx="8572500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ED63B66-DAD9-B8B3-BCF1-04C33E3688F2}"/>
              </a:ext>
            </a:extLst>
          </p:cNvPr>
          <p:cNvSpPr/>
          <p:nvPr/>
        </p:nvSpPr>
        <p:spPr>
          <a:xfrm>
            <a:off x="49619" y="6556744"/>
            <a:ext cx="3678865" cy="3012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9413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62C2ED9-CC2C-4D52-A346-AE9BAE7DDA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750" y="0"/>
            <a:ext cx="8572500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18624C1-0F9D-07BD-A6A8-6B8E2D304A65}"/>
              </a:ext>
            </a:extLst>
          </p:cNvPr>
          <p:cNvSpPr/>
          <p:nvPr/>
        </p:nvSpPr>
        <p:spPr>
          <a:xfrm>
            <a:off x="49619" y="6556744"/>
            <a:ext cx="3678865" cy="3012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4969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0F6DD17-1A99-3DE7-9A4C-670EEFD024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750" y="0"/>
            <a:ext cx="8572500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313440C-3434-75D6-8BD5-A446EB2C2BF7}"/>
              </a:ext>
            </a:extLst>
          </p:cNvPr>
          <p:cNvSpPr/>
          <p:nvPr/>
        </p:nvSpPr>
        <p:spPr>
          <a:xfrm>
            <a:off x="49619" y="6556744"/>
            <a:ext cx="3678865" cy="3012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4092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4107512-F56D-A6C7-5C72-43AA5AF28A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750" y="0"/>
            <a:ext cx="8572500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F316624-9BFB-07AA-1936-B6532FBD23C3}"/>
              </a:ext>
            </a:extLst>
          </p:cNvPr>
          <p:cNvSpPr/>
          <p:nvPr/>
        </p:nvSpPr>
        <p:spPr>
          <a:xfrm>
            <a:off x="49619" y="6556744"/>
            <a:ext cx="3678865" cy="3012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07054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1929</TotalTime>
  <Words>44</Words>
  <Application>Microsoft Office PowerPoint</Application>
  <PresentationFormat>On-screen Show (4:3)</PresentationFormat>
  <Paragraphs>22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Williams David</dc:creator>
  <cp:lastModifiedBy>David Williams</cp:lastModifiedBy>
  <cp:revision>33</cp:revision>
  <dcterms:created xsi:type="dcterms:W3CDTF">2019-09-13T22:29:37Z</dcterms:created>
  <dcterms:modified xsi:type="dcterms:W3CDTF">2026-03-09T01:50:30Z</dcterms:modified>
</cp:coreProperties>
</file>