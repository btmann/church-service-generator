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5.png"/><Relationship Id="rId5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7.png"/><Relationship Id="rId5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1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1.png"/><Relationship Id="rId5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5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6.png"/><Relationship Id="rId5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23.png"/><Relationship Id="rId4" Type="http://schemas.openxmlformats.org/officeDocument/2006/relationships/image" Target="../media/image1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4.png"/><Relationship Id="rId4" Type="http://schemas.openxmlformats.org/officeDocument/2006/relationships/image" Target="../media/image1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5.png"/><Relationship Id="rId4" Type="http://schemas.openxmlformats.org/officeDocument/2006/relationships/image" Target="../media/image1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6.png"/><Relationship Id="rId4" Type="http://schemas.openxmlformats.org/officeDocument/2006/relationships/image" Target="../media/image1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7.png"/><Relationship Id="rId4" Type="http://schemas.openxmlformats.org/officeDocument/2006/relationships/image" Target="../media/image13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8.png"/><Relationship Id="rId4" Type="http://schemas.openxmlformats.org/officeDocument/2006/relationships/image" Target="../media/image1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9.png"/><Relationship Id="rId4" Type="http://schemas.openxmlformats.org/officeDocument/2006/relationships/image" Target="../media/image1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0.png"/><Relationship Id="rId4" Type="http://schemas.openxmlformats.org/officeDocument/2006/relationships/image" Target="../media/image1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1.png"/><Relationship Id="rId4" Type="http://schemas.openxmlformats.org/officeDocument/2006/relationships/image" Target="../media/image1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7.png"/><Relationship Id="rId4" Type="http://schemas.openxmlformats.org/officeDocument/2006/relationships/image" Target="../media/image13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2.png"/><Relationship Id="rId4" Type="http://schemas.openxmlformats.org/officeDocument/2006/relationships/image" Target="../media/image13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3.png"/><Relationship Id="rId4" Type="http://schemas.openxmlformats.org/officeDocument/2006/relationships/image" Target="../media/image1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4.png"/><Relationship Id="rId4" Type="http://schemas.openxmlformats.org/officeDocument/2006/relationships/image" Target="../media/image1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5.png"/><Relationship Id="rId4" Type="http://schemas.openxmlformats.org/officeDocument/2006/relationships/image" Target="../media/image1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27.png"/><Relationship Id="rId4" Type="http://schemas.openxmlformats.org/officeDocument/2006/relationships/image" Target="../media/image1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6.png"/><Relationship Id="rId4" Type="http://schemas.openxmlformats.org/officeDocument/2006/relationships/image" Target="../media/image1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7.png"/><Relationship Id="rId4" Type="http://schemas.openxmlformats.org/officeDocument/2006/relationships/image" Target="../media/image1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8.png"/><Relationship Id="rId4" Type="http://schemas.openxmlformats.org/officeDocument/2006/relationships/image" Target="../media/image1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39.png"/><Relationship Id="rId4" Type="http://schemas.openxmlformats.org/officeDocument/2006/relationships/image" Target="../media/image1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0.png"/><Relationship Id="rId4" Type="http://schemas.openxmlformats.org/officeDocument/2006/relationships/image" Target="../media/image13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42.png"/><Relationship Id="rId4" Type="http://schemas.openxmlformats.org/officeDocument/2006/relationships/image" Target="../media/image13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3.png"/><Relationship Id="rId4" Type="http://schemas.openxmlformats.org/officeDocument/2006/relationships/image" Target="../media/image13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4.png"/><Relationship Id="rId4" Type="http://schemas.openxmlformats.org/officeDocument/2006/relationships/image" Target="../media/image1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5.png"/><Relationship Id="rId4" Type="http://schemas.openxmlformats.org/officeDocument/2006/relationships/image" Target="../media/image1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6.png"/><Relationship Id="rId4" Type="http://schemas.openxmlformats.org/officeDocument/2006/relationships/image" Target="../media/image1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7.png"/><Relationship Id="rId4" Type="http://schemas.openxmlformats.org/officeDocument/2006/relationships/image" Target="../media/image13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8.png"/><Relationship Id="rId4" Type="http://schemas.openxmlformats.org/officeDocument/2006/relationships/image" Target="../media/image13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9.png"/><Relationship Id="rId4" Type="http://schemas.openxmlformats.org/officeDocument/2006/relationships/image" Target="../media/image13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0.png"/><Relationship Id="rId4" Type="http://schemas.openxmlformats.org/officeDocument/2006/relationships/image" Target="../media/image13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1.png"/><Relationship Id="rId4" Type="http://schemas.openxmlformats.org/officeDocument/2006/relationships/image" Target="../media/image13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2.png"/><Relationship Id="rId4" Type="http://schemas.openxmlformats.org/officeDocument/2006/relationships/image" Target="../media/image13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46.png"/><Relationship Id="rId4" Type="http://schemas.openxmlformats.org/officeDocument/2006/relationships/image" Target="../media/image13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3.png"/><Relationship Id="rId4" Type="http://schemas.openxmlformats.org/officeDocument/2006/relationships/image" Target="../media/image1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4.png"/><Relationship Id="rId4" Type="http://schemas.openxmlformats.org/officeDocument/2006/relationships/image" Target="../media/image1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5.png"/><Relationship Id="rId4" Type="http://schemas.openxmlformats.org/officeDocument/2006/relationships/image" Target="../media/image1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6.png"/><Relationship Id="rId4" Type="http://schemas.openxmlformats.org/officeDocument/2006/relationships/image" Target="../media/image13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7.png"/><Relationship Id="rId4" Type="http://schemas.openxmlformats.org/officeDocument/2006/relationships/image" Target="../media/image13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8.png"/><Relationship Id="rId4" Type="http://schemas.openxmlformats.org/officeDocument/2006/relationships/image" Target="../media/image13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59.png"/><Relationship Id="rId4" Type="http://schemas.openxmlformats.org/officeDocument/2006/relationships/image" Target="../media/image13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60.png"/><Relationship Id="rId4" Type="http://schemas.openxmlformats.org/officeDocument/2006/relationships/image" Target="../media/image13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61.png"/><Relationship Id="rId4" Type="http://schemas.openxmlformats.org/officeDocument/2006/relationships/image" Target="../media/image13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62.png"/><Relationship Id="rId4" Type="http://schemas.openxmlformats.org/officeDocument/2006/relationships/image" Target="../media/image13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63.png"/><Relationship Id="rId4" Type="http://schemas.openxmlformats.org/officeDocument/2006/relationships/image" Target="../media/image1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4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65.png"/><Relationship Id="rId5" Type="http://schemas.openxmlformats.org/officeDocument/2006/relationships/image" Target="../media/image13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66.png"/><Relationship Id="rId5" Type="http://schemas.openxmlformats.org/officeDocument/2006/relationships/image" Target="../media/image13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67.png"/><Relationship Id="rId5" Type="http://schemas.openxmlformats.org/officeDocument/2006/relationships/image" Target="../media/image13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68.png"/><Relationship Id="rId5" Type="http://schemas.openxmlformats.org/officeDocument/2006/relationships/image" Target="../media/image1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69.png"/><Relationship Id="rId5" Type="http://schemas.openxmlformats.org/officeDocument/2006/relationships/image" Target="../media/image13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70.png"/><Relationship Id="rId5" Type="http://schemas.openxmlformats.org/officeDocument/2006/relationships/image" Target="../media/image13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1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welcome-brown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pic>
        <p:nvPicPr>
          <p:cNvPr id="4" name="Picture Placeholder 3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5" name="Text Placeholder 4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rPr sz="2200" b="0"/>
              <a:t>Welcome</a:t>
            </a:r>
          </a:p>
          <a:p>
            <a:r>
              <a:rPr sz="2200" b="0"/>
              <a:t>1 John 5:1-12</a:t>
            </a:r>
          </a:p>
          <a:p>
            <a:r>
              <a:rPr sz="2200" b="1"/>
              <a:t>Praise Him! Praise Him!</a:t>
            </a:r>
          </a:p>
          <a:p>
            <a:r>
              <a:rPr sz="2200" b="1"/>
              <a:t>Heal Us All</a:t>
            </a:r>
          </a:p>
          <a:p>
            <a:r>
              <a:rPr sz="2200" b="0"/>
              <a:t> </a:t>
            </a:r>
          </a:p>
          <a:p>
            <a:r>
              <a:rPr sz="2200" b="1"/>
              <a:t>Christ Our Glory</a:t>
            </a:r>
          </a:p>
          <a:p>
            <a:r>
              <a:rPr sz="2200" b="0"/>
              <a:t/>
            </a:r>
          </a:p>
          <a:p>
            <a:r>
              <a:rPr sz="2200" b="1"/>
              <a:t>Rock of Ages</a:t>
            </a:r>
          </a:p>
          <a:p>
            <a:r>
              <a:rPr sz="2200" b="0"/>
              <a:t>Announcements</a:t>
            </a:r>
          </a:p>
          <a:p>
            <a:r>
              <a:rPr sz="2200" b="0"/>
              <a:t> </a:t>
            </a:r>
          </a:p>
          <a:p>
            <a:r>
              <a:rPr sz="2200" b="0"/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6" sz="quarter"/>
          </p:nvPr>
        </p:nvSpPr>
        <p:spPr>
          <a:xfrm>
            <a:off x="521207" y="708659"/>
            <a:ext cx="996696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Closing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4" sz="quarter"/>
          </p:nvPr>
        </p:nvSpPr>
        <p:spPr/>
        <p:txBody>
          <a:bodyPr/>
          <a:lstStyle/>
          <a:p>
            <a:r>
              <a:t>August 16, 2026</a:t>
            </a:r>
          </a:p>
          <a:p>
            <a:r>
              <a:t>Sunday • 5:00pm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t>Please silence your phone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6" sz="quarter"/>
          </p:nvPr>
        </p:nvSpPr>
        <p:spPr/>
        <p:txBody>
          <a:bodyPr/>
          <a:lstStyle/>
          <a:p>
            <a:r>
              <a:rPr sz="2200"/>
              <a:t> </a:t>
            </a:r>
          </a:p>
          <a:p>
            <a:r>
              <a:rPr sz="2200"/>
              <a:t> </a:t>
            </a:r>
          </a:p>
          <a:p>
            <a:r>
              <a:rPr sz="2200"/>
              <a:t>Alex Cruttenden</a:t>
            </a:r>
          </a:p>
          <a:p>
            <a:r>
              <a:rPr sz="2200"/>
              <a:t> </a:t>
            </a:r>
          </a:p>
          <a:p>
            <a:r>
              <a:rPr sz="2200"/>
              <a:t> </a:t>
            </a:r>
          </a:p>
          <a:p>
            <a:r>
              <a:rPr sz="2200"/>
              <a:t> </a:t>
            </a:r>
          </a:p>
          <a:p>
            <a:r>
              <a:rPr sz="2200"/>
              <a:t/>
            </a:r>
          </a:p>
          <a:p>
            <a:r>
              <a:rPr sz="2200"/>
              <a:t> </a:t>
            </a:r>
          </a:p>
          <a:p>
            <a:r>
              <a:rPr sz="2200"/>
              <a:t/>
            </a:r>
          </a:p>
          <a:p>
            <a:r>
              <a:rPr sz="2200"/>
              <a:t> </a:t>
            </a:r>
          </a:p>
          <a:p>
            <a:r>
              <a:rPr sz="2200"/>
              <a:t> </a:t>
            </a:r>
          </a:p>
        </p:txBody>
      </p:sp>
      <p:pic>
        <p:nvPicPr>
          <p:cNvPr id="11" name="Picture Placeholder 1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12" name="Text Placeholder 11"/>
          <p:cNvSpPr>
            <a:spLocks noGrp="1"/>
          </p:cNvSpPr>
          <p:nvPr>
            <p:ph type="body" idx="27" sz="quarter"/>
          </p:nvPr>
        </p:nvSpPr>
        <p:spPr/>
        <p:txBody>
          <a:bodyPr/>
          <a:lstStyle/>
          <a:p>
            <a:r>
              <a:rPr sz="2200" b="0"/>
              <a:t>Bienvenida</a:t>
            </a:r>
          </a:p>
          <a:p>
            <a:r>
              <a:rPr sz="2200" b="0"/>
              <a:t>1 Juan 5:1-12</a:t>
            </a:r>
          </a:p>
          <a:p>
            <a:r>
              <a:rPr sz="2200" b="1"/>
              <a:t>¡Gloria, gloria!</a:t>
            </a:r>
          </a:p>
          <a:p>
            <a:r>
              <a:rPr sz="2200" b="1"/>
              <a:t>Oh, sánanos</a:t>
            </a:r>
          </a:p>
          <a:p>
            <a:r>
              <a:rPr sz="2200" b="0"/>
              <a:t> </a:t>
            </a:r>
          </a:p>
          <a:p>
            <a:r>
              <a:rPr sz="2200" b="1"/>
              <a:t>Cristo nuestra gloria</a:t>
            </a:r>
          </a:p>
          <a:p>
            <a:r>
              <a:rPr sz="2200" b="0"/>
              <a:t/>
            </a:r>
          </a:p>
          <a:p>
            <a:r>
              <a:rPr sz="2200" b="1"/>
              <a:t>Roca hendida para mí</a:t>
            </a:r>
          </a:p>
          <a:p>
            <a:r>
              <a:rPr sz="2200" b="0"/>
              <a:t>Anuncios</a:t>
            </a:r>
          </a:p>
          <a:p>
            <a:r>
              <a:rPr sz="2200" b="0"/>
              <a:t> </a:t>
            </a:r>
          </a:p>
          <a:p>
            <a:r>
              <a:rPr sz="2200" b="0"/>
              <a:t> 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7" sz="quarter"/>
          </p:nvPr>
        </p:nvSpPr>
        <p:spPr>
          <a:xfrm>
            <a:off x="402335" y="690371"/>
            <a:ext cx="111556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Anuncios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16 de agosto</a:t>
            </a:r>
          </a:p>
          <a:p>
            <a:r>
              <a:t>domingo • 5:00pm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39" sz="quarter"/>
          </p:nvPr>
        </p:nvSpPr>
        <p:spPr/>
        <p:txBody>
          <a:bodyPr/>
          <a:lstStyle/>
          <a:p>
            <a:r>
              <a:t>Favor de apagar los celulares</a:t>
            </a:r>
          </a:p>
        </p:txBody>
      </p:sp>
      <p:pic>
        <p:nvPicPr>
          <p:cNvPr id="17" name="Picture 16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675637"/>
            <a:ext cx="365760" cy="365760"/>
          </a:xfrm>
          <a:prstGeom prst="rect">
            <a:avLst/>
          </a:prstGeom>
        </p:spPr>
      </p:pic>
      <p:pic>
        <p:nvPicPr>
          <p:cNvPr id="18" name="Picture 17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36143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odium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3200400" y="2308860"/>
            <a:ext cx="4297680" cy="1097280"/>
          </a:xfrm>
        </p:spPr>
        <p:txBody>
          <a:bodyPr wrap="square">
            <a:noAutofit/>
          </a:bodyPr>
          <a:lstStyle/>
          <a:p>
            <a:r>
              <a:rPr sz="4700" b="0" i="0">
                <a:latin typeface="Avenir Next LT Pro"/>
              </a:rPr>
              <a:t>1 JOHN 5:1-12</a:t>
            </a:r>
            <a:endParaRPr sz="4700" b="0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394460"/>
            <a:ext cx="4572000" cy="914400"/>
          </a:xfrm>
        </p:spPr>
        <p:txBody>
          <a:bodyPr wrap="square">
            <a:noAutofit/>
          </a:bodyPr>
          <a:lstStyle/>
          <a:p>
            <a:r>
              <a:rPr sz="6300" b="1" i="0">
                <a:latin typeface="Avenir Next LT Pro"/>
              </a:rPr>
              <a:t>READING</a:t>
            </a:r>
            <a:endParaRPr sz="63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520440" y="4009644"/>
            <a:ext cx="3657600" cy="365760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Avenir Next LT Pro"/>
              </a:rPr>
              <a:t>“HAVE THIS LETTER READ TO ALL”</a:t>
            </a:r>
            <a:endParaRPr sz="1600" b="0" i="0">
              <a:latin typeface="Avenir Next LT Pro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977639" y="4320540"/>
            <a:ext cx="2743200" cy="457200"/>
          </a:xfrm>
        </p:spPr>
        <p:txBody>
          <a:bodyPr wrap="square">
            <a:noAutofit/>
          </a:bodyPr>
          <a:lstStyle/>
          <a:p>
            <a:r>
              <a:rPr sz="1600" b="0" i="0">
                <a:latin typeface="Avenir Next LT Pro"/>
              </a:rPr>
              <a:t>1 THESSALONIANS 5:27</a:t>
            </a:r>
            <a:endParaRPr sz="16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621792" y="1051560"/>
            <a:ext cx="896112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Closing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3200400" y="2308860"/>
            <a:ext cx="4297680" cy="1097280"/>
          </a:xfrm>
        </p:spPr>
        <p:txBody>
          <a:bodyPr wrap="square">
            <a:noAutofit/>
          </a:bodyPr>
          <a:lstStyle/>
          <a:p>
            <a:r>
              <a:rPr sz="6400" b="0" i="0">
                <a:latin typeface="Alegreya Sans Medium"/>
              </a:rPr>
              <a:t>1 JUAN 5:1-12</a:t>
            </a:r>
            <a:endParaRPr sz="6400" b="0" i="0">
              <a:latin typeface="Alegreya Sans Medium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063240" y="1225296"/>
            <a:ext cx="4572000" cy="1097280"/>
          </a:xfrm>
        </p:spPr>
        <p:txBody>
          <a:bodyPr wrap="square">
            <a:noAutofit/>
          </a:bodyPr>
          <a:lstStyle/>
          <a:p>
            <a:r>
              <a:rPr sz="7200" b="1" i="0">
                <a:latin typeface="Alegreya Sans ExtraBold"/>
              </a:rPr>
              <a:t>LECTURA</a:t>
            </a:r>
            <a:endParaRPr sz="72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520440" y="4009644"/>
            <a:ext cx="3657600" cy="457200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Alegreya Sans Medium"/>
              </a:rPr>
              <a:t>“QUE ESTA CARTA SE LEA A TODOS”</a:t>
            </a:r>
            <a:endParaRPr sz="1800" b="0" i="0">
              <a:latin typeface="Alegreya Sans Medium"/>
            </a:endParaRPr>
          </a:p>
        </p:txBody>
      </p:sp>
      <p:sp>
        <p:nvSpPr>
          <p:cNvPr id="20" name="Text Placeholder 19"/>
          <p:cNvSpPr>
            <a:spLocks noGrp="1"/>
          </p:cNvSpPr>
          <p:nvPr>
            <p:ph type="body" idx="30" sz="quarter"/>
          </p:nvPr>
        </p:nvSpPr>
        <p:spPr>
          <a:xfrm>
            <a:off x="3977639" y="4320540"/>
            <a:ext cx="2743200" cy="457200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Alegreya Sans Medium"/>
              </a:rPr>
              <a:t>1 TESALONICENSES 5:27</a:t>
            </a:r>
            <a:endParaRPr sz="18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731519" y="1033271"/>
            <a:ext cx="78638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Anuncios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675637"/>
            <a:ext cx="365760" cy="365760"/>
          </a:xfrm>
          <a:prstGeom prst="rect">
            <a:avLst/>
          </a:prstGeom>
        </p:spPr>
      </p:pic>
      <p:pic>
        <p:nvPicPr>
          <p:cNvPr id="25" name="Picture 24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36143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532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4000" b="1" i="0">
                <a:latin typeface="Avenir Next LT Pro"/>
              </a:rPr>
              <a:t>PRAISE HIM! PRAISE HIM!</a:t>
            </a:r>
            <a:endParaRPr sz="40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by: Fanny J. Crosby
Music by: Chester G. Allen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950976" y="137617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Closing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532</a:t>
            </a:r>
            <a:endParaRPr sz="6000" b="1" i="0">
              <a:latin typeface="Avenir Next LT Pro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4000" b="1" i="0">
                <a:latin typeface="Alegreya Sans ExtraBold"/>
              </a:rPr>
              <a:t>¡GLORIA, GLORIA!</a:t>
            </a:r>
            <a:endParaRPr sz="40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 wrap="square">
            <a:noAutofit/>
          </a:bodyPr>
          <a:lstStyle/>
          <a:p>
            <a:r>
              <a:rPr sz="1300" b="0" i="0">
                <a:latin typeface="Alegreya Sans Medium"/>
              </a:rPr>
              <a:t>Palabras por: Fanny J. Crosby
Musica por: Chester G. Allen</a:t>
            </a:r>
            <a:endParaRPr sz="13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950976" y="137617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Anuncios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675637"/>
            <a:ext cx="365760" cy="365760"/>
          </a:xfrm>
          <a:prstGeom prst="rect">
            <a:avLst/>
          </a:prstGeom>
        </p:spPr>
      </p:pic>
      <p:pic>
        <p:nvPicPr>
          <p:cNvPr id="25" name="Picture 24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361438"/>
            <a:ext cx="365760" cy="3657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228600" y="517251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09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10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1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532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PRAISE HIM! PRAISE HIM!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¡GLORIA, GLORIA!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32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731520" y="206355"/>
            <a:ext cx="7130472" cy="4753648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517251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956163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139507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228600" y="183398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228600" y="227289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228600" y="2711811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114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4000" b="1" i="0">
                <a:latin typeface="Avenir Next LT Pro"/>
              </a:rPr>
              <a:t>HEAL US ALL</a:t>
            </a:r>
            <a:endParaRPr sz="40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Hymn: LMD with refrain • Henry Twells (1868), alt.
Tune: TWELLS • S. E. Rouse (2023)
Music © 2023 S. E. Rouse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694944" y="1719072"/>
            <a:ext cx="82296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Closing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114</a:t>
            </a:r>
            <a:endParaRPr sz="6000" b="1" i="0">
              <a:latin typeface="Avenir Next LT Pro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4000" b="1" i="0">
                <a:latin typeface="Alegreya Sans ExtraBold"/>
              </a:rPr>
              <a:t>OH, SÁNANOS</a:t>
            </a:r>
            <a:endParaRPr sz="40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 wrap="square">
            <a:noAutofit/>
          </a:bodyPr>
          <a:lstStyle/>
          <a:p>
            <a:r>
              <a:rPr sz="1300" b="0" i="0">
                <a:latin typeface="Alegreya Sans Medium"/>
              </a:rPr>
              <a:t>Himno: LMD con estribillo • Henry Twells (1868), alt.
Música: TWELLS • S. E. Rouse (2023)
Música © 2023 S. E. Rouse</a:t>
            </a:r>
            <a:endParaRPr sz="13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94944" y="1719072"/>
            <a:ext cx="82296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Anuncios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675637"/>
            <a:ext cx="365760" cy="365760"/>
          </a:xfrm>
          <a:prstGeom prst="rect">
            <a:avLst/>
          </a:prstGeom>
        </p:spPr>
      </p:pic>
      <p:pic>
        <p:nvPicPr>
          <p:cNvPr id="25" name="Picture 24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361438"/>
            <a:ext cx="365760" cy="3657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29" name="Oval 28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1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1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1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1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25196"/>
            <a:ext cx="914400" cy="365760"/>
          </a:xfrm>
          <a:noFill/>
        </p:spPr>
        <p:txBody>
          <a:bodyPr/>
          <a:lstStyle/>
          <a:p>
            <a:r>
              <a:t>114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25196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882396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HEAL US ALL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© 2024 Sumphonia Productions, LLC</a:t>
            </a:r>
            <a:endParaRPr sz="800" b="0" i="0"/>
          </a:p>
        </p:txBody>
      </p:sp>
      <p:pic>
        <p:nvPicPr>
          <p:cNvPr id="9" name="Picture Placeholder 8" descr="eh-114-2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t="0" b="0"/>
          <a:stretch>
            <a:fillRect/>
          </a:stretch>
        </p:blipFill>
        <p:spPr>
          <a:xfrm>
            <a:off x="2303243" y="114300"/>
            <a:ext cx="6594913" cy="5485797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138667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OH, SÁNANOS</a:t>
            </a:r>
            <a:endParaRPr sz="1500" b="1" i="0"/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800323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800323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800323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800323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800323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800323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1800323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1800323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rayer-wheat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531620"/>
            <a:ext cx="4572000" cy="1645920"/>
          </a:xfrm>
        </p:spPr>
        <p:txBody>
          <a:bodyPr wrap="square">
            <a:noAutofit/>
          </a:bodyPr>
          <a:lstStyle/>
          <a:p>
            <a:r>
              <a:rPr sz="6800" b="1" i="0">
                <a:latin typeface="Avenir Next LT Pro"/>
              </a:rPr>
              <a:t>PRAYER</a:t>
            </a:r>
            <a:endParaRPr sz="68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566160" y="3040380"/>
            <a:ext cx="3566160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venir Next LT Pro"/>
              </a:rPr>
              <a:t>“DEVOTE YOURSELVES TO PRAYER”</a:t>
            </a:r>
            <a:endParaRPr sz="2400" b="0" i="0">
              <a:latin typeface="Avenir Next LT Pro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863339"/>
            <a:ext cx="4133087" cy="914400"/>
          </a:xfrm>
        </p:spPr>
        <p:txBody>
          <a:bodyPr wrap="square">
            <a:noAutofit/>
          </a:bodyPr>
          <a:lstStyle/>
          <a:p>
            <a:r>
              <a:rPr sz="2000" b="0" i="0">
                <a:latin typeface="Avenir Next LT Pro"/>
              </a:rPr>
              <a:t>COLOSSIANS 4:2</a:t>
            </a:r>
            <a:endParaRPr sz="20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813815" y="2080260"/>
            <a:ext cx="70408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Closing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063240" y="1453896"/>
            <a:ext cx="4572000" cy="1645920"/>
          </a:xfrm>
        </p:spPr>
        <p:txBody>
          <a:bodyPr wrap="square">
            <a:noAutofit/>
          </a:bodyPr>
          <a:lstStyle/>
          <a:p>
            <a:r>
              <a:rPr sz="6800" b="1" i="0">
                <a:latin typeface="Alegreya Sans ExtraBold"/>
              </a:rPr>
              <a:t>ORACIÓN</a:t>
            </a:r>
            <a:endParaRPr sz="68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566160" y="3040380"/>
            <a:ext cx="3566160" cy="914400"/>
          </a:xfrm>
        </p:spPr>
        <p:txBody>
          <a:bodyPr wrap="square">
            <a:noAutofit/>
          </a:bodyPr>
          <a:lstStyle/>
          <a:p>
            <a:r>
              <a:rPr sz="2600" b="0" i="0">
                <a:latin typeface="Alegreya Sans Medium"/>
              </a:rPr>
              <a:t>“PERSEVERAD EN LA ORACIÓN”</a:t>
            </a:r>
            <a:endParaRPr sz="2600" b="0" i="0">
              <a:latin typeface="Alegreya Sans Medium"/>
            </a:endParaRPr>
          </a:p>
        </p:txBody>
      </p:sp>
      <p:sp>
        <p:nvSpPr>
          <p:cNvPr id="20" name="Text Placeholder 19"/>
          <p:cNvSpPr>
            <a:spLocks noGrp="1"/>
          </p:cNvSpPr>
          <p:nvPr>
            <p:ph type="body" idx="30" sz="quarter"/>
          </p:nvPr>
        </p:nvSpPr>
        <p:spPr>
          <a:xfrm>
            <a:off x="3291840" y="3863339"/>
            <a:ext cx="4133087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legreya Sans Medium"/>
              </a:rPr>
              <a:t>COLOSENSES 4:2</a:t>
            </a:r>
            <a:endParaRPr sz="24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85799" y="2061972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Anuncios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675637"/>
            <a:ext cx="365760" cy="365760"/>
          </a:xfrm>
          <a:prstGeom prst="rect">
            <a:avLst/>
          </a:prstGeom>
        </p:spPr>
      </p:pic>
      <p:pic>
        <p:nvPicPr>
          <p:cNvPr id="25" name="Picture 24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36143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557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4000" b="1" i="0">
                <a:latin typeface="Avenir Next LT Pro"/>
              </a:rPr>
              <a:t>ROCK OF AGES</a:t>
            </a:r>
            <a:endParaRPr sz="40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by: A. M. Toplady
Music by: Thomas Hastings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950976" y="309067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Closing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38" sz="quarter"/>
          </p:nvPr>
        </p:nvSpPr>
        <p:spPr>
          <a:xfrm>
            <a:off x="6766560" y="228600"/>
            <a:ext cx="2743200" cy="402336"/>
          </a:xfrm>
        </p:spPr>
        <p:txBody>
          <a:bodyPr wrap="square">
            <a:noAutofit/>
          </a:bodyPr>
          <a:lstStyle/>
          <a:p>
            <a:pPr algn="l"/>
            <a:r>
              <a:rPr sz="1800" b="0" i="0">
                <a:latin typeface="Avenir Next LT Pro"/>
              </a:rPr>
              <a:t>INVITATION SONG</a:t>
            </a:r>
            <a:endParaRPr sz="1800" b="0" i="0">
              <a:latin typeface="Avenir Next LT Pro"/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557</a:t>
            </a:r>
            <a:endParaRPr sz="6000" b="1" i="0">
              <a:latin typeface="Avenir Next LT Pro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4000" b="1" i="0">
                <a:latin typeface="Alegreya Sans ExtraBold"/>
              </a:rPr>
              <a:t>ROCA HENDIDA PARA MÍ</a:t>
            </a:r>
            <a:endParaRPr sz="40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 wrap="square">
            <a:noAutofit/>
          </a:bodyPr>
          <a:lstStyle/>
          <a:p>
            <a:r>
              <a:rPr sz="1300" b="0" i="0">
                <a:latin typeface="Alegreya Sans Medium"/>
              </a:rPr>
              <a:t>Palabras por: A. M. Toplady
Musica por: Thomas Hastings</a:t>
            </a:r>
            <a:endParaRPr sz="13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950976" y="3090672"/>
            <a:ext cx="56692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Anuncios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9" sz="quarter"/>
          </p:nvPr>
        </p:nvSpPr>
        <p:spPr>
          <a:xfrm>
            <a:off x="6766560" y="228600"/>
            <a:ext cx="2743200" cy="402336"/>
          </a:xfrm>
        </p:spPr>
        <p:txBody>
          <a:bodyPr wrap="square">
            <a:noAutofit/>
          </a:bodyPr>
          <a:lstStyle/>
          <a:p>
            <a:pPr algn="l"/>
            <a:r>
              <a:rPr sz="1800" b="0" i="0">
                <a:latin typeface="Alegreya Sans Medium"/>
              </a:rPr>
              <a:t>HIMNO DE INVITACIÓN</a:t>
            </a:r>
            <a:endParaRPr sz="1800" b="0" i="0">
              <a:latin typeface="Alegreya Sans Medium"/>
            </a:endParaRPr>
          </a:p>
        </p:txBody>
      </p:sp>
      <p:pic>
        <p:nvPicPr>
          <p:cNvPr id="25" name="Picture 24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675637"/>
            <a:ext cx="365760" cy="365760"/>
          </a:xfrm>
          <a:prstGeom prst="rect">
            <a:avLst/>
          </a:prstGeom>
        </p:spPr>
      </p:pic>
      <p:pic>
        <p:nvPicPr>
          <p:cNvPr id="26" name="Picture 25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361438"/>
            <a:ext cx="365760" cy="36576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8" name="Oval 27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9" name="Oval 28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208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4000" b="1" i="0">
                <a:latin typeface="Avenir Next LT Pro"/>
              </a:rPr>
              <a:t>CHRIST OUR GLORY</a:t>
            </a:r>
            <a:endParaRPr sz="40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and Music by: Nathan Stiff, David Zimmer, Arr. Mike Rogers
© Copyright 2019 by Sovereign Grace Praise/BMI. All rights reserved.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694944" y="2404872"/>
            <a:ext cx="82296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Closing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208</a:t>
            </a:r>
            <a:endParaRPr sz="6000" b="1" i="0">
              <a:latin typeface="Avenir Next LT Pro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429000" y="1481328"/>
            <a:ext cx="3840480" cy="1645920"/>
          </a:xfrm>
        </p:spPr>
        <p:txBody>
          <a:bodyPr wrap="square">
            <a:noAutofit/>
          </a:bodyPr>
          <a:lstStyle/>
          <a:p>
            <a:r>
              <a:rPr sz="4000" b="1" i="0">
                <a:latin typeface="Alegreya Sans ExtraBold"/>
              </a:rPr>
              <a:t>CRISTO NUESTRA GLORIA</a:t>
            </a:r>
            <a:endParaRPr sz="40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749039" y="3913632"/>
            <a:ext cx="3200400" cy="822960"/>
          </a:xfrm>
        </p:spPr>
        <p:txBody>
          <a:bodyPr wrap="square">
            <a:noAutofit/>
          </a:bodyPr>
          <a:lstStyle/>
          <a:p>
            <a:r>
              <a:rPr sz="2200" b="0" i="0">
                <a:latin typeface="Alegreya Sans Medium"/>
              </a:rPr>
              <a:t>“CANTANDO...AL SEÑOR”
COLOSENSES 3:16</a:t>
            </a:r>
            <a:endParaRPr sz="2200" b="0" i="0">
              <a:latin typeface="Alegreya Sans Medium"/>
            </a:endParaRPr>
          </a:p>
        </p:txBody>
      </p:sp>
      <p:sp>
        <p:nvSpPr>
          <p:cNvPr id="19" name="Text Placeholder 18"/>
          <p:cNvSpPr>
            <a:spLocks noGrp="1"/>
          </p:cNvSpPr>
          <p:nvPr>
            <p:ph type="body" idx="29" sz="quarter"/>
          </p:nvPr>
        </p:nvSpPr>
        <p:spPr/>
        <p:txBody>
          <a:bodyPr wrap="square">
            <a:noAutofit/>
          </a:bodyPr>
          <a:lstStyle/>
          <a:p>
            <a:r>
              <a:rPr sz="1000" b="0" i="0">
                <a:latin typeface="Alegreya Sans Medium"/>
              </a:rPr>
              <a:t>Letra y música por: Nathan Stiff, David Zimmer, Arr. Mike Rogers
© Derechos del autor 2019 por Sovereign Grace Praise/BMI. Todos los derechos reservados.</a:t>
            </a:r>
            <a:endParaRPr sz="10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94944" y="2404872"/>
            <a:ext cx="822960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Anuncios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675637"/>
            <a:ext cx="365760" cy="365760"/>
          </a:xfrm>
          <a:prstGeom prst="rect">
            <a:avLst/>
          </a:prstGeom>
        </p:spPr>
      </p:pic>
      <p:pic>
        <p:nvPicPr>
          <p:cNvPr id="25" name="Picture 24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361438"/>
            <a:ext cx="365760" cy="365760"/>
          </a:xfrm>
          <a:prstGeom prst="rect">
            <a:avLst/>
          </a:prstGeom>
        </p:spPr>
      </p:pic>
      <p:sp>
        <p:nvSpPr>
          <p:cNvPr id="26" name="Oval 25"/>
          <p:cNvSpPr/>
          <p:nvPr/>
        </p:nvSpPr>
        <p:spPr>
          <a:xfrm>
            <a:off x="476402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166360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28" name="Oval 27"/>
          <p:cNvSpPr/>
          <p:nvPr/>
        </p:nvSpPr>
        <p:spPr>
          <a:xfrm>
            <a:off x="556869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0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0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1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1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1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17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18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1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2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2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2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0"/>
            <a:ext cx="1440180" cy="571500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14300" y="495864"/>
            <a:ext cx="914400" cy="365760"/>
          </a:xfrm>
          <a:noFill/>
        </p:spPr>
        <p:txBody>
          <a:bodyPr/>
          <a:lstStyle/>
          <a:p>
            <a:r>
              <a:t>208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982980" y="495864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91440" y="953064"/>
            <a:ext cx="1257300" cy="1164831"/>
          </a:xfrm>
        </p:spPr>
        <p:txBody>
          <a:bodyPr wrap="square">
            <a:noAutofit/>
          </a:bodyPr>
          <a:lstStyle/>
          <a:p>
            <a:r>
              <a:rPr sz="1300" b="1" i="0"/>
              <a:t>CHRIST OUR GLORY</a:t>
            </a:r>
            <a:endParaRPr sz="1300" b="1" i="0"/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91440" y="4422523"/>
            <a:ext cx="1257300" cy="365760"/>
          </a:xfrm>
        </p:spPr>
        <p:txBody>
          <a:bodyPr tIns="0" bIns="0" wrap="square">
            <a:noAutofit/>
          </a:bodyPr>
          <a:lstStyle/>
          <a:p>
            <a:r>
              <a:rPr sz="800" b="0" i="0"/>
              <a:t>Typeset by R. J. Stevens Music</a:t>
            </a:r>
            <a:endParaRPr sz="800" b="0" i="0"/>
          </a:p>
        </p:txBody>
      </p:sp>
      <p:pic>
        <p:nvPicPr>
          <p:cNvPr id="9" name="Picture Placeholder 8" descr="eh-208-2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0" r="0"/>
          <a:stretch>
            <a:fillRect/>
          </a:stretch>
        </p:blipFill>
        <p:spPr>
          <a:xfrm>
            <a:off x="2171700" y="184968"/>
            <a:ext cx="6857685" cy="5345063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982980" y="4831811"/>
            <a:ext cx="367371" cy="36576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21" sz="quarter"/>
          </p:nvPr>
        </p:nvSpPr>
        <p:spPr>
          <a:xfrm>
            <a:off x="91440" y="2209335"/>
            <a:ext cx="1257300" cy="1165225"/>
          </a:xfrm>
        </p:spPr>
        <p:txBody>
          <a:bodyPr wrap="square">
            <a:noAutofit/>
          </a:bodyPr>
          <a:lstStyle/>
          <a:p>
            <a:r>
              <a:rPr sz="1500" b="1" i="0"/>
              <a:t>CRISTO NUESTRA GLORIA</a:t>
            </a:r>
            <a:endParaRPr sz="1500" b="1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2" sz="quarter"/>
          </p:nvPr>
        </p:nvSpPr>
        <p:spPr>
          <a:xfrm>
            <a:off x="91440" y="4009512"/>
            <a:ext cx="1257300" cy="365125"/>
          </a:xfrm>
        </p:spPr>
        <p:txBody>
          <a:bodyPr/>
          <a:lstStyle/>
          <a:p>
            <a:r>
              <a:t>Traducción Sovereign Grace Music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1668780" y="49586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1668780" y="93477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1668780" y="137368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1668780" y="181260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1668780" y="225151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1668780" y="269042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ermon-notes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531620"/>
            <a:ext cx="4572000" cy="1645920"/>
          </a:xfrm>
        </p:spPr>
        <p:txBody>
          <a:bodyPr wrap="square">
            <a:noAutofit/>
          </a:bodyPr>
          <a:lstStyle/>
          <a:p>
            <a:r>
              <a:rPr sz="6400" b="1" i="0">
                <a:latin typeface="Avenir Next LT Pro"/>
              </a:rPr>
              <a:t>SERMON</a:t>
            </a:r>
            <a:endParaRPr sz="6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172968" y="3044952"/>
            <a:ext cx="4370832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venir Next LT Pro"/>
              </a:rPr>
              <a:t>“HE COMMANDED US TO PREACH TO THE PEOPLE”</a:t>
            </a:r>
            <a:endParaRPr sz="2400" b="0" i="0">
              <a:latin typeface="Avenir Next LT Pro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863339"/>
            <a:ext cx="4133087" cy="914400"/>
          </a:xfrm>
        </p:spPr>
        <p:txBody>
          <a:bodyPr wrap="square">
            <a:noAutofit/>
          </a:bodyPr>
          <a:lstStyle/>
          <a:p>
            <a:r>
              <a:rPr sz="2000" b="0" i="0">
                <a:latin typeface="Avenir Next LT Pro"/>
              </a:rPr>
              <a:t>ACTS 10:42</a:t>
            </a:r>
            <a:endParaRPr sz="20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685799" y="2766060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Closing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>
            <a:r>
              <a:rPr sz="2000">
                <a:latin typeface="Avenir Next LT Pro"/>
              </a:rPr>
              <a:t/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063240" y="1453896"/>
            <a:ext cx="4572000" cy="1645920"/>
          </a:xfrm>
        </p:spPr>
        <p:txBody>
          <a:bodyPr wrap="square">
            <a:noAutofit/>
          </a:bodyPr>
          <a:lstStyle/>
          <a:p>
            <a:r>
              <a:rPr sz="6400" b="1" i="0">
                <a:latin typeface="Alegreya Sans ExtraBold"/>
              </a:rPr>
              <a:t>SERMÓN</a:t>
            </a:r>
            <a:endParaRPr sz="64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172968" y="3008376"/>
            <a:ext cx="4370832" cy="914400"/>
          </a:xfrm>
        </p:spPr>
        <p:txBody>
          <a:bodyPr wrap="square">
            <a:noAutofit/>
          </a:bodyPr>
          <a:lstStyle/>
          <a:p>
            <a:r>
              <a:rPr sz="2600" b="0" i="0">
                <a:latin typeface="Alegreya Sans Medium"/>
              </a:rPr>
              <a:t>“NOS MANDÓ QUE PREDICÁSEMOS AL PUEBLO”</a:t>
            </a:r>
            <a:endParaRPr sz="2600" b="0" i="0">
              <a:latin typeface="Alegreya Sans Medium"/>
            </a:endParaRPr>
          </a:p>
        </p:txBody>
      </p:sp>
      <p:sp>
        <p:nvSpPr>
          <p:cNvPr id="20" name="Text Placeholder 19"/>
          <p:cNvSpPr>
            <a:spLocks noGrp="1"/>
          </p:cNvSpPr>
          <p:nvPr>
            <p:ph type="body" idx="30" sz="quarter"/>
          </p:nvPr>
        </p:nvSpPr>
        <p:spPr>
          <a:xfrm>
            <a:off x="3291840" y="3840480"/>
            <a:ext cx="4133087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legreya Sans Medium"/>
              </a:rPr>
              <a:t>HECHOS 10:42</a:t>
            </a:r>
            <a:endParaRPr sz="24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85799" y="2747772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Anuncios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675637"/>
            <a:ext cx="365760" cy="365760"/>
          </a:xfrm>
          <a:prstGeom prst="rect">
            <a:avLst/>
          </a:prstGeom>
        </p:spPr>
      </p:pic>
      <p:pic>
        <p:nvPicPr>
          <p:cNvPr id="25" name="Picture 24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361438"/>
            <a:ext cx="365760" cy="365760"/>
          </a:xfrm>
          <a:prstGeom prst="rect">
            <a:avLst/>
          </a:prstGeom>
        </p:spPr>
      </p:pic>
    </p:spTree>
  </p:cSld>
  <p:clrMapOvr>
    <a:masterClrMapping/>
  </p:clrMapOvr>
  <p:transition spd="med" advTm="5000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557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ROCK OF AGES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ROCA HENDIDA PARA MÍ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57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731520" y="1473899"/>
            <a:ext cx="3580597" cy="22185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78479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222370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266261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557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ROCK OF AGES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ROCA HENDIDA PARA MÍ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57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731520" y="1473899"/>
            <a:ext cx="3580597" cy="22185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784795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222370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266261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557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ROCK OF AGES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ROCA HENDIDA PARA MÍ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57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731520" y="1473899"/>
            <a:ext cx="3580597" cy="22185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78479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222370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266261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557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ROCK OF AGES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ROCA HENDIDA PARA MÍ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57-04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731520" y="1473899"/>
            <a:ext cx="3580597" cy="22185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78479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2223707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266261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557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ROCK OF AGES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ROCA HENDIDA PARA MÍ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57-05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731520" y="1473899"/>
            <a:ext cx="3580597" cy="22185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78479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222370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266261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-dim62.jpg"/>
          <p:cNvPicPr>
            <a:picLocks noGrp="1" noChangeAspect="1"/>
          </p:cNvPicPr>
          <p:nvPr>
            <p:ph type="pic" idx="23" sz="quarter"/>
          </p:nvPr>
        </p:nvPicPr>
        <p:blipFill>
          <a:blip r:embed="rId5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557</a:t>
            </a:r>
          </a:p>
        </p:txBody>
      </p:sp>
      <p:pic>
        <p:nvPicPr>
          <p:cNvPr id="5" name="Picture Placeholder 4" descr="pftl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300" b="1">
                <a:solidFill>
                  <a:srgbClr val="FFFFFF"/>
                </a:solidFill>
                <a:latin typeface="Avenir Next LT Pro"/>
              </a:rPr>
              <a:t>ROCK OF AGES • </a:t>
            </a:r>
            <a:r>
              <a:rPr sz="1500" b="1">
                <a:solidFill>
                  <a:srgbClr val="FFFFFF"/>
                </a:solidFill>
                <a:latin typeface="Alegreya Sans ExtraBold"/>
              </a:rPr>
              <a:t>ROCA HENDIDA PARA MÍ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2001 The Paperless Hymnal™</a:t>
            </a:r>
          </a:p>
        </p:txBody>
      </p:sp>
      <p:pic>
        <p:nvPicPr>
          <p:cNvPr id="9" name="Picture Placeholder 8" descr="pftl-557-06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0" b="0"/>
          <a:stretch>
            <a:fillRect/>
          </a:stretch>
        </p:blipFill>
        <p:spPr>
          <a:xfrm>
            <a:off x="731520" y="1473899"/>
            <a:ext cx="3580597" cy="22185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228600" y="1784795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228600" y="2223707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228600" y="266261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prayer-wheat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063240" y="1531620"/>
            <a:ext cx="4572000" cy="1645920"/>
          </a:xfrm>
        </p:spPr>
        <p:txBody>
          <a:bodyPr wrap="square">
            <a:noAutofit/>
          </a:bodyPr>
          <a:lstStyle/>
          <a:p>
            <a:r>
              <a:rPr sz="6800" b="1" i="0">
                <a:latin typeface="Avenir Next LT Pro"/>
              </a:rPr>
              <a:t>PRAYER</a:t>
            </a:r>
            <a:endParaRPr sz="68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566160" y="3040380"/>
            <a:ext cx="3566160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venir Next LT Pro"/>
              </a:rPr>
              <a:t>“DEVOTE YOURSELVES TO PRAYER”</a:t>
            </a:r>
            <a:endParaRPr sz="2400" b="0" i="0">
              <a:latin typeface="Avenir Next LT Pro"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>
          <a:xfrm>
            <a:off x="3291840" y="3863339"/>
            <a:ext cx="4133087" cy="914400"/>
          </a:xfrm>
        </p:spPr>
        <p:txBody>
          <a:bodyPr wrap="square">
            <a:noAutofit/>
          </a:bodyPr>
          <a:lstStyle/>
          <a:p>
            <a:r>
              <a:rPr sz="2000" b="0" i="0">
                <a:latin typeface="Avenir Next LT Pro"/>
              </a:rPr>
              <a:t>COLOSSIANS 4:2</a:t>
            </a:r>
            <a:endParaRPr sz="20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Text Placeholder 10"/>
          <p:cNvSpPr>
            <a:spLocks noGrp="1"/>
          </p:cNvSpPr>
          <p:nvPr>
            <p:ph type="body" idx="36" sz="quarter"/>
          </p:nvPr>
        </p:nvSpPr>
        <p:spPr>
          <a:xfrm>
            <a:off x="813815" y="4137659"/>
            <a:ext cx="704088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Welcome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Reading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Sermon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Closing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Lord’s Supper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latin typeface="Avenir Next LT Pro"/>
              </a:rPr>
              <a:t>Prayer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5" sz="quarter"/>
          </p:nvPr>
        </p:nvSpPr>
        <p:spPr/>
        <p:txBody>
          <a:bodyPr/>
          <a:lstStyle/>
          <a:p/>
        </p:txBody>
      </p:sp>
      <p:sp>
        <p:nvSpPr>
          <p:cNvPr id="17" name="Text Placeholder 16"/>
          <p:cNvSpPr>
            <a:spLocks noGrp="1"/>
          </p:cNvSpPr>
          <p:nvPr>
            <p:ph type="body" idx="27" sz="quarter"/>
          </p:nvPr>
        </p:nvSpPr>
        <p:spPr>
          <a:xfrm>
            <a:off x="3063240" y="1453896"/>
            <a:ext cx="4572000" cy="1645920"/>
          </a:xfrm>
        </p:spPr>
        <p:txBody>
          <a:bodyPr wrap="square">
            <a:noAutofit/>
          </a:bodyPr>
          <a:lstStyle/>
          <a:p>
            <a:r>
              <a:rPr sz="6800" b="1" i="0">
                <a:latin typeface="Alegreya Sans ExtraBold"/>
              </a:rPr>
              <a:t>ORACIÓN</a:t>
            </a:r>
            <a:endParaRPr sz="6800" b="1" i="0">
              <a:latin typeface="Alegreya Sans ExtraBold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idx="28" sz="quarter"/>
          </p:nvPr>
        </p:nvSpPr>
        <p:spPr>
          <a:xfrm>
            <a:off x="3566160" y="3040380"/>
            <a:ext cx="3566160" cy="914400"/>
          </a:xfrm>
        </p:spPr>
        <p:txBody>
          <a:bodyPr wrap="square">
            <a:noAutofit/>
          </a:bodyPr>
          <a:lstStyle/>
          <a:p>
            <a:r>
              <a:rPr sz="2600" b="0" i="0">
                <a:latin typeface="Alegreya Sans Medium"/>
              </a:rPr>
              <a:t>“PERSEVERAD EN LA ORACIÓN”</a:t>
            </a:r>
            <a:endParaRPr sz="2600" b="0" i="0">
              <a:latin typeface="Alegreya Sans Medium"/>
            </a:endParaRPr>
          </a:p>
        </p:txBody>
      </p:sp>
      <p:sp>
        <p:nvSpPr>
          <p:cNvPr id="20" name="Text Placeholder 19"/>
          <p:cNvSpPr>
            <a:spLocks noGrp="1"/>
          </p:cNvSpPr>
          <p:nvPr>
            <p:ph type="body" idx="30" sz="quarter"/>
          </p:nvPr>
        </p:nvSpPr>
        <p:spPr>
          <a:xfrm>
            <a:off x="3291840" y="3863339"/>
            <a:ext cx="4133087" cy="914400"/>
          </a:xfrm>
        </p:spPr>
        <p:txBody>
          <a:bodyPr wrap="square">
            <a:noAutofit/>
          </a:bodyPr>
          <a:lstStyle/>
          <a:p>
            <a:r>
              <a:rPr sz="2400" b="0" i="0">
                <a:latin typeface="Alegreya Sans Medium"/>
              </a:rPr>
              <a:t>COLOSENSES 4:2</a:t>
            </a:r>
            <a:endParaRPr sz="2400" b="0" i="0">
              <a:latin typeface="Alegreya Sans Medium"/>
            </a:endParaRPr>
          </a:p>
        </p:txBody>
      </p:sp>
      <p:pic>
        <p:nvPicPr>
          <p:cNvPr id="21" name="Picture Placeholder 20" descr="eh20-esp-600.png"/>
          <p:cNvPicPr>
            <a:picLocks noGrp="1" noChangeAspect="1"/>
          </p:cNvPicPr>
          <p:nvPr>
            <p:ph type="pic" idx="31" sz="quarter"/>
          </p:nvPr>
        </p:nvPicPr>
        <p:blipFill>
          <a:blip r:embed="rId4"/>
          <a:srcRect t="331" b="331"/>
          <a:stretch>
            <a:fillRect/>
          </a:stretch>
        </p:blipFill>
        <p:spPr>
          <a:xfrm>
            <a:off x="1668537" y="5028697"/>
            <a:ext cx="1828800" cy="457200"/>
          </a:xfrm>
        </p:spPr>
      </p:pic>
      <p:sp>
        <p:nvSpPr>
          <p:cNvPr id="22" name="Text Placeholder 21"/>
          <p:cNvSpPr>
            <a:spLocks noGrp="1"/>
          </p:cNvSpPr>
          <p:nvPr>
            <p:ph type="body" idx="37" sz="quarter"/>
          </p:nvPr>
        </p:nvSpPr>
        <p:spPr>
          <a:xfrm>
            <a:off x="685799" y="4119372"/>
            <a:ext cx="832104" cy="27432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Bienvenida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Lectura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532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114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208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Sermón</a:t>
            </a:r>
          </a:p>
          <a:p>
            <a:pPr>
              <a:lnSpc>
                <a:spcPts val="1800"/>
              </a:lnSpc>
              <a:spcBef>
                <a:spcPts val="100"/>
              </a:spcBef>
              <a:spcAft>
                <a:spcPts val="800"/>
              </a:spcAft>
            </a:pPr>
            <a:r>
              <a:rPr sz="1800" b="1">
                <a:latin typeface="Avenir Next LT Pro"/>
              </a:rPr>
              <a:t>557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Anuncios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Cena del Señor</a:t>
            </a:r>
          </a:p>
          <a:p>
            <a:pPr>
              <a:lnSpc>
                <a:spcPts val="18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0">
                <a:latin typeface="Alegreya Sans Medium"/>
              </a:rPr>
              <a:t>Oración</a:t>
            </a:r>
          </a:p>
        </p:txBody>
      </p:sp>
      <p:pic>
        <p:nvPicPr>
          <p:cNvPr id="24" name="Picture 23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1675637"/>
            <a:ext cx="365760" cy="365760"/>
          </a:xfrm>
          <a:prstGeom prst="rect">
            <a:avLst/>
          </a:prstGeom>
        </p:spPr>
      </p:pic>
      <p:pic>
        <p:nvPicPr>
          <p:cNvPr id="25" name="Picture 24" descr="eh-xcircle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36143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