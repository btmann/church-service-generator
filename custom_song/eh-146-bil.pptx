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F2A63F-1B14-44DB-8A3F-1C43027F406F}" v="3" dt="2025-04-11T00:16:42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F6D6F-B429-4102-A9EB-A0AF2676C675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12A6B-2F11-4F5E-88A7-4FBE703B5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7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3840x2880x146/eh-146-018.png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Cantaré</a:t>
            </a:r>
            <a:r>
              <a:rPr lang="en-US" dirty="0"/>
              <a:t> al SEÑOR </a:t>
            </a:r>
            <a:r>
              <a:rPr dirty="0"/>
              <a:t>(</a:t>
            </a:r>
            <a:r>
              <a:rPr lang="en-US" dirty="0"/>
              <a:t>Salmo</a:t>
            </a:r>
            <a:r>
              <a:rPr dirty="0"/>
              <a:t> 146)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Letra</a:t>
            </a:r>
            <a:r>
              <a:rPr dirty="0"/>
              <a:t>: Psalm 146, arr. Matthew L. Harber (2021)</a:t>
            </a:r>
          </a:p>
          <a:p>
            <a:r>
              <a:rPr dirty="0"/>
              <a:t>M</a:t>
            </a:r>
            <a:r>
              <a:rPr lang="es-ES"/>
              <a:t>úsica</a:t>
            </a:r>
            <a:r>
              <a:t>: </a:t>
            </a:r>
            <a:r>
              <a:rPr dirty="0"/>
              <a:t>PRINCES, Matthew L. Harber (2021), arr. MLH &amp; S. E. Rouse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Brigham Eubanks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14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5CA0A-D53D-B934-0B36-1BC9012F78DB}"/>
              </a:ext>
            </a:extLst>
          </p:cNvPr>
          <p:cNvSpPr txBox="1"/>
          <p:nvPr/>
        </p:nvSpPr>
        <p:spPr>
          <a:xfrm>
            <a:off x="1471749" y="1327606"/>
            <a:ext cx="75764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No       con     -     </a:t>
            </a:r>
            <a:r>
              <a:rPr lang="en-US" sz="2200" dirty="0" err="1">
                <a:latin typeface="Alegreya Sans Medium" panose="00000600000000000000" pitchFamily="50" charset="0"/>
              </a:rPr>
              <a:t>fí</a:t>
            </a:r>
            <a:r>
              <a:rPr lang="en-US" sz="2200" dirty="0">
                <a:latin typeface="Alegreya Sans Medium" panose="00000600000000000000" pitchFamily="50" charset="0"/>
              </a:rPr>
              <a:t>    -    </a:t>
            </a:r>
            <a:r>
              <a:rPr lang="en-US" sz="2200" dirty="0" err="1">
                <a:latin typeface="Alegreya Sans Medium" panose="00000600000000000000" pitchFamily="50" charset="0"/>
              </a:rPr>
              <a:t>en</a:t>
            </a:r>
            <a:r>
              <a:rPr lang="en-US" sz="2200" dirty="0">
                <a:latin typeface="Alegreya Sans Medium" panose="00000600000000000000" pitchFamily="50" charset="0"/>
              </a:rPr>
              <a:t>             de           Nin - </a:t>
            </a:r>
            <a:r>
              <a:rPr lang="en-US" sz="2200" dirty="0" err="1">
                <a:latin typeface="Alegreya Sans Medium" panose="00000600000000000000" pitchFamily="50" charset="0"/>
              </a:rPr>
              <a:t>gún</a:t>
            </a:r>
            <a:r>
              <a:rPr lang="en-US" sz="2200" dirty="0">
                <a:latin typeface="Alegreya Sans Medium" panose="00000600000000000000" pitchFamily="50" charset="0"/>
              </a:rPr>
              <a:t>       </a:t>
            </a:r>
            <a:r>
              <a:rPr lang="en-US" sz="2200" dirty="0" err="1">
                <a:latin typeface="Alegreya Sans Medium" panose="00000600000000000000" pitchFamily="50" charset="0"/>
              </a:rPr>
              <a:t>prín</a:t>
            </a:r>
            <a:r>
              <a:rPr lang="en-US" sz="2200" dirty="0">
                <a:latin typeface="Alegreya Sans Medium" panose="00000600000000000000" pitchFamily="50" charset="0"/>
              </a:rPr>
              <a:t>  -   ci     -   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65E10-9779-B4C6-AF8B-D7CD90B2B4BC}"/>
              </a:ext>
            </a:extLst>
          </p:cNvPr>
          <p:cNvSpPr txBox="1"/>
          <p:nvPr/>
        </p:nvSpPr>
        <p:spPr>
          <a:xfrm>
            <a:off x="1084217" y="3992881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Que     </a:t>
            </a:r>
            <a:r>
              <a:rPr lang="en-US" sz="2200" dirty="0" err="1">
                <a:latin typeface="Alegreya Sans Medium" panose="00000600000000000000" pitchFamily="50" charset="0"/>
              </a:rPr>
              <a:t>sal</a:t>
            </a:r>
            <a:r>
              <a:rPr lang="en-US" sz="2200" dirty="0">
                <a:latin typeface="Alegreya Sans Medium" panose="00000600000000000000" pitchFamily="50" charset="0"/>
              </a:rPr>
              <a:t>     -    var   -  les     nun   -    ca         po   -   </a:t>
            </a:r>
            <a:r>
              <a:rPr lang="en-US" sz="2200" dirty="0" err="1">
                <a:latin typeface="Alegreya Sans Medium" panose="00000600000000000000" pitchFamily="50" charset="0"/>
              </a:rPr>
              <a:t>drá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292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6BE673-FBB6-CEBB-FD37-D37DF0626E5C}"/>
              </a:ext>
            </a:extLst>
          </p:cNvPr>
          <p:cNvSpPr txBox="1"/>
          <p:nvPr/>
        </p:nvSpPr>
        <p:spPr>
          <a:xfrm>
            <a:off x="1001487" y="1328738"/>
            <a:ext cx="86998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Pron</a:t>
            </a:r>
            <a:r>
              <a:rPr lang="en-US" sz="2200" dirty="0">
                <a:latin typeface="Alegreya Sans Medium" panose="00000600000000000000" pitchFamily="50" charset="0"/>
              </a:rPr>
              <a:t>-to ex      -      ha    -    la    -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,  al       pol    -    </a:t>
            </a:r>
            <a:r>
              <a:rPr lang="en-US" sz="2200" dirty="0" err="1">
                <a:latin typeface="Alegreya Sans Medium" panose="00000600000000000000" pitchFamily="50" charset="0"/>
              </a:rPr>
              <a:t>vo</a:t>
            </a:r>
            <a:r>
              <a:rPr lang="en-US" sz="2200" dirty="0">
                <a:latin typeface="Alegreya Sans Medium" panose="00000600000000000000" pitchFamily="50" charset="0"/>
              </a:rPr>
              <a:t>            vol    -    </a:t>
            </a:r>
            <a:r>
              <a:rPr lang="en-US" sz="2200" dirty="0" err="1">
                <a:latin typeface="Alegreya Sans Medium" panose="00000600000000000000" pitchFamily="50" charset="0"/>
              </a:rPr>
              <a:t>ve</a:t>
            </a:r>
            <a:r>
              <a:rPr lang="en-US" sz="2200" dirty="0">
                <a:latin typeface="Alegreya Sans Medium" panose="00000600000000000000" pitchFamily="50" charset="0"/>
              </a:rPr>
              <a:t>    -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AABED-0ADC-98EB-7CD0-0BCDC5BB4029}"/>
              </a:ext>
            </a:extLst>
          </p:cNvPr>
          <p:cNvSpPr txBox="1"/>
          <p:nvPr/>
        </p:nvSpPr>
        <p:spPr>
          <a:xfrm>
            <a:off x="1084217" y="4088676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Y  al      se      -      </a:t>
            </a:r>
            <a:r>
              <a:rPr lang="en-US" sz="2200" dirty="0" err="1">
                <a:latin typeface="Alegreya Sans Medium" panose="00000600000000000000" pitchFamily="50" charset="0"/>
              </a:rPr>
              <a:t>pul</a:t>
            </a:r>
            <a:r>
              <a:rPr lang="en-US" sz="2200" dirty="0">
                <a:latin typeface="Alegreya Sans Medium" panose="00000600000000000000" pitchFamily="50" charset="0"/>
              </a:rPr>
              <a:t>       -        </a:t>
            </a:r>
            <a:r>
              <a:rPr lang="en-US" sz="2200" dirty="0" err="1">
                <a:latin typeface="Alegreya Sans Medium" panose="00000600000000000000" pitchFamily="50" charset="0"/>
              </a:rPr>
              <a:t>cro</a:t>
            </a:r>
            <a:r>
              <a:rPr lang="en-US" sz="2200" dirty="0">
                <a:latin typeface="Alegreya Sans Medium" panose="00000600000000000000" pitchFamily="50" charset="0"/>
              </a:rPr>
              <a:t>         </a:t>
            </a:r>
            <a:r>
              <a:rPr lang="en-US" sz="2200" dirty="0" err="1">
                <a:latin typeface="Alegreya Sans Medium" panose="00000600000000000000" pitchFamily="50" charset="0"/>
              </a:rPr>
              <a:t>i</a:t>
            </a:r>
            <a:r>
              <a:rPr lang="en-US" sz="2200" dirty="0">
                <a:latin typeface="Alegreya Sans Medium" panose="00000600000000000000" pitchFamily="50" charset="0"/>
              </a:rPr>
              <a:t>        - 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88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9043A6-0C53-8D2E-11C9-A8B0F7EA08FC}"/>
              </a:ext>
            </a:extLst>
          </p:cNvPr>
          <p:cNvSpPr txBox="1"/>
          <p:nvPr/>
        </p:nvSpPr>
        <p:spPr>
          <a:xfrm>
            <a:off x="1027611" y="1350110"/>
            <a:ext cx="90743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 err="1">
                <a:latin typeface="Alegreya Sans Medium" panose="00000600000000000000" pitchFamily="50" charset="0"/>
              </a:rPr>
              <a:t>Nues</a:t>
            </a:r>
            <a:r>
              <a:rPr lang="es-ES" sz="2200" dirty="0">
                <a:latin typeface="Alegreya Sans Medium" panose="00000600000000000000" pitchFamily="50" charset="0"/>
              </a:rPr>
              <a:t> - </a:t>
            </a:r>
            <a:r>
              <a:rPr lang="es-ES" sz="2200" dirty="0" err="1">
                <a:latin typeface="Alegreya Sans Medium" panose="00000600000000000000" pitchFamily="50" charset="0"/>
              </a:rPr>
              <a:t>tra</a:t>
            </a:r>
            <a:r>
              <a:rPr lang="es-ES" sz="2200" dirty="0">
                <a:latin typeface="Alegreya Sans Medium" panose="00000600000000000000" pitchFamily="50" charset="0"/>
              </a:rPr>
              <a:t>  a    -    </a:t>
            </a:r>
            <a:r>
              <a:rPr lang="es-ES" sz="2200" dirty="0" err="1">
                <a:latin typeface="Alegreya Sans Medium" panose="00000600000000000000" pitchFamily="50" charset="0"/>
              </a:rPr>
              <a:t>yu</a:t>
            </a:r>
            <a:r>
              <a:rPr lang="es-ES" sz="2200" dirty="0">
                <a:latin typeface="Alegreya Sans Medium" panose="00000600000000000000" pitchFamily="50" charset="0"/>
              </a:rPr>
              <a:t>  -  da  es    Dios,          El           Al      -     </a:t>
            </a:r>
            <a:r>
              <a:rPr lang="es-ES" sz="2200" dirty="0" err="1">
                <a:latin typeface="Alegreya Sans Medium" panose="00000600000000000000" pitchFamily="50" charset="0"/>
              </a:rPr>
              <a:t>tí</a:t>
            </a:r>
            <a:r>
              <a:rPr lang="es-ES" sz="2200" dirty="0">
                <a:latin typeface="Alegreya Sans Medium" panose="00000600000000000000" pitchFamily="50" charset="0"/>
              </a:rPr>
              <a:t>      -      si    -   </a:t>
            </a:r>
            <a:r>
              <a:rPr lang="es-ES" sz="2200" dirty="0" err="1">
                <a:latin typeface="Alegreya Sans Medium" panose="00000600000000000000" pitchFamily="50" charset="0"/>
              </a:rPr>
              <a:t>mo</a:t>
            </a:r>
            <a:r>
              <a:rPr lang="es-ES" sz="2200" dirty="0">
                <a:latin typeface="Alegreya Sans Medium" panose="00000600000000000000" pitchFamily="50" charset="0"/>
              </a:rPr>
              <a:t>;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30C53-B3D0-B522-96EB-AE782C0507C7}"/>
              </a:ext>
            </a:extLst>
          </p:cNvPr>
          <p:cNvSpPr txBox="1"/>
          <p:nvPr/>
        </p:nvSpPr>
        <p:spPr>
          <a:xfrm>
            <a:off x="1027611" y="4062550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>
                <a:latin typeface="Alegreya Sans Medium" panose="00000600000000000000" pitchFamily="50" charset="0"/>
              </a:rPr>
              <a:t>Nues</a:t>
            </a:r>
            <a:r>
              <a:rPr lang="en-US" sz="2200" dirty="0">
                <a:latin typeface="Alegreya Sans Medium" panose="00000600000000000000" pitchFamily="50" charset="0"/>
              </a:rPr>
              <a:t> - </a:t>
            </a:r>
            <a:r>
              <a:rPr lang="en-US" sz="2200" dirty="0" err="1">
                <a:latin typeface="Alegreya Sans Medium" panose="00000600000000000000" pitchFamily="50" charset="0"/>
              </a:rPr>
              <a:t>tra</a:t>
            </a:r>
            <a:r>
              <a:rPr lang="en-US" sz="2200" dirty="0">
                <a:latin typeface="Alegreya Sans Medium" panose="00000600000000000000" pitchFamily="50" charset="0"/>
              </a:rPr>
              <a:t>            </a:t>
            </a:r>
            <a:r>
              <a:rPr lang="en-US" sz="2200" dirty="0" err="1">
                <a:latin typeface="Alegreya Sans Medium" panose="00000600000000000000" pitchFamily="50" charset="0"/>
              </a:rPr>
              <a:t>fe</a:t>
            </a:r>
            <a:r>
              <a:rPr lang="en-US" sz="2200" dirty="0">
                <a:latin typeface="Alegreya Sans Medium" panose="00000600000000000000" pitchFamily="50" charset="0"/>
              </a:rPr>
              <a:t>        re   -  com  -  pen  -  </a:t>
            </a:r>
            <a:r>
              <a:rPr lang="en-US" sz="2200" dirty="0" err="1">
                <a:latin typeface="Alegreya Sans Medium" panose="00000600000000000000" pitchFamily="50" charset="0"/>
              </a:rPr>
              <a:t>sa</a:t>
            </a:r>
            <a:r>
              <a:rPr lang="en-US" sz="2200" dirty="0">
                <a:latin typeface="Alegreya Sans Medium" panose="00000600000000000000" pitchFamily="50" charset="0"/>
              </a:rPr>
              <a:t>      -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97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B9904D-A11C-5048-4E24-81A44F018FB6}"/>
              </a:ext>
            </a:extLst>
          </p:cNvPr>
          <p:cNvSpPr txBox="1"/>
          <p:nvPr/>
        </p:nvSpPr>
        <p:spPr>
          <a:xfrm>
            <a:off x="1110343" y="1350110"/>
            <a:ext cx="832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Hi     -    </a:t>
            </a:r>
            <a:r>
              <a:rPr lang="es-ES" sz="2200" dirty="0" err="1">
                <a:latin typeface="Alegreya Sans Medium" panose="00000600000000000000" pitchFamily="50" charset="0"/>
              </a:rPr>
              <a:t>zo</a:t>
            </a:r>
            <a:r>
              <a:rPr lang="es-ES" sz="2200" dirty="0">
                <a:latin typeface="Alegreya Sans Medium" panose="00000600000000000000" pitchFamily="50" charset="0"/>
              </a:rPr>
              <a:t>              Je     -     </a:t>
            </a:r>
            <a:r>
              <a:rPr lang="es-ES" sz="2200" dirty="0" err="1">
                <a:latin typeface="Alegreya Sans Medium" panose="00000600000000000000" pitchFamily="50" charset="0"/>
              </a:rPr>
              <a:t>ho</a:t>
            </a:r>
            <a:r>
              <a:rPr lang="es-ES" sz="2200" dirty="0">
                <a:latin typeface="Alegreya Sans Medium" panose="00000600000000000000" pitchFamily="50" charset="0"/>
              </a:rPr>
              <a:t>   -  </a:t>
            </a:r>
            <a:r>
              <a:rPr lang="es-ES" sz="2200" dirty="0" err="1">
                <a:latin typeface="Alegreya Sans Medium" panose="00000600000000000000" pitchFamily="50" charset="0"/>
              </a:rPr>
              <a:t>vá</a:t>
            </a:r>
            <a:r>
              <a:rPr lang="es-ES" sz="2200" dirty="0">
                <a:latin typeface="Alegreya Sans Medium" panose="00000600000000000000" pitchFamily="50" charset="0"/>
              </a:rPr>
              <a:t>               Cie    -    lo,           </a:t>
            </a:r>
            <a:r>
              <a:rPr lang="es-ES" sz="2200" dirty="0" err="1">
                <a:latin typeface="Alegreya Sans Medium" panose="00000600000000000000" pitchFamily="50" charset="0"/>
              </a:rPr>
              <a:t>tie</a:t>
            </a:r>
            <a:r>
              <a:rPr lang="es-ES" sz="2200" dirty="0">
                <a:latin typeface="Alegreya Sans Medium" panose="00000600000000000000" pitchFamily="50" charset="0"/>
              </a:rPr>
              <a:t>    -   </a:t>
            </a:r>
            <a:r>
              <a:rPr lang="es-ES" sz="2200" dirty="0" err="1">
                <a:latin typeface="Alegreya Sans Medium" panose="00000600000000000000" pitchFamily="50" charset="0"/>
              </a:rPr>
              <a:t>rra</a:t>
            </a:r>
            <a:r>
              <a:rPr lang="es-ES" sz="2200" dirty="0">
                <a:latin typeface="Alegreya Sans Medium" panose="00000600000000000000" pitchFamily="50" charset="0"/>
              </a:rPr>
              <a:t>  y     mar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A2F78-B58E-369F-6F9D-23A4AE89D995}"/>
              </a:ext>
            </a:extLst>
          </p:cNvPr>
          <p:cNvSpPr txBox="1"/>
          <p:nvPr/>
        </p:nvSpPr>
        <p:spPr>
          <a:xfrm>
            <a:off x="1227909" y="4071258"/>
            <a:ext cx="66315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Y          al               po     -     </a:t>
            </a:r>
            <a:r>
              <a:rPr lang="en-US" sz="2200" dirty="0" err="1">
                <a:latin typeface="Alegreya Sans Medium" panose="00000600000000000000" pitchFamily="50" charset="0"/>
              </a:rPr>
              <a:t>bre</a:t>
            </a:r>
            <a:r>
              <a:rPr lang="en-US" sz="2200" dirty="0">
                <a:latin typeface="Alegreya Sans Medium" panose="00000600000000000000" pitchFamily="50" charset="0"/>
              </a:rPr>
              <a:t>  al  -  za      -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50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6E9671-9C9A-7A31-B195-D9D28173DA29}"/>
              </a:ext>
            </a:extLst>
          </p:cNvPr>
          <p:cNvSpPr txBox="1"/>
          <p:nvPr/>
        </p:nvSpPr>
        <p:spPr>
          <a:xfrm>
            <a:off x="1193075" y="1663339"/>
            <a:ext cx="8029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¡Oh            a     -     la                 -     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Al        SE    -   ÑOR, 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¡Oh         a       -       la                       -                    </a:t>
            </a:r>
            <a:r>
              <a:rPr lang="es-ES" sz="2200" i="1" dirty="0" err="1">
                <a:latin typeface="Alegreya Sans Medium" panose="00000600000000000000" pitchFamily="50" charset="0"/>
              </a:rPr>
              <a:t>ba</a:t>
            </a:r>
            <a:r>
              <a:rPr lang="es-ES" sz="2200" i="1" dirty="0">
                <a:latin typeface="Alegreya Sans Medium" panose="00000600000000000000" pitchFamily="50" charset="0"/>
              </a:rPr>
              <a:t>  Al         SE   -   ÑOR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1DA46-62DB-0572-962A-310F453E4C45}"/>
              </a:ext>
            </a:extLst>
          </p:cNvPr>
          <p:cNvSpPr txBox="1"/>
          <p:nvPr/>
        </p:nvSpPr>
        <p:spPr>
          <a:xfrm>
            <a:off x="1110343" y="4942115"/>
            <a:ext cx="94444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Al    -    ma           </a:t>
            </a:r>
            <a:r>
              <a:rPr lang="en-US" sz="2200" dirty="0" err="1">
                <a:latin typeface="Alegreya Sans Medium" panose="00000600000000000000" pitchFamily="50" charset="0"/>
              </a:rPr>
              <a:t>mí</a:t>
            </a:r>
            <a:r>
              <a:rPr lang="en-US" sz="2200" dirty="0">
                <a:latin typeface="Alegreya Sans Medium" panose="00000600000000000000" pitchFamily="50" charset="0"/>
              </a:rPr>
              <a:t>           -             a,               da          lo       -       or! </a:t>
            </a:r>
          </a:p>
          <a:p>
            <a:r>
              <a:rPr lang="en-US" sz="2200" i="1" dirty="0">
                <a:latin typeface="Alegreya Sans Medium" panose="00000600000000000000" pitchFamily="50" charset="0"/>
              </a:rPr>
              <a:t>                                        Al    -    ma    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mí</a:t>
            </a:r>
            <a:r>
              <a:rPr lang="en-US" sz="2200" i="1" dirty="0">
                <a:latin typeface="Alegreya Sans Medium" panose="00000600000000000000" pitchFamily="50" charset="0"/>
              </a:rPr>
              <a:t>      -       a,                                    da           lo     -     or!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19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88D76F-9EFD-FE62-4BDC-E6AD1C839BF0}"/>
              </a:ext>
            </a:extLst>
          </p:cNvPr>
          <p:cNvSpPr txBox="1"/>
          <p:nvPr/>
        </p:nvSpPr>
        <p:spPr>
          <a:xfrm>
            <a:off x="1210491" y="1663339"/>
            <a:ext cx="8395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¡A         mi            Dios                                   Can    -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  -       </a:t>
            </a:r>
            <a:r>
              <a:rPr lang="es-ES" sz="2200" dirty="0" err="1">
                <a:latin typeface="Alegreya Sans Medium" panose="00000600000000000000" pitchFamily="50" charset="0"/>
              </a:rPr>
              <a:t>ré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A            mi          Dios                                           Can    -    </a:t>
            </a:r>
            <a:r>
              <a:rPr lang="es-ES" sz="2200" i="1" dirty="0" err="1">
                <a:latin typeface="Alegreya Sans Medium" panose="00000600000000000000" pitchFamily="50" charset="0"/>
              </a:rPr>
              <a:t>ta</a:t>
            </a:r>
            <a:r>
              <a:rPr lang="es-ES" sz="2200" i="1" dirty="0">
                <a:latin typeface="Alegreya Sans Medium" panose="00000600000000000000" pitchFamily="50" charset="0"/>
              </a:rPr>
              <a:t>      -      </a:t>
            </a:r>
            <a:r>
              <a:rPr lang="es-ES" sz="2200" i="1" dirty="0" err="1">
                <a:latin typeface="Alegreya Sans Medium" panose="00000600000000000000" pitchFamily="50" charset="0"/>
              </a:rPr>
              <a:t>ré</a:t>
            </a:r>
            <a:endParaRPr lang="es-ES" sz="2200" i="1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80C6-AF3C-DA19-77AF-0CABB7F55DC6}"/>
              </a:ext>
            </a:extLst>
          </p:cNvPr>
          <p:cNvSpPr txBox="1"/>
          <p:nvPr/>
        </p:nvSpPr>
        <p:spPr>
          <a:xfrm>
            <a:off x="957944" y="4933408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Mien  -  </a:t>
            </a:r>
            <a:r>
              <a:rPr lang="en-US" sz="2200" dirty="0" err="1">
                <a:latin typeface="Alegreya Sans Medium" panose="00000600000000000000" pitchFamily="50" charset="0"/>
              </a:rPr>
              <a:t>tras</a:t>
            </a:r>
            <a:r>
              <a:rPr lang="en-US" sz="2200" dirty="0">
                <a:latin typeface="Alegreya Sans Medium" panose="00000600000000000000" pitchFamily="50" charset="0"/>
              </a:rPr>
              <a:t>           vi            -           </a:t>
            </a:r>
            <a:r>
              <a:rPr lang="en-US" sz="2200" dirty="0" err="1">
                <a:latin typeface="Alegreya Sans Medium" panose="00000600000000000000" pitchFamily="50" charset="0"/>
              </a:rPr>
              <a:t>va</a:t>
            </a:r>
            <a:r>
              <a:rPr lang="en-US" sz="2200" dirty="0">
                <a:latin typeface="Alegreya Sans Medium" panose="00000600000000000000" pitchFamily="50" charset="0"/>
              </a:rPr>
              <a:t>,  a     -    la     -    </a:t>
            </a:r>
            <a:r>
              <a:rPr lang="en-US" sz="2200" dirty="0" err="1">
                <a:latin typeface="Alegreya Sans Medium" panose="00000600000000000000" pitchFamily="50" charset="0"/>
              </a:rPr>
              <a:t>ba</a:t>
            </a:r>
            <a:r>
              <a:rPr lang="en-US" sz="2200" dirty="0">
                <a:latin typeface="Alegreya Sans Medium" panose="00000600000000000000" pitchFamily="50" charset="0"/>
              </a:rPr>
              <a:t>       -       </a:t>
            </a:r>
            <a:r>
              <a:rPr lang="en-US" sz="2200" dirty="0" err="1">
                <a:latin typeface="Alegreya Sans Medium" panose="00000600000000000000" pitchFamily="50" charset="0"/>
              </a:rPr>
              <a:t>ré</a:t>
            </a:r>
            <a:r>
              <a:rPr lang="en-US" sz="2200" dirty="0">
                <a:latin typeface="Alegreya Sans Medium" panose="00000600000000000000" pitchFamily="50" charset="0"/>
              </a:rPr>
              <a:t>!</a:t>
            </a:r>
          </a:p>
          <a:p>
            <a:r>
              <a:rPr lang="en-US" sz="2200" i="1" dirty="0">
                <a:latin typeface="Alegreya Sans Medium" panose="00000600000000000000" pitchFamily="50" charset="0"/>
              </a:rPr>
              <a:t>                                         Mien  -  </a:t>
            </a:r>
            <a:r>
              <a:rPr lang="en-US" sz="2200" i="1" dirty="0" err="1">
                <a:latin typeface="Alegreya Sans Medium" panose="00000600000000000000" pitchFamily="50" charset="0"/>
              </a:rPr>
              <a:t>tras</a:t>
            </a:r>
            <a:r>
              <a:rPr lang="en-US" sz="2200" i="1" dirty="0">
                <a:latin typeface="Alegreya Sans Medium" panose="00000600000000000000" pitchFamily="50" charset="0"/>
              </a:rPr>
              <a:t>         vi     -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va</a:t>
            </a:r>
            <a:r>
              <a:rPr lang="en-US" sz="2200" i="1" dirty="0">
                <a:latin typeface="Alegreya Sans Medium" panose="00000600000000000000" pitchFamily="50" charset="0"/>
              </a:rPr>
              <a:t>,   a             -              la     -    </a:t>
            </a:r>
            <a:r>
              <a:rPr lang="en-US" sz="2200" i="1" dirty="0" err="1">
                <a:latin typeface="Alegreya Sans Medium" panose="00000600000000000000" pitchFamily="50" charset="0"/>
              </a:rPr>
              <a:t>ba</a:t>
            </a:r>
            <a:r>
              <a:rPr lang="en-US" sz="2200" i="1" dirty="0">
                <a:latin typeface="Alegreya Sans Medium" panose="00000600000000000000" pitchFamily="50" charset="0"/>
              </a:rPr>
              <a:t>      -      </a:t>
            </a:r>
            <a:r>
              <a:rPr lang="en-US" sz="2200" i="1" dirty="0" err="1">
                <a:latin typeface="Alegreya Sans Medium" panose="00000600000000000000" pitchFamily="50" charset="0"/>
              </a:rPr>
              <a:t>ré</a:t>
            </a:r>
            <a:r>
              <a:rPr lang="en-US" sz="2200" i="1" dirty="0">
                <a:latin typeface="Alegreya Sans Medium" panose="00000600000000000000" pitchFamily="50" charset="0"/>
              </a:rPr>
              <a:t>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6246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979D33-6979-6CA3-F6BA-8052581E5776}"/>
              </a:ext>
            </a:extLst>
          </p:cNvPr>
          <p:cNvSpPr txBox="1"/>
          <p:nvPr/>
        </p:nvSpPr>
        <p:spPr>
          <a:xfrm>
            <a:off x="984069" y="1628502"/>
            <a:ext cx="8839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</a:t>
            </a:r>
            <a:r>
              <a:rPr lang="es-ES" sz="2200" dirty="0" err="1">
                <a:latin typeface="Alegreya Sans Medium" panose="00000600000000000000" pitchFamily="50" charset="0"/>
              </a:rPr>
              <a:t>Sión</a:t>
            </a:r>
            <a:r>
              <a:rPr lang="es-ES" sz="2200" dirty="0">
                <a:latin typeface="Alegreya Sans Medium" panose="00000600000000000000" pitchFamily="50" charset="0"/>
              </a:rPr>
              <a:t>,       a        -        la                    -  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Al     SE      -     ÑOR!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   ¡</a:t>
            </a:r>
            <a:r>
              <a:rPr lang="es-ES" sz="2200" i="1" dirty="0" err="1">
                <a:latin typeface="Alegreya Sans Medium" panose="00000600000000000000" pitchFamily="50" charset="0"/>
              </a:rPr>
              <a:t>Sión</a:t>
            </a:r>
            <a:r>
              <a:rPr lang="es-ES" sz="2200" i="1" dirty="0">
                <a:latin typeface="Alegreya Sans Medium" panose="00000600000000000000" pitchFamily="50" charset="0"/>
              </a:rPr>
              <a:t>,      a      -      la                 -                           </a:t>
            </a:r>
            <a:r>
              <a:rPr lang="es-ES" sz="2200" i="1" dirty="0" err="1">
                <a:latin typeface="Alegreya Sans Medium" panose="00000600000000000000" pitchFamily="50" charset="0"/>
              </a:rPr>
              <a:t>ba</a:t>
            </a:r>
            <a:r>
              <a:rPr lang="es-ES" sz="2200" i="1" dirty="0">
                <a:latin typeface="Alegreya Sans Medium" panose="00000600000000000000" pitchFamily="50" charset="0"/>
              </a:rPr>
              <a:t>  Al     SE      -     ÑOR! 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81C6A3-18EF-2C76-218C-3A51F20AC2ED}"/>
              </a:ext>
            </a:extLst>
          </p:cNvPr>
          <p:cNvSpPr txBox="1"/>
          <p:nvPr/>
        </p:nvSpPr>
        <p:spPr>
          <a:xfrm>
            <a:off x="1053737" y="4942115"/>
            <a:ext cx="856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¡Can  -  ta,              Oh     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san</a:t>
            </a:r>
            <a:r>
              <a:rPr lang="en-US" sz="2200" dirty="0">
                <a:latin typeface="Alegreya Sans Medium" panose="00000600000000000000" pitchFamily="50" charset="0"/>
              </a:rPr>
              <a:t>       -       ta        </a:t>
            </a:r>
            <a:r>
              <a:rPr lang="en-US" sz="2200" dirty="0" err="1">
                <a:latin typeface="Alegreya Sans Medium" panose="00000600000000000000" pitchFamily="50" charset="0"/>
              </a:rPr>
              <a:t>ciu</a:t>
            </a:r>
            <a:r>
              <a:rPr lang="en-US" sz="2200" dirty="0">
                <a:latin typeface="Alegreya Sans Medium" panose="00000600000000000000" pitchFamily="50" charset="0"/>
              </a:rPr>
              <a:t>     -    dad! </a:t>
            </a:r>
          </a:p>
          <a:p>
            <a:r>
              <a:rPr lang="en-US" sz="2200" i="1" dirty="0">
                <a:latin typeface="Alegreya Sans Medium" panose="00000600000000000000" pitchFamily="50" charset="0"/>
              </a:rPr>
              <a:t>                                        ¡Can  -  ta,           Oh         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san</a:t>
            </a:r>
            <a:r>
              <a:rPr lang="en-US" sz="2200" i="1" dirty="0">
                <a:latin typeface="Alegreya Sans Medium" panose="00000600000000000000" pitchFamily="50" charset="0"/>
              </a:rPr>
              <a:t>              -               ta   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ciu</a:t>
            </a:r>
            <a:r>
              <a:rPr lang="en-US" sz="2200" i="1" dirty="0">
                <a:latin typeface="Alegreya Sans Medium" panose="00000600000000000000" pitchFamily="50" charset="0"/>
              </a:rPr>
              <a:t>     -    dad!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19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E8C46E-B030-F09A-0B85-0D5AE29FA39C}"/>
              </a:ext>
            </a:extLst>
          </p:cNvPr>
          <p:cNvSpPr txBox="1"/>
          <p:nvPr/>
        </p:nvSpPr>
        <p:spPr>
          <a:xfrm>
            <a:off x="1018903" y="1628503"/>
            <a:ext cx="9030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¡Can -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, Oh         </a:t>
            </a:r>
            <a:r>
              <a:rPr lang="es-ES" sz="2200" dirty="0" err="1">
                <a:latin typeface="Alegreya Sans Medium" panose="00000600000000000000" pitchFamily="50" charset="0"/>
              </a:rPr>
              <a:t>Sión</a:t>
            </a:r>
            <a:r>
              <a:rPr lang="es-ES" sz="2200" dirty="0">
                <a:latin typeface="Alegreya Sans Medium" panose="00000600000000000000" pitchFamily="50" charset="0"/>
              </a:rPr>
              <a:t>                                     A            tu              Dios;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 ¡Can - </a:t>
            </a:r>
            <a:r>
              <a:rPr lang="es-ES" sz="2200" i="1" dirty="0" err="1">
                <a:latin typeface="Alegreya Sans Medium" panose="00000600000000000000" pitchFamily="50" charset="0"/>
              </a:rPr>
              <a:t>ta</a:t>
            </a:r>
            <a:r>
              <a:rPr lang="es-ES" sz="2200" i="1" dirty="0">
                <a:latin typeface="Alegreya Sans Medium" panose="00000600000000000000" pitchFamily="50" charset="0"/>
              </a:rPr>
              <a:t>, Oh      </a:t>
            </a:r>
            <a:r>
              <a:rPr lang="es-ES" sz="2200" i="1" dirty="0" err="1">
                <a:latin typeface="Alegreya Sans Medium" panose="00000600000000000000" pitchFamily="50" charset="0"/>
              </a:rPr>
              <a:t>Sión</a:t>
            </a:r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      A            tu          Dios;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11522-2152-25AF-E773-ACF103D8EA0B}"/>
              </a:ext>
            </a:extLst>
          </p:cNvPr>
          <p:cNvSpPr txBox="1"/>
          <p:nvPr/>
        </p:nvSpPr>
        <p:spPr>
          <a:xfrm>
            <a:off x="1110343" y="4942115"/>
            <a:ext cx="8033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Pa     -    </a:t>
            </a:r>
            <a:r>
              <a:rPr lang="en-US" sz="2200" dirty="0" err="1">
                <a:latin typeface="Alegreya Sans Medium" panose="00000600000000000000" pitchFamily="50" charset="0"/>
              </a:rPr>
              <a:t>ra</a:t>
            </a:r>
            <a:r>
              <a:rPr lang="en-US" sz="2200" dirty="0">
                <a:latin typeface="Alegreya Sans Medium" panose="00000600000000000000" pitchFamily="50" charset="0"/>
              </a:rPr>
              <a:t>          </a:t>
            </a:r>
            <a:r>
              <a:rPr lang="en-US" sz="2200" dirty="0" err="1">
                <a:latin typeface="Alegreya Sans Medium" panose="00000600000000000000" pitchFamily="50" charset="0"/>
              </a:rPr>
              <a:t>siem</a:t>
            </a:r>
            <a:r>
              <a:rPr lang="en-US" sz="2200" dirty="0">
                <a:latin typeface="Alegreya Sans Medium" panose="00000600000000000000" pitchFamily="50" charset="0"/>
              </a:rPr>
              <a:t>       -             pre          Rei    -    </a:t>
            </a:r>
            <a:r>
              <a:rPr lang="en-US" sz="2200" dirty="0" err="1">
                <a:latin typeface="Alegreya Sans Medium" panose="00000600000000000000" pitchFamily="50" charset="0"/>
              </a:rPr>
              <a:t>na</a:t>
            </a:r>
            <a:r>
              <a:rPr lang="en-US" sz="2200" dirty="0">
                <a:latin typeface="Alegreya Sans Medium" panose="00000600000000000000" pitchFamily="50" charset="0"/>
              </a:rPr>
              <a:t>     -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!</a:t>
            </a:r>
          </a:p>
          <a:p>
            <a:r>
              <a:rPr lang="pt-BR" sz="2200" dirty="0">
                <a:latin typeface="Alegreya Sans Medium" panose="00000600000000000000" pitchFamily="50" charset="0"/>
              </a:rPr>
              <a:t>                                  </a:t>
            </a:r>
            <a:r>
              <a:rPr lang="pt-BR" sz="2200" i="1" dirty="0" err="1">
                <a:latin typeface="Alegreya Sans Medium" panose="00000600000000000000" pitchFamily="50" charset="0"/>
              </a:rPr>
              <a:t>Pa</a:t>
            </a:r>
            <a:r>
              <a:rPr lang="pt-BR" sz="2200" i="1" dirty="0">
                <a:latin typeface="Alegreya Sans Medium" panose="00000600000000000000" pitchFamily="50" charset="0"/>
              </a:rPr>
              <a:t>      -     </a:t>
            </a:r>
            <a:r>
              <a:rPr lang="pt-BR" sz="2200" i="1" dirty="0" err="1">
                <a:latin typeface="Alegreya Sans Medium" panose="00000600000000000000" pitchFamily="50" charset="0"/>
              </a:rPr>
              <a:t>ra</a:t>
            </a:r>
            <a:r>
              <a:rPr lang="pt-BR" sz="2200" i="1" dirty="0">
                <a:latin typeface="Alegreya Sans Medium" panose="00000600000000000000" pitchFamily="50" charset="0"/>
              </a:rPr>
              <a:t>         siem   -      </a:t>
            </a:r>
            <a:r>
              <a:rPr lang="pt-BR" sz="2200" i="1" dirty="0" err="1">
                <a:latin typeface="Alegreya Sans Medium" panose="00000600000000000000" pitchFamily="50" charset="0"/>
              </a:rPr>
              <a:t>pre</a:t>
            </a:r>
            <a:r>
              <a:rPr lang="pt-BR" sz="2200" i="1" dirty="0">
                <a:latin typeface="Alegreya Sans Medium" panose="00000600000000000000" pitchFamily="50" charset="0"/>
              </a:rPr>
              <a:t>                               Rei    -    na     -     rá!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006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D657C0-2EAC-E78E-0AFC-ED4571F53E50}"/>
              </a:ext>
            </a:extLst>
          </p:cNvPr>
          <p:cNvSpPr txBox="1"/>
          <p:nvPr/>
        </p:nvSpPr>
        <p:spPr>
          <a:xfrm>
            <a:off x="1166949" y="1314995"/>
            <a:ext cx="80902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Da  al     </a:t>
            </a:r>
            <a:r>
              <a:rPr lang="es-ES" sz="2200" dirty="0" err="1">
                <a:latin typeface="Alegreya Sans Medium" panose="00000600000000000000" pitchFamily="50" charset="0"/>
              </a:rPr>
              <a:t>ham</a:t>
            </a:r>
            <a:r>
              <a:rPr lang="es-ES" sz="2200" dirty="0">
                <a:latin typeface="Alegreya Sans Medium" panose="00000600000000000000" pitchFamily="50" charset="0"/>
              </a:rPr>
              <a:t>  -   </a:t>
            </a:r>
            <a:r>
              <a:rPr lang="es-ES" sz="2200" dirty="0" err="1">
                <a:latin typeface="Alegreya Sans Medium" panose="00000600000000000000" pitchFamily="50" charset="0"/>
              </a:rPr>
              <a:t>brien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to</a:t>
            </a:r>
            <a:r>
              <a:rPr lang="es-ES" sz="2200" dirty="0">
                <a:latin typeface="Alegreya Sans Medium" panose="00000600000000000000" pitchFamily="50" charset="0"/>
              </a:rPr>
              <a:t>        pan,        Po  -  </a:t>
            </a:r>
            <a:r>
              <a:rPr lang="es-ES" sz="2200" dirty="0" err="1">
                <a:latin typeface="Alegreya Sans Medium" panose="00000600000000000000" pitchFamily="50" charset="0"/>
              </a:rPr>
              <a:t>ne</a:t>
            </a:r>
            <a:r>
              <a:rPr lang="es-ES" sz="2200" dirty="0">
                <a:latin typeface="Alegreya Sans Medium" panose="00000600000000000000" pitchFamily="50" charset="0"/>
              </a:rPr>
              <a:t>  en          </a:t>
            </a:r>
            <a:r>
              <a:rPr lang="es-ES" sz="2200" dirty="0" err="1">
                <a:latin typeface="Alegreya Sans Medium" panose="00000600000000000000" pitchFamily="50" charset="0"/>
              </a:rPr>
              <a:t>li</a:t>
            </a:r>
            <a:r>
              <a:rPr lang="es-ES" sz="2200" dirty="0">
                <a:latin typeface="Alegreya Sans Medium" panose="00000600000000000000" pitchFamily="50" charset="0"/>
              </a:rPr>
              <a:t>    -    </a:t>
            </a:r>
            <a:r>
              <a:rPr lang="es-ES" sz="2200" dirty="0" err="1">
                <a:latin typeface="Alegreya Sans Medium" panose="00000600000000000000" pitchFamily="50" charset="0"/>
              </a:rPr>
              <a:t>ber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tad</a:t>
            </a:r>
            <a:r>
              <a:rPr lang="es-ES" sz="2200" dirty="0">
                <a:latin typeface="Alegreya Sans Medium" panose="00000600000000000000" pitchFamily="50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35726-DA46-62F4-C009-B9B1ECD017DD}"/>
              </a:ext>
            </a:extLst>
          </p:cNvPr>
          <p:cNvSpPr txBox="1"/>
          <p:nvPr/>
        </p:nvSpPr>
        <p:spPr>
          <a:xfrm>
            <a:off x="1075508" y="4071258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Del     ca       -       í   -  do  </a:t>
            </a:r>
            <a:r>
              <a:rPr lang="en-US" sz="2200" dirty="0" err="1">
                <a:latin typeface="Alegreya Sans Medium" panose="00000600000000000000" pitchFamily="50" charset="0"/>
              </a:rPr>
              <a:t>el</a:t>
            </a:r>
            <a:r>
              <a:rPr lang="en-US" sz="2200" dirty="0">
                <a:latin typeface="Alegreya Sans Medium" panose="00000600000000000000" pitchFamily="50" charset="0"/>
              </a:rPr>
              <a:t>    Le    -    van   -   ta     -    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459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5756C0-62B2-46E9-7CF7-BFDE90C9427D}"/>
              </a:ext>
            </a:extLst>
          </p:cNvPr>
          <p:cNvSpPr txBox="1"/>
          <p:nvPr/>
        </p:nvSpPr>
        <p:spPr>
          <a:xfrm>
            <a:off x="1084217" y="1350110"/>
            <a:ext cx="7824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Ha  -  ce  al           cie    -    </a:t>
            </a:r>
            <a:r>
              <a:rPr lang="es-ES" sz="2200" dirty="0" err="1">
                <a:latin typeface="Alegreya Sans Medium" panose="00000600000000000000" pitchFamily="50" charset="0"/>
              </a:rPr>
              <a:t>go</a:t>
            </a:r>
            <a:r>
              <a:rPr lang="es-ES" sz="2200" dirty="0">
                <a:latin typeface="Alegreya Sans Medium" panose="00000600000000000000" pitchFamily="50" charset="0"/>
              </a:rPr>
              <a:t>         ver,           al     muer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to</a:t>
            </a:r>
            <a:r>
              <a:rPr lang="es-ES" sz="2200" dirty="0">
                <a:latin typeface="Alegreya Sans Medium" panose="00000600000000000000" pitchFamily="50" charset="0"/>
              </a:rPr>
              <a:t>           vi    -    </a:t>
            </a:r>
            <a:r>
              <a:rPr lang="es-ES" sz="2200" dirty="0" err="1">
                <a:latin typeface="Alegreya Sans Medium" panose="00000600000000000000" pitchFamily="50" charset="0"/>
              </a:rPr>
              <a:t>vir</a:t>
            </a:r>
            <a:r>
              <a:rPr lang="es-ES" sz="2200" dirty="0">
                <a:latin typeface="Alegreya Sans Medium" panose="00000600000000000000" pitchFamily="50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C7001A-1C22-209E-5BD9-8D596EB3AE85}"/>
              </a:ext>
            </a:extLst>
          </p:cNvPr>
          <p:cNvSpPr txBox="1"/>
          <p:nvPr/>
        </p:nvSpPr>
        <p:spPr>
          <a:xfrm>
            <a:off x="1084217" y="4140926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¡El         SE      -    ÑOR!         ¡Sí,  el     SE     -    ÑOR!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11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D47758-4ED7-4FB1-1445-24A561CC3D73}"/>
              </a:ext>
            </a:extLst>
          </p:cNvPr>
          <p:cNvSpPr txBox="1"/>
          <p:nvPr/>
        </p:nvSpPr>
        <p:spPr>
          <a:xfrm>
            <a:off x="1084217" y="1350110"/>
            <a:ext cx="77811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Can  -    ten         </a:t>
            </a:r>
            <a:r>
              <a:rPr lang="es-ES" sz="2200" dirty="0" err="1">
                <a:latin typeface="Alegreya Sans Medium" panose="00000600000000000000" pitchFamily="50" charset="0"/>
              </a:rPr>
              <a:t>huér</a:t>
            </a:r>
            <a:r>
              <a:rPr lang="es-ES" sz="2200" dirty="0">
                <a:latin typeface="Alegreya Sans Medium" panose="00000600000000000000" pitchFamily="50" charset="0"/>
              </a:rPr>
              <a:t>   -  fa   -   nos          y  ex  -  </a:t>
            </a:r>
            <a:r>
              <a:rPr lang="es-ES" sz="2200" dirty="0" err="1">
                <a:latin typeface="Alegreya Sans Medium" panose="00000600000000000000" pitchFamily="50" charset="0"/>
              </a:rPr>
              <a:t>tran</a:t>
            </a:r>
            <a:r>
              <a:rPr lang="es-ES" sz="2200" dirty="0">
                <a:latin typeface="Alegreya Sans Medium" panose="00000600000000000000" pitchFamily="50" charset="0"/>
              </a:rPr>
              <a:t>      -      je   -   ros,     Dios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484BC-315A-BF67-4C82-96F40D009265}"/>
              </a:ext>
            </a:extLst>
          </p:cNvPr>
          <p:cNvSpPr txBox="1"/>
          <p:nvPr/>
        </p:nvSpPr>
        <p:spPr>
          <a:xfrm>
            <a:off x="1084217" y="4071258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Les      pro     -    </a:t>
            </a:r>
            <a:r>
              <a:rPr lang="en-US" sz="2200" dirty="0" err="1">
                <a:latin typeface="Alegreya Sans Medium" panose="00000600000000000000" pitchFamily="50" charset="0"/>
              </a:rPr>
              <a:t>te</a:t>
            </a:r>
            <a:r>
              <a:rPr lang="en-US" sz="2200" dirty="0">
                <a:latin typeface="Alegreya Sans Medium" panose="00000600000000000000" pitchFamily="50" charset="0"/>
              </a:rPr>
              <a:t>    -   </a:t>
            </a:r>
            <a:r>
              <a:rPr lang="en-US" sz="2200" dirty="0" err="1">
                <a:latin typeface="Alegreya Sans Medium" panose="00000600000000000000" pitchFamily="50" charset="0"/>
              </a:rPr>
              <a:t>ge</a:t>
            </a:r>
            <a:r>
              <a:rPr lang="en-US" sz="2200" dirty="0">
                <a:latin typeface="Alegreya Sans Medium" panose="00000600000000000000" pitchFamily="50" charset="0"/>
              </a:rPr>
              <a:t> -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  y        guar  -  da     -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483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0CC7A6-2B3F-1C6F-F008-A065B8FA5D95}"/>
              </a:ext>
            </a:extLst>
          </p:cNvPr>
          <p:cNvSpPr txBox="1"/>
          <p:nvPr/>
        </p:nvSpPr>
        <p:spPr>
          <a:xfrm>
            <a:off x="1110342" y="1309688"/>
            <a:ext cx="7972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Te   -  </a:t>
            </a:r>
            <a:r>
              <a:rPr lang="es-ES" sz="2200" dirty="0" err="1">
                <a:latin typeface="Alegreya Sans Medium" panose="00000600000000000000" pitchFamily="50" charset="0"/>
              </a:rPr>
              <a:t>ma</a:t>
            </a:r>
            <a:r>
              <a:rPr lang="es-ES" sz="2200" dirty="0">
                <a:latin typeface="Alegreya Sans Medium" panose="00000600000000000000" pitchFamily="50" charset="0"/>
              </a:rPr>
              <a:t> el        </a:t>
            </a:r>
            <a:r>
              <a:rPr lang="es-ES" sz="2200" dirty="0" err="1">
                <a:latin typeface="Alegreya Sans Medium" panose="00000600000000000000" pitchFamily="50" charset="0"/>
              </a:rPr>
              <a:t>hom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bre</a:t>
            </a:r>
            <a:r>
              <a:rPr lang="es-ES" sz="2200" dirty="0">
                <a:latin typeface="Alegreya Sans Medium" panose="00000600000000000000" pitchFamily="50" charset="0"/>
              </a:rPr>
              <a:t>         vil,          pues       Él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po</a:t>
            </a:r>
            <a:r>
              <a:rPr lang="es-ES" sz="2200" dirty="0">
                <a:latin typeface="Alegreya Sans Medium" panose="00000600000000000000" pitchFamily="50" charset="0"/>
              </a:rPr>
              <a:t>     -   </a:t>
            </a:r>
            <a:r>
              <a:rPr lang="es-ES" sz="2200" dirty="0" err="1">
                <a:latin typeface="Alegreya Sans Medium" panose="00000600000000000000" pitchFamily="50" charset="0"/>
              </a:rPr>
              <a:t>ne</a:t>
            </a:r>
            <a:r>
              <a:rPr lang="es-ES" sz="2200" dirty="0">
                <a:latin typeface="Alegreya Sans Medium" panose="00000600000000000000" pitchFamily="50" charset="0"/>
              </a:rPr>
              <a:t>        fin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B7082-A2DF-B656-5DEE-1FDAAA77812A}"/>
              </a:ext>
            </a:extLst>
          </p:cNvPr>
          <p:cNvSpPr txBox="1"/>
          <p:nvPr/>
        </p:nvSpPr>
        <p:spPr>
          <a:xfrm>
            <a:off x="1110343" y="4132219"/>
            <a:ext cx="67491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Al          ca      -      mi        -       no       del        mal.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50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BCD2F6-620A-D363-C43E-E4808CC337D6}"/>
              </a:ext>
            </a:extLst>
          </p:cNvPr>
          <p:cNvSpPr txBox="1"/>
          <p:nvPr/>
        </p:nvSpPr>
        <p:spPr>
          <a:xfrm>
            <a:off x="1193075" y="1663339"/>
            <a:ext cx="80293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¡Oh            a     -     la                 -     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Al        SE    -   ÑOR, 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¡Oh         a       -       la                       -                    </a:t>
            </a:r>
            <a:r>
              <a:rPr lang="es-ES" sz="2200" i="1" dirty="0" err="1">
                <a:latin typeface="Alegreya Sans Medium" panose="00000600000000000000" pitchFamily="50" charset="0"/>
              </a:rPr>
              <a:t>ba</a:t>
            </a:r>
            <a:r>
              <a:rPr lang="es-ES" sz="2200" i="1" dirty="0">
                <a:latin typeface="Alegreya Sans Medium" panose="00000600000000000000" pitchFamily="50" charset="0"/>
              </a:rPr>
              <a:t>  Al         SE   -   ÑOR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D56AD-FAF5-2B7A-A1C9-B17625CA6B8E}"/>
              </a:ext>
            </a:extLst>
          </p:cNvPr>
          <p:cNvSpPr txBox="1"/>
          <p:nvPr/>
        </p:nvSpPr>
        <p:spPr>
          <a:xfrm>
            <a:off x="1110343" y="4942115"/>
            <a:ext cx="94444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Al    -    ma           </a:t>
            </a:r>
            <a:r>
              <a:rPr lang="en-US" sz="2200" dirty="0" err="1">
                <a:latin typeface="Alegreya Sans Medium" panose="00000600000000000000" pitchFamily="50" charset="0"/>
              </a:rPr>
              <a:t>mí</a:t>
            </a:r>
            <a:r>
              <a:rPr lang="en-US" sz="2200" dirty="0">
                <a:latin typeface="Alegreya Sans Medium" panose="00000600000000000000" pitchFamily="50" charset="0"/>
              </a:rPr>
              <a:t>           -             a,               da          lo       -       or! </a:t>
            </a:r>
          </a:p>
          <a:p>
            <a:r>
              <a:rPr lang="en-US" sz="2200" i="1" dirty="0">
                <a:latin typeface="Alegreya Sans Medium" panose="00000600000000000000" pitchFamily="50" charset="0"/>
              </a:rPr>
              <a:t>                                        Al    -    ma    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mí</a:t>
            </a:r>
            <a:r>
              <a:rPr lang="en-US" sz="2200" i="1" dirty="0">
                <a:latin typeface="Alegreya Sans Medium" panose="00000600000000000000" pitchFamily="50" charset="0"/>
              </a:rPr>
              <a:t>      -       a,                                    da           lo     -     or!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19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33883B-011C-4FED-83F2-A4C7DF372E2F}"/>
              </a:ext>
            </a:extLst>
          </p:cNvPr>
          <p:cNvSpPr txBox="1"/>
          <p:nvPr/>
        </p:nvSpPr>
        <p:spPr>
          <a:xfrm>
            <a:off x="1210491" y="1663339"/>
            <a:ext cx="8395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¡A         mi            Dios                                   Can    -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  -       </a:t>
            </a:r>
            <a:r>
              <a:rPr lang="es-ES" sz="2200" dirty="0" err="1">
                <a:latin typeface="Alegreya Sans Medium" panose="00000600000000000000" pitchFamily="50" charset="0"/>
              </a:rPr>
              <a:t>ré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A            mi          Dios                                           Can    -    </a:t>
            </a:r>
            <a:r>
              <a:rPr lang="es-ES" sz="2200" i="1" dirty="0" err="1">
                <a:latin typeface="Alegreya Sans Medium" panose="00000600000000000000" pitchFamily="50" charset="0"/>
              </a:rPr>
              <a:t>ta</a:t>
            </a:r>
            <a:r>
              <a:rPr lang="es-ES" sz="2200" i="1" dirty="0">
                <a:latin typeface="Alegreya Sans Medium" panose="00000600000000000000" pitchFamily="50" charset="0"/>
              </a:rPr>
              <a:t>      -      </a:t>
            </a:r>
            <a:r>
              <a:rPr lang="es-ES" sz="2200" i="1" dirty="0" err="1">
                <a:latin typeface="Alegreya Sans Medium" panose="00000600000000000000" pitchFamily="50" charset="0"/>
              </a:rPr>
              <a:t>ré</a:t>
            </a:r>
            <a:endParaRPr lang="es-ES" sz="2200" i="1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5C4B7-A2AB-F4D8-7969-150D39ADA0A8}"/>
              </a:ext>
            </a:extLst>
          </p:cNvPr>
          <p:cNvSpPr txBox="1"/>
          <p:nvPr/>
        </p:nvSpPr>
        <p:spPr>
          <a:xfrm>
            <a:off x="957944" y="4933408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Mien  -  </a:t>
            </a:r>
            <a:r>
              <a:rPr lang="en-US" sz="2200" dirty="0" err="1">
                <a:latin typeface="Alegreya Sans Medium" panose="00000600000000000000" pitchFamily="50" charset="0"/>
              </a:rPr>
              <a:t>tras</a:t>
            </a:r>
            <a:r>
              <a:rPr lang="en-US" sz="2200" dirty="0">
                <a:latin typeface="Alegreya Sans Medium" panose="00000600000000000000" pitchFamily="50" charset="0"/>
              </a:rPr>
              <a:t>           vi            -           </a:t>
            </a:r>
            <a:r>
              <a:rPr lang="en-US" sz="2200" dirty="0" err="1">
                <a:latin typeface="Alegreya Sans Medium" panose="00000600000000000000" pitchFamily="50" charset="0"/>
              </a:rPr>
              <a:t>va</a:t>
            </a:r>
            <a:r>
              <a:rPr lang="en-US" sz="2200" dirty="0">
                <a:latin typeface="Alegreya Sans Medium" panose="00000600000000000000" pitchFamily="50" charset="0"/>
              </a:rPr>
              <a:t>,  a     -    la     -    </a:t>
            </a:r>
            <a:r>
              <a:rPr lang="en-US" sz="2200" dirty="0" err="1">
                <a:latin typeface="Alegreya Sans Medium" panose="00000600000000000000" pitchFamily="50" charset="0"/>
              </a:rPr>
              <a:t>ba</a:t>
            </a:r>
            <a:r>
              <a:rPr lang="en-US" sz="2200" dirty="0">
                <a:latin typeface="Alegreya Sans Medium" panose="00000600000000000000" pitchFamily="50" charset="0"/>
              </a:rPr>
              <a:t>       -       </a:t>
            </a:r>
            <a:r>
              <a:rPr lang="en-US" sz="2200" dirty="0" err="1">
                <a:latin typeface="Alegreya Sans Medium" panose="00000600000000000000" pitchFamily="50" charset="0"/>
              </a:rPr>
              <a:t>ré</a:t>
            </a:r>
            <a:r>
              <a:rPr lang="en-US" sz="2200" dirty="0">
                <a:latin typeface="Alegreya Sans Medium" panose="00000600000000000000" pitchFamily="50" charset="0"/>
              </a:rPr>
              <a:t>!</a:t>
            </a:r>
          </a:p>
          <a:p>
            <a:r>
              <a:rPr lang="en-US" sz="2200" i="1" dirty="0">
                <a:latin typeface="Alegreya Sans Medium" panose="00000600000000000000" pitchFamily="50" charset="0"/>
              </a:rPr>
              <a:t>                                         Mien  -  </a:t>
            </a:r>
            <a:r>
              <a:rPr lang="en-US" sz="2200" i="1" dirty="0" err="1">
                <a:latin typeface="Alegreya Sans Medium" panose="00000600000000000000" pitchFamily="50" charset="0"/>
              </a:rPr>
              <a:t>tras</a:t>
            </a:r>
            <a:r>
              <a:rPr lang="en-US" sz="2200" i="1" dirty="0">
                <a:latin typeface="Alegreya Sans Medium" panose="00000600000000000000" pitchFamily="50" charset="0"/>
              </a:rPr>
              <a:t>         vi     -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va</a:t>
            </a:r>
            <a:r>
              <a:rPr lang="en-US" sz="2200" i="1" dirty="0">
                <a:latin typeface="Alegreya Sans Medium" panose="00000600000000000000" pitchFamily="50" charset="0"/>
              </a:rPr>
              <a:t>,   a             -              la     -    </a:t>
            </a:r>
            <a:r>
              <a:rPr lang="en-US" sz="2200" i="1" dirty="0" err="1">
                <a:latin typeface="Alegreya Sans Medium" panose="00000600000000000000" pitchFamily="50" charset="0"/>
              </a:rPr>
              <a:t>ba</a:t>
            </a:r>
            <a:r>
              <a:rPr lang="en-US" sz="2200" i="1" dirty="0">
                <a:latin typeface="Alegreya Sans Medium" panose="00000600000000000000" pitchFamily="50" charset="0"/>
              </a:rPr>
              <a:t>      -      </a:t>
            </a:r>
            <a:r>
              <a:rPr lang="en-US" sz="2200" i="1" dirty="0" err="1">
                <a:latin typeface="Alegreya Sans Medium" panose="00000600000000000000" pitchFamily="50" charset="0"/>
              </a:rPr>
              <a:t>ré</a:t>
            </a:r>
            <a:r>
              <a:rPr lang="en-US" sz="2200" i="1" dirty="0">
                <a:latin typeface="Alegreya Sans Medium" panose="00000600000000000000" pitchFamily="50" charset="0"/>
              </a:rPr>
              <a:t>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6246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47FCCA-F004-DE29-0045-F24DBB481746}"/>
              </a:ext>
            </a:extLst>
          </p:cNvPr>
          <p:cNvSpPr txBox="1"/>
          <p:nvPr/>
        </p:nvSpPr>
        <p:spPr>
          <a:xfrm>
            <a:off x="984069" y="1628502"/>
            <a:ext cx="88391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</a:t>
            </a:r>
            <a:r>
              <a:rPr lang="es-ES" sz="2200" dirty="0" err="1">
                <a:latin typeface="Alegreya Sans Medium" panose="00000600000000000000" pitchFamily="50" charset="0"/>
              </a:rPr>
              <a:t>Sión</a:t>
            </a:r>
            <a:r>
              <a:rPr lang="es-ES" sz="2200" dirty="0">
                <a:latin typeface="Alegreya Sans Medium" panose="00000600000000000000" pitchFamily="50" charset="0"/>
              </a:rPr>
              <a:t>,       a        -        la                    -             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Al     SE      -     ÑOR!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   ¡</a:t>
            </a:r>
            <a:r>
              <a:rPr lang="es-ES" sz="2200" i="1" dirty="0" err="1">
                <a:latin typeface="Alegreya Sans Medium" panose="00000600000000000000" pitchFamily="50" charset="0"/>
              </a:rPr>
              <a:t>Sión</a:t>
            </a:r>
            <a:r>
              <a:rPr lang="es-ES" sz="2200" i="1" dirty="0">
                <a:latin typeface="Alegreya Sans Medium" panose="00000600000000000000" pitchFamily="50" charset="0"/>
              </a:rPr>
              <a:t>,      a      -      la                 -                           </a:t>
            </a:r>
            <a:r>
              <a:rPr lang="es-ES" sz="2200" i="1" dirty="0" err="1">
                <a:latin typeface="Alegreya Sans Medium" panose="00000600000000000000" pitchFamily="50" charset="0"/>
              </a:rPr>
              <a:t>ba</a:t>
            </a:r>
            <a:r>
              <a:rPr lang="es-ES" sz="2200" i="1" dirty="0">
                <a:latin typeface="Alegreya Sans Medium" panose="00000600000000000000" pitchFamily="50" charset="0"/>
              </a:rPr>
              <a:t>  Al     SE      -     ÑOR! </a:t>
            </a:r>
            <a:r>
              <a:rPr lang="es-ES" sz="2200" dirty="0">
                <a:latin typeface="Alegreya Sans Medium" panose="00000600000000000000" pitchFamily="50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FBB3E-51EC-353F-71D3-E67427472BD0}"/>
              </a:ext>
            </a:extLst>
          </p:cNvPr>
          <p:cNvSpPr txBox="1"/>
          <p:nvPr/>
        </p:nvSpPr>
        <p:spPr>
          <a:xfrm>
            <a:off x="1053737" y="4942115"/>
            <a:ext cx="856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¡Can  -  ta,              Oh     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san</a:t>
            </a:r>
            <a:r>
              <a:rPr lang="en-US" sz="2200" dirty="0">
                <a:latin typeface="Alegreya Sans Medium" panose="00000600000000000000" pitchFamily="50" charset="0"/>
              </a:rPr>
              <a:t>       -       ta        </a:t>
            </a:r>
            <a:r>
              <a:rPr lang="en-US" sz="2200" dirty="0" err="1">
                <a:latin typeface="Alegreya Sans Medium" panose="00000600000000000000" pitchFamily="50" charset="0"/>
              </a:rPr>
              <a:t>ciu</a:t>
            </a:r>
            <a:r>
              <a:rPr lang="en-US" sz="2200" dirty="0">
                <a:latin typeface="Alegreya Sans Medium" panose="00000600000000000000" pitchFamily="50" charset="0"/>
              </a:rPr>
              <a:t>     -    dad! </a:t>
            </a:r>
          </a:p>
          <a:p>
            <a:r>
              <a:rPr lang="en-US" sz="2200" i="1" dirty="0">
                <a:latin typeface="Alegreya Sans Medium" panose="00000600000000000000" pitchFamily="50" charset="0"/>
              </a:rPr>
              <a:t>                                        ¡Can  -  ta,           Oh         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san</a:t>
            </a:r>
            <a:r>
              <a:rPr lang="en-US" sz="2200" i="1" dirty="0">
                <a:latin typeface="Alegreya Sans Medium" panose="00000600000000000000" pitchFamily="50" charset="0"/>
              </a:rPr>
              <a:t>              -               ta          </a:t>
            </a:r>
            <a:r>
              <a:rPr lang="en-US" sz="2200" i="1" dirty="0" err="1">
                <a:latin typeface="Alegreya Sans Medium" panose="00000600000000000000" pitchFamily="50" charset="0"/>
              </a:rPr>
              <a:t>ciu</a:t>
            </a:r>
            <a:r>
              <a:rPr lang="en-US" sz="2200" i="1" dirty="0">
                <a:latin typeface="Alegreya Sans Medium" panose="00000600000000000000" pitchFamily="50" charset="0"/>
              </a:rPr>
              <a:t>     -    dad!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7198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B0C9A8-7508-0434-8CDE-4D1FA3779CE3}"/>
              </a:ext>
            </a:extLst>
          </p:cNvPr>
          <p:cNvSpPr txBox="1"/>
          <p:nvPr/>
        </p:nvSpPr>
        <p:spPr>
          <a:xfrm>
            <a:off x="1018903" y="1628503"/>
            <a:ext cx="9030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¡Can -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, Oh         </a:t>
            </a:r>
            <a:r>
              <a:rPr lang="es-ES" sz="2200" dirty="0" err="1">
                <a:latin typeface="Alegreya Sans Medium" panose="00000600000000000000" pitchFamily="50" charset="0"/>
              </a:rPr>
              <a:t>Sión</a:t>
            </a:r>
            <a:r>
              <a:rPr lang="es-ES" sz="2200" dirty="0">
                <a:latin typeface="Alegreya Sans Medium" panose="00000600000000000000" pitchFamily="50" charset="0"/>
              </a:rPr>
              <a:t>                                     A            tu              Dios;</a:t>
            </a:r>
          </a:p>
          <a:p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 ¡Can - </a:t>
            </a:r>
            <a:r>
              <a:rPr lang="es-ES" sz="2200" i="1" dirty="0" err="1">
                <a:latin typeface="Alegreya Sans Medium" panose="00000600000000000000" pitchFamily="50" charset="0"/>
              </a:rPr>
              <a:t>ta</a:t>
            </a:r>
            <a:r>
              <a:rPr lang="es-ES" sz="2200" i="1" dirty="0">
                <a:latin typeface="Alegreya Sans Medium" panose="00000600000000000000" pitchFamily="50" charset="0"/>
              </a:rPr>
              <a:t>, Oh      </a:t>
            </a:r>
            <a:r>
              <a:rPr lang="es-ES" sz="2200" i="1" dirty="0" err="1">
                <a:latin typeface="Alegreya Sans Medium" panose="00000600000000000000" pitchFamily="50" charset="0"/>
              </a:rPr>
              <a:t>Sión</a:t>
            </a:r>
            <a:r>
              <a:rPr lang="es-ES" sz="2200" i="1" dirty="0">
                <a:latin typeface="Alegreya Sans Medium" panose="00000600000000000000" pitchFamily="50" charset="0"/>
              </a:rPr>
              <a:t>                                                A            tu          Dios;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215F2-FBBB-2578-D5BF-D46250A5E42F}"/>
              </a:ext>
            </a:extLst>
          </p:cNvPr>
          <p:cNvSpPr txBox="1"/>
          <p:nvPr/>
        </p:nvSpPr>
        <p:spPr>
          <a:xfrm>
            <a:off x="1110343" y="4942115"/>
            <a:ext cx="8033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Pa     -    </a:t>
            </a:r>
            <a:r>
              <a:rPr lang="en-US" sz="2200" dirty="0" err="1">
                <a:latin typeface="Alegreya Sans Medium" panose="00000600000000000000" pitchFamily="50" charset="0"/>
              </a:rPr>
              <a:t>ra</a:t>
            </a:r>
            <a:r>
              <a:rPr lang="en-US" sz="2200" dirty="0">
                <a:latin typeface="Alegreya Sans Medium" panose="00000600000000000000" pitchFamily="50" charset="0"/>
              </a:rPr>
              <a:t>          </a:t>
            </a:r>
            <a:r>
              <a:rPr lang="en-US" sz="2200" dirty="0" err="1">
                <a:latin typeface="Alegreya Sans Medium" panose="00000600000000000000" pitchFamily="50" charset="0"/>
              </a:rPr>
              <a:t>siem</a:t>
            </a:r>
            <a:r>
              <a:rPr lang="en-US" sz="2200" dirty="0">
                <a:latin typeface="Alegreya Sans Medium" panose="00000600000000000000" pitchFamily="50" charset="0"/>
              </a:rPr>
              <a:t>       -             pre          Rei    -    </a:t>
            </a:r>
            <a:r>
              <a:rPr lang="en-US" sz="2200" dirty="0" err="1">
                <a:latin typeface="Alegreya Sans Medium" panose="00000600000000000000" pitchFamily="50" charset="0"/>
              </a:rPr>
              <a:t>na</a:t>
            </a:r>
            <a:r>
              <a:rPr lang="en-US" sz="2200" dirty="0">
                <a:latin typeface="Alegreya Sans Medium" panose="00000600000000000000" pitchFamily="50" charset="0"/>
              </a:rPr>
              <a:t>     -     </a:t>
            </a:r>
            <a:r>
              <a:rPr lang="en-US" sz="2200" dirty="0" err="1">
                <a:latin typeface="Alegreya Sans Medium" panose="00000600000000000000" pitchFamily="50" charset="0"/>
              </a:rPr>
              <a:t>rá</a:t>
            </a:r>
            <a:r>
              <a:rPr lang="en-US" sz="2200" dirty="0">
                <a:latin typeface="Alegreya Sans Medium" panose="00000600000000000000" pitchFamily="50" charset="0"/>
              </a:rPr>
              <a:t>!</a:t>
            </a:r>
          </a:p>
          <a:p>
            <a:r>
              <a:rPr lang="pt-BR" sz="2200" dirty="0">
                <a:latin typeface="Alegreya Sans Medium" panose="00000600000000000000" pitchFamily="50" charset="0"/>
              </a:rPr>
              <a:t>                                  </a:t>
            </a:r>
            <a:r>
              <a:rPr lang="pt-BR" sz="2200" i="1" dirty="0" err="1">
                <a:latin typeface="Alegreya Sans Medium" panose="00000600000000000000" pitchFamily="50" charset="0"/>
              </a:rPr>
              <a:t>Pa</a:t>
            </a:r>
            <a:r>
              <a:rPr lang="pt-BR" sz="2200" i="1" dirty="0">
                <a:latin typeface="Alegreya Sans Medium" panose="00000600000000000000" pitchFamily="50" charset="0"/>
              </a:rPr>
              <a:t>      -     </a:t>
            </a:r>
            <a:r>
              <a:rPr lang="pt-BR" sz="2200" i="1" dirty="0" err="1">
                <a:latin typeface="Alegreya Sans Medium" panose="00000600000000000000" pitchFamily="50" charset="0"/>
              </a:rPr>
              <a:t>ra</a:t>
            </a:r>
            <a:r>
              <a:rPr lang="pt-BR" sz="2200" i="1" dirty="0">
                <a:latin typeface="Alegreya Sans Medium" panose="00000600000000000000" pitchFamily="50" charset="0"/>
              </a:rPr>
              <a:t>         siem   -      </a:t>
            </a:r>
            <a:r>
              <a:rPr lang="pt-BR" sz="2200" i="1" dirty="0" err="1">
                <a:latin typeface="Alegreya Sans Medium" panose="00000600000000000000" pitchFamily="50" charset="0"/>
              </a:rPr>
              <a:t>pre</a:t>
            </a:r>
            <a:r>
              <a:rPr lang="pt-BR" sz="2200" i="1" dirty="0">
                <a:latin typeface="Alegreya Sans Medium" panose="00000600000000000000" pitchFamily="50" charset="0"/>
              </a:rPr>
              <a:t>                               Rei    -    na     -     rá!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35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10D6B0-BBFF-4D27-E481-A446F4432B59}"/>
              </a:ext>
            </a:extLst>
          </p:cNvPr>
          <p:cNvSpPr txBox="1"/>
          <p:nvPr/>
        </p:nvSpPr>
        <p:spPr>
          <a:xfrm>
            <a:off x="1314994" y="1349829"/>
            <a:ext cx="73674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¡Al    -    </a:t>
            </a:r>
            <a:r>
              <a:rPr lang="es-ES" sz="2200" dirty="0" err="1">
                <a:latin typeface="Alegreya Sans Medium" panose="00000600000000000000" pitchFamily="50" charset="0"/>
              </a:rPr>
              <a:t>ma</a:t>
            </a:r>
            <a:r>
              <a:rPr lang="es-ES" sz="2200" dirty="0">
                <a:latin typeface="Alegreya Sans Medium" panose="00000600000000000000" pitchFamily="50" charset="0"/>
              </a:rPr>
              <a:t>          mí    -   a,  al   -   a      -      </a:t>
            </a:r>
            <a:r>
              <a:rPr lang="es-ES" sz="2200" dirty="0" err="1">
                <a:latin typeface="Alegreya Sans Medium" panose="00000600000000000000" pitchFamily="50" charset="0"/>
              </a:rPr>
              <a:t>ba</a:t>
            </a:r>
            <a:r>
              <a:rPr lang="es-ES" sz="2200" dirty="0">
                <a:latin typeface="Alegreya Sans Medium" panose="00000600000000000000" pitchFamily="50" charset="0"/>
              </a:rPr>
              <a:t>            a              Je    -   </a:t>
            </a:r>
            <a:r>
              <a:rPr lang="es-ES" sz="2200" dirty="0" err="1">
                <a:latin typeface="Alegreya Sans Medium" panose="00000600000000000000" pitchFamily="50" charset="0"/>
              </a:rPr>
              <a:t>ho</a:t>
            </a:r>
            <a:r>
              <a:rPr lang="es-ES" sz="2200" dirty="0">
                <a:latin typeface="Alegreya Sans Medium" panose="00000600000000000000" pitchFamily="50" charset="0"/>
              </a:rPr>
              <a:t>     -   </a:t>
            </a:r>
            <a:r>
              <a:rPr lang="es-ES" sz="2200" dirty="0" err="1">
                <a:latin typeface="Alegreya Sans Medium" panose="00000600000000000000" pitchFamily="50" charset="0"/>
              </a:rPr>
              <a:t>vá</a:t>
            </a:r>
            <a:r>
              <a:rPr lang="es-ES" sz="2200" dirty="0">
                <a:latin typeface="Alegreya Sans Medium" panose="00000600000000000000" pitchFamily="50" charset="0"/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6BBBA-C340-3A8F-2A4F-A81A377A764E}"/>
              </a:ext>
            </a:extLst>
          </p:cNvPr>
          <p:cNvSpPr txBox="1"/>
          <p:nvPr/>
        </p:nvSpPr>
        <p:spPr>
          <a:xfrm>
            <a:off x="931818" y="4097386"/>
            <a:ext cx="6945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legreya Sans Medium" panose="00000600000000000000" pitchFamily="50" charset="0"/>
              </a:rPr>
              <a:t>¡</a:t>
            </a:r>
            <a:r>
              <a:rPr lang="en-US" sz="2200" dirty="0" err="1">
                <a:latin typeface="Alegreya Sans Medium" panose="00000600000000000000" pitchFamily="50" charset="0"/>
              </a:rPr>
              <a:t>Siem</a:t>
            </a:r>
            <a:r>
              <a:rPr lang="en-US" sz="2200" dirty="0">
                <a:latin typeface="Alegreya Sans Medium" panose="00000600000000000000" pitchFamily="50" charset="0"/>
              </a:rPr>
              <a:t> - pre         can    -   ta     -    </a:t>
            </a:r>
            <a:r>
              <a:rPr lang="en-US" sz="2200" dirty="0" err="1">
                <a:latin typeface="Alegreya Sans Medium" panose="00000600000000000000" pitchFamily="50" charset="0"/>
              </a:rPr>
              <a:t>ré</a:t>
            </a:r>
            <a:r>
              <a:rPr lang="en-US" sz="2200" dirty="0">
                <a:latin typeface="Alegreya Sans Medium" panose="00000600000000000000" pitchFamily="50" charset="0"/>
              </a:rPr>
              <a:t>            al       SE   - ÑOR!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506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8107D4-A870-8232-AAC6-37BC66828265}"/>
              </a:ext>
            </a:extLst>
          </p:cNvPr>
          <p:cNvSpPr txBox="1"/>
          <p:nvPr/>
        </p:nvSpPr>
        <p:spPr>
          <a:xfrm>
            <a:off x="940527" y="1350110"/>
            <a:ext cx="80902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¡Si  a    -  </a:t>
            </a:r>
            <a:r>
              <a:rPr lang="es-ES" sz="2200" dirty="0" err="1">
                <a:latin typeface="Alegreya Sans Medium" panose="00000600000000000000" pitchFamily="50" charset="0"/>
              </a:rPr>
              <a:t>lien</a:t>
            </a:r>
            <a:r>
              <a:rPr lang="es-ES" sz="2200" dirty="0">
                <a:latin typeface="Alegreya Sans Medium" panose="00000600000000000000" pitchFamily="50" charset="0"/>
              </a:rPr>
              <a:t>    -    </a:t>
            </a:r>
            <a:r>
              <a:rPr lang="es-ES" sz="2200" dirty="0" err="1">
                <a:latin typeface="Alegreya Sans Medium" panose="00000600000000000000" pitchFamily="50" charset="0"/>
              </a:rPr>
              <a:t>to</a:t>
            </a:r>
            <a:r>
              <a:rPr lang="es-ES" sz="2200" dirty="0">
                <a:latin typeface="Alegreya Sans Medium" panose="00000600000000000000" pitchFamily="50" charset="0"/>
              </a:rPr>
              <a:t>  hay   en        mí,          has   -  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          el          </a:t>
            </a:r>
            <a:r>
              <a:rPr lang="es-ES" sz="2200" dirty="0" err="1">
                <a:latin typeface="Alegreya Sans Medium" panose="00000600000000000000" pitchFamily="50" charset="0"/>
              </a:rPr>
              <a:t>mo</a:t>
            </a:r>
            <a:r>
              <a:rPr lang="es-ES" sz="2200" dirty="0">
                <a:latin typeface="Alegreya Sans Medium" panose="00000600000000000000" pitchFamily="50" charset="0"/>
              </a:rPr>
              <a:t>  -   </a:t>
            </a:r>
            <a:r>
              <a:rPr lang="es-ES" sz="2200" dirty="0" err="1">
                <a:latin typeface="Alegreya Sans Medium" panose="00000600000000000000" pitchFamily="50" charset="0"/>
              </a:rPr>
              <a:t>rir</a:t>
            </a:r>
            <a:r>
              <a:rPr lang="es-ES" sz="2200" dirty="0">
                <a:latin typeface="Alegreya Sans Medium" panose="00000600000000000000" pitchFamily="50" charset="0"/>
              </a:rPr>
              <a:t>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47B298-89D8-E237-5854-B71F99B8D38E}"/>
              </a:ext>
            </a:extLst>
          </p:cNvPr>
          <p:cNvSpPr txBox="1"/>
          <p:nvPr/>
        </p:nvSpPr>
        <p:spPr>
          <a:xfrm>
            <a:off x="1084217" y="4140927"/>
            <a:ext cx="80902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Can  -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    -     </a:t>
            </a:r>
            <a:r>
              <a:rPr lang="es-ES" sz="2200" dirty="0" err="1">
                <a:latin typeface="Alegreya Sans Medium" panose="00000600000000000000" pitchFamily="50" charset="0"/>
              </a:rPr>
              <a:t>ré</a:t>
            </a:r>
            <a:r>
              <a:rPr lang="es-ES" sz="2200" dirty="0">
                <a:latin typeface="Alegreya Sans Medium" panose="00000600000000000000" pitchFamily="50" charset="0"/>
              </a:rPr>
              <a:t>                al        SE    -   ÑOR,                     al       SE    -   ÑOR!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2629</TotalTime>
  <Words>844</Words>
  <Application>Microsoft Office PowerPoint</Application>
  <PresentationFormat>On-screen Show (4:3)</PresentationFormat>
  <Paragraphs>74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15</cp:revision>
  <dcterms:created xsi:type="dcterms:W3CDTF">2019-09-13T22:29:37Z</dcterms:created>
  <dcterms:modified xsi:type="dcterms:W3CDTF">2026-09-19T23:49:01Z</dcterms:modified>
</cp:coreProperties>
</file>