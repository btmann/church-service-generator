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4" r:id="rId58"/>
    <p:sldId id="315" r:id="rId59"/>
    <p:sldId id="316" r:id="rId60"/>
    <p:sldId id="317" r:id="rId61"/>
    <p:sldId id="318" r:id="rId62"/>
    <p:sldId id="319" r:id="rId63"/>
    <p:sldId id="320" r:id="rId64"/>
    <p:sldId id="321" r:id="rId65"/>
    <p:sldId id="322" r:id="rId66"/>
    <p:sldId id="323" r:id="rId67"/>
    <p:sldId id="324" r:id="rId68"/>
    <p:sldId id="325" r:id="rId69"/>
    <p:sldId id="326" r:id="rId70"/>
    <p:sldId id="327" r:id="rId71"/>
    <p:sldId id="328" r:id="rId72"/>
    <p:sldId id="329" r:id="rId73"/>
    <p:sldId id="330" r:id="rId74"/>
    <p:sldId id="331" r:id="rId75"/>
    <p:sldId id="332" r:id="rId76"/>
    <p:sldId id="333" r:id="rId77"/>
    <p:sldId id="334" r:id="rId78"/>
    <p:sldId id="335" r:id="rId79"/>
    <p:sldId id="336" r:id="rId80"/>
    <p:sldId id="337" r:id="rId81"/>
    <p:sldId id="338" r:id="rId82"/>
    <p:sldId id="339" r:id="rId83"/>
    <p:sldId id="340" r:id="rId84"/>
    <p:sldId id="341" r:id="rId85"/>
    <p:sldId id="342" r:id="rId86"/>
    <p:sldId id="343" r:id="rId87"/>
    <p:sldId id="344" r:id="rId88"/>
    <p:sldId id="345" r:id="rId89"/>
    <p:sldId id="346" r:id="rId90"/>
    <p:sldId id="347" r:id="rId91"/>
    <p:sldId id="348" r:id="rId92"/>
    <p:sldId id="349" r:id="rId93"/>
    <p:sldId id="350" r:id="rId94"/>
    <p:sldId id="351" r:id="rId95"/>
    <p:sldId id="352" r:id="rId96"/>
    <p:sldId id="353" r:id="rId97"/>
    <p:sldId id="354" r:id="rId98"/>
    <p:sldId id="355" r:id="rId99"/>
    <p:sldId id="356" r:id="rId100"/>
    <p:sldId id="357" r:id="rId101"/>
    <p:sldId id="358" r:id="rId102"/>
    <p:sldId id="359" r:id="rId103"/>
    <p:sldId id="360" r:id="rId104"/>
    <p:sldId id="361" r:id="rId109"/>
    <p:sldId id="362" r:id="rId110"/>
    <p:sldId id="363" r:id="rId1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9" d="100"/>
          <a:sy n="89" d="100"/>
        </p:scale>
        <p:origin x="64" y="3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presProps" Target="presProps.xml"/><Relationship Id="rId106" Type="http://schemas.openxmlformats.org/officeDocument/2006/relationships/viewProps" Target="viewProps.xml"/><Relationship Id="rId107" Type="http://schemas.openxmlformats.org/officeDocument/2006/relationships/theme" Target="theme/theme1.xml"/><Relationship Id="rId108" Type="http://schemas.openxmlformats.org/officeDocument/2006/relationships/tableStyles" Target="tableStyles.xml"/><Relationship Id="rId109" Type="http://schemas.openxmlformats.org/officeDocument/2006/relationships/slide" Target="slides/slide104.xml"/><Relationship Id="rId110" Type="http://schemas.openxmlformats.org/officeDocument/2006/relationships/slide" Target="slides/slide105.xml"/><Relationship Id="rId111" Type="http://schemas.openxmlformats.org/officeDocument/2006/relationships/slide" Target="slides/slide10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945D1854-B63B-479B-8F14-2231609913B9}"/>
              </a:ext>
            </a:extLst>
          </p:cNvPr>
          <p:cNvSpPr>
            <a:spLocks noGrp="1"/>
          </p:cNvSpPr>
          <p:nvPr>
            <p:ph type="body" sz="quarter" idx="10" hasCustomPrompt="1"/>
          </p:nvPr>
        </p:nvSpPr>
        <p:spPr>
          <a:xfrm>
            <a:off x="631825" y="492125"/>
            <a:ext cx="5004100" cy="551671"/>
          </a:xfrm>
          <a:prstGeom prst="rect">
            <a:avLst/>
          </a:prstGeom>
        </p:spPr>
        <p:txBody>
          <a:bodyPr anchor="ctr"/>
          <a:lstStyle>
            <a:lvl1pPr marL="0" indent="0" algn="ctr">
              <a:buNone/>
              <a:defRPr/>
            </a:lvl1pPr>
          </a:lstStyle>
          <a:p>
            <a:pPr lvl="0"/>
            <a:r>
              <a:rPr lang="en-US" dirty="0"/>
              <a:t>English Reference</a:t>
            </a:r>
          </a:p>
        </p:txBody>
      </p:sp>
      <p:sp>
        <p:nvSpPr>
          <p:cNvPr id="10" name="Text Placeholder 9">
            <a:extLst>
              <a:ext uri="{FF2B5EF4-FFF2-40B4-BE49-F238E27FC236}">
                <a16:creationId xmlns:a16="http://schemas.microsoft.com/office/drawing/2014/main" id="{11F92B97-6C38-40F3-B893-2F80D14F5111}"/>
              </a:ext>
            </a:extLst>
          </p:cNvPr>
          <p:cNvSpPr>
            <a:spLocks noGrp="1"/>
          </p:cNvSpPr>
          <p:nvPr>
            <p:ph type="body" sz="quarter" idx="11" hasCustomPrompt="1"/>
          </p:nvPr>
        </p:nvSpPr>
        <p:spPr>
          <a:xfrm>
            <a:off x="6556075" y="492125"/>
            <a:ext cx="5004100" cy="551671"/>
          </a:xfrm>
          <a:prstGeom prst="rect">
            <a:avLst/>
          </a:prstGeom>
        </p:spPr>
        <p:txBody>
          <a:bodyPr anchor="ctr"/>
          <a:lstStyle>
            <a:lvl1pPr marL="0" indent="0" algn="ctr">
              <a:buNone/>
              <a:defRPr/>
            </a:lvl1pPr>
          </a:lstStyle>
          <a:p>
            <a:pPr lvl="0"/>
            <a:r>
              <a:rPr lang="en-US" dirty="0"/>
              <a:t>Spanish Reference</a:t>
            </a:r>
          </a:p>
        </p:txBody>
      </p:sp>
      <p:sp>
        <p:nvSpPr>
          <p:cNvPr id="12" name="Text Placeholder 11">
            <a:extLst>
              <a:ext uri="{FF2B5EF4-FFF2-40B4-BE49-F238E27FC236}">
                <a16:creationId xmlns:a16="http://schemas.microsoft.com/office/drawing/2014/main" id="{067D69CC-AC9F-417B-9783-221F373F7CCF}"/>
              </a:ext>
            </a:extLst>
          </p:cNvPr>
          <p:cNvSpPr>
            <a:spLocks noGrp="1"/>
          </p:cNvSpPr>
          <p:nvPr>
            <p:ph type="body" sz="quarter" idx="12" hasCustomPrompt="1"/>
          </p:nvPr>
        </p:nvSpPr>
        <p:spPr>
          <a:xfrm>
            <a:off x="631825" y="1258888"/>
            <a:ext cx="5003800" cy="5322887"/>
          </a:xfrm>
          <a:prstGeom prst="rect">
            <a:avLst/>
          </a:prstGeom>
        </p:spPr>
        <p:txBody>
          <a:bodyPr anchor="ctr"/>
          <a:lstStyle>
            <a:lvl1pPr marL="0" indent="0" algn="ctr">
              <a:buNone/>
              <a:defRPr/>
            </a:lvl1pPr>
          </a:lstStyle>
          <a:p>
            <a:pPr lvl="0"/>
            <a:r>
              <a:rPr lang="en-US" dirty="0"/>
              <a:t>English Text</a:t>
            </a:r>
          </a:p>
        </p:txBody>
      </p:sp>
      <p:sp>
        <p:nvSpPr>
          <p:cNvPr id="14" name="Text Placeholder 13">
            <a:extLst>
              <a:ext uri="{FF2B5EF4-FFF2-40B4-BE49-F238E27FC236}">
                <a16:creationId xmlns:a16="http://schemas.microsoft.com/office/drawing/2014/main" id="{E2833D55-CD49-4B4D-84F1-34FE1FE2AA39}"/>
              </a:ext>
            </a:extLst>
          </p:cNvPr>
          <p:cNvSpPr>
            <a:spLocks noGrp="1"/>
          </p:cNvSpPr>
          <p:nvPr>
            <p:ph type="body" sz="quarter" idx="13" hasCustomPrompt="1"/>
          </p:nvPr>
        </p:nvSpPr>
        <p:spPr>
          <a:xfrm>
            <a:off x="6556075" y="1258888"/>
            <a:ext cx="5004100" cy="5322887"/>
          </a:xfrm>
          <a:prstGeom prst="rect">
            <a:avLst/>
          </a:prstGeom>
        </p:spPr>
        <p:txBody>
          <a:bodyPr anchor="ctr"/>
          <a:lstStyle>
            <a:lvl1pPr marL="0" indent="0" algn="ctr">
              <a:buNone/>
              <a:defRPr/>
            </a:lvl1pPr>
          </a:lstStyle>
          <a:p>
            <a:pPr lvl="0"/>
            <a:r>
              <a:rPr lang="en-US" dirty="0"/>
              <a:t>Spanish Text</a:t>
            </a:r>
          </a:p>
        </p:txBody>
      </p:sp>
    </p:spTree>
    <p:extLst>
      <p:ext uri="{BB962C8B-B14F-4D97-AF65-F5344CB8AC3E}">
        <p14:creationId xmlns:p14="http://schemas.microsoft.com/office/powerpoint/2010/main" val="83628713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9655164"/>
      </p:ext>
    </p:extLst>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r>
              <a:rPr lang="en-US" dirty="0"/>
              <a:t>Isaiah 53:9-10a</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err="1"/>
              <a:t>Isaías</a:t>
            </a:r>
            <a:r>
              <a:rPr lang="en-US" dirty="0"/>
              <a:t> 53:9-10a</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r>
              <a:rPr lang="en-US" dirty="0"/>
              <a:t>And they made His grave with the wicked— But with the rich at His death, Because He had done no violence, Nor </a:t>
            </a:r>
            <a:r>
              <a:rPr lang="en-US" i="1" dirty="0"/>
              <a:t>was any</a:t>
            </a:r>
            <a:r>
              <a:rPr lang="en-US" dirty="0"/>
              <a:t> deceit in His mouth. When You make His soul an offering for sin,</a:t>
            </a:r>
            <a:br>
              <a:rPr lang="en-US" dirty="0"/>
            </a:br>
            <a:r>
              <a:rPr lang="en-US" dirty="0"/>
              <a:t>He shall see </a:t>
            </a:r>
            <a:r>
              <a:rPr lang="en-US" i="1" dirty="0"/>
              <a:t>His</a:t>
            </a:r>
            <a:r>
              <a:rPr lang="en-US" dirty="0"/>
              <a:t> seed,                                                 He shall prolong </a:t>
            </a:r>
            <a:r>
              <a:rPr lang="en-US" i="1" dirty="0"/>
              <a:t>His</a:t>
            </a:r>
            <a:r>
              <a:rPr lang="en-US" dirty="0"/>
              <a:t> days.</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n-US" dirty="0"/>
              <a:t>Y se </a:t>
            </a:r>
            <a:r>
              <a:rPr lang="en-US" dirty="0" err="1"/>
              <a:t>dispuso</a:t>
            </a:r>
            <a:r>
              <a:rPr lang="en-US" dirty="0"/>
              <a:t> con los </a:t>
            </a:r>
            <a:r>
              <a:rPr lang="en-US" dirty="0" err="1"/>
              <a:t>impíos</a:t>
            </a:r>
            <a:r>
              <a:rPr lang="en-US" dirty="0"/>
              <a:t> </a:t>
            </a:r>
            <a:r>
              <a:rPr lang="en-US" dirty="0" err="1"/>
              <a:t>su</a:t>
            </a:r>
            <a:r>
              <a:rPr lang="en-US" dirty="0"/>
              <a:t> </a:t>
            </a:r>
            <a:r>
              <a:rPr lang="en-US" dirty="0" err="1"/>
              <a:t>sepultura</a:t>
            </a:r>
            <a:r>
              <a:rPr lang="en-US" dirty="0"/>
              <a:t>, mas con los </a:t>
            </a:r>
            <a:r>
              <a:rPr lang="en-US" dirty="0" err="1"/>
              <a:t>ricos</a:t>
            </a:r>
            <a:r>
              <a:rPr lang="en-US" dirty="0"/>
              <a:t> </a:t>
            </a:r>
            <a:r>
              <a:rPr lang="en-US" dirty="0" err="1"/>
              <a:t>fue</a:t>
            </a:r>
            <a:r>
              <a:rPr lang="en-US" dirty="0"/>
              <a:t> </a:t>
            </a:r>
            <a:r>
              <a:rPr lang="en-US" dirty="0" err="1"/>
              <a:t>en</a:t>
            </a:r>
            <a:r>
              <a:rPr lang="en-US" dirty="0"/>
              <a:t> </a:t>
            </a:r>
            <a:r>
              <a:rPr lang="en-US" dirty="0" err="1"/>
              <a:t>su</a:t>
            </a:r>
            <a:r>
              <a:rPr lang="en-US" dirty="0"/>
              <a:t> </a:t>
            </a:r>
            <a:r>
              <a:rPr lang="en-US" dirty="0" err="1"/>
              <a:t>muerte</a:t>
            </a:r>
            <a:r>
              <a:rPr lang="en-US" dirty="0"/>
              <a:t>; </a:t>
            </a:r>
            <a:r>
              <a:rPr lang="en-US" dirty="0" err="1"/>
              <a:t>aunque</a:t>
            </a:r>
            <a:r>
              <a:rPr lang="en-US" dirty="0"/>
              <a:t> </a:t>
            </a:r>
            <a:r>
              <a:rPr lang="en-US" dirty="0" err="1"/>
              <a:t>nunca</a:t>
            </a:r>
            <a:r>
              <a:rPr lang="en-US" dirty="0"/>
              <a:t> </a:t>
            </a:r>
            <a:r>
              <a:rPr lang="en-US" dirty="0" err="1"/>
              <a:t>hizo</a:t>
            </a:r>
            <a:r>
              <a:rPr lang="en-US" dirty="0"/>
              <a:t> </a:t>
            </a:r>
            <a:r>
              <a:rPr lang="en-US" dirty="0" err="1"/>
              <a:t>maldad</a:t>
            </a:r>
            <a:r>
              <a:rPr lang="en-US" dirty="0"/>
              <a:t>, </a:t>
            </a:r>
            <a:r>
              <a:rPr lang="en-US" dirty="0" err="1"/>
              <a:t>ni</a:t>
            </a:r>
            <a:r>
              <a:rPr lang="en-US" dirty="0"/>
              <a:t> </a:t>
            </a:r>
            <a:r>
              <a:rPr lang="en-US" dirty="0" err="1"/>
              <a:t>hubo</a:t>
            </a:r>
            <a:r>
              <a:rPr lang="en-US" dirty="0"/>
              <a:t> </a:t>
            </a:r>
            <a:r>
              <a:rPr lang="en-US" dirty="0" err="1"/>
              <a:t>engaño</a:t>
            </a:r>
            <a:r>
              <a:rPr lang="en-US" dirty="0"/>
              <a:t> </a:t>
            </a:r>
            <a:r>
              <a:rPr lang="en-US" dirty="0" err="1"/>
              <a:t>en</a:t>
            </a:r>
            <a:r>
              <a:rPr lang="en-US" dirty="0"/>
              <a:t> </a:t>
            </a:r>
            <a:r>
              <a:rPr lang="en-US" dirty="0" err="1"/>
              <a:t>su</a:t>
            </a:r>
            <a:r>
              <a:rPr lang="en-US" dirty="0"/>
              <a:t> boca. </a:t>
            </a:r>
            <a:r>
              <a:rPr lang="en-US" baseline="30000" dirty="0"/>
              <a:t>10</a:t>
            </a:r>
            <a:r>
              <a:rPr lang="en-US" dirty="0"/>
              <a:t>Con </a:t>
            </a:r>
            <a:r>
              <a:rPr lang="en-US" dirty="0" err="1"/>
              <a:t>todo</a:t>
            </a:r>
            <a:r>
              <a:rPr lang="en-US" dirty="0"/>
              <a:t> </a:t>
            </a:r>
            <a:r>
              <a:rPr lang="en-US" dirty="0" err="1"/>
              <a:t>eso</a:t>
            </a:r>
            <a:r>
              <a:rPr lang="en-US" dirty="0"/>
              <a:t>, </a:t>
            </a:r>
            <a:r>
              <a:rPr lang="en-US" dirty="0" err="1"/>
              <a:t>Jehová</a:t>
            </a:r>
            <a:r>
              <a:rPr lang="en-US" dirty="0"/>
              <a:t> </a:t>
            </a:r>
            <a:r>
              <a:rPr lang="en-US" dirty="0" err="1"/>
              <a:t>quiso</a:t>
            </a:r>
            <a:r>
              <a:rPr lang="en-US" dirty="0"/>
              <a:t> </a:t>
            </a:r>
            <a:r>
              <a:rPr lang="en-US" dirty="0" err="1"/>
              <a:t>quebrantarlo</a:t>
            </a:r>
            <a:r>
              <a:rPr lang="en-US" dirty="0"/>
              <a:t>, </a:t>
            </a:r>
            <a:r>
              <a:rPr lang="en-US" dirty="0" err="1"/>
              <a:t>sujetándole</a:t>
            </a:r>
            <a:r>
              <a:rPr lang="en-US" dirty="0"/>
              <a:t> a </a:t>
            </a:r>
            <a:r>
              <a:rPr lang="en-US" dirty="0" err="1"/>
              <a:t>padecimiento</a:t>
            </a:r>
            <a:r>
              <a:rPr lang="en-US" dirty="0"/>
              <a:t>. </a:t>
            </a:r>
            <a:r>
              <a:rPr lang="en-US" dirty="0" err="1"/>
              <a:t>Cuando</a:t>
            </a:r>
            <a:r>
              <a:rPr lang="en-US" dirty="0"/>
              <a:t> </a:t>
            </a:r>
            <a:r>
              <a:rPr lang="en-US" dirty="0" err="1"/>
              <a:t>haya</a:t>
            </a:r>
            <a:r>
              <a:rPr lang="en-US" dirty="0"/>
              <a:t> </a:t>
            </a:r>
            <a:r>
              <a:rPr lang="en-US" dirty="0" err="1"/>
              <a:t>puesto</a:t>
            </a:r>
            <a:r>
              <a:rPr lang="en-US" dirty="0"/>
              <a:t> </a:t>
            </a:r>
            <a:r>
              <a:rPr lang="en-US" dirty="0" err="1"/>
              <a:t>su</a:t>
            </a:r>
            <a:r>
              <a:rPr lang="en-US" dirty="0"/>
              <a:t> </a:t>
            </a:r>
            <a:r>
              <a:rPr lang="en-US" dirty="0" err="1"/>
              <a:t>vida</a:t>
            </a:r>
            <a:r>
              <a:rPr lang="en-US" dirty="0"/>
              <a:t> </a:t>
            </a:r>
            <a:r>
              <a:rPr lang="en-US" dirty="0" err="1"/>
              <a:t>en</a:t>
            </a:r>
            <a:r>
              <a:rPr lang="en-US" dirty="0"/>
              <a:t> </a:t>
            </a:r>
            <a:r>
              <a:rPr lang="en-US" dirty="0" err="1"/>
              <a:t>expiación</a:t>
            </a:r>
            <a:r>
              <a:rPr lang="en-US" dirty="0"/>
              <a:t> por el </a:t>
            </a:r>
            <a:r>
              <a:rPr lang="en-US" dirty="0" err="1"/>
              <a:t>pecado</a:t>
            </a:r>
            <a:r>
              <a:rPr lang="en-US" dirty="0"/>
              <a:t>, </a:t>
            </a:r>
            <a:r>
              <a:rPr lang="en-US" dirty="0" err="1"/>
              <a:t>verá</a:t>
            </a:r>
            <a:r>
              <a:rPr lang="en-US" dirty="0"/>
              <a:t> </a:t>
            </a:r>
            <a:r>
              <a:rPr lang="en-US" dirty="0" err="1"/>
              <a:t>linaje</a:t>
            </a:r>
            <a:r>
              <a:rPr lang="en-US" dirty="0"/>
              <a:t>, </a:t>
            </a:r>
            <a:r>
              <a:rPr lang="en-US" dirty="0" err="1"/>
              <a:t>vivirá</a:t>
            </a:r>
            <a:r>
              <a:rPr lang="en-US" dirty="0"/>
              <a:t> por largos </a:t>
            </a:r>
            <a:r>
              <a:rPr lang="en-US" dirty="0" err="1"/>
              <a:t>días</a:t>
            </a:r>
            <a:r>
              <a:rPr lang="en-US" dirty="0"/>
              <a:t>.</a:t>
            </a:r>
          </a:p>
        </p:txBody>
      </p:sp>
    </p:spTree>
    <p:extLst>
      <p:ext uri="{BB962C8B-B14F-4D97-AF65-F5344CB8AC3E}">
        <p14:creationId xmlns:p14="http://schemas.microsoft.com/office/powerpoint/2010/main" val="2546940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r>
              <a:rPr lang="en-US" dirty="0"/>
              <a:t>Isaiah 53:10b-11</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err="1"/>
              <a:t>Isaías</a:t>
            </a:r>
            <a:r>
              <a:rPr lang="en-US" dirty="0"/>
              <a:t> 53:10b-11</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r>
              <a:rPr lang="en-US" dirty="0"/>
              <a:t>And the pleasure of the </a:t>
            </a:r>
            <a:r>
              <a:rPr lang="en-US" cap="small" dirty="0"/>
              <a:t>Lord</a:t>
            </a:r>
            <a:r>
              <a:rPr lang="en-US" dirty="0"/>
              <a:t> shall prosper in His hand. He shall see the labor of His soul,</a:t>
            </a:r>
            <a:r>
              <a:rPr lang="en-US" baseline="30000" dirty="0"/>
              <a:t> </a:t>
            </a:r>
            <a:r>
              <a:rPr lang="en-US" i="1" dirty="0"/>
              <a:t>and</a:t>
            </a:r>
            <a:r>
              <a:rPr lang="en-US" dirty="0"/>
              <a:t> be </a:t>
            </a:r>
            <a:r>
              <a:rPr lang="en-US"/>
              <a:t>satisfied.</a:t>
            </a:r>
          </a:p>
          <a:p>
            <a:r>
              <a:rPr lang="en-US"/>
              <a:t>By </a:t>
            </a:r>
            <a:r>
              <a:rPr lang="en-US" dirty="0"/>
              <a:t>His knowledge My righteous servant shall justify many, for He shall bear their iniquities.</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n-US" dirty="0"/>
              <a:t>Y la </a:t>
            </a:r>
            <a:r>
              <a:rPr lang="en-US" dirty="0" err="1"/>
              <a:t>voluntad</a:t>
            </a:r>
            <a:r>
              <a:rPr lang="en-US" dirty="0"/>
              <a:t> de </a:t>
            </a:r>
            <a:r>
              <a:rPr lang="en-US" dirty="0" err="1"/>
              <a:t>Jehová</a:t>
            </a:r>
            <a:r>
              <a:rPr lang="en-US" dirty="0"/>
              <a:t> </a:t>
            </a:r>
            <a:r>
              <a:rPr lang="en-US" dirty="0" err="1"/>
              <a:t>será</a:t>
            </a:r>
            <a:r>
              <a:rPr lang="en-US" dirty="0"/>
              <a:t> </a:t>
            </a:r>
            <a:r>
              <a:rPr lang="en-US" dirty="0" err="1"/>
              <a:t>en</a:t>
            </a:r>
            <a:r>
              <a:rPr lang="en-US" dirty="0"/>
              <a:t> </a:t>
            </a:r>
            <a:r>
              <a:rPr lang="en-US" dirty="0" err="1"/>
              <a:t>su</a:t>
            </a:r>
            <a:r>
              <a:rPr lang="en-US" dirty="0"/>
              <a:t> mano </a:t>
            </a:r>
            <a:r>
              <a:rPr lang="en-US" dirty="0" err="1"/>
              <a:t>prosperada</a:t>
            </a:r>
            <a:r>
              <a:rPr lang="en-US" dirty="0"/>
              <a:t>. </a:t>
            </a:r>
            <a:r>
              <a:rPr lang="en-US" dirty="0" err="1"/>
              <a:t>Verá</a:t>
            </a:r>
            <a:r>
              <a:rPr lang="en-US" dirty="0"/>
              <a:t> el </a:t>
            </a:r>
            <a:r>
              <a:rPr lang="en-US" dirty="0" err="1"/>
              <a:t>fruto</a:t>
            </a:r>
            <a:r>
              <a:rPr lang="en-US" dirty="0"/>
              <a:t> de la </a:t>
            </a:r>
            <a:r>
              <a:rPr lang="en-US" dirty="0" err="1"/>
              <a:t>aflicción</a:t>
            </a:r>
            <a:r>
              <a:rPr lang="en-US" dirty="0"/>
              <a:t> de </a:t>
            </a:r>
            <a:r>
              <a:rPr lang="en-US" dirty="0" err="1"/>
              <a:t>su</a:t>
            </a:r>
            <a:r>
              <a:rPr lang="en-US" dirty="0"/>
              <a:t> alma, y </a:t>
            </a:r>
            <a:r>
              <a:rPr lang="en-US" dirty="0" err="1"/>
              <a:t>quedará</a:t>
            </a:r>
            <a:r>
              <a:rPr lang="en-US" dirty="0"/>
              <a:t> </a:t>
            </a:r>
            <a:r>
              <a:rPr lang="en-US" dirty="0" err="1"/>
              <a:t>satisfecho</a:t>
            </a:r>
            <a:r>
              <a:rPr lang="en-US" dirty="0"/>
              <a:t>; por </a:t>
            </a:r>
            <a:r>
              <a:rPr lang="en-US" dirty="0" err="1"/>
              <a:t>su</a:t>
            </a:r>
            <a:r>
              <a:rPr lang="en-US" dirty="0"/>
              <a:t> </a:t>
            </a:r>
            <a:r>
              <a:rPr lang="en-US" dirty="0" err="1"/>
              <a:t>conocimiento</a:t>
            </a:r>
            <a:r>
              <a:rPr lang="en-US" dirty="0"/>
              <a:t> </a:t>
            </a:r>
            <a:r>
              <a:rPr lang="en-US" dirty="0" err="1"/>
              <a:t>justificará</a:t>
            </a:r>
            <a:r>
              <a:rPr lang="en-US" dirty="0"/>
              <a:t> mi </a:t>
            </a:r>
            <a:r>
              <a:rPr lang="en-US" dirty="0" err="1"/>
              <a:t>siervo</a:t>
            </a:r>
            <a:r>
              <a:rPr lang="en-US" dirty="0"/>
              <a:t> </a:t>
            </a:r>
            <a:r>
              <a:rPr lang="en-US" dirty="0" err="1"/>
              <a:t>justo</a:t>
            </a:r>
            <a:r>
              <a:rPr lang="en-US" dirty="0"/>
              <a:t> a </a:t>
            </a:r>
            <a:r>
              <a:rPr lang="en-US" dirty="0" err="1"/>
              <a:t>muchos</a:t>
            </a:r>
            <a:r>
              <a:rPr lang="en-US" dirty="0"/>
              <a:t>, y </a:t>
            </a:r>
            <a:r>
              <a:rPr lang="en-US" dirty="0" err="1"/>
              <a:t>llevará</a:t>
            </a:r>
            <a:r>
              <a:rPr lang="en-US" dirty="0"/>
              <a:t> las </a:t>
            </a:r>
            <a:r>
              <a:rPr lang="en-US" dirty="0" err="1"/>
              <a:t>iniquidades</a:t>
            </a:r>
            <a:r>
              <a:rPr lang="en-US" dirty="0"/>
              <a:t> de </a:t>
            </a:r>
            <a:r>
              <a:rPr lang="en-US" dirty="0" err="1"/>
              <a:t>ellos</a:t>
            </a:r>
            <a:r>
              <a:rPr lang="en-US" dirty="0"/>
              <a:t>.</a:t>
            </a:r>
          </a:p>
        </p:txBody>
      </p:sp>
    </p:spTree>
    <p:extLst>
      <p:ext uri="{BB962C8B-B14F-4D97-AF65-F5344CB8AC3E}">
        <p14:creationId xmlns:p14="http://schemas.microsoft.com/office/powerpoint/2010/main" val="168341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r>
              <a:rPr lang="en-US" dirty="0"/>
              <a:t>Isaiah 53:12</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err="1"/>
              <a:t>Isaías</a:t>
            </a:r>
            <a:r>
              <a:rPr lang="en-US" dirty="0"/>
              <a:t> 53:12</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r>
              <a:rPr lang="en-US" dirty="0"/>
              <a:t>Therefore I will divide Him a portion with the great,</a:t>
            </a:r>
            <a:br>
              <a:rPr lang="en-US" dirty="0"/>
            </a:br>
            <a:r>
              <a:rPr lang="en-US" dirty="0"/>
              <a:t>And He shall divide the spoil with the strong, because He poured out His soul unto death, and He was numbered with the transgressors, and He bore the sin of many, and made intercession for the transgressors.</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n-US" dirty="0"/>
              <a:t>Por tanto, </a:t>
            </a:r>
            <a:r>
              <a:rPr lang="en-US" dirty="0" err="1"/>
              <a:t>yo</a:t>
            </a:r>
            <a:r>
              <a:rPr lang="en-US" dirty="0"/>
              <a:t> le </a:t>
            </a:r>
            <a:r>
              <a:rPr lang="en-US" dirty="0" err="1"/>
              <a:t>daré</a:t>
            </a:r>
            <a:r>
              <a:rPr lang="en-US" dirty="0"/>
              <a:t> </a:t>
            </a:r>
            <a:r>
              <a:rPr lang="en-US" dirty="0" err="1"/>
              <a:t>parte</a:t>
            </a:r>
            <a:r>
              <a:rPr lang="en-US" dirty="0"/>
              <a:t> con los </a:t>
            </a:r>
            <a:r>
              <a:rPr lang="en-US" dirty="0" err="1"/>
              <a:t>grandes</a:t>
            </a:r>
            <a:r>
              <a:rPr lang="en-US" dirty="0"/>
              <a:t>, y con los </a:t>
            </a:r>
            <a:r>
              <a:rPr lang="en-US" dirty="0" err="1"/>
              <a:t>fuertes</a:t>
            </a:r>
            <a:r>
              <a:rPr lang="en-US" dirty="0"/>
              <a:t> </a:t>
            </a:r>
            <a:r>
              <a:rPr lang="en-US" dirty="0" err="1"/>
              <a:t>repartirá</a:t>
            </a:r>
            <a:r>
              <a:rPr lang="en-US" dirty="0"/>
              <a:t> </a:t>
            </a:r>
            <a:r>
              <a:rPr lang="en-US" dirty="0" err="1"/>
              <a:t>despojos</a:t>
            </a:r>
            <a:r>
              <a:rPr lang="en-US" dirty="0"/>
              <a:t>; por </a:t>
            </a:r>
            <a:r>
              <a:rPr lang="en-US" dirty="0" err="1"/>
              <a:t>cuanto</a:t>
            </a:r>
            <a:r>
              <a:rPr lang="en-US" dirty="0"/>
              <a:t> </a:t>
            </a:r>
            <a:r>
              <a:rPr lang="en-US" dirty="0" err="1"/>
              <a:t>derramó</a:t>
            </a:r>
            <a:r>
              <a:rPr lang="en-US" dirty="0"/>
              <a:t> </a:t>
            </a:r>
            <a:r>
              <a:rPr lang="en-US" dirty="0" err="1"/>
              <a:t>su</a:t>
            </a:r>
            <a:r>
              <a:rPr lang="en-US" dirty="0"/>
              <a:t> </a:t>
            </a:r>
            <a:r>
              <a:rPr lang="en-US" dirty="0" err="1"/>
              <a:t>vida</a:t>
            </a:r>
            <a:r>
              <a:rPr lang="en-US" dirty="0"/>
              <a:t> hasta la </a:t>
            </a:r>
            <a:r>
              <a:rPr lang="en-US" dirty="0" err="1"/>
              <a:t>muerte</a:t>
            </a:r>
            <a:r>
              <a:rPr lang="en-US" dirty="0"/>
              <a:t>, y </a:t>
            </a:r>
            <a:r>
              <a:rPr lang="en-US" dirty="0" err="1"/>
              <a:t>fue</a:t>
            </a:r>
            <a:r>
              <a:rPr lang="en-US" dirty="0"/>
              <a:t> </a:t>
            </a:r>
            <a:r>
              <a:rPr lang="en-US" dirty="0" err="1"/>
              <a:t>contado</a:t>
            </a:r>
            <a:r>
              <a:rPr lang="en-US" dirty="0"/>
              <a:t> con los </a:t>
            </a:r>
            <a:r>
              <a:rPr lang="en-US" dirty="0" err="1"/>
              <a:t>pecadores</a:t>
            </a:r>
            <a:r>
              <a:rPr lang="en-US" dirty="0"/>
              <a:t>, </a:t>
            </a:r>
            <a:r>
              <a:rPr lang="en-US" dirty="0" err="1"/>
              <a:t>habiendo</a:t>
            </a:r>
            <a:r>
              <a:rPr lang="en-US" dirty="0"/>
              <a:t> </a:t>
            </a:r>
            <a:r>
              <a:rPr lang="en-US" dirty="0" err="1"/>
              <a:t>él</a:t>
            </a:r>
            <a:r>
              <a:rPr lang="en-US" dirty="0"/>
              <a:t> </a:t>
            </a:r>
            <a:r>
              <a:rPr lang="en-US" dirty="0" err="1"/>
              <a:t>llevado</a:t>
            </a:r>
            <a:r>
              <a:rPr lang="en-US" dirty="0"/>
              <a:t> el </a:t>
            </a:r>
            <a:r>
              <a:rPr lang="en-US" dirty="0" err="1"/>
              <a:t>pecado</a:t>
            </a:r>
            <a:r>
              <a:rPr lang="en-US" dirty="0"/>
              <a:t> de </a:t>
            </a:r>
            <a:r>
              <a:rPr lang="en-US" dirty="0" err="1"/>
              <a:t>muchos</a:t>
            </a:r>
            <a:r>
              <a:rPr lang="en-US" dirty="0"/>
              <a:t>, y </a:t>
            </a:r>
            <a:r>
              <a:rPr lang="en-US" dirty="0" err="1"/>
              <a:t>orado</a:t>
            </a:r>
            <a:r>
              <a:rPr lang="en-US" dirty="0"/>
              <a:t> por los </a:t>
            </a:r>
            <a:r>
              <a:rPr lang="en-US" dirty="0" err="1"/>
              <a:t>transgresores</a:t>
            </a:r>
            <a:r>
              <a:rPr lang="en-US" dirty="0"/>
              <a:t>.</a:t>
            </a:r>
          </a:p>
        </p:txBody>
      </p:sp>
    </p:spTree>
    <p:extLst>
      <p:ext uri="{BB962C8B-B14F-4D97-AF65-F5344CB8AC3E}">
        <p14:creationId xmlns:p14="http://schemas.microsoft.com/office/powerpoint/2010/main" val="2001646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r>
              <a:rPr lang="en-US" dirty="0"/>
              <a:t>John 10:11-18</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a:t>Juan 10:11-18</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I am the good shepherd; the good shepherd lays down His life for the sheep. He who is a hired hand, and not a shepherd, who is not the owner of the sheep, sees the wolf coming, and leaves the sheep and flees, and the wolf snatches them and scatters them. He flees because he is a hired hand and is not concerned about the sheep. I am the good shepherd, and I know My own and My own know Me, even as the Father knows Me and I know the Father; and I lay down My life for the sheep. I have other sheep, which are not of this fold; I must bring them also, and they will hear My voice; and they will become one flock with one shepherd. For this reason the Father loves Me, because I lay down My life so that I may take it again. No one has taken it away from Me, but I lay it down on My own initiative. I have authority to lay it down, and I have authority to take it up again. This commandment I received from My Father.</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Yo soy el buen pastor; el buen pastor su vida da por las ovejas. Mas el asalariado, y que no es el pastor, de quien no son propias las ovejas, ve venir al lobo y deja las ovejas y huye, y el lobo arrebata las ovejas y las dispersa. Así que el asalariado huye, porque es asalariado, y no le importan las ovejas. Yo soy el buen pastor; y conozco mis ovejas, y las mías me conocen, así como el Padre me conoce, y yo conozco al Padre; y pongo mi vida por las ovejas. También tengo otras ovejas que no son de este redil; aquéllas también debo traer, y oirán mi voz; y habrá un rebaño, y un pastor. Por eso me ama el Padre, porque yo pongo mi vida, para volverla a tomar. Nadie me la quita, sino que yo de mí mismo la pongo. Tengo poder para ponerla, y tengo poder para volverla a tomar. Este mandamiento recibí de mi Padre.</a:t>
            </a:r>
            <a:endParaRPr lang="en-US" sz="1800" dirty="0"/>
          </a:p>
        </p:txBody>
      </p:sp>
    </p:spTree>
    <p:extLst>
      <p:ext uri="{BB962C8B-B14F-4D97-AF65-F5344CB8AC3E}">
        <p14:creationId xmlns:p14="http://schemas.microsoft.com/office/powerpoint/2010/main" val="2106518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1 Corinthians 11:23-26</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a:t>1 </a:t>
            </a:r>
            <a:r>
              <a:rPr lang="en-US" dirty="0" err="1"/>
              <a:t>Corintios</a:t>
            </a:r>
            <a:r>
              <a:rPr lang="en-US" dirty="0"/>
              <a:t> 11:23-26</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For I received from the Lord what I also delivered to you, that the Lord Jesus on the night when he was betrayed took bread, and when he had given thanks, he broke it, and said, “This is my body, which is for you. Do this in remembrance of me.”  In the same way also he took the cup, after supper, saying, “This cup is the new covenant in my blood. Do this, as often as you drink it, in remembrance of me.” For as often as you eat this bread and drink the cup, you proclaim the Lord’s death until he comes.</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Porque yo recibí del Señor lo que también os he enseñado: Que el Señor Jesús, la noche que fue entregado, tomó pan; y habiendo dado gracias, lo partió, y dijo: Tomad, comed; esto es mi cuerpo que por vosotros es partido; haced esto en memoria de mí. </a:t>
            </a:r>
            <a:r>
              <a:rPr lang="es-ES" sz="1800"/>
              <a:t>Asimismo </a:t>
            </a:r>
            <a:r>
              <a:rPr lang="es-ES" sz="1800" dirty="0"/>
              <a:t>tomó también la copa, después de haber cenado, diciendo: Esta copa es el nuevo pacto en mi sangre; haced esto todas las veces que la bebiereis, en memoria de mí</a:t>
            </a:r>
            <a:r>
              <a:rPr lang="es-ES" sz="1800"/>
              <a:t>. Así</a:t>
            </a:r>
            <a:r>
              <a:rPr lang="es-ES" sz="1800" dirty="0"/>
              <a:t>, pues, todas las veces que comiereis este pan, y bebiereis esta copa, la muerte del Señor anunciáis hasta que él venga.</a:t>
            </a:r>
            <a:endParaRPr lang="en-US" sz="1800" dirty="0"/>
          </a:p>
        </p:txBody>
      </p:sp>
    </p:spTree>
    <p:extLst>
      <p:ext uri="{BB962C8B-B14F-4D97-AF65-F5344CB8AC3E}">
        <p14:creationId xmlns:p14="http://schemas.microsoft.com/office/powerpoint/2010/main" val="2716442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2 Corinthians 5:20-21</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a:t>2 </a:t>
            </a:r>
            <a:r>
              <a:rPr lang="en-US" dirty="0" err="1"/>
              <a:t>Corintios</a:t>
            </a:r>
            <a:r>
              <a:rPr lang="en-US" dirty="0"/>
              <a:t> 5:20-21</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Therefore, we are ambassadors for Christ, as though God were making an appeal through us; we beg you on behalf of Christ, be reconciled to God.  He made Him who knew no sin to be sin on our behalf, so that we might become the righteousness of God in Him.</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Así que, somos embajadores en nombre de Cristo, como si Dios rogase por medio de nosotros; os rogamos en nombre de Cristo: Reconciliaos con Dios</a:t>
            </a:r>
            <a:r>
              <a:rPr lang="es-ES" sz="1800"/>
              <a:t>. Al </a:t>
            </a:r>
            <a:r>
              <a:rPr lang="es-ES" sz="1800" dirty="0"/>
              <a:t>que no conoció pecado, por nosotros lo hizo pecado, para que nosotros fuésemos hechos justicia de Dios en él.</a:t>
            </a:r>
            <a:endParaRPr lang="en-US" sz="1800" dirty="0"/>
          </a:p>
        </p:txBody>
      </p:sp>
    </p:spTree>
    <p:extLst>
      <p:ext uri="{BB962C8B-B14F-4D97-AF65-F5344CB8AC3E}">
        <p14:creationId xmlns:p14="http://schemas.microsoft.com/office/powerpoint/2010/main" val="33663519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Luke 23:47</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pPr marL="27675"/>
            <a:r>
              <a:rPr lang="en-US" dirty="0"/>
              <a:t>Lucas 23:47</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So when the centurion saw what had happened, he glorified God, saying, "Certainly this was a righteous Man!"</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Cuando el centurión vio lo que había acontecido, dio gloria a Dios, diciendo: Verdaderamente este hombre era justo.</a:t>
            </a:r>
            <a:endParaRPr lang="en-US" sz="1800" dirty="0"/>
          </a:p>
        </p:txBody>
      </p:sp>
    </p:spTree>
    <p:extLst>
      <p:ext uri="{BB962C8B-B14F-4D97-AF65-F5344CB8AC3E}">
        <p14:creationId xmlns:p14="http://schemas.microsoft.com/office/powerpoint/2010/main" val="32019771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Hebrews 10:11-14</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pPr marL="27675"/>
            <a:r>
              <a:rPr lang="en-US" dirty="0" err="1"/>
              <a:t>Hebreos</a:t>
            </a:r>
            <a:r>
              <a:rPr lang="en-US" dirty="0"/>
              <a:t> 10:11-14</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Every priest stands daily ministering and offering time after time the same sacrifices, which can never take away sins; but He, having offered one sacrifice for sins for all time, SAT DOWN AT THE RIGHT HAND OF GOD, waiting from that time onward UNTIL HIS ENEMIES BE MADE A FOOTSTOOL FOR HIS FEET. For by one offering He has perfected for all time those who are sanctified.</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Y ciertamente todo sacerdote está día tras día ministrando y ofreciendo muchas veces los mismos sacrificios, que nunca pueden quitar los pecados; pero Cristo, habiendo ofrecido una vez para siempre un solo sacrificio por los pecados, se ha sentado a la diestra de Dios, de ahí en adelante esperando hasta que sus enemigos sean puestos por estrado de sus pies; porque con una sola ofrenda hizo perfectos para siempre a los santificados.</a:t>
            </a:r>
            <a:endParaRPr lang="en-US" sz="1800" dirty="0"/>
          </a:p>
        </p:txBody>
      </p:sp>
    </p:spTree>
    <p:extLst>
      <p:ext uri="{BB962C8B-B14F-4D97-AF65-F5344CB8AC3E}">
        <p14:creationId xmlns:p14="http://schemas.microsoft.com/office/powerpoint/2010/main" val="2369442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Ephesians 2:1-5</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pPr marL="27675"/>
            <a:r>
              <a:rPr lang="en-US" dirty="0" err="1"/>
              <a:t>Efesios</a:t>
            </a:r>
            <a:r>
              <a:rPr lang="en-US"/>
              <a:t> 2:1-5</a:t>
            </a:r>
            <a:endParaRPr lang="en-US" dirty="0"/>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And you were dead in the trespasses and sins in which you once walked, following the course of this world, following the prince of the power of the air, the spirit that is now at work in the sons of disobedience – among whom we all once lived in the passions of our flesh, carrying out the desires of the body and the mind, and were by nature children of wrath, like the rest of mankind. But God, being rich in mercy, because of the great love with which he loved us, even when we were dead in our trespasses, made us alive together with Christ – by grace you have been saved –</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Y él os dio vida a vosotros, cuando estabais muertos en vuestros delitos y pecados, en los cuales anduvisteis en otro tiempo, siguiendo la corriente de este mundo, conforme al príncipe de la potestad del aire, el espíritu que ahora opera en los hijos de desobediencia, entre los cuales también todos nosotros vivimos en otro tiempo en los deseos de nuestra carne, haciendo la voluntad de la carne y de los pensamientos, y éramos por naturaleza hijos de ira, lo mismo que los demás. Pero Dios, que es rico en misericordia, por su gran amor con que nos amó, aun estando nosotros muertos en pecados, nos dio vida juntamente con Cristo (por gracia sois salvos),</a:t>
            </a:r>
            <a:endParaRPr lang="en-US" sz="1800" dirty="0"/>
          </a:p>
        </p:txBody>
      </p:sp>
    </p:spTree>
    <p:extLst>
      <p:ext uri="{BB962C8B-B14F-4D97-AF65-F5344CB8AC3E}">
        <p14:creationId xmlns:p14="http://schemas.microsoft.com/office/powerpoint/2010/main" val="5351685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John 20:27-29</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pPr marL="27675"/>
            <a:r>
              <a:rPr lang="en-US" dirty="0"/>
              <a:t>Juan 20:27-29</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Then He said to Thomas, "Reach your finger here, and look at My hands; and reach your hand </a:t>
            </a:r>
            <a:r>
              <a:rPr lang="en-US" sz="1800" i="1" dirty="0"/>
              <a:t>here</a:t>
            </a:r>
            <a:r>
              <a:rPr lang="en-US" sz="1800" dirty="0"/>
              <a:t>, and put </a:t>
            </a:r>
            <a:r>
              <a:rPr lang="en-US" sz="1800" i="1" dirty="0"/>
              <a:t>it</a:t>
            </a:r>
            <a:r>
              <a:rPr lang="en-US" sz="1800" dirty="0"/>
              <a:t> into My side. Do not be unbelieving, but believing." And Thomas answered and said to Him, "My Lord and my God!" Jesus said to him, "Thomas, because you have seen Me, you have believed. Blessed </a:t>
            </a:r>
            <a:r>
              <a:rPr lang="en-US" sz="1800" i="1" dirty="0"/>
              <a:t>are</a:t>
            </a:r>
            <a:r>
              <a:rPr lang="en-US" sz="1800" dirty="0"/>
              <a:t> those who have not seen and </a:t>
            </a:r>
            <a:r>
              <a:rPr lang="en-US" sz="1800" i="1" dirty="0"/>
              <a:t>yet</a:t>
            </a:r>
            <a:r>
              <a:rPr lang="en-US" sz="1800" dirty="0"/>
              <a:t> have believed."</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Luego dijo a Tomás: Pon aquí tu dedo, y mira mis manos; y acerca tu mano, y métela en mi costado; y no seas incrédulo, sino creyente. Entonces Tomás respondió y le dijo: ¡Señor mío, y Dios mío! Jesús le dijo: Porque me has visto, Tomás, creíste; bienaventurados los que no vieron, y creyeron.</a:t>
            </a:r>
            <a:endParaRPr lang="en-US" sz="1800" dirty="0"/>
          </a:p>
        </p:txBody>
      </p:sp>
    </p:spTree>
    <p:extLst>
      <p:ext uri="{BB962C8B-B14F-4D97-AF65-F5344CB8AC3E}">
        <p14:creationId xmlns:p14="http://schemas.microsoft.com/office/powerpoint/2010/main" val="35573724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Galatians 2:20</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err="1"/>
              <a:t>Gálatas</a:t>
            </a:r>
            <a:r>
              <a:rPr lang="en-US" dirty="0"/>
              <a:t> 2:20</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“I have been crucified with Christ; it is no longer I who live, but Christ lives in me; and the </a:t>
            </a:r>
            <a:r>
              <a:rPr lang="en-US" sz="1800" i="1" dirty="0"/>
              <a:t>life</a:t>
            </a:r>
            <a:r>
              <a:rPr lang="en-US" sz="1800" dirty="0"/>
              <a:t> which I now live in the flesh I live by faith in the Son of God, who loved me and gave Himself for me.”</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Con Cristo estoy juntamente crucificado, y ya no vivo yo, mas vive Cristo en mí; y lo que ahora vivo en la carne, lo vivo en la fe del Hijo de Dios, el cual me amó y se entregó a sí mismo por mí.</a:t>
            </a:r>
            <a:endParaRPr lang="en-US" sz="1800" dirty="0"/>
          </a:p>
        </p:txBody>
      </p:sp>
    </p:spTree>
    <p:extLst>
      <p:ext uri="{BB962C8B-B14F-4D97-AF65-F5344CB8AC3E}">
        <p14:creationId xmlns:p14="http://schemas.microsoft.com/office/powerpoint/2010/main" val="26384287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Matthew 27:45-50</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pPr marL="27675"/>
            <a:r>
              <a:rPr lang="en-US" dirty="0"/>
              <a:t>Mateo 27:45-50</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Now from the sixth hour until the ninth hour there was darkness over all the land. And about the ninth hour Jesus cried out with a loud voice, saying, "Eli, Eli, lama </a:t>
            </a:r>
            <a:r>
              <a:rPr lang="en-US" sz="1800" dirty="0" err="1"/>
              <a:t>sabachthani</a:t>
            </a:r>
            <a:r>
              <a:rPr lang="en-US" sz="1800" dirty="0"/>
              <a:t>?" that is, "My God, My God, why have You forsaken Me?" Some of those who stood there, when they heard </a:t>
            </a:r>
            <a:r>
              <a:rPr lang="en-US" sz="1800" i="1" dirty="0"/>
              <a:t>that</a:t>
            </a:r>
            <a:r>
              <a:rPr lang="en-US" sz="1800" dirty="0"/>
              <a:t>, said, "This Man is calling for Elijah!" Immediately one of them ran and took a sponge, filled </a:t>
            </a:r>
            <a:r>
              <a:rPr lang="en-US" sz="1800" i="1" dirty="0"/>
              <a:t>it</a:t>
            </a:r>
            <a:r>
              <a:rPr lang="en-US" sz="1800" dirty="0"/>
              <a:t> with sour wine and put </a:t>
            </a:r>
            <a:r>
              <a:rPr lang="en-US" sz="1800" i="1" dirty="0"/>
              <a:t>it</a:t>
            </a:r>
            <a:r>
              <a:rPr lang="en-US" sz="1800" dirty="0"/>
              <a:t> on a reed, and offered it to Him to drink. The rest said, "Let Him alone; let us see if Elijah will come to save Him." And Jesus cried out again with a loud voice, and yielded up His spirit.</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Y desde la hora sexta hubo tinieblas sobre toda la tierra hasta la hora novena. Cerca de la hora novena, Jesús clamó a gran voz, diciendo: Elí, Elí, ¿lama </a:t>
            </a:r>
            <a:r>
              <a:rPr lang="es-ES" sz="1800" dirty="0" err="1"/>
              <a:t>sabactani</a:t>
            </a:r>
            <a:r>
              <a:rPr lang="es-ES" sz="1800" dirty="0"/>
              <a:t>? Esto es: Dios mío, Dios mío, ¿por qué me has desamparado? Algunos de los que estaban allí decían, al oírlo: A Elías llama éste. Y al instante, corriendo uno de ellos, tomó una esponja, y la empapó de vinagre, y poniéndola en una caña, le dio a beber. Pero los otros decían: Deja, veamos si viene Elías a librarle. Mas Jesús, habiendo otra vez clamado a gran voz, entregó el espíritu.</a:t>
            </a:r>
            <a:endParaRPr lang="en-US" sz="1800" dirty="0"/>
          </a:p>
        </p:txBody>
      </p:sp>
    </p:spTree>
    <p:extLst>
      <p:ext uri="{BB962C8B-B14F-4D97-AF65-F5344CB8AC3E}">
        <p14:creationId xmlns:p14="http://schemas.microsoft.com/office/powerpoint/2010/main" val="16082662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Hebrews 4:15-16</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pPr marL="27675"/>
            <a:r>
              <a:rPr lang="en-US" dirty="0" err="1"/>
              <a:t>Hebreos</a:t>
            </a:r>
            <a:r>
              <a:rPr lang="en-US" dirty="0"/>
              <a:t> 4:15-16</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For we do not have a High Priest who cannot sympathize with our weaknesses, but was in all </a:t>
            </a:r>
            <a:r>
              <a:rPr lang="en-US" sz="1800" i="1" dirty="0"/>
              <a:t>points</a:t>
            </a:r>
            <a:r>
              <a:rPr lang="en-US" sz="1800" dirty="0"/>
              <a:t> tempted as </a:t>
            </a:r>
            <a:r>
              <a:rPr lang="en-US" sz="1800" i="1" dirty="0"/>
              <a:t>we are, yet</a:t>
            </a:r>
            <a:r>
              <a:rPr lang="en-US" sz="1800" dirty="0"/>
              <a:t> without sin. Let us therefore come boldly to the throne of grace, that we may obtain mercy and find grace to help in time of need.</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Porque no tenemos un sumo sacerdote que no pueda compadecerse de nuestras debilidades, sino uno que fue tentado en todo según nuestra semejanza, pero sin pecado. Acerquémonos, pues, confiadamente al trono de la gracia, para alcanzar misericordia y hallar gracia para el oportuno socorro.</a:t>
            </a:r>
            <a:endParaRPr lang="en-US" sz="1800" dirty="0"/>
          </a:p>
        </p:txBody>
      </p:sp>
    </p:spTree>
    <p:extLst>
      <p:ext uri="{BB962C8B-B14F-4D97-AF65-F5344CB8AC3E}">
        <p14:creationId xmlns:p14="http://schemas.microsoft.com/office/powerpoint/2010/main" val="19935996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1 Peter 2:25, 1:18-19</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pPr marL="27675"/>
            <a:r>
              <a:rPr lang="en-US" dirty="0"/>
              <a:t>1 Pedro 2:25, 1:18-19</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For you were like sheep going astray, but have now returned to the Shepherd and Overseer of your souls.</a:t>
            </a:r>
          </a:p>
          <a:p>
            <a:pPr marL="27675" algn="just"/>
            <a:endParaRPr lang="en-US" sz="1800" dirty="0"/>
          </a:p>
          <a:p>
            <a:pPr marL="27675" algn="just"/>
            <a:r>
              <a:rPr lang="en-US" sz="1800"/>
              <a:t>… knowing </a:t>
            </a:r>
            <a:r>
              <a:rPr lang="en-US" sz="1800" dirty="0"/>
              <a:t>that you were not redeemed with corruptible things, </a:t>
            </a:r>
            <a:r>
              <a:rPr lang="en-US" sz="1800" i="1" dirty="0"/>
              <a:t>like</a:t>
            </a:r>
            <a:r>
              <a:rPr lang="en-US" sz="1800" dirty="0"/>
              <a:t> silver or gold, from your aimless conduct </a:t>
            </a:r>
            <a:r>
              <a:rPr lang="en-US" sz="1800" i="1" dirty="0"/>
              <a:t>received</a:t>
            </a:r>
            <a:r>
              <a:rPr lang="en-US" sz="1800" dirty="0"/>
              <a:t> by tradition from your fathers, but with the precious blood of Christ, as of a lamb without blemish and without spot.</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Porque vosotros erais como ovejas descarriadas, pero ahora habéis vuelto al Pastor y Obispo de vuestras almas.</a:t>
            </a:r>
          </a:p>
          <a:p>
            <a:endParaRPr lang="es-ES" sz="1800" dirty="0"/>
          </a:p>
          <a:p>
            <a:r>
              <a:rPr lang="es-ES" sz="1800" dirty="0"/>
              <a:t>… sabiendo que fuisteis rescatados de vuestra vana manera de vivir, la cual recibisteis de vuestros padres, no con cosas corruptibles, como oro o plata, sino con la sangre preciosa de Cristo, como de un cordero sin mancha y sin contaminación,</a:t>
            </a:r>
            <a:endParaRPr lang="en-US" sz="1800" dirty="0"/>
          </a:p>
        </p:txBody>
      </p:sp>
    </p:spTree>
    <p:extLst>
      <p:ext uri="{BB962C8B-B14F-4D97-AF65-F5344CB8AC3E}">
        <p14:creationId xmlns:p14="http://schemas.microsoft.com/office/powerpoint/2010/main" val="11672533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r>
              <a:rPr lang="en-US" dirty="0"/>
              <a:t>Isaiah 53:4-6</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err="1"/>
              <a:t>Isaías</a:t>
            </a:r>
            <a:r>
              <a:rPr lang="en-US" dirty="0"/>
              <a:t> 53:4-6</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r>
              <a:rPr lang="en-US" sz="2400" dirty="0"/>
              <a:t>Surely He has borne our griefs And carried our sorrows; Yet we esteemed Him stricken, Smitten by God, and afflicted. But He </a:t>
            </a:r>
            <a:r>
              <a:rPr lang="en-US" sz="2400" i="1" dirty="0"/>
              <a:t>was</a:t>
            </a:r>
            <a:r>
              <a:rPr lang="en-US" sz="2400" dirty="0"/>
              <a:t> wounded for our transgressions, </a:t>
            </a:r>
            <a:r>
              <a:rPr lang="en-US" sz="2400" i="1" dirty="0"/>
              <a:t>He was</a:t>
            </a:r>
            <a:r>
              <a:rPr lang="en-US" sz="2400" dirty="0"/>
              <a:t> bruised for our iniquities; The chastisement for our peace </a:t>
            </a:r>
            <a:r>
              <a:rPr lang="en-US" sz="2400" i="1" dirty="0"/>
              <a:t>was</a:t>
            </a:r>
            <a:r>
              <a:rPr lang="en-US" sz="2400" dirty="0"/>
              <a:t> upon Him, And by His stripes we are healed. All we like sheep have gone astray; We have turned, every one, to his own way; And the LORD has laid on Him the iniquity of us all.</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2400" dirty="0"/>
              <a:t>Ciertamente llevó él nuestras enfermedades, y sufrió nuestros dolores; y nosotros le tuvimos por azotado, por herido de Dios y abatido.  Mas él herido fue por nuestras rebeliones, molido por nuestros pecados; el castigo de nuestra paz fue sobre él, y por su llaga fuimos nosotros curados. Todos nosotros nos descarriamos como ovejas, cada cual se apartó por su camino; mas Jehová cargó en él el pecado de todos nosotros.</a:t>
            </a:r>
            <a:endParaRPr lang="en-US" sz="2400" dirty="0"/>
          </a:p>
        </p:txBody>
      </p:sp>
    </p:spTree>
    <p:extLst>
      <p:ext uri="{BB962C8B-B14F-4D97-AF65-F5344CB8AC3E}">
        <p14:creationId xmlns:p14="http://schemas.microsoft.com/office/powerpoint/2010/main" val="10857208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r>
              <a:rPr lang="en-US" dirty="0"/>
              <a:t>John 10:11</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a:t>Juan 10:11</a:t>
            </a:r>
            <a:endParaRPr lang="en-US" dirty="0"/>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r>
              <a:rPr lang="en-US" sz="2400" dirty="0"/>
              <a:t>I am the good shepherd. The good shepherd gives His life for the sheep.</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2400" dirty="0"/>
              <a:t>Yo soy el buen pastor; el buen pastor su vida da por las ovejas.</a:t>
            </a:r>
            <a:endParaRPr lang="en-US" sz="2400" dirty="0"/>
          </a:p>
        </p:txBody>
      </p:sp>
    </p:spTree>
    <p:extLst>
      <p:ext uri="{BB962C8B-B14F-4D97-AF65-F5344CB8AC3E}">
        <p14:creationId xmlns:p14="http://schemas.microsoft.com/office/powerpoint/2010/main" val="32226289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Luke 22:19-20</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pPr marL="27675"/>
            <a:r>
              <a:rPr lang="en-US" dirty="0"/>
              <a:t>Lucas 22:19-20</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And he took bread, and when he had given thanks, he broke it and gave it to them, saying, “This is my body, which is given for you. Do this in remembrance of me.” And likewise the cup after they had eaten, saying, “This cup that is poured out for you is the new covenant in my blood.”</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Y tomó el pan y dio gracias, y lo partió y les dio, diciendo: Esto es mi cuerpo, que por vosotros es dado; haced esto en memoria de mí</a:t>
            </a:r>
            <a:r>
              <a:rPr lang="es-ES" sz="1800"/>
              <a:t>. De </a:t>
            </a:r>
            <a:r>
              <a:rPr lang="es-ES" sz="1800" dirty="0"/>
              <a:t>igual manera, después que hubo cenado, tomó la copa, diciendo: Esta copa es el nuevo pacto en mi sangre, que por vosotros se derrama.</a:t>
            </a:r>
            <a:endParaRPr lang="en-US" sz="1800" dirty="0"/>
          </a:p>
        </p:txBody>
      </p:sp>
    </p:spTree>
    <p:extLst>
      <p:ext uri="{BB962C8B-B14F-4D97-AF65-F5344CB8AC3E}">
        <p14:creationId xmlns:p14="http://schemas.microsoft.com/office/powerpoint/2010/main" val="26581858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1 Peter 2:21-25</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pPr marL="27675"/>
            <a:r>
              <a:rPr lang="en-US" dirty="0"/>
              <a:t>1 Pedro 2:21-25</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For to this you were called, because Christ also suffered for us, leaving us an example, that you should follow His steps: “Who committed no sin, Nor was deceit found in His mouth”; who, when He was reviled, did not revile in return; when He suffered, He did not threaten, but committed </a:t>
            </a:r>
            <a:r>
              <a:rPr lang="en-US" sz="1800" i="1" dirty="0"/>
              <a:t>Himself</a:t>
            </a:r>
            <a:r>
              <a:rPr lang="en-US" sz="1800" dirty="0"/>
              <a:t> to Him who judges righteously; who Himself bore our sins in His own body on the tree, that we, having died to sins, might live for righteousness--by whose stripes you were healed. For you were like sheep going astray, but have now returned to the Shepherd and Overseer of your souls.</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Pues para esto fuisteis llamados; porque también Cristo padeció por nosotros, dejándonos ejemplo, para que sigáis sus pisadas; el cual no hizo pecado, ni se halló engaño en su boca; quien cuando le maldecían, no respondía con maldición; cuando padecía, no amenazaba, sino encomendaba la causa al que juzga justamente; quien llevó él mismo nuestros pecados en su cuerpo sobre el madero, para que nosotros, estando muertos a los pecados, vivamos a la justicia; y por cuya herida fuisteis sanados. Porque vosotros erais como ovejas descarriadas, pero ahora habéis vuelto al Pastor y Obispo de vuestras almas.</a:t>
            </a:r>
            <a:endParaRPr lang="en-US" sz="1800" dirty="0"/>
          </a:p>
        </p:txBody>
      </p:sp>
    </p:spTree>
    <p:extLst>
      <p:ext uri="{BB962C8B-B14F-4D97-AF65-F5344CB8AC3E}">
        <p14:creationId xmlns:p14="http://schemas.microsoft.com/office/powerpoint/2010/main" val="31538773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r>
              <a:rPr lang="en-US" dirty="0"/>
              <a:t>John 10:11-14</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a:t>Juan 10:11-14</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I am the good shepherd; the good shepherd lays down His life for the sheep. He who is a hired hand, and not a shepherd, who is not the owner of the sheep, sees the wolf coming, and leaves the sheep and flees, and the wolf snatches them and scatters them. He flees because he is a hired hand and is not concerned about the sheep. I am the good shepherd, and I know My own and My own know Me…</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Yo soy el buen pastor; el buen pastor su vida da por las ovejas. Mas el asalariado, y que no es el pastor, de quien no son propias las ovejas, ve venir al lobo y deja las ovejas y huye, y el lobo arrebata las ovejas y las dispersa. Así que el asalariado huye, porque es asalariado, y no le importan las ovejas. Yo soy el buen pastor; y conozco mis ovejas, y las mías </a:t>
            </a:r>
            <a:r>
              <a:rPr lang="es-ES" sz="1800"/>
              <a:t>me conocen…</a:t>
            </a:r>
            <a:endParaRPr lang="en-US" sz="1800" dirty="0"/>
          </a:p>
        </p:txBody>
      </p:sp>
    </p:spTree>
    <p:extLst>
      <p:ext uri="{BB962C8B-B14F-4D97-AF65-F5344CB8AC3E}">
        <p14:creationId xmlns:p14="http://schemas.microsoft.com/office/powerpoint/2010/main" val="3734872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1 Corinthians 10:16-17, 21</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a:t>1 </a:t>
            </a:r>
            <a:r>
              <a:rPr lang="en-US" dirty="0" err="1"/>
              <a:t>Corintios</a:t>
            </a:r>
            <a:r>
              <a:rPr lang="en-US" dirty="0"/>
              <a:t> 10:16-17, 21</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The cup of blessing which we bless, is it not the communion of the blood of Christ? The bread which we break, is it not the communion of the body of Christ? For we, </a:t>
            </a:r>
            <a:r>
              <a:rPr lang="en-US" sz="1800" i="1" dirty="0"/>
              <a:t>though</a:t>
            </a:r>
            <a:r>
              <a:rPr lang="en-US" sz="1800" dirty="0"/>
              <a:t> many, are one bread </a:t>
            </a:r>
            <a:r>
              <a:rPr lang="en-US" sz="1800" i="1" dirty="0"/>
              <a:t>and</a:t>
            </a:r>
            <a:r>
              <a:rPr lang="en-US" sz="1800" dirty="0"/>
              <a:t> one body; for we all partake of that one bread ... You cannot drink the cup of the Lord and the cup of demons; you cannot partake of the Lord's table and of the table of demons.</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La copa de bendición que bendecimos, ¿no es la comunión de la sangre de Cristo? El pan que partimos, ¿no es la comunión del cuerpo de Cristo? Siendo uno solo el pan, nosotros, con ser muchos, somos un cuerpo; pues todos participamos de aquel mismo pan ... No podéis beber la copa del Señor, y la copa de los demonios; no podéis participar de la mesa del Señor, y de la mesa de los demonios.</a:t>
            </a:r>
            <a:endParaRPr lang="en-US" sz="1800" dirty="0"/>
          </a:p>
        </p:txBody>
      </p:sp>
    </p:spTree>
    <p:extLst>
      <p:ext uri="{BB962C8B-B14F-4D97-AF65-F5344CB8AC3E}">
        <p14:creationId xmlns:p14="http://schemas.microsoft.com/office/powerpoint/2010/main" val="30139478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Luke 22:14-16</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pPr marL="27675"/>
            <a:r>
              <a:rPr lang="en-US" dirty="0"/>
              <a:t>Lucas 22:14-16</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When the hour had come, He sat down, and the twelve apostles with Him. Then He said to them, “With </a:t>
            </a:r>
            <a:r>
              <a:rPr lang="en-US" sz="1800" i="1" dirty="0"/>
              <a:t>fervent</a:t>
            </a:r>
            <a:r>
              <a:rPr lang="en-US" sz="1800" dirty="0"/>
              <a:t> desire I have desired to eat this Passover with you before I suffer; for I say to you, I will no longer eat of it until it is fulfilled in the kingdom of God.”</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Cuando era la hora, se sentó a la mesa, y con él los apóstoles. Y les dijo: ¡Cuánto he deseado comer con vosotros esta pascua antes que padezca! Porque os digo que no la comeré más, hasta que se cumpla en el reino de Dios.</a:t>
            </a:r>
            <a:endParaRPr lang="en-US" sz="1800" dirty="0"/>
          </a:p>
        </p:txBody>
      </p:sp>
    </p:spTree>
    <p:extLst>
      <p:ext uri="{BB962C8B-B14F-4D97-AF65-F5344CB8AC3E}">
        <p14:creationId xmlns:p14="http://schemas.microsoft.com/office/powerpoint/2010/main" val="8154795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r>
              <a:rPr lang="en-US" dirty="0"/>
              <a:t>John 3:14</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a:t>Juan 3:14</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And as Moses lifted up the serpent in the wilderness, even so must the Son of Man be lifted up</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Y como Moisés levantó la serpiente en el desierto, así es necesario que el Hijo del Hombre sea levantado</a:t>
            </a:r>
            <a:endParaRPr lang="en-US" sz="1800" dirty="0"/>
          </a:p>
        </p:txBody>
      </p:sp>
    </p:spTree>
    <p:extLst>
      <p:ext uri="{BB962C8B-B14F-4D97-AF65-F5344CB8AC3E}">
        <p14:creationId xmlns:p14="http://schemas.microsoft.com/office/powerpoint/2010/main" val="8624723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r>
              <a:rPr lang="en-US" dirty="0"/>
              <a:t>Romans 4:24-25</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err="1"/>
              <a:t>Romanos</a:t>
            </a:r>
            <a:r>
              <a:rPr lang="en-US" dirty="0"/>
              <a:t> 4:24-25</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…but also for us. It shall be imputed to us who believe in Him who raised up Jesus our Lord from the dead, who was delivered up because of our offenses, and was raised because of our justification.</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…sino también con respecto a nosotros a quienes ha de ser contada, esto es, a los que creemos en el que levantó de los muertos a Jesús, Señor nuestro</a:t>
            </a:r>
            <a:r>
              <a:rPr lang="es-ES" sz="1800"/>
              <a:t>, el </a:t>
            </a:r>
            <a:r>
              <a:rPr lang="es-ES" sz="1800" dirty="0"/>
              <a:t>cual fue entregado por nuestras transgresiones, y resucitado para nuestra justificación.</a:t>
            </a:r>
            <a:endParaRPr lang="en-US" sz="1800" dirty="0"/>
          </a:p>
        </p:txBody>
      </p:sp>
    </p:spTree>
    <p:extLst>
      <p:ext uri="{BB962C8B-B14F-4D97-AF65-F5344CB8AC3E}">
        <p14:creationId xmlns:p14="http://schemas.microsoft.com/office/powerpoint/2010/main" val="15615417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r>
              <a:rPr lang="en-US" dirty="0"/>
              <a:t>Isaiah 55:10-11</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err="1"/>
              <a:t>Isaías</a:t>
            </a:r>
            <a:r>
              <a:rPr lang="en-US" dirty="0"/>
              <a:t> 55:10-11</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r>
              <a:rPr lang="en-US" sz="2400" dirty="0"/>
              <a:t>For as the rain comes down, and the snow from heaven, and do not return there, but water the earth, and make it bring forth and bud, that it may give seed to the sower and bread to the eater, so shall My word be that goes forth from My mouth; It shall not return to Me void, but it shall accomplish what I please, and it shall prosper </a:t>
            </a:r>
            <a:r>
              <a:rPr lang="en-US" sz="2400" i="1" dirty="0"/>
              <a:t>in the thing</a:t>
            </a:r>
            <a:r>
              <a:rPr lang="en-US" sz="2400" dirty="0"/>
              <a:t> for which I sent it.</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2400" dirty="0"/>
              <a:t>Porque como desciende de los cielos la lluvia y la nieve, y no vuelve allá, sino que riega la tierra, y la hace germinar y producir, y da semilla al que siembra, y pan al que come, así será mi palabra que sale de mi boca; no volverá a mí vacía, sino que hará lo que yo quiero, y será prosperada en aquello para que la envié.</a:t>
            </a:r>
            <a:endParaRPr lang="en-US" sz="2400" dirty="0"/>
          </a:p>
        </p:txBody>
      </p:sp>
    </p:spTree>
    <p:extLst>
      <p:ext uri="{BB962C8B-B14F-4D97-AF65-F5344CB8AC3E}">
        <p14:creationId xmlns:p14="http://schemas.microsoft.com/office/powerpoint/2010/main" val="37962095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r>
              <a:rPr lang="en-US" dirty="0"/>
              <a:t>Mark 14:22-25</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a:t>Marcos </a:t>
            </a:r>
            <a:r>
              <a:rPr lang="en-US" dirty="0"/>
              <a:t>14:22-25</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r>
              <a:rPr lang="en-US" sz="2400" dirty="0"/>
              <a:t>And as they were eating, Jesus took bread, blessed and broke </a:t>
            </a:r>
            <a:r>
              <a:rPr lang="en-US" sz="2400" i="1" dirty="0"/>
              <a:t>it</a:t>
            </a:r>
            <a:r>
              <a:rPr lang="en-US" sz="2400" dirty="0"/>
              <a:t>, and gave </a:t>
            </a:r>
            <a:r>
              <a:rPr lang="en-US" sz="2400" i="1" dirty="0"/>
              <a:t>it</a:t>
            </a:r>
            <a:r>
              <a:rPr lang="en-US" sz="2400" dirty="0"/>
              <a:t> to them and said, “Take, eat; this is My body.” Then He took the cup, and when He had given thanks He gave </a:t>
            </a:r>
            <a:r>
              <a:rPr lang="en-US" sz="2400" i="1" dirty="0"/>
              <a:t>it</a:t>
            </a:r>
            <a:r>
              <a:rPr lang="en-US" sz="2400" dirty="0"/>
              <a:t> to them, and they all drank from it. And He said to them, “This is My blood of the new covenant, which is shed for many. Assuredly, I say to you, I will no longer drink of the fruit of the vine until that day when I drink it new in the kingdom of God.”</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2400" dirty="0"/>
              <a:t>Y mientras comían, Jesús tomó pan y bendijo, y lo partió y les dio, diciendo: Tomad, esto es mi cuerpo. Y tomando la copa, y habiendo dado gracias, les dio; y bebieron de ella todos. Y les dijo: Esto es mi sangre del nuevo pacto, que por muchos es derramada. De cierto os digo que no beberé más del fruto de la vid, hasta aquel día en que lo beba nuevo en el reino de Dios.</a:t>
            </a:r>
            <a:endParaRPr lang="en-US" sz="2400" dirty="0"/>
          </a:p>
        </p:txBody>
      </p:sp>
    </p:spTree>
    <p:extLst>
      <p:ext uri="{BB962C8B-B14F-4D97-AF65-F5344CB8AC3E}">
        <p14:creationId xmlns:p14="http://schemas.microsoft.com/office/powerpoint/2010/main" val="29657787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Luke 24:1-8</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pPr marL="27675"/>
            <a:r>
              <a:rPr lang="en-US" dirty="0"/>
              <a:t>Lucas 24:1-8</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But on the first day of the week, at early dawn, they came to the tomb bringing the spices which they had prepared. And they found the stone rolled away from the tomb, but when they entered, they did not find the body of the Lord Jesus. While they were perplexed about this, behold, two men suddenly stood near them in dazzling clothing; and as </a:t>
            </a:r>
            <a:r>
              <a:rPr lang="en-US" sz="1800" i="1" dirty="0"/>
              <a:t>the women</a:t>
            </a:r>
            <a:r>
              <a:rPr lang="en-US" sz="1800" dirty="0"/>
              <a:t> were terrified and bowed their faces to the ground, </a:t>
            </a:r>
            <a:r>
              <a:rPr lang="en-US" sz="1800" i="1" dirty="0"/>
              <a:t>the men</a:t>
            </a:r>
            <a:r>
              <a:rPr lang="en-US" sz="1800" dirty="0"/>
              <a:t> said to them, “Why do you seek the living One among the dead? He is not here, but He has risen. Remember how He spoke to you while He was still in Galilee, saying that the Son of Man must be delivered into the hands of sinful men, and be crucified, and the third day rise again.” And they remembered His words…</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El primer día de la semana, muy de mañana, vinieron al sepulcro, trayendo las especias aromáticas que habían preparado, y algunas otras mujeres con ellas. Y hallaron removida la piedra del sepulcro; y entrando, no hallaron el cuerpo del Señor Jesús. Aconteció que estando ellas perplejas por esto, he aquí se pararon junto a ellas dos varones con vestiduras resplandecientes; y como tuvieron temor, y bajaron el rostro a tierra, les dijeron: ¿Por qué buscáis entre los muertos al que vive? No está aquí, sino que ha resucitado. Acordaos de lo que os habló, cuando aún estaba en Galilea, diciendo: Es necesario que el Hijo del Hombre sea entregado en manos de hombres pecadores, y que sea crucificado, y resucite al tercer día. Entonces ellas se acordaron de sus palabras,</a:t>
            </a:r>
            <a:endParaRPr lang="en-US" sz="1800" dirty="0"/>
          </a:p>
        </p:txBody>
      </p:sp>
    </p:spTree>
    <p:extLst>
      <p:ext uri="{BB962C8B-B14F-4D97-AF65-F5344CB8AC3E}">
        <p14:creationId xmlns:p14="http://schemas.microsoft.com/office/powerpoint/2010/main" val="16872507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r>
              <a:rPr lang="en-US" dirty="0"/>
              <a:t>John 6:48-51</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a:t>Juan 6:48-51</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I am the bread of life. Your fathers ate the manna in the wilderness, and they died. This is the bread that comes down from heaven, so that one may eat of it and not die. I am the living bread that came down from heaven. If anyone eats of this bread, he will live forever. And the bread that I will give for the life of the world is my flesh.</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Yo soy el pan de vida. Vuestros padres comieron el maná en el desierto, y murieron. Este es el pan que desciende del cielo, para que el que de él come, no muera</a:t>
            </a:r>
            <a:r>
              <a:rPr lang="es-ES" sz="1800"/>
              <a:t>. Yo </a:t>
            </a:r>
            <a:r>
              <a:rPr lang="es-ES" sz="1800" dirty="0"/>
              <a:t>soy el pan vivo que descendió del cielo; si alguno comiere de este pan, vivirá para siempre; y el pan que yo daré es mi carne, la cual yo daré por la vida del mundo.</a:t>
            </a:r>
            <a:endParaRPr lang="en-US" sz="1800" dirty="0"/>
          </a:p>
        </p:txBody>
      </p:sp>
    </p:spTree>
    <p:extLst>
      <p:ext uri="{BB962C8B-B14F-4D97-AF65-F5344CB8AC3E}">
        <p14:creationId xmlns:p14="http://schemas.microsoft.com/office/powerpoint/2010/main" val="42578834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Luke 23:18-25</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pPr marL="27675"/>
            <a:r>
              <a:rPr lang="en-US" dirty="0"/>
              <a:t>Lucas 23:18-25</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And they all cried out at once, saying, “Away with this </a:t>
            </a:r>
            <a:r>
              <a:rPr lang="en-US" sz="1800" i="1" dirty="0"/>
              <a:t>Man</a:t>
            </a:r>
            <a:r>
              <a:rPr lang="en-US" sz="1800" dirty="0"/>
              <a:t>, and release to us Barabbas”-- who had been thrown into prison for a certain rebellion made in the city, and for murder. Pilate, therefore, wishing to release Jesus, again called out to them. But they shouted, saying, “Crucify </a:t>
            </a:r>
            <a:r>
              <a:rPr lang="en-US" sz="1800" i="1" dirty="0"/>
              <a:t>Him</a:t>
            </a:r>
            <a:r>
              <a:rPr lang="en-US" sz="1800" dirty="0"/>
              <a:t>, crucify Him!” Then he said to them the third time, “Why, what evil has He done? I have found no reason for death in Him. I will therefore chastise Him and let </a:t>
            </a:r>
            <a:r>
              <a:rPr lang="en-US" sz="1800" i="1" dirty="0"/>
              <a:t>Him</a:t>
            </a:r>
            <a:r>
              <a:rPr lang="en-US" sz="1800" dirty="0"/>
              <a:t> go.” But they were insistent, demanding with loud voices that He be crucified. And the voices of these men and of the chief priests prevailed. So Pilate gave sentence that it should be as they requested. And he released to them the one they requested, who for rebellion and murder had been thrown into prison; but he delivered Jesus to their will.</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Mas toda la multitud dio voces a una, diciendo: ¡Fuera con éste, y suéltanos a Barrabás! Este había sido echado en la cárcel por sedición en la ciudad, y por un homicidio. Les habló otra vez Pilato, queriendo soltar a Jesús; pero ellos volvieron a dar voces, diciendo: ¡Crucifícale, crucifícale! Él les dijo por tercera vez: ¿Pues qué mal ha hecho éste? Ningún delito digno de muerte he hallado en él; le castigaré, pues, y le soltaré. Mas ellos instaban a grandes voces, pidiendo que fuese crucificado. Y las voces de ellos y de los principales sacerdotes prevalecieron. Entonces Pilato sentenció que se hiciese lo que ellos pedían; y les soltó a aquel que había sido echado en la cárcel por sedición y homicidio, a quien habían pedido; y entregó a Jesús a la voluntad de ellos.</a:t>
            </a:r>
            <a:endParaRPr lang="en-US" sz="1800" dirty="0"/>
          </a:p>
        </p:txBody>
      </p:sp>
    </p:spTree>
    <p:extLst>
      <p:ext uri="{BB962C8B-B14F-4D97-AF65-F5344CB8AC3E}">
        <p14:creationId xmlns:p14="http://schemas.microsoft.com/office/powerpoint/2010/main" val="9893383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1 Peter 4:12-13</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pPr marL="27675"/>
            <a:r>
              <a:rPr lang="en-US" dirty="0"/>
              <a:t>1 Pedro 4:12-13</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Beloved, do not think it strange concerning the fiery trial which is to try you, as though some strange thing happened to you; but rejoice to the extent that you partake of Christ’s sufferings, that when His glory is revealed, you may also be glad with exceeding joy.</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Amados, no os sorprendáis del fuego de prueba que os ha sobrevenido, como si alguna cosa extraña os aconteciese, sino gozaos por cuanto sois participantes de los padecimientos de Cristo, para que también en la revelación de su gloria os gocéis con gran alegría.</a:t>
            </a:r>
            <a:endParaRPr lang="en-US" sz="1800" dirty="0"/>
          </a:p>
        </p:txBody>
      </p:sp>
    </p:spTree>
    <p:extLst>
      <p:ext uri="{BB962C8B-B14F-4D97-AF65-F5344CB8AC3E}">
        <p14:creationId xmlns:p14="http://schemas.microsoft.com/office/powerpoint/2010/main" val="38380556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r>
              <a:rPr lang="en-US" dirty="0"/>
              <a:t>1 John 4:9-10</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a:t>1 Juan 4:9-10</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In this the love of God was manifested toward us, that God has sent His only begotten Son into the world, that we might live through Him. In this is love, not that we loved God, but that He loved us and sent His Son </a:t>
            </a:r>
            <a:r>
              <a:rPr lang="en-US" sz="1800" i="1" dirty="0"/>
              <a:t>to be</a:t>
            </a:r>
            <a:r>
              <a:rPr lang="en-US" sz="1800" dirty="0"/>
              <a:t> the propitiation for our sins.</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En esto se mostró el amor de Dios para con nosotros, en que Dios envió a su Hijo unigénito al mundo, para que vivamos por él. En esto consiste el amor: no en que nosotros hayamos amado a Dios, sino en que él nos amó a nosotros, y envió a su Hijo en propiciación por nuestros pecados.</a:t>
            </a:r>
            <a:endParaRPr lang="en-US" sz="1800" dirty="0"/>
          </a:p>
        </p:txBody>
      </p:sp>
    </p:spTree>
    <p:extLst>
      <p:ext uri="{BB962C8B-B14F-4D97-AF65-F5344CB8AC3E}">
        <p14:creationId xmlns:p14="http://schemas.microsoft.com/office/powerpoint/2010/main" val="18942041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Hebrews 4:14-16</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pPr marL="27675"/>
            <a:r>
              <a:rPr lang="en-US" dirty="0" err="1"/>
              <a:t>Hebreos</a:t>
            </a:r>
            <a:r>
              <a:rPr lang="en-US" dirty="0"/>
              <a:t> 4:14-16</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Seeing then that we have a great High Priest who has passed through the heavens, Jesus the Son of God, let us hold fast </a:t>
            </a:r>
            <a:r>
              <a:rPr lang="en-US" sz="1800" i="1" dirty="0"/>
              <a:t>our</a:t>
            </a:r>
            <a:r>
              <a:rPr lang="en-US" sz="1800" dirty="0"/>
              <a:t> confession. For we do not have a High Priest who cannot sympathize with our weaknesses, but was in all </a:t>
            </a:r>
            <a:r>
              <a:rPr lang="en-US" sz="1800" i="1" dirty="0"/>
              <a:t>points</a:t>
            </a:r>
            <a:r>
              <a:rPr lang="en-US" sz="1800" dirty="0"/>
              <a:t> tempted as </a:t>
            </a:r>
            <a:r>
              <a:rPr lang="en-US" sz="1800" i="1" dirty="0"/>
              <a:t>we are, yet</a:t>
            </a:r>
            <a:r>
              <a:rPr lang="en-US" sz="1800" dirty="0"/>
              <a:t> without sin. Let us therefore come boldly to the throne of grace, that we may obtain mercy and find grace to help in time of need.</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Por tanto, teniendo un gran sumo sacerdote que traspasó los cielos, Jesús el Hijo de Dios, retengamos nuestra profesión. </a:t>
            </a:r>
            <a:r>
              <a:rPr lang="es-ES" sz="1800"/>
              <a:t>Porque </a:t>
            </a:r>
            <a:r>
              <a:rPr lang="es-ES" sz="1800" dirty="0"/>
              <a:t>no tenemos un sumo sacerdote que no pueda compadecerse de nuestras debilidades, sino uno que fue tentado en todo según nuestra semejanza, pero sin pecado</a:t>
            </a:r>
            <a:r>
              <a:rPr lang="es-ES" sz="1800"/>
              <a:t>. Acerquémonos</a:t>
            </a:r>
            <a:r>
              <a:rPr lang="es-ES" sz="1800" dirty="0"/>
              <a:t>, pues, confiadamente al trono de la gracia, para alcanzar misericordia y hallar gracia para el oportuno socorro.</a:t>
            </a:r>
            <a:endParaRPr lang="en-US" sz="1800" dirty="0"/>
          </a:p>
        </p:txBody>
      </p:sp>
    </p:spTree>
    <p:extLst>
      <p:ext uri="{BB962C8B-B14F-4D97-AF65-F5344CB8AC3E}">
        <p14:creationId xmlns:p14="http://schemas.microsoft.com/office/powerpoint/2010/main" val="41432467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Matthew 26:38-44</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pPr marL="27675"/>
            <a:r>
              <a:rPr lang="en-US" dirty="0"/>
              <a:t>Mateo 26:38-44</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Then He said to them, “My soul is exceedingly sorrowful, even to death. Stay here and watch with Me.” He went a little farther and fell on His face, and prayed, saying, “O My Father, if it is possible, let this cup pass from Me; nevertheless, not as I will, but as You </a:t>
            </a:r>
            <a:r>
              <a:rPr lang="en-US" sz="1800" i="1" dirty="0"/>
              <a:t>will</a:t>
            </a:r>
            <a:r>
              <a:rPr lang="en-US" sz="1800" dirty="0"/>
              <a:t>.” Then He came to the disciples and found them sleeping, and said to Peter, “What? Could you not watch with Me one hour? Watch and pray, lest you enter into temptation. The spirit indeed </a:t>
            </a:r>
            <a:r>
              <a:rPr lang="en-US" sz="1800" i="1" dirty="0"/>
              <a:t>is</a:t>
            </a:r>
            <a:r>
              <a:rPr lang="en-US" sz="1800" dirty="0"/>
              <a:t> willing, but the flesh </a:t>
            </a:r>
            <a:r>
              <a:rPr lang="en-US" sz="1800" i="1" dirty="0"/>
              <a:t>is</a:t>
            </a:r>
            <a:r>
              <a:rPr lang="en-US" sz="1800" dirty="0"/>
              <a:t> weak.” Again, a second time, He went away and prayed, saying, “O My Father, if this cup cannot pass away from Me unless I drink it, Your will be done.” And He came and found them asleep again, for their eyes were heavy. So He left them, went away again, and prayed the third time, saying the same words.</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Entonces Jesús les dijo: Mi alma está muy triste, hasta la muerte; quedaos aquí, y velad conmigo.  Yendo un poco adelante, se postró sobre su rostro, orando y diciendo: Padre mío, si es posible, pase de mí esta copa; pero no sea como yo quiero, sino como tú. Vino luego a sus discípulos, y los halló durmiendo, y dijo a Pedro: ¿Así que no habéis podido velar conmigo una hora? Velad y orad, para que no entréis en tentación; el espíritu a la verdad está dispuesto, pero la carne es débil. Otra vez fue, y oró por segunda vez, diciendo: Padre mío, si no puede pasar de mí esta copa sin que yo la beba, hágase tu voluntad. </a:t>
            </a:r>
            <a:r>
              <a:rPr lang="es-ES" sz="1800"/>
              <a:t>Vino </a:t>
            </a:r>
            <a:r>
              <a:rPr lang="es-ES" sz="1800" dirty="0"/>
              <a:t>otra vez y los halló durmiendo, porque los ojos de ellos estaban cargados de sueño</a:t>
            </a:r>
            <a:r>
              <a:rPr lang="es-ES" sz="1800"/>
              <a:t>. Y </a:t>
            </a:r>
            <a:r>
              <a:rPr lang="es-ES" sz="1800" dirty="0"/>
              <a:t>dejándolos, se fue de nuevo, y oró por tercera vez, diciendo las mismas palabras.</a:t>
            </a:r>
            <a:endParaRPr lang="en-US" sz="1800" dirty="0"/>
          </a:p>
        </p:txBody>
      </p:sp>
    </p:spTree>
    <p:extLst>
      <p:ext uri="{BB962C8B-B14F-4D97-AF65-F5344CB8AC3E}">
        <p14:creationId xmlns:p14="http://schemas.microsoft.com/office/powerpoint/2010/main" val="41283826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Matthew 27:42-43</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pPr marL="27675"/>
            <a:r>
              <a:rPr lang="en-US" dirty="0"/>
              <a:t>Mateo 27:42-43</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“He saved others; Himself He cannot save. If He is the King of Israel, let Him now come down from the cross, and we will believe Him. He trusted in God; let Him deliver Him now if He will have Him; for He said, ‘I am the Son of God.’ ”</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A otros salvó, a sí mismo no se puede salvar; si es el Rey de Israel, descienda ahora de la cruz, y creeremos en él</a:t>
            </a:r>
            <a:r>
              <a:rPr lang="es-ES" sz="1800"/>
              <a:t>. Confió </a:t>
            </a:r>
            <a:r>
              <a:rPr lang="es-ES" sz="1800" dirty="0"/>
              <a:t>en Dios; líbrele ahora si le quiere; porque ha dicho: Soy Hijo de Dios.</a:t>
            </a:r>
            <a:endParaRPr lang="en-US" sz="1800" dirty="0"/>
          </a:p>
        </p:txBody>
      </p:sp>
    </p:spTree>
    <p:extLst>
      <p:ext uri="{BB962C8B-B14F-4D97-AF65-F5344CB8AC3E}">
        <p14:creationId xmlns:p14="http://schemas.microsoft.com/office/powerpoint/2010/main" val="20897833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Jeremiah 31:33-34</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pPr marL="27675"/>
            <a:r>
              <a:rPr lang="en-US" dirty="0" err="1"/>
              <a:t>Jeremías</a:t>
            </a:r>
            <a:r>
              <a:rPr lang="en-US" dirty="0"/>
              <a:t> 27:42-43</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“But this </a:t>
            </a:r>
            <a:r>
              <a:rPr lang="en-US" sz="1800" i="1" dirty="0"/>
              <a:t>is</a:t>
            </a:r>
            <a:r>
              <a:rPr lang="en-US" sz="1800" dirty="0"/>
              <a:t> the covenant that I will make with the house of Israel after those days, says the LORD: I will put My law in their minds, and write it on their hearts; and I will be their God, and they shall be My people. No more shall every man teach his neighbor, and every man his brother, saying, ‘Know the LORD,’ for they all shall know Me, from the least of them to the greatest of them, says the LORD. For I will forgive their iniquity, and their sin I will remember no more.”</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Pero este es el pacto que haré con la casa de Israel después de aquellos días, dice Jehová: Daré mi ley en su mente, y la escribiré en su corazón; y yo seré a ellos por Dios, y ellos me serán por pueblo. Y no enseñará más ninguno a su prójimo, ni ninguno a su hermano, diciendo: Conoce a Jehová; porque todos me conocerán, desde el más pequeño de ellos hasta el más grande, dice Jehová; porque perdonaré la maldad de ellos, y no me acordaré más de su pecado.</a:t>
            </a:r>
            <a:endParaRPr lang="en-US" sz="1800" dirty="0"/>
          </a:p>
        </p:txBody>
      </p:sp>
    </p:spTree>
    <p:extLst>
      <p:ext uri="{BB962C8B-B14F-4D97-AF65-F5344CB8AC3E}">
        <p14:creationId xmlns:p14="http://schemas.microsoft.com/office/powerpoint/2010/main" val="23777020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John 19:12-16</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pPr marL="27675"/>
            <a:r>
              <a:rPr lang="en-US" dirty="0"/>
              <a:t>Juan 19:12-16</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From then on Pilate sought to release Him, but the Jews cried out, saying, “If you let this Man go, you are not Caesar’s friend. Whoever makes himself a king speaks against Caesar.” When Pilate therefore heard that saying, he brought Jesus out and sat down in the judgment seat in a place that is called </a:t>
            </a:r>
            <a:r>
              <a:rPr lang="en-US" sz="1800" i="1" dirty="0"/>
              <a:t>The</a:t>
            </a:r>
            <a:r>
              <a:rPr lang="en-US" sz="1800" dirty="0"/>
              <a:t> Pavement, but in Hebrew, </a:t>
            </a:r>
            <a:r>
              <a:rPr lang="en-US" sz="1800" dirty="0" err="1"/>
              <a:t>Gabbatha</a:t>
            </a:r>
            <a:r>
              <a:rPr lang="en-US" sz="1800" dirty="0"/>
              <a:t>. Now it was the Preparation Day of the Passover, and about the sixth hour. And he said to the Jews, “Behold your King!” But they cried out, “Away with </a:t>
            </a:r>
            <a:r>
              <a:rPr lang="en-US" sz="1800" i="1" dirty="0"/>
              <a:t>Him</a:t>
            </a:r>
            <a:r>
              <a:rPr lang="en-US" sz="1800" dirty="0"/>
              <a:t>, away with </a:t>
            </a:r>
            <a:r>
              <a:rPr lang="en-US" sz="1800" i="1" dirty="0"/>
              <a:t>Him</a:t>
            </a:r>
            <a:r>
              <a:rPr lang="en-US" sz="1800" dirty="0"/>
              <a:t>! Crucify Him!” Pilate said to them, “Shall I crucify your King?” The chief priests answered, “We have no king but Caesar!” Then he delivered Him to them to be crucified. So they took Jesus and led </a:t>
            </a:r>
            <a:r>
              <a:rPr lang="en-US" sz="1800" i="1" dirty="0"/>
              <a:t>Him</a:t>
            </a:r>
            <a:r>
              <a:rPr lang="en-US" sz="1800" dirty="0"/>
              <a:t> away.</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Desde entonces procuraba Pilato soltarle; pero los judíos daban voces, diciendo: Si a éste sueltas, no eres amigo de César; todo el que se hace rey, a César se opone. Entonces Pilato, oyendo esto, llevó fuera a Jesús, y se sentó en el tribunal en el lugar llamado el Enlosado, y en hebreo Gabata. Era la preparación de la pascua, y como la hora sexta. Entonces dijo a los judíos: ¡He aquí vuestro Rey! Pero ellos gritaron: ¡Fuera, fuera, crucifícale! Pilato les dijo: ¿A vuestro Rey he de crucificar? Respondieron los principales sacerdotes: No tenemos más rey que César</a:t>
            </a:r>
            <a:r>
              <a:rPr lang="es-ES" sz="1800"/>
              <a:t>. Así </a:t>
            </a:r>
            <a:r>
              <a:rPr lang="es-ES" sz="1800" dirty="0"/>
              <a:t>que entonces lo entregó a ellos para que fuese crucificado. Tomaron, pues, a Jesús, y le llevaron.</a:t>
            </a:r>
            <a:endParaRPr lang="en-US" sz="1800" dirty="0"/>
          </a:p>
        </p:txBody>
      </p:sp>
    </p:spTree>
    <p:extLst>
      <p:ext uri="{BB962C8B-B14F-4D97-AF65-F5344CB8AC3E}">
        <p14:creationId xmlns:p14="http://schemas.microsoft.com/office/powerpoint/2010/main" val="25923289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r>
              <a:rPr lang="en-US" dirty="0"/>
              <a:t>Mark 10:42-45</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a:t>Marcos 10:42-45</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r>
              <a:rPr lang="en-US" sz="2400" dirty="0"/>
              <a:t>But Jesus called them to </a:t>
            </a:r>
            <a:r>
              <a:rPr lang="en-US" sz="2400" i="1" dirty="0"/>
              <a:t>Himself</a:t>
            </a:r>
            <a:r>
              <a:rPr lang="en-US" sz="2400" dirty="0"/>
              <a:t> and said to them, “You know that those who are considered rulers over the Gentiles lord it over them, and their great ones exercise authority over them. Yet it shall not be so among you; but whoever desires to become great among you shall be your servant. And whoever of you desires to be first shall be slave of all. For even the Son of Man did not come to be served, but to serve, and to give His life a ransom for many.”</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2400" dirty="0"/>
              <a:t>Mas Jesús, llamándolos, les dijo: Sabéis que los que son tenidos por gobernantes de las naciones se enseñorean de ellas, y sus grandes ejercen sobre ellas potestad. Pero no será así entre vosotros, sino que el que quiera hacerse grande entre vosotros será vuestro servidor, y el que de vosotros quiera ser el primero, será siervo de todos. Porque el Hijo del Hombre no vino para ser servido, sino para servir, y para dar su vida en rescate por muchos.</a:t>
            </a:r>
            <a:endParaRPr lang="en-US" sz="2400" dirty="0"/>
          </a:p>
        </p:txBody>
      </p:sp>
    </p:spTree>
    <p:extLst>
      <p:ext uri="{BB962C8B-B14F-4D97-AF65-F5344CB8AC3E}">
        <p14:creationId xmlns:p14="http://schemas.microsoft.com/office/powerpoint/2010/main" val="32398527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1 Peter 1:17-19</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pPr marL="27675"/>
            <a:r>
              <a:rPr lang="en-US" dirty="0"/>
              <a:t>1 Pedro 1:17-19</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If you address as Father the One who impartially judges according to each one's work, conduct yourselves in fear during the time of your stay </a:t>
            </a:r>
            <a:r>
              <a:rPr lang="en-US" sz="1800" i="1" dirty="0"/>
              <a:t>on earth</a:t>
            </a:r>
            <a:r>
              <a:rPr lang="en-US" sz="1800" dirty="0"/>
              <a:t>; knowing that you were not redeemed with perishable things like silver or gold from your futile way of life inherited from your forefathers, but with precious blood, as of a lamb unblemished and spotless, </a:t>
            </a:r>
            <a:r>
              <a:rPr lang="en-US" sz="1800" i="1" dirty="0"/>
              <a:t>the blood</a:t>
            </a:r>
            <a:r>
              <a:rPr lang="en-US" sz="1800" dirty="0"/>
              <a:t> of Christ.</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Y si invocáis por Padre a aquel que sin acepción de personas juzga según la obra de cada uno, conducíos en temor todo el tiempo de vuestra peregrinación; sabiendo que fuisteis rescatados de vuestra vana manera de vivir, la cual recibisteis de vuestros padres, no con cosas corruptibles, como oro o plata, sino con la sangre preciosa de Cristo, como de un cordero sin mancha y sin contaminación,</a:t>
            </a:r>
            <a:endParaRPr lang="en-US" sz="1800" dirty="0"/>
          </a:p>
        </p:txBody>
      </p:sp>
    </p:spTree>
    <p:extLst>
      <p:ext uri="{BB962C8B-B14F-4D97-AF65-F5344CB8AC3E}">
        <p14:creationId xmlns:p14="http://schemas.microsoft.com/office/powerpoint/2010/main" val="42353174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Hebrews 9:26b-28</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pPr marL="27675"/>
            <a:r>
              <a:rPr lang="en-US" dirty="0" err="1"/>
              <a:t>Hebreos</a:t>
            </a:r>
            <a:r>
              <a:rPr lang="en-US" dirty="0"/>
              <a:t> 9:26b-28</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…but now, once at the end of the ages, He has appeared to put away sin by the sacrifice of Himself. And as it is appointed for men to die once, but after this the judgment, so Christ was offered once to bear the sins of many. To those who eagerly wait for Him He will appear a second time, apart from sin, for salvation.</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…pero ahora, en la consumación de los siglos, se presentó una vez para siempre por el sacrificio de sí mismo para quitar de en medio el pecado. Y de la manera que está establecido para los hombres que mueran una sola vez, y después de esto el juicio, así también Cristo fue ofrecido una sola vez para llevar los pecados de muchos; y aparecerá por segunda vez, sin relación con el pecado, para salvar a los que le esperan.</a:t>
            </a:r>
            <a:endParaRPr lang="en-US" sz="1800" dirty="0"/>
          </a:p>
        </p:txBody>
      </p:sp>
    </p:spTree>
    <p:extLst>
      <p:ext uri="{BB962C8B-B14F-4D97-AF65-F5344CB8AC3E}">
        <p14:creationId xmlns:p14="http://schemas.microsoft.com/office/powerpoint/2010/main" val="34616068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Hebrews 10:26-31</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pPr marL="27675"/>
            <a:r>
              <a:rPr lang="en-US" dirty="0" err="1"/>
              <a:t>Hebreos</a:t>
            </a:r>
            <a:r>
              <a:rPr lang="en-US"/>
              <a:t> 10:26-31</a:t>
            </a:r>
            <a:endParaRPr lang="en-US" dirty="0"/>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For if we sin willfully after we have received the knowledge of the truth, there no longer remains a sacrifice for sins, but a certain fearful expectation of judgment, and fiery indignation which will devour the adversaries. Anyone who has rejected Moses' law dies without mercy on </a:t>
            </a:r>
            <a:r>
              <a:rPr lang="en-US" sz="1800" i="1" dirty="0"/>
              <a:t>the testimony of</a:t>
            </a:r>
            <a:r>
              <a:rPr lang="en-US" sz="1800" dirty="0"/>
              <a:t> two or three witnesses. Of how much worse punishment, do you suppose, will he be thought worthy who has trampled the Son of God underfoot, counted the blood of the covenant by which he was sanctified a common thing, and insulted the Spirit of grace? For we know Him who said, “Vengeance is Mine, I will repay,” says the Lord. And again, “The LORD will judge His people.” It is a fearful thing to fall into the hands of the living God.</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Porque si pecáremos voluntariamente después de haber recibido el conocimiento de la verdad, ya no queda más sacrificio por los pecados, sino una horrenda expectación de juicio, y de hervor de fuego que ha de devorar a los adversarios. El que viola la ley de Moisés, por el testimonio de dos o de tres testigos muere irremisiblemente. ¿Cuánto mayor castigo pensáis que merecerá el que pisoteare al Hijo de Dios, y tuviere por inmunda la sangre del pacto en la cual fue santificado, e hiciere afrenta al Espíritu de gracia? Pues conocemos al que dijo: Mía es la venganza, yo daré el pago, dice el Señor. Y otra vez: El Señor juzgará a su pueblo. ¡Horrenda cosa es caer en manos del Dios vivo!</a:t>
            </a:r>
            <a:endParaRPr lang="en-US" sz="1800" dirty="0"/>
          </a:p>
        </p:txBody>
      </p:sp>
    </p:spTree>
    <p:extLst>
      <p:ext uri="{BB962C8B-B14F-4D97-AF65-F5344CB8AC3E}">
        <p14:creationId xmlns:p14="http://schemas.microsoft.com/office/powerpoint/2010/main" val="8173327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r>
              <a:rPr lang="en-US" dirty="0"/>
              <a:t>Romans 6:4</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err="1"/>
              <a:t>Romanos</a:t>
            </a:r>
            <a:r>
              <a:rPr lang="en-US" dirty="0"/>
              <a:t> 6:4</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Therefore we were buried with Him through baptism into death, that just as Christ was raised from the dead by the glory of the Father, even so we also should walk in newness of life.</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a:t>Porque </a:t>
            </a:r>
            <a:r>
              <a:rPr lang="es-ES" sz="1800" dirty="0"/>
              <a:t>somos sepultados juntamente con él para muerte por el bautismo, a fin de que como Cristo resucitó de los muertos por la gloria del Padre, así también nosotros andemos en vida nueva.</a:t>
            </a:r>
            <a:endParaRPr lang="en-US" sz="1800" dirty="0"/>
          </a:p>
        </p:txBody>
      </p:sp>
    </p:spTree>
    <p:extLst>
      <p:ext uri="{BB962C8B-B14F-4D97-AF65-F5344CB8AC3E}">
        <p14:creationId xmlns:p14="http://schemas.microsoft.com/office/powerpoint/2010/main" val="20042689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1 Corinthians 10:16-17</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a:t>1 </a:t>
            </a:r>
            <a:r>
              <a:rPr lang="en-US" dirty="0" err="1"/>
              <a:t>Corintios</a:t>
            </a:r>
            <a:r>
              <a:rPr lang="en-US" dirty="0"/>
              <a:t> 10:16-17</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The cup of blessing which we bless, is it not the communion of the blood of Christ? The bread which we break, is it not the communion of the body of Christ? For we, </a:t>
            </a:r>
            <a:r>
              <a:rPr lang="en-US" sz="1800" i="1" dirty="0"/>
              <a:t>though</a:t>
            </a:r>
            <a:r>
              <a:rPr lang="en-US" sz="1800" dirty="0"/>
              <a:t> many, are one bread </a:t>
            </a:r>
            <a:r>
              <a:rPr lang="en-US" sz="1800" i="1" dirty="0"/>
              <a:t>and</a:t>
            </a:r>
            <a:r>
              <a:rPr lang="en-US" sz="1800" dirty="0"/>
              <a:t> one body; for we all partake of that one bread.</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La copa de bendición que bendecimos, ¿no es la comunión de la sangre de Cristo? El pan que partimos, ¿no es la comunión del cuerpo de Cristo? Siendo uno solo el pan, nosotros, con ser muchos, somos un cuerpo; pues todos participamos de aquel mismo pan.</a:t>
            </a:r>
            <a:endParaRPr lang="en-US" sz="1800" dirty="0"/>
          </a:p>
        </p:txBody>
      </p:sp>
    </p:spTree>
    <p:extLst>
      <p:ext uri="{BB962C8B-B14F-4D97-AF65-F5344CB8AC3E}">
        <p14:creationId xmlns:p14="http://schemas.microsoft.com/office/powerpoint/2010/main" val="14346775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John 15:5</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pPr marL="27675"/>
            <a:r>
              <a:rPr lang="en-US" dirty="0"/>
              <a:t>Juan 15:5</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I am the vine; you are the branches. Whoever abides in me and I in him, he it is that bears much fruit, for apart from me you can do nothing.</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Yo soy la vid, vosotros los pámpanos; el que permanece en mí, y yo en él, éste lleva mucho fruto; porque separados de mí nada podéis hacer.</a:t>
            </a:r>
            <a:endParaRPr lang="en-US" sz="1800" dirty="0"/>
          </a:p>
        </p:txBody>
      </p:sp>
    </p:spTree>
    <p:extLst>
      <p:ext uri="{BB962C8B-B14F-4D97-AF65-F5344CB8AC3E}">
        <p14:creationId xmlns:p14="http://schemas.microsoft.com/office/powerpoint/2010/main" val="12313365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1 Corinthians 15:3-4</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a:t>1 </a:t>
            </a:r>
            <a:r>
              <a:rPr lang="en-US" dirty="0" err="1"/>
              <a:t>Corintios</a:t>
            </a:r>
            <a:r>
              <a:rPr lang="en-US" dirty="0"/>
              <a:t> 15:3-4</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For I delivered to you first of all that which I also received: that Christ died for our sins according to the Scriptures, and that He was buried, and that He rose again the third day according to the Scriptures…</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a:t>Porque </a:t>
            </a:r>
            <a:r>
              <a:rPr lang="es-ES" sz="1800" dirty="0"/>
              <a:t>primeramente os he enseñado lo que asimismo recibí: Que Cristo murió por nuestros pecados, conforme a las Escrituras</a:t>
            </a:r>
            <a:r>
              <a:rPr lang="es-ES" sz="1800"/>
              <a:t>; y </a:t>
            </a:r>
            <a:r>
              <a:rPr lang="es-ES" sz="1800" dirty="0"/>
              <a:t>que fue sepultado, y que resucitó al tercer día, conforme a las Escrituras;</a:t>
            </a:r>
            <a:endParaRPr lang="en-US" sz="1800" dirty="0"/>
          </a:p>
        </p:txBody>
      </p:sp>
    </p:spTree>
    <p:extLst>
      <p:ext uri="{BB962C8B-B14F-4D97-AF65-F5344CB8AC3E}">
        <p14:creationId xmlns:p14="http://schemas.microsoft.com/office/powerpoint/2010/main" val="4618071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Matthew 26:26-29</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pPr marL="27675"/>
            <a:r>
              <a:rPr lang="en-US" dirty="0"/>
              <a:t>Mateo 26:26-29</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And as they were eating, Jesus took bread, blessed and broke </a:t>
            </a:r>
            <a:r>
              <a:rPr lang="en-US" sz="1800" i="1" dirty="0"/>
              <a:t>it</a:t>
            </a:r>
            <a:r>
              <a:rPr lang="en-US" sz="1800" dirty="0"/>
              <a:t>, and gave </a:t>
            </a:r>
            <a:r>
              <a:rPr lang="en-US" sz="1800" i="1" dirty="0"/>
              <a:t>it</a:t>
            </a:r>
            <a:r>
              <a:rPr lang="en-US" sz="1800" dirty="0"/>
              <a:t> to the disciples and said, “Take, eat; this is My body.” Then He took the cup, and gave thanks, and gave </a:t>
            </a:r>
            <a:r>
              <a:rPr lang="en-US" sz="1800" i="1" dirty="0"/>
              <a:t>it</a:t>
            </a:r>
            <a:r>
              <a:rPr lang="en-US" sz="1800" dirty="0"/>
              <a:t> to them, saying, “Drink from it, all of you. For this is My blood of the new covenant, which is shed for many for the remission of sins. But I say to you, I will not drink of this fruit of the vine from now on until that day when I drink it new with you in My Father’s kingdom.”</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Y mientras comían, tomó Jesús el pan, y bendijo, y lo partió, y dio a sus discípulos, y dijo: Tomad, comed; esto es mi cuerpo. Y tomando la copa, y habiendo dado gracias, les dio, diciendo: Bebed de ella todos; porque esto es mi sangre del nuevo pacto, que por muchos es derramada para remisión de los pecados. Y os digo que desde ahora no beberé más de este fruto de la vid, hasta aquel día en que lo beba nuevo con vosotros en el reino de mi Padre.</a:t>
            </a:r>
            <a:endParaRPr lang="en-US" sz="1800" dirty="0"/>
          </a:p>
        </p:txBody>
      </p:sp>
    </p:spTree>
    <p:extLst>
      <p:ext uri="{BB962C8B-B14F-4D97-AF65-F5344CB8AC3E}">
        <p14:creationId xmlns:p14="http://schemas.microsoft.com/office/powerpoint/2010/main" val="4073307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Philippians 2:5-8</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pPr marL="27675"/>
            <a:r>
              <a:rPr lang="en-US" dirty="0" err="1"/>
              <a:t>Filipenses</a:t>
            </a:r>
            <a:r>
              <a:rPr lang="en-US" dirty="0"/>
              <a:t> 2:5-8</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Let this mind be in you which was also in Christ Jesus, who, being in the form of God, did not consider it robbery to be equal with God, but made Himself of no reputation, taking the form of a bondservant, </a:t>
            </a:r>
            <a:r>
              <a:rPr lang="en-US" sz="1800" i="1" dirty="0"/>
              <a:t>and</a:t>
            </a:r>
            <a:r>
              <a:rPr lang="en-US" sz="1800" dirty="0"/>
              <a:t> coming in the likeness of men. And being found in appearance as a man, He humbled Himself and became obedient to </a:t>
            </a:r>
            <a:r>
              <a:rPr lang="en-US" sz="1800" i="1" dirty="0"/>
              <a:t>the point of</a:t>
            </a:r>
            <a:r>
              <a:rPr lang="en-US" sz="1800" dirty="0"/>
              <a:t> death, even the death of the cross.</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a:t>Haya</a:t>
            </a:r>
            <a:r>
              <a:rPr lang="es-ES" sz="1800" dirty="0"/>
              <a:t>, pues, en vosotros este sentir que hubo también en Cristo Jesús</a:t>
            </a:r>
            <a:r>
              <a:rPr lang="es-ES" sz="1800"/>
              <a:t>, el </a:t>
            </a:r>
            <a:r>
              <a:rPr lang="es-ES" sz="1800" dirty="0"/>
              <a:t>cual, siendo en forma de Dios, no estimó el ser igual a Dios como cosa a que aferrarse</a:t>
            </a:r>
            <a:r>
              <a:rPr lang="es-ES" sz="1800"/>
              <a:t>, sino </a:t>
            </a:r>
            <a:r>
              <a:rPr lang="es-ES" sz="1800" dirty="0"/>
              <a:t>que se despojó a sí mismo, tomando forma de siervo, hecho semejante a los hombres</a:t>
            </a:r>
            <a:r>
              <a:rPr lang="es-ES" sz="1800"/>
              <a:t>; y </a:t>
            </a:r>
            <a:r>
              <a:rPr lang="es-ES" sz="1800" dirty="0"/>
              <a:t>estando en la condición de hombre, se humilló a sí mismo, haciéndose obediente hasta la muerte, y muerte de cruz.</a:t>
            </a:r>
            <a:endParaRPr lang="en-US" sz="1800" dirty="0"/>
          </a:p>
        </p:txBody>
      </p:sp>
    </p:spTree>
    <p:extLst>
      <p:ext uri="{BB962C8B-B14F-4D97-AF65-F5344CB8AC3E}">
        <p14:creationId xmlns:p14="http://schemas.microsoft.com/office/powerpoint/2010/main" val="10652524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r>
              <a:rPr lang="en-US" dirty="0"/>
              <a:t>Romans 9:31-32a</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err="1"/>
              <a:t>Romanos</a:t>
            </a:r>
            <a:r>
              <a:rPr lang="en-US" dirty="0"/>
              <a:t> 9:31-32a</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 but Israel, pursuing a law of righteousness, did not arrive at </a:t>
            </a:r>
            <a:r>
              <a:rPr lang="en-US" sz="1800" i="1" dirty="0"/>
              <a:t>that</a:t>
            </a:r>
            <a:r>
              <a:rPr lang="en-US" sz="1800" dirty="0"/>
              <a:t> law. Why? Because </a:t>
            </a:r>
            <a:r>
              <a:rPr lang="en-US" sz="1800" i="1" dirty="0"/>
              <a:t>they did</a:t>
            </a:r>
            <a:r>
              <a:rPr lang="en-US" sz="1800" dirty="0"/>
              <a:t> not </a:t>
            </a:r>
            <a:r>
              <a:rPr lang="en-US" sz="1800" i="1" dirty="0"/>
              <a:t>pursue it</a:t>
            </a:r>
            <a:r>
              <a:rPr lang="en-US" sz="1800" dirty="0"/>
              <a:t> by faith, but as though </a:t>
            </a:r>
            <a:r>
              <a:rPr lang="en-US" sz="1800" i="1" dirty="0"/>
              <a:t>it were</a:t>
            </a:r>
            <a:r>
              <a:rPr lang="en-US" sz="1800" dirty="0"/>
              <a:t> by works.</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 mas Israel, que iba tras una ley de justicia, no la alcanzó. ¿Por qué? Porque iban tras ella no por fe, sino como por obras de la ley …</a:t>
            </a:r>
            <a:endParaRPr lang="en-US" sz="1800" dirty="0"/>
          </a:p>
        </p:txBody>
      </p:sp>
    </p:spTree>
    <p:extLst>
      <p:ext uri="{BB962C8B-B14F-4D97-AF65-F5344CB8AC3E}">
        <p14:creationId xmlns:p14="http://schemas.microsoft.com/office/powerpoint/2010/main" val="21582586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Hebrews 2:14-15</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pPr marL="27675"/>
            <a:r>
              <a:rPr lang="en-US" dirty="0" err="1"/>
              <a:t>Hebreos</a:t>
            </a:r>
            <a:r>
              <a:rPr lang="en-US" dirty="0"/>
              <a:t> 2:14-15</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Therefore, since the children share in flesh and blood, He Himself likewise also partook of the same, that through death He might render powerless him who had the power of death, that is, the devil, and might free those who through fear of death were subject to slavery all their lives.</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pPr marL="27675" algn="just"/>
            <a:r>
              <a:rPr lang="es-ES" sz="1800"/>
              <a:t>Así </a:t>
            </a:r>
            <a:r>
              <a:rPr lang="es-ES" sz="1800" dirty="0"/>
              <a:t>que, por cuanto los hijos participaron de carne y sangre, él también participó de lo mismo, para destruir por medio de la muerte al que tenía el imperio de la muerte, esto es, al diablo</a:t>
            </a:r>
            <a:r>
              <a:rPr lang="es-ES" sz="1800"/>
              <a:t>, y </a:t>
            </a:r>
            <a:r>
              <a:rPr lang="es-ES" sz="1800" dirty="0"/>
              <a:t>librar a todos los que por el temor de la muerte estaban durante toda la vida sujetos a servidumbre.</a:t>
            </a:r>
            <a:endParaRPr lang="en-US" sz="1800" dirty="0"/>
          </a:p>
        </p:txBody>
      </p:sp>
    </p:spTree>
    <p:extLst>
      <p:ext uri="{BB962C8B-B14F-4D97-AF65-F5344CB8AC3E}">
        <p14:creationId xmlns:p14="http://schemas.microsoft.com/office/powerpoint/2010/main" val="31305223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Galatians 2:17-20</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err="1"/>
              <a:t>Gálatas</a:t>
            </a:r>
            <a:r>
              <a:rPr lang="en-US" dirty="0"/>
              <a:t> 2:17-20</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“But if, while we seek to be justified by Christ, we ourselves also are found sinners, </a:t>
            </a:r>
            <a:r>
              <a:rPr lang="en-US" sz="1800" i="1" dirty="0"/>
              <a:t>is</a:t>
            </a:r>
            <a:r>
              <a:rPr lang="en-US" sz="1800" dirty="0"/>
              <a:t> Christ therefore a minister of sin? Certainly not! For if I build again those things which I destroyed, I make myself a transgressor. For I through the law died to the law that I might live to God. I have been crucified with Christ; it is no longer I who live, but Christ lives in me; and the </a:t>
            </a:r>
            <a:r>
              <a:rPr lang="en-US" sz="1800" i="1" dirty="0"/>
              <a:t>life</a:t>
            </a:r>
            <a:r>
              <a:rPr lang="en-US" sz="1800" dirty="0"/>
              <a:t> which I now live in the flesh I live by faith in the Son of God, who loved me and gave Himself for me.”</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Y si buscando ser justificados en Cristo, también nosotros somos hallados pecadores, ¿es por eso Cristo ministro de pecado? En ninguna manera. Porque si las cosas que destruí, las mismas vuelvo a edificar, transgresor me hago. Porque yo por la ley soy muerto para la ley, a fin de vivir para Dios. Con Cristo estoy juntamente crucificado, y ya no vivo yo, mas vive Cristo en mí; y lo que ahora vivo en la carne, lo vivo en la fe del Hijo de Dios, el cual me amó y se entregó a sí mismo por mí.</a:t>
            </a:r>
            <a:endParaRPr lang="en-US" sz="1800" dirty="0"/>
          </a:p>
        </p:txBody>
      </p:sp>
    </p:spTree>
    <p:extLst>
      <p:ext uri="{BB962C8B-B14F-4D97-AF65-F5344CB8AC3E}">
        <p14:creationId xmlns:p14="http://schemas.microsoft.com/office/powerpoint/2010/main" val="32356001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1 Timothy 2:5-6</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pPr marL="27675"/>
            <a:r>
              <a:rPr lang="en-US" dirty="0"/>
              <a:t>1 </a:t>
            </a:r>
            <a:r>
              <a:rPr lang="en-US" dirty="0" err="1"/>
              <a:t>Timoteo</a:t>
            </a:r>
            <a:r>
              <a:rPr lang="en-US" dirty="0"/>
              <a:t> 2:5-6</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For </a:t>
            </a:r>
            <a:r>
              <a:rPr lang="en-US" sz="1800" i="1" dirty="0"/>
              <a:t>there is</a:t>
            </a:r>
            <a:r>
              <a:rPr lang="en-US" sz="1800" dirty="0"/>
              <a:t> one God and one Mediator between God and men, </a:t>
            </a:r>
            <a:r>
              <a:rPr lang="en-US" sz="1800" i="1" dirty="0"/>
              <a:t>the</a:t>
            </a:r>
            <a:r>
              <a:rPr lang="en-US" sz="1800" dirty="0"/>
              <a:t> Man Christ Jesus, who gave Himself a ransom for all, to be testified in due time…</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a:t>Porque </a:t>
            </a:r>
            <a:r>
              <a:rPr lang="es-ES" sz="1800" dirty="0"/>
              <a:t>hay un solo Dios, y un solo mediador entre Dios y los hombres, Jesucristo hombre</a:t>
            </a:r>
            <a:r>
              <a:rPr lang="es-ES" sz="1800"/>
              <a:t>, el </a:t>
            </a:r>
            <a:r>
              <a:rPr lang="es-ES" sz="1800" dirty="0"/>
              <a:t>cual se dio a sí mismo en rescate por todos, de lo cual se dio testimonio a su debido tiempo.</a:t>
            </a:r>
            <a:endParaRPr lang="en-US" sz="1800" dirty="0"/>
          </a:p>
        </p:txBody>
      </p:sp>
    </p:spTree>
    <p:extLst>
      <p:ext uri="{BB962C8B-B14F-4D97-AF65-F5344CB8AC3E}">
        <p14:creationId xmlns:p14="http://schemas.microsoft.com/office/powerpoint/2010/main" val="14106421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r>
              <a:rPr lang="en-US" dirty="0"/>
              <a:t>Romans 5:6-10</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err="1"/>
              <a:t>Romanos</a:t>
            </a:r>
            <a:r>
              <a:rPr lang="en-US" dirty="0"/>
              <a:t> 5:6-10</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For when we were still without strength, in due time Christ died for the ungodly. For scarcely for a righteous man will one die; yet perhaps for a good man someone would even dare to die. But God demonstrates His own love toward us, in that while we were still sinners, Christ died for us. Much more then, having now been justified by His blood, we shall be saved from wrath through Him. For if when we were enemies we were reconciled to God through the death of His Son, much more, having been reconciled, we shall be saved by His life.</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Porque Cristo, cuando aún éramos débiles, a su tiempo murió por los impíos. Ciertamente, apenas morirá alguno por un justo; con todo, pudiera ser que alguno osara morir por el bueno. Mas Dios muestra su amor para con nosotros, en que siendo aún pecadores, Cristo murió por nosotros. Pues mucho más, estando ya justificados en su sangre, por él seremos salvos de la ira. Porque si siendo enemigos, fuimos reconciliados con Dios por la muerte de su Hijo, mucho más, estando reconciliados, seremos salvos por su vida.</a:t>
            </a:r>
            <a:endParaRPr lang="en-US" sz="1800" dirty="0"/>
          </a:p>
        </p:txBody>
      </p:sp>
    </p:spTree>
    <p:extLst>
      <p:ext uri="{BB962C8B-B14F-4D97-AF65-F5344CB8AC3E}">
        <p14:creationId xmlns:p14="http://schemas.microsoft.com/office/powerpoint/2010/main" val="10270536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r>
              <a:rPr lang="en-US" dirty="0"/>
              <a:t>Romans 6:21-23</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err="1"/>
              <a:t>Romanos</a:t>
            </a:r>
            <a:r>
              <a:rPr lang="en-US" dirty="0"/>
              <a:t> 6:21-23</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What fruit did you have then in the things of which you are now ashamed? For the end of those things </a:t>
            </a:r>
            <a:r>
              <a:rPr lang="en-US" sz="1800" i="1" dirty="0"/>
              <a:t>is</a:t>
            </a:r>
            <a:r>
              <a:rPr lang="en-US" sz="1800" dirty="0"/>
              <a:t> death. But now having been set free from sin, and having become slaves of God, you have your fruit to holiness, and the end, everlasting life. For the wages of sin </a:t>
            </a:r>
            <a:r>
              <a:rPr lang="en-US" sz="1800" i="1" dirty="0"/>
              <a:t>is </a:t>
            </a:r>
            <a:r>
              <a:rPr lang="en-US" sz="1800" dirty="0"/>
              <a:t>death, but the gift of God </a:t>
            </a:r>
            <a:r>
              <a:rPr lang="en-US" sz="1800" i="1" dirty="0"/>
              <a:t>is</a:t>
            </a:r>
            <a:r>
              <a:rPr lang="en-US" sz="1800" dirty="0"/>
              <a:t> eternal life in Christ Jesus our Lord.</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¿Pero qué fruto teníais de aquellas cosas de las cuales ahora os avergonzáis? Porque el fin de ellas es muerte. </a:t>
            </a:r>
            <a:r>
              <a:rPr lang="es-ES" sz="1800"/>
              <a:t>Mas </a:t>
            </a:r>
            <a:r>
              <a:rPr lang="es-ES" sz="1800" dirty="0"/>
              <a:t>ahora que habéis sido libertados del pecado y hechos siervos de Dios, tenéis por vuestro fruto la santificación, y como fin, la vida eterna</a:t>
            </a:r>
            <a:r>
              <a:rPr lang="es-ES" sz="1800"/>
              <a:t>. Porque </a:t>
            </a:r>
            <a:r>
              <a:rPr lang="es-ES" sz="1800" dirty="0"/>
              <a:t>la paga del pecado es muerte, mas la dádiva de Dios es vida eterna en Cristo Jesús Señor nuestro.</a:t>
            </a:r>
            <a:endParaRPr lang="en-US" sz="1800" dirty="0"/>
          </a:p>
        </p:txBody>
      </p:sp>
    </p:spTree>
    <p:extLst>
      <p:ext uri="{BB962C8B-B14F-4D97-AF65-F5344CB8AC3E}">
        <p14:creationId xmlns:p14="http://schemas.microsoft.com/office/powerpoint/2010/main" val="9763595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1 Corinthians 11:27-32</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a:t>1 </a:t>
            </a:r>
            <a:r>
              <a:rPr lang="en-US" dirty="0" err="1"/>
              <a:t>Corintios</a:t>
            </a:r>
            <a:r>
              <a:rPr lang="en-US" dirty="0"/>
              <a:t> 11:27-32</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Therefore whoever eats this bread or drinks </a:t>
            </a:r>
            <a:r>
              <a:rPr lang="en-US" sz="1800" i="1" dirty="0"/>
              <a:t>this</a:t>
            </a:r>
            <a:r>
              <a:rPr lang="en-US" sz="1800" dirty="0"/>
              <a:t> cup of the Lord in an unworthy manner will be guilty of the body and blood of the Lord. But let a man examine himself, and so let him eat of the bread and drink of the cup. For he who eats and drinks in an unworthy manner eats and drinks judgment to himself, not discerning the Lord's body. For this reason many </a:t>
            </a:r>
            <a:r>
              <a:rPr lang="en-US" sz="1800" i="1" dirty="0"/>
              <a:t>are</a:t>
            </a:r>
            <a:r>
              <a:rPr lang="en-US" sz="1800" dirty="0"/>
              <a:t> weak and sick among you, and many sleep. For if we would judge ourselves, we would not be judged. But when we are judged, we are chastened by the Lord, that we may not be condemned with the world.</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De manera que cualquiera que comiere este pan o bebiere esta copa del Señor indignamente, será culpado del cuerpo y de la sangre del Señor. Por tanto, pruébese cada uno a sí mismo, y coma así del pan, y beba de la copa. Porque el que come y bebe indignamente, sin discernir el cuerpo del Señor, juicio come y bebe para sí. Por lo cual hay muchos enfermos y debilitados entre vosotros, y muchos duermen. </a:t>
            </a:r>
            <a:r>
              <a:rPr lang="es-ES" sz="1800"/>
              <a:t>Si</a:t>
            </a:r>
            <a:r>
              <a:rPr lang="es-ES" sz="1800" dirty="0"/>
              <a:t>, pues, nos examinásemos a nosotros mismos, no seríamos juzgados</a:t>
            </a:r>
            <a:r>
              <a:rPr lang="es-ES" sz="1800"/>
              <a:t>; mas </a:t>
            </a:r>
            <a:r>
              <a:rPr lang="es-ES" sz="1800" dirty="0"/>
              <a:t>siendo juzgados, somos castigados por el Señor, para que no seamos condenados con el mundo.</a:t>
            </a:r>
            <a:endParaRPr lang="en-US" sz="1800" dirty="0"/>
          </a:p>
        </p:txBody>
      </p:sp>
    </p:spTree>
    <p:extLst>
      <p:ext uri="{BB962C8B-B14F-4D97-AF65-F5344CB8AC3E}">
        <p14:creationId xmlns:p14="http://schemas.microsoft.com/office/powerpoint/2010/main" val="11407733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r>
              <a:rPr lang="en-US" dirty="0"/>
              <a:t>Mark 14:32-41</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a:t>Marcos 14:32-41</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algn="just"/>
            <a:r>
              <a:rPr lang="en-US" sz="1600" dirty="0"/>
              <a:t>Then they came to a place which was named Gethsemane; and He said to His disciples, “Sit here while I pray.” And He took Peter, James, and John with Him, and He began to be troubled and deeply distressed. Then He said to them, “My soul is exceedingly sorrowful, </a:t>
            </a:r>
            <a:r>
              <a:rPr lang="en-US" sz="1600" i="1" dirty="0"/>
              <a:t>even</a:t>
            </a:r>
            <a:r>
              <a:rPr lang="en-US" sz="1600" dirty="0"/>
              <a:t> to death. Stay here and watch.” He went a little farther, and fell on the ground, and prayed that if it were possible, the hour might pass from Him. And He said, “Abba, Father, all things </a:t>
            </a:r>
            <a:r>
              <a:rPr lang="en-US" sz="1600" i="1" dirty="0"/>
              <a:t>are</a:t>
            </a:r>
            <a:r>
              <a:rPr lang="en-US" sz="1600" dirty="0"/>
              <a:t> possible for You. Take this cup away from Me; nevertheless, not what I will, but what You </a:t>
            </a:r>
            <a:r>
              <a:rPr lang="en-US" sz="1600" i="1" dirty="0"/>
              <a:t>will</a:t>
            </a:r>
            <a:r>
              <a:rPr lang="en-US" sz="1600" dirty="0"/>
              <a:t>.” Then He came and found them sleeping, and said to Peter, “Simon, are you sleeping? Could you not watch one hour? "Watch and pray, lest you enter into temptation. The spirit indeed </a:t>
            </a:r>
            <a:r>
              <a:rPr lang="en-US" sz="1600" i="1" dirty="0"/>
              <a:t>is</a:t>
            </a:r>
            <a:r>
              <a:rPr lang="en-US" sz="1600" dirty="0"/>
              <a:t> willing, but the flesh </a:t>
            </a:r>
            <a:r>
              <a:rPr lang="en-US" sz="1600" i="1" dirty="0"/>
              <a:t>is</a:t>
            </a:r>
            <a:r>
              <a:rPr lang="en-US" sz="1600" dirty="0"/>
              <a:t> weak.” Again He went away and prayed, and spoke the same words. And when He returned, He found them asleep again, for their eyes were heavy; and they did not know what to answer Him. Then He came the third time and said to them, “Are you still sleeping and resting? It is enough! The hour has come; behold, the Son of Man is being betrayed into the hands of sinners.”</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600" dirty="0"/>
              <a:t>Vinieron, pues, a un lugar que se llama Getsemaní, y dijo a sus discípulos: Sentaos aquí, entre tanto que yo oro. Y tomó consigo a Pedro, a Jacobo y a Juan, y comenzó a entristecerse y a angustiarse. Y les dijo: Mi alma está muy triste, hasta la muerte; quedaos aquí y velad. Yéndose un poco adelante, se postró en tierra, y oró que si fuese posible, pasase de él aquella hora. Y decía: Abba, Padre, todas las cosas son posibles para ti; aparta de mí esta copa; mas no lo que yo quiero, sino lo que tú. Vino luego y los halló durmiendo; y dijo a Pedro: Simón, ¿duermes? ¿No has podido velar una hora? Velad y orad, para que no entréis en tentación; el espíritu a la verdad está dispuesto, pero la carne es débil. Otra vez fue y oró, diciendo las mismas palabras. Al volver, otra vez los halló durmiendo, porque los ojos de ellos estaban cargados de sueño; y no sabían qué responderle. Vino la tercera vez, y les dijo: Dormid ya, y descansad. Basta, la hora ha venido; he aquí, el Hijo del Hombre es entregado en manos de los pecadores.</a:t>
            </a:r>
            <a:endParaRPr lang="en-US" sz="1600" dirty="0"/>
          </a:p>
        </p:txBody>
      </p:sp>
    </p:spTree>
    <p:extLst>
      <p:ext uri="{BB962C8B-B14F-4D97-AF65-F5344CB8AC3E}">
        <p14:creationId xmlns:p14="http://schemas.microsoft.com/office/powerpoint/2010/main" val="394397597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Hebrews 12:2</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pPr marL="27675"/>
            <a:r>
              <a:rPr lang="en-US" dirty="0" err="1"/>
              <a:t>Hebreos</a:t>
            </a:r>
            <a:r>
              <a:rPr lang="en-US" dirty="0"/>
              <a:t> 12:2</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…fixing our eyes on Jesus, the author and perfecter of faith, who for the joy set before Him endured the cross, despising the shame, and has sat down at the right hand of the throne of God.</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pPr marL="27675" algn="just"/>
            <a:r>
              <a:rPr lang="es-ES" sz="1800"/>
              <a:t>…puestos </a:t>
            </a:r>
            <a:r>
              <a:rPr lang="es-ES" sz="1800" dirty="0"/>
              <a:t>los ojos en Jesús, el autor y consumador de la fe, el cual por el gozo puesto delante de él sufrió la cruz, menospreciando el oprobio, y se sentó a la diestra del trono de Dios.</a:t>
            </a:r>
            <a:endParaRPr lang="en-US" sz="1800" dirty="0"/>
          </a:p>
        </p:txBody>
      </p:sp>
    </p:spTree>
    <p:extLst>
      <p:ext uri="{BB962C8B-B14F-4D97-AF65-F5344CB8AC3E}">
        <p14:creationId xmlns:p14="http://schemas.microsoft.com/office/powerpoint/2010/main" val="247589908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r>
              <a:rPr lang="en-US" dirty="0"/>
              <a:t>Romans 3:23-26</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err="1"/>
              <a:t>Romanos</a:t>
            </a:r>
            <a:r>
              <a:rPr lang="en-US" dirty="0"/>
              <a:t> 3:23-26</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…for all have sinned and fall short of the glory of God, and are justified by his grace as a gift, through the redemption that is in Christ Jesus, whom God put forward as a propitiation by his blood, to be received by faith. This was to show God’s righteousness, because in his divine forbearance he had passed over former sins. It was to show his righteousness at the present time, so that he might be just and the justifier of the one who has faith in Jesus.</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a:t>…por </a:t>
            </a:r>
            <a:r>
              <a:rPr lang="es-ES" sz="1800" dirty="0"/>
              <a:t>cuanto todos pecaron, y están destituidos de la gloria de Dios</a:t>
            </a:r>
            <a:r>
              <a:rPr lang="es-ES" sz="1800"/>
              <a:t>, siendo </a:t>
            </a:r>
            <a:r>
              <a:rPr lang="es-ES" sz="1800" dirty="0"/>
              <a:t>justificados gratuitamente por su gracia, mediante la redención que es en Cristo Jesús</a:t>
            </a:r>
            <a:r>
              <a:rPr lang="es-ES" sz="1800"/>
              <a:t>, a </a:t>
            </a:r>
            <a:r>
              <a:rPr lang="es-ES" sz="1800" dirty="0"/>
              <a:t>quien Dios puso como propiciación por medio de la fe en su sangre, para manifestar su justicia, a causa de haber pasado por alto, en su paciencia, los pecados pasados</a:t>
            </a:r>
            <a:r>
              <a:rPr lang="es-ES" sz="1800"/>
              <a:t>, con </a:t>
            </a:r>
            <a:r>
              <a:rPr lang="es-ES" sz="1800" dirty="0"/>
              <a:t>la mira de manifestar en este tiempo su justicia, a fin de que él sea el justo, y el que justifica al que es de la fe de Jesús.</a:t>
            </a:r>
            <a:endParaRPr lang="en-US" sz="1800" dirty="0"/>
          </a:p>
        </p:txBody>
      </p:sp>
    </p:spTree>
    <p:extLst>
      <p:ext uri="{BB962C8B-B14F-4D97-AF65-F5344CB8AC3E}">
        <p14:creationId xmlns:p14="http://schemas.microsoft.com/office/powerpoint/2010/main" val="391249436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r>
              <a:rPr lang="en-US" dirty="0"/>
              <a:t>John 3:16-17</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a:t>Juan 3:16-17</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For God so loved the world, that he gave his only Son, that whoever believes in him should not perish but have eternal life. For God did not send his Son into the world to condemn the world, but in order that the world might be saved through him.</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Porque de tal manera amó Dios al mundo, que ha dado a su Hijo unigénito, para que todo aquel que en él cree, no se pierda, mas tenga vida </a:t>
            </a:r>
            <a:r>
              <a:rPr lang="es-ES" sz="1800"/>
              <a:t>eterna. Porque </a:t>
            </a:r>
            <a:r>
              <a:rPr lang="es-ES" sz="1800" dirty="0"/>
              <a:t>no envió Dios a su Hijo al mundo para condenar al mundo, sino para que el mundo sea salvo por él.</a:t>
            </a:r>
            <a:endParaRPr lang="en-US" sz="1800" dirty="0"/>
          </a:p>
        </p:txBody>
      </p:sp>
    </p:spTree>
    <p:extLst>
      <p:ext uri="{BB962C8B-B14F-4D97-AF65-F5344CB8AC3E}">
        <p14:creationId xmlns:p14="http://schemas.microsoft.com/office/powerpoint/2010/main" val="22251839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r>
              <a:rPr lang="en-US" dirty="0"/>
              <a:t>Isaiah 53:3-6</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err="1"/>
              <a:t>Isaías</a:t>
            </a:r>
            <a:r>
              <a:rPr lang="en-US" dirty="0"/>
              <a:t> 53:3-6</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r>
              <a:rPr lang="en-US" sz="2000" dirty="0"/>
              <a:t>He is despised and rejected by men, A Man of sorrows and acquainted with grief. And we hid, as it were, </a:t>
            </a:r>
            <a:r>
              <a:rPr lang="en-US" sz="2000" i="1" dirty="0"/>
              <a:t>our</a:t>
            </a:r>
            <a:r>
              <a:rPr lang="en-US" sz="2000" dirty="0"/>
              <a:t> faces from Him; He was despised, and we did not esteem Him. Surely He has borne our griefs And carried our sorrows; Yet we esteemed Him stricken, Smitten by God, and afflicted. But He </a:t>
            </a:r>
            <a:r>
              <a:rPr lang="en-US" sz="2000" i="1" dirty="0"/>
              <a:t>was</a:t>
            </a:r>
            <a:r>
              <a:rPr lang="en-US" sz="2000" dirty="0"/>
              <a:t> wounded for our transgressions, </a:t>
            </a:r>
            <a:r>
              <a:rPr lang="en-US" sz="2000" i="1" dirty="0"/>
              <a:t>He was</a:t>
            </a:r>
            <a:r>
              <a:rPr lang="en-US" sz="2000" dirty="0"/>
              <a:t> bruised for our iniquities; The chastisement for our peace </a:t>
            </a:r>
            <a:r>
              <a:rPr lang="en-US" sz="2000" i="1" dirty="0"/>
              <a:t>was</a:t>
            </a:r>
            <a:r>
              <a:rPr lang="en-US" sz="2000" dirty="0"/>
              <a:t> upon Him, And by His stripes we are healed. All we like sheep have gone astray; We have turned, every one, to his own way; And the LORD has laid on Him the iniquity of us all.</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2000" dirty="0"/>
              <a:t>Despreciado y desechado entre los hombres, varón de dolores, experimentado en quebranto; y como que escondimos de él el rostro, fue menospreciado, y no lo estimamos. Ciertamente llevó él nuestras enfermedades, y sufrió nuestros dolores; y nosotros le tuvimos por azotado, por herido de Dios y abatido. </a:t>
            </a:r>
            <a:r>
              <a:rPr lang="es-ES" sz="2000"/>
              <a:t>Mas </a:t>
            </a:r>
            <a:r>
              <a:rPr lang="es-ES" sz="2000" dirty="0"/>
              <a:t>él herido fue por nuestras rebeliones, molido por nuestros pecados; el castigo de nuestra paz fue sobre él, y por su llaga fuimos nosotros curados</a:t>
            </a:r>
            <a:r>
              <a:rPr lang="es-ES" sz="2000"/>
              <a:t>. Todos </a:t>
            </a:r>
            <a:r>
              <a:rPr lang="es-ES" sz="2000" dirty="0"/>
              <a:t>nosotros nos descarriamos como ovejas, cada cual se apartó por su camino; mas Jehová cargó en él el pecado de todos nosotros.</a:t>
            </a:r>
            <a:endParaRPr lang="en-US" sz="2000" dirty="0"/>
          </a:p>
        </p:txBody>
      </p:sp>
    </p:spTree>
    <p:extLst>
      <p:ext uri="{BB962C8B-B14F-4D97-AF65-F5344CB8AC3E}">
        <p14:creationId xmlns:p14="http://schemas.microsoft.com/office/powerpoint/2010/main" val="396640636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r>
              <a:rPr lang="en-US" dirty="0"/>
              <a:t>Colossians 2:13-14</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err="1"/>
              <a:t>Colosenses</a:t>
            </a:r>
            <a:r>
              <a:rPr lang="en-US" dirty="0"/>
              <a:t> 2:13-14</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When you were dead in your transgressions and the uncircumcision of your flesh, He made you alive together with Him, having forgiven us all our transgressions, having canceled out the certificate of debt consisting of decrees against us, which was hostile to us; and He has taken it out of the way, having nailed it to the cross.</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a:t>Y </a:t>
            </a:r>
            <a:r>
              <a:rPr lang="es-ES" sz="1800" dirty="0"/>
              <a:t>a vosotros, estando muertos en pecados y en la incircuncisión de vuestra carne, os dio vida juntamente con él, perdonándoos todos los pecados</a:t>
            </a:r>
            <a:r>
              <a:rPr lang="es-ES" sz="1800"/>
              <a:t>, anulando </a:t>
            </a:r>
            <a:r>
              <a:rPr lang="es-ES" sz="1800" dirty="0"/>
              <a:t>el acta de los decretos que había contra nosotros, que nos era contraria, quitándola de en medio y clavándola en la cruz,</a:t>
            </a:r>
            <a:endParaRPr lang="en-US" sz="1800" dirty="0"/>
          </a:p>
        </p:txBody>
      </p:sp>
    </p:spTree>
    <p:extLst>
      <p:ext uri="{BB962C8B-B14F-4D97-AF65-F5344CB8AC3E}">
        <p14:creationId xmlns:p14="http://schemas.microsoft.com/office/powerpoint/2010/main" val="116848158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Galatians 2:20-21</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err="1"/>
              <a:t>Gálatas</a:t>
            </a:r>
            <a:r>
              <a:rPr lang="en-US" dirty="0"/>
              <a:t> 2:20-21</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“I have been crucified with Christ; it is no longer I who live, but Christ lives in me; and the </a:t>
            </a:r>
            <a:r>
              <a:rPr lang="en-US" sz="1800" i="1" dirty="0"/>
              <a:t>life</a:t>
            </a:r>
            <a:r>
              <a:rPr lang="en-US" sz="1800" dirty="0"/>
              <a:t> which I now live in the flesh I live by faith in the Son of God, who loved me and gave Himself for me. I do not set aside the grace of God; for if righteousness </a:t>
            </a:r>
            <a:r>
              <a:rPr lang="en-US" sz="1800" i="1" dirty="0"/>
              <a:t>comes</a:t>
            </a:r>
            <a:r>
              <a:rPr lang="en-US" sz="1800" dirty="0"/>
              <a:t> through the law, then Christ died in vain.”</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Con Cristo estoy juntamente crucificado, y ya no vivo yo, mas vive Cristo en mí; y lo que ahora vivo en la carne, lo vivo en la fe del Hijo de Dios, el cual me amó y se entregó a sí mismo por mí. No desecho la gracia de Dios; pues si por la ley fuese la justicia, entonces por demás murió Cristo.</a:t>
            </a:r>
            <a:endParaRPr lang="en-US" sz="1800" dirty="0"/>
          </a:p>
        </p:txBody>
      </p:sp>
    </p:spTree>
    <p:extLst>
      <p:ext uri="{BB962C8B-B14F-4D97-AF65-F5344CB8AC3E}">
        <p14:creationId xmlns:p14="http://schemas.microsoft.com/office/powerpoint/2010/main" val="33939284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Hebrews 9:11-14</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pPr marL="27675"/>
            <a:r>
              <a:rPr lang="en-US" dirty="0" err="1"/>
              <a:t>Hebreos</a:t>
            </a:r>
            <a:r>
              <a:rPr lang="en-US" dirty="0"/>
              <a:t> 9:11-14</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But Christ came </a:t>
            </a:r>
            <a:r>
              <a:rPr lang="en-US" sz="1800" i="1" dirty="0"/>
              <a:t>as</a:t>
            </a:r>
            <a:r>
              <a:rPr lang="en-US" sz="1800" dirty="0"/>
              <a:t> High Priest of the good things to come, with the greater and more perfect tabernacle not made with hands, that is, not of this creation. Not with the blood of goats and calves, but with His own blood He entered the Most Holy Place once for all, having obtained eternal redemption. For if the blood of bulls and goats and the ashes of a heifer, sprinkling the unclean, sanctifies for the purifying of the flesh, how much more shall the blood of Christ, who through the eternal Spirit offered Himself without spot to God, cleanse your conscience from dead works to serve the living God?</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Pero estando ya presente Cristo, sumo sacerdote de los bienes venideros, por el más amplio y más perfecto tabernáculo, no hecho de manos, es decir, no de esta creación, y no por sangre de machos cabríos ni de becerros, sino por su propia sangre, entró una vez para siempre en el Lugar Santísimo, habiendo obtenido eterna redención. </a:t>
            </a:r>
            <a:r>
              <a:rPr lang="es-ES" sz="1800"/>
              <a:t>Porque </a:t>
            </a:r>
            <a:r>
              <a:rPr lang="es-ES" sz="1800" dirty="0"/>
              <a:t>si la sangre de los toros y de los machos cabríos, y las cenizas de la becerra rociadas a los inmundos, santifican para la purificación de la carne</a:t>
            </a:r>
            <a:r>
              <a:rPr lang="es-ES" sz="1800"/>
              <a:t>, ¿</a:t>
            </a:r>
            <a:r>
              <a:rPr lang="es-ES" sz="1800" dirty="0"/>
              <a:t>cuánto más la sangre de Cristo, el cual mediante el Espíritu eterno se ofreció a sí mismo sin mancha a Dios, limpiará vuestras conciencias de obras muertas para que sirváis al Dios vivo?</a:t>
            </a:r>
            <a:endParaRPr lang="en-US" sz="1800" dirty="0"/>
          </a:p>
        </p:txBody>
      </p:sp>
    </p:spTree>
    <p:extLst>
      <p:ext uri="{BB962C8B-B14F-4D97-AF65-F5344CB8AC3E}">
        <p14:creationId xmlns:p14="http://schemas.microsoft.com/office/powerpoint/2010/main" val="337355207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1 Corinthians 1:18-24</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a:t>1 </a:t>
            </a:r>
            <a:r>
              <a:rPr lang="en-US" dirty="0" err="1"/>
              <a:t>Corintios</a:t>
            </a:r>
            <a:r>
              <a:rPr lang="en-US" dirty="0"/>
              <a:t> 1:18-24</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For the message of the cross is foolishness to those who are perishing, but to us who are being saved it is the power of God. For it is written: “I will destroy the wisdom of the wise, and bring to nothing the understanding of the prudent.” Where </a:t>
            </a:r>
            <a:r>
              <a:rPr lang="en-US" sz="1800" i="1" dirty="0"/>
              <a:t>is</a:t>
            </a:r>
            <a:r>
              <a:rPr lang="en-US" sz="1800" dirty="0"/>
              <a:t> the wise? Where </a:t>
            </a:r>
            <a:r>
              <a:rPr lang="en-US" sz="1800" i="1" dirty="0"/>
              <a:t>is</a:t>
            </a:r>
            <a:r>
              <a:rPr lang="en-US" sz="1800" dirty="0"/>
              <a:t> the scribe? Where </a:t>
            </a:r>
            <a:r>
              <a:rPr lang="en-US" sz="1800" i="1" dirty="0"/>
              <a:t>is</a:t>
            </a:r>
            <a:r>
              <a:rPr lang="en-US" sz="1800" dirty="0"/>
              <a:t> the disputer of this age? Has not God made foolish the wisdom of this world? For since, in the wisdom of God, the world through wisdom did not know God, it pleased God through the foolishness of the message preached to save those who believe. For Jews request a sign, and Greeks seek after wisdom; but we preach Christ crucified, to the Jews a stumbling block and to the Greeks foolishness, but to those who are called, both Jews and Greeks, Christ the power of God and the wisdom of God.</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Porque la palabra de la cruz es locura a los que se pierden; pero a los que se salvan, esto es, a nosotros, es poder de Dios. Pues está escrito:  Destruiré la sabiduría de los sabios,  Y desecharé el entendimiento de los entendidos. ¿Dónde está el sabio? ¿Dónde está el escriba? ¿Dónde está el disputador de este siglo? ¿No ha enloquecido Dios la sabiduría del mundo? Pues ya que en la sabiduría de Dios, el mundo no conoció a Dios mediante la sabiduría, agradó a Dios salvar a los creyentes por la locura de la predicación. Porque los judíos piden señales, y los griegos buscan sabiduría; pero nosotros predicamos a Cristo crucificado, para los judíos ciertamente tropezadero, y para los gentiles locura</a:t>
            </a:r>
            <a:r>
              <a:rPr lang="es-ES" sz="1800"/>
              <a:t>; mas </a:t>
            </a:r>
            <a:r>
              <a:rPr lang="es-ES" sz="1800" dirty="0"/>
              <a:t>para los llamados, así judíos como griegos, Cristo poder de Dios, y sabiduría de Dios.</a:t>
            </a:r>
            <a:endParaRPr lang="en-US" sz="1800" dirty="0"/>
          </a:p>
        </p:txBody>
      </p:sp>
    </p:spTree>
    <p:extLst>
      <p:ext uri="{BB962C8B-B14F-4D97-AF65-F5344CB8AC3E}">
        <p14:creationId xmlns:p14="http://schemas.microsoft.com/office/powerpoint/2010/main" val="25718963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Luke 23:41-42</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pPr marL="27675"/>
            <a:r>
              <a:rPr lang="en-US" dirty="0"/>
              <a:t>Lucas 23:41-42</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“And we indeed </a:t>
            </a:r>
            <a:r>
              <a:rPr lang="en-US" sz="1800" i="1" dirty="0"/>
              <a:t>are suffering</a:t>
            </a:r>
            <a:r>
              <a:rPr lang="en-US" sz="1800" dirty="0"/>
              <a:t> justly, for we are receiving what we deserve for our deeds; but this man has done nothing wrong.” And he was saying, “Jesus, remember me when You come in Your kingdom!”</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a:t>Nosotros</a:t>
            </a:r>
            <a:r>
              <a:rPr lang="es-ES" sz="1800" dirty="0"/>
              <a:t>, a la verdad, justamente padecemos, porque recibimos lo que merecieron nuestros hechos; mas éste ningún mal hizo</a:t>
            </a:r>
            <a:r>
              <a:rPr lang="es-ES" sz="1800"/>
              <a:t>. Y </a:t>
            </a:r>
            <a:r>
              <a:rPr lang="es-ES" sz="1800" dirty="0"/>
              <a:t>dijo a Jesús: Acuérdate de mí cuando vengas en tu reino.</a:t>
            </a:r>
            <a:endParaRPr lang="en-US" sz="1800" dirty="0"/>
          </a:p>
        </p:txBody>
      </p:sp>
    </p:spTree>
    <p:extLst>
      <p:ext uri="{BB962C8B-B14F-4D97-AF65-F5344CB8AC3E}">
        <p14:creationId xmlns:p14="http://schemas.microsoft.com/office/powerpoint/2010/main" val="22255172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1 Peter 1:18-19</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pPr marL="27675"/>
            <a:r>
              <a:rPr lang="en-US" dirty="0"/>
              <a:t>1 Pedro 1:18-19</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…knowing that you were not redeemed with corruptible things, </a:t>
            </a:r>
            <a:r>
              <a:rPr lang="en-US" sz="1800" i="1" dirty="0"/>
              <a:t>like</a:t>
            </a:r>
            <a:r>
              <a:rPr lang="en-US" sz="1800" dirty="0"/>
              <a:t> silver or gold, from your aimless conduct </a:t>
            </a:r>
            <a:r>
              <a:rPr lang="en-US" sz="1800" i="1" dirty="0"/>
              <a:t>received</a:t>
            </a:r>
            <a:r>
              <a:rPr lang="en-US" sz="1800" dirty="0"/>
              <a:t> by tradition from your fathers, but with the precious blood of Christ, as of a lamb without blemish and without spot.</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…sabiendo que fuisteis rescatados de vuestra vana manera de vivir, la cual recibisteis de vuestros padres, no con cosas corruptibles, como oro o plata, sino con la sangre preciosa de Cristo, como de un cordero sin mancha y sin contaminación,</a:t>
            </a:r>
            <a:endParaRPr lang="en-US" sz="1800" dirty="0"/>
          </a:p>
        </p:txBody>
      </p:sp>
    </p:spTree>
    <p:extLst>
      <p:ext uri="{BB962C8B-B14F-4D97-AF65-F5344CB8AC3E}">
        <p14:creationId xmlns:p14="http://schemas.microsoft.com/office/powerpoint/2010/main" val="87619602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Luke 24:30-35</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pPr marL="27675"/>
            <a:r>
              <a:rPr lang="en-US" dirty="0"/>
              <a:t>Lucas 24:30-35</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Now it came to pass, as He sat at the table with them, that He took bread, blessed and broke </a:t>
            </a:r>
            <a:r>
              <a:rPr lang="en-US" sz="1800" i="1" dirty="0"/>
              <a:t>it</a:t>
            </a:r>
            <a:r>
              <a:rPr lang="en-US" sz="1800" dirty="0"/>
              <a:t>, and gave it to them. Then their eyes were opened and they knew Him; and He vanished from their sight. And they said to one another, “Did not our heart burn within us while He talked with us on the road, and while He opened the Scriptures to us?” So they rose up that very hour and returned to Jerusalem, and found the eleven and those </a:t>
            </a:r>
            <a:r>
              <a:rPr lang="en-US" sz="1800" i="1" dirty="0"/>
              <a:t>who were</a:t>
            </a:r>
            <a:r>
              <a:rPr lang="en-US" sz="1800" dirty="0"/>
              <a:t> with them gathered together, saying, “The Lord is risen indeed, and has appeared to Simon!” And they told about the things </a:t>
            </a:r>
            <a:r>
              <a:rPr lang="en-US" sz="1800" i="1" dirty="0"/>
              <a:t>that had happened</a:t>
            </a:r>
            <a:r>
              <a:rPr lang="en-US" sz="1800" dirty="0"/>
              <a:t> on the road, and how He was known to them in the breaking of bread.</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Y aconteció que estando sentado con ellos a la mesa, tomó el pan y lo bendijo, lo partió, y les dio. Entonces les fueron abiertos los ojos, y le reconocieron; mas él se desapareció de su vista. Y se decían el uno al otro: ¿No ardía nuestro corazón en nosotros, mientras nos hablaba en el camino, y cuando nos abría las Escrituras? </a:t>
            </a:r>
            <a:r>
              <a:rPr lang="es-ES" sz="1800"/>
              <a:t>Y </a:t>
            </a:r>
            <a:r>
              <a:rPr lang="es-ES" sz="1800" dirty="0"/>
              <a:t>levantándose en la misma hora, volvieron a Jerusalén, y hallaron a los once reunidos, y a los que estaban con ellos</a:t>
            </a:r>
            <a:r>
              <a:rPr lang="es-ES" sz="1800"/>
              <a:t>, que </a:t>
            </a:r>
            <a:r>
              <a:rPr lang="es-ES" sz="1800" dirty="0"/>
              <a:t>decían: Ha resucitado el Señor verdaderamente, y ha aparecido a Simón</a:t>
            </a:r>
            <a:r>
              <a:rPr lang="es-ES" sz="1800"/>
              <a:t>. Entonces </a:t>
            </a:r>
            <a:r>
              <a:rPr lang="es-ES" sz="1800" dirty="0"/>
              <a:t>ellos contaban las cosas que les habían acontecido en el camino, y cómo le habían reconocido al partir el pan.</a:t>
            </a:r>
            <a:endParaRPr lang="en-US" sz="1800" dirty="0"/>
          </a:p>
        </p:txBody>
      </p:sp>
    </p:spTree>
    <p:extLst>
      <p:ext uri="{BB962C8B-B14F-4D97-AF65-F5344CB8AC3E}">
        <p14:creationId xmlns:p14="http://schemas.microsoft.com/office/powerpoint/2010/main" val="136801433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Galatians 3:28</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err="1"/>
              <a:t>Gálatas</a:t>
            </a:r>
            <a:r>
              <a:rPr lang="en-US" dirty="0"/>
              <a:t> 3:28</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There is neither Jew nor Greek, there is neither slave nor free, there is neither male nor female; for you are all one in Christ Jesus.</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a:t>Ya </a:t>
            </a:r>
            <a:r>
              <a:rPr lang="es-ES" sz="1800" dirty="0"/>
              <a:t>no hay judío ni griego; no hay esclavo ni libre; no hay varón ni mujer; porque todos vosotros sois uno en Cristo Jesús.</a:t>
            </a:r>
            <a:endParaRPr lang="en-US" sz="1800" dirty="0"/>
          </a:p>
        </p:txBody>
      </p:sp>
    </p:spTree>
    <p:extLst>
      <p:ext uri="{BB962C8B-B14F-4D97-AF65-F5344CB8AC3E}">
        <p14:creationId xmlns:p14="http://schemas.microsoft.com/office/powerpoint/2010/main" val="190666832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John 19:30</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pPr marL="27675"/>
            <a:r>
              <a:rPr lang="en-US" dirty="0"/>
              <a:t>Juan 19:30</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So when Jesus had received the sour wine, He said, “It is finished!” And bowing His head, He gave up His spirit.</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a:t>Cuando </a:t>
            </a:r>
            <a:r>
              <a:rPr lang="es-ES" sz="1800" dirty="0"/>
              <a:t>Jesús hubo tomado el vinagre, dijo: Consumado es. Y habiendo inclinado la cabeza, entregó el espíritu.</a:t>
            </a:r>
            <a:endParaRPr lang="en-US" sz="1800" dirty="0"/>
          </a:p>
        </p:txBody>
      </p:sp>
    </p:spTree>
    <p:extLst>
      <p:ext uri="{BB962C8B-B14F-4D97-AF65-F5344CB8AC3E}">
        <p14:creationId xmlns:p14="http://schemas.microsoft.com/office/powerpoint/2010/main" val="9552491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r>
              <a:rPr lang="en-US" dirty="0"/>
              <a:t>John 6:53-58</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a:t>Juan 6:53-58</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Then Jesus said to them, “Most assuredly, I say to you, unless you eat the flesh of the Son of Man and drink His blood, you have no life in you. Whoever eats My flesh and drinks My blood has eternal life, and I will raise him up at the last day. For My flesh is food indeed, and My blood is drink indeed. He who eats My flesh and drinks My blood abides in Me, and I in him. As the living Father sent Me, and I live because of the Father, so he who feeds on Me will live because of Me. This is the bread which came down from heaven--not as your fathers ate the manna, and are dead. He who eats this bread will live forever.”</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Jesús les dijo: De cierto, de cierto os digo: Si no coméis la carne del Hijo del Hombre, y bebéis su sangre, no tenéis vida en vosotros. El que come mi carne y bebe mi sangre, tiene vida eterna; y yo le resucitaré en el día postrero. Porque mi carne es verdadera comida, y mi sangre es verdadera bebida. El que come mi carne y bebe mi sangre, en mí permanece, y yo en él. Como me envió el Padre viviente, y yo vivo por el Padre, asimismo el que me come, él también vivirá por mí. Este es el pan que descendió del cielo; no como vuestros padres comieron el maná, y murieron; el que come de este pan, vivirá eternamente.</a:t>
            </a:r>
            <a:endParaRPr lang="en-US" sz="1800" dirty="0"/>
          </a:p>
        </p:txBody>
      </p:sp>
    </p:spTree>
    <p:extLst>
      <p:ext uri="{BB962C8B-B14F-4D97-AF65-F5344CB8AC3E}">
        <p14:creationId xmlns:p14="http://schemas.microsoft.com/office/powerpoint/2010/main" val="103184768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Luke 22:19-22</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pPr marL="27675"/>
            <a:r>
              <a:rPr lang="en-US" dirty="0"/>
              <a:t>Lucas 22:19-22</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And he took bread, and when he had given thanks, he broke it and gave it to them, saying, “This is my body, which is given for you. Do this in remembrance of me.” And likewise the cup after they had eaten, saying, “This cup that is poured out for you is the new covenant in my blood. But behold, the hand of My betrayer </a:t>
            </a:r>
            <a:r>
              <a:rPr lang="en-US" sz="1800" i="1" dirty="0"/>
              <a:t>is</a:t>
            </a:r>
            <a:r>
              <a:rPr lang="en-US" sz="1800" dirty="0"/>
              <a:t> with Me on the table. And truly the Son of Man goes as it has been determined, but woe to that man by whom He is betrayed!”</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Y tomó el pan y dio gracias, y lo partió y les dio, diciendo: Esto es mi cuerpo, que por vosotros es dado; haced esto en memoria de mí. De igual manera, después que hubo cenado, tomó la copa, diciendo: Esta copa es el nuevo pacto en mi sangre, que por vosotros se derrama. Mas he aquí, la mano del que me entrega está conmigo en la mesa. A la verdad el Hijo del Hombre va, según lo que está determinado; pero ¡ay de aquel hombre por quien es entregado!</a:t>
            </a:r>
            <a:endParaRPr lang="en-US" sz="1800" dirty="0"/>
          </a:p>
        </p:txBody>
      </p:sp>
    </p:spTree>
    <p:extLst>
      <p:ext uri="{BB962C8B-B14F-4D97-AF65-F5344CB8AC3E}">
        <p14:creationId xmlns:p14="http://schemas.microsoft.com/office/powerpoint/2010/main" val="225801803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Matthew 26:39-46</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pPr marL="27675"/>
            <a:r>
              <a:rPr lang="en-US" dirty="0"/>
              <a:t>Mateo 26:39-46</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He went a little farther and fell on His face, and prayed, saying, “O My Father, if it is possible, let this cup pass from Me; nevertheless, not as I will, but as You </a:t>
            </a:r>
            <a:r>
              <a:rPr lang="en-US" sz="1800" i="1" dirty="0"/>
              <a:t>will</a:t>
            </a:r>
            <a:r>
              <a:rPr lang="en-US" sz="1800" dirty="0"/>
              <a:t>.” Then He came to the disciples and found them sleeping, and said to Peter, “What? Could you not watch with Me one hour? Watch and pray, lest you enter into temptation. The spirit indeed </a:t>
            </a:r>
            <a:r>
              <a:rPr lang="en-US" sz="1800" i="1" dirty="0"/>
              <a:t>is</a:t>
            </a:r>
            <a:r>
              <a:rPr lang="en-US" sz="1800" dirty="0"/>
              <a:t> willing, but the flesh </a:t>
            </a:r>
            <a:r>
              <a:rPr lang="en-US" sz="1800" i="1" dirty="0"/>
              <a:t>is</a:t>
            </a:r>
            <a:r>
              <a:rPr lang="en-US" sz="1800" dirty="0"/>
              <a:t> weak.” Again, a second time, He went away and prayed, saying, “O My Father, if this cup cannot pass away from Me unless I drink it, Your will be done.” And He came and found them asleep again, for their eyes were heavy. So He left them, went away again, and prayed the third time, saying the same words. Then He came to His disciples and said to them, “Are </a:t>
            </a:r>
            <a:r>
              <a:rPr lang="en-US" sz="1800" i="1" dirty="0"/>
              <a:t>you</a:t>
            </a:r>
            <a:r>
              <a:rPr lang="en-US" sz="1800" dirty="0"/>
              <a:t> still sleeping and resting? Behold, the hour is at hand, and the Son of Man is being betrayed into the hands of sinners. Rise, let us be going. See, My betrayer is at hand.”</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Yendo un poco adelante, se postró sobre su rostro, orando y diciendo: Padre mío, si es posible, pase de mí esta copa; pero no sea como yo quiero, sino como tú. Vino luego a sus discípulos, y los halló durmiendo, y dijo a Pedro: ¿Así que no habéis podido velar conmigo una hora? Velad y orad, para que no entréis en tentación; el espíritu a la verdad está dispuesto, pero la carne es débil. Otra vez fue, y oró por segunda vez, diciendo: Padre mío, si no puede pasar de mí esta copa sin que yo la beba, hágase tu voluntad. Vino otra vez y los halló durmiendo, porque los ojos de ellos estaban cargados de sueño. Y dejándolos, se fue de nuevo, y oró por tercera vez, diciendo las mismas palabras. Entonces vino a sus discípulos y les dijo: Dormid ya, y descansad. He aquí ha llegado la hora, y el Hijo del Hombre es entregado en manos de pecadores</a:t>
            </a:r>
            <a:r>
              <a:rPr lang="es-ES" sz="1800"/>
              <a:t>. Levantaos</a:t>
            </a:r>
            <a:r>
              <a:rPr lang="es-ES" sz="1800" dirty="0"/>
              <a:t>, vamos; ved, se acerca el que me entrega.</a:t>
            </a:r>
            <a:endParaRPr lang="en-US" sz="1800" dirty="0"/>
          </a:p>
        </p:txBody>
      </p:sp>
    </p:spTree>
    <p:extLst>
      <p:ext uri="{BB962C8B-B14F-4D97-AF65-F5344CB8AC3E}">
        <p14:creationId xmlns:p14="http://schemas.microsoft.com/office/powerpoint/2010/main" val="100908128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Psalm 117:1-2</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pPr marL="27675"/>
            <a:r>
              <a:rPr lang="en-US" dirty="0"/>
              <a:t>Salmo 26:39-46</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Praise the LORD, all you Gentiles! Laud Him, all you peoples! For His merciful kindness is great toward us, And the truth of the </a:t>
            </a:r>
            <a:r>
              <a:rPr lang="en-US" sz="1800"/>
              <a:t>LORD </a:t>
            </a:r>
            <a:r>
              <a:rPr lang="en-US" sz="1800" i="1"/>
              <a:t>endures</a:t>
            </a:r>
            <a:r>
              <a:rPr lang="en-US" sz="1800"/>
              <a:t> </a:t>
            </a:r>
            <a:r>
              <a:rPr lang="en-US" sz="1800" dirty="0"/>
              <a:t>forever. Praise the LORD!</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Alabad a Jehová, naciones todas;  Pueblos todos, alabadle. Porque ha engrandecido sobre nosotros su misericordia,  Y la fidelidad de Jehová es para siempre.  Aleluya.</a:t>
            </a:r>
            <a:endParaRPr lang="en-US" sz="1800" dirty="0"/>
          </a:p>
        </p:txBody>
      </p:sp>
    </p:spTree>
    <p:extLst>
      <p:ext uri="{BB962C8B-B14F-4D97-AF65-F5344CB8AC3E}">
        <p14:creationId xmlns:p14="http://schemas.microsoft.com/office/powerpoint/2010/main" val="75057559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r>
              <a:rPr lang="en-US" dirty="0"/>
              <a:t>Mark 15:37-39</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a:t>Marcos 15:37-39</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algn="just"/>
            <a:r>
              <a:rPr lang="en-US" sz="1600" dirty="0"/>
              <a:t>And Jesus uttered a loud cry and breathed his last. And the curtain of the temple was torn in two, from top to bottom. And when the centurion, who stood facing him, saw that in this way he breathed his last, he said, “Truly this man was the Son of God!”</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600" dirty="0"/>
              <a:t>Mas Jesús, dando una gran voz, expiró. Entonces el velo del templo se rasgó en dos, de arriba abajo. Y el centurión que estaba frente a él, viendo que después de clamar había expirado así, dijo: Verdaderamente este hombre era Hijo de Dios.</a:t>
            </a:r>
            <a:endParaRPr lang="en-US" sz="1600" dirty="0"/>
          </a:p>
        </p:txBody>
      </p:sp>
    </p:spTree>
    <p:extLst>
      <p:ext uri="{BB962C8B-B14F-4D97-AF65-F5344CB8AC3E}">
        <p14:creationId xmlns:p14="http://schemas.microsoft.com/office/powerpoint/2010/main" val="259241322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r>
              <a:rPr lang="en-US" dirty="0"/>
              <a:t>Revelation 19:11-16</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err="1"/>
              <a:t>Apocalipsis</a:t>
            </a:r>
            <a:r>
              <a:rPr lang="en-US" dirty="0"/>
              <a:t> 19:11-16</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algn="just"/>
            <a:r>
              <a:rPr lang="en-US" sz="1600" dirty="0"/>
              <a:t>And I saw heaven opened, and behold, a white horse, and He who sat on it </a:t>
            </a:r>
            <a:r>
              <a:rPr lang="en-US" sz="1600" i="1" dirty="0"/>
              <a:t>is</a:t>
            </a:r>
            <a:r>
              <a:rPr lang="en-US" sz="1600" dirty="0"/>
              <a:t> called Faithful and True, and in righteousness He judges and wages war. His eyes </a:t>
            </a:r>
            <a:r>
              <a:rPr lang="en-US" sz="1600" i="1" dirty="0"/>
              <a:t>are</a:t>
            </a:r>
            <a:r>
              <a:rPr lang="en-US" sz="1600" dirty="0"/>
              <a:t> a flame of fire, and on His head </a:t>
            </a:r>
            <a:r>
              <a:rPr lang="en-US" sz="1600" i="1" dirty="0"/>
              <a:t>are</a:t>
            </a:r>
            <a:r>
              <a:rPr lang="en-US" sz="1600" dirty="0"/>
              <a:t> many diadems; and He has a name written </a:t>
            </a:r>
            <a:r>
              <a:rPr lang="en-US" sz="1600" i="1" dirty="0"/>
              <a:t>on Him</a:t>
            </a:r>
            <a:r>
              <a:rPr lang="en-US" sz="1600" dirty="0"/>
              <a:t> which no one knows except Himself. </a:t>
            </a:r>
            <a:r>
              <a:rPr lang="en-US" sz="1600" i="1" dirty="0"/>
              <a:t>He is</a:t>
            </a:r>
            <a:r>
              <a:rPr lang="en-US" sz="1600" dirty="0"/>
              <a:t> clothed with a robe dipped in blood, and His name is called The Word of God. And the armies which are in heaven, clothed in fine linen, white </a:t>
            </a:r>
            <a:r>
              <a:rPr lang="en-US" sz="1600" i="1" dirty="0"/>
              <a:t>and</a:t>
            </a:r>
            <a:r>
              <a:rPr lang="en-US" sz="1600" dirty="0"/>
              <a:t> clean, were following Him on white horses. From His mouth comes a sharp sword, so that with it He may strike down the nations, and He will rule them with a rod of iron; and He treads the wine press of the fierce wrath of God, the Almighty. And on His robe and on His thigh He has a name written, “KING OF KINGS, AND LORD OF LORDS.”</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600" dirty="0"/>
              <a:t>Entonces vi el cielo abierto; y he aquí un caballo blanco, y el que lo montaba se llamaba Fiel y Verdadero, y con justicia juzga y pelea. Sus ojos eran como llama de fuego, y había en su cabeza muchas diademas; y tenía un nombre escrito que ninguno conocía sino él mismo. Estaba vestido de una ropa teñida en sangre; y su nombre es: EL VERBO DE DIOS. Y los ejércitos celestiales, vestidos de lino finísimo, blanco y limpio, le seguían en caballos blancos. </a:t>
            </a:r>
            <a:r>
              <a:rPr lang="es-ES" sz="1600"/>
              <a:t>De </a:t>
            </a:r>
            <a:r>
              <a:rPr lang="es-ES" sz="1600" dirty="0"/>
              <a:t>su boca sale una espada aguda, para herir con ella a las naciones, y él las regirá con vara de hierro; y él pisa el lagar del vino del furor y de la ira del Dios Todopoderoso</a:t>
            </a:r>
            <a:r>
              <a:rPr lang="es-ES" sz="1600"/>
              <a:t>. Y </a:t>
            </a:r>
            <a:r>
              <a:rPr lang="es-ES" sz="1600" dirty="0"/>
              <a:t>en su vestidura y en su muslo tiene escrito este nombre: REY DE REYES Y SEÑOR DE SEÑORES.</a:t>
            </a:r>
            <a:endParaRPr lang="en-US" sz="1600" dirty="0"/>
          </a:p>
        </p:txBody>
      </p:sp>
    </p:spTree>
    <p:extLst>
      <p:ext uri="{BB962C8B-B14F-4D97-AF65-F5344CB8AC3E}">
        <p14:creationId xmlns:p14="http://schemas.microsoft.com/office/powerpoint/2010/main" val="347883124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Hebrews 10:5-10</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pPr marL="27675"/>
            <a:r>
              <a:rPr lang="en-US" dirty="0" err="1"/>
              <a:t>Hebreos</a:t>
            </a:r>
            <a:r>
              <a:rPr lang="en-US" dirty="0"/>
              <a:t> 10:5-10</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Therefore, when He came into the world, He said: “Sacrifice and offering You did not desire, But a body You have prepared for Me. In burnt offerings and </a:t>
            </a:r>
            <a:r>
              <a:rPr lang="en-US" sz="1800" i="1" dirty="0"/>
              <a:t>sacrifices</a:t>
            </a:r>
            <a:r>
              <a:rPr lang="en-US" sz="1800" dirty="0"/>
              <a:t> for sin You had no pleasure. Then I said, ‘Behold, I have come--In the volume of the book it is written of Me--To do Your will, O God.’” Previously saying, “Sacrifice and offering, burnt offerings, and </a:t>
            </a:r>
            <a:r>
              <a:rPr lang="en-US" sz="1800" i="1" dirty="0"/>
              <a:t>offerings</a:t>
            </a:r>
            <a:r>
              <a:rPr lang="en-US" sz="1800" dirty="0"/>
              <a:t> for sin You did not desire, nor had pleasure </a:t>
            </a:r>
            <a:r>
              <a:rPr lang="en-US" sz="1800" i="1" dirty="0"/>
              <a:t>in them</a:t>
            </a:r>
            <a:r>
              <a:rPr lang="en-US" sz="1800" dirty="0"/>
              <a:t>” (which are offered according to the law), then He said, “Behold, I have come to do Your will, O God.” He takes away the first that He may establish the second. By that will we have been sanctified through the offering of the body of Jesus Christ once </a:t>
            </a:r>
            <a:r>
              <a:rPr lang="en-US" sz="1800" i="1" dirty="0"/>
              <a:t>for all</a:t>
            </a:r>
            <a:r>
              <a:rPr lang="en-US" sz="1800" dirty="0"/>
              <a:t>.</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Por lo cual, entrando en el mundo dice:  Sacrificio y ofrenda no quisiste;  Mas me preparaste cuerpo. Holocaustos y expiaciones por el pecado no te agradaron. Entonces dije: He aquí que vengo, oh Dios, para  hacer tu voluntad,  Como en el rollo del libro está escrito de mí. Diciendo primero: Sacrificio y ofrenda y holocaustos y expiaciones por el pecado no quisiste, ni te agradaron (las cuales cosas se ofrecen según la ley), y diciendo luego: He aquí que vengo, oh Dios, para hacer tu voluntad; quita lo primero, para establecer esto último. En esa voluntad somos santificados mediante la ofrenda del cuerpo de Jesucristo hecha una vez para siempre.</a:t>
            </a:r>
            <a:endParaRPr lang="en-US" sz="1800" dirty="0"/>
          </a:p>
        </p:txBody>
      </p:sp>
    </p:spTree>
    <p:extLst>
      <p:ext uri="{BB962C8B-B14F-4D97-AF65-F5344CB8AC3E}">
        <p14:creationId xmlns:p14="http://schemas.microsoft.com/office/powerpoint/2010/main" val="91180695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Philippians 2:1-8</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pPr marL="27675"/>
            <a:r>
              <a:rPr lang="en-US" dirty="0" err="1"/>
              <a:t>Filipenses</a:t>
            </a:r>
            <a:r>
              <a:rPr lang="en-US" dirty="0"/>
              <a:t> 2:1-8</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Therefore if there is any encouragement in Christ, if there is any consolation of love, if there is any fellowship of the Spirit, if any affection and compassion, make my joy complete by being of the same mind, maintaining the same love, united in spirit, intent on one purpose. Do nothing from selfishness or empty conceit, but with humility of mind regard one another as more important than yourselves; do not merely look out for your own personal interests, but also for the interests of others. Have this attitude in yourselves which was also in Christ Jesus, who, although He existed in the form of God, did not regard equality with God a thing to be grasped, but emptied Himself, taking the form of a bond-servant, and being made in the likeness of men. Being found in appearance as a man, He humbled Himself by becoming obedient to the point of death, even death on a cross. </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Por tanto, si hay alguna consolación en Cristo, si algún consuelo de amor, si alguna comunión del Espíritu, si algún afecto entrañable, si alguna misericordia, completad mi gozo, sintiendo lo mismo, teniendo el mismo amor, unánimes, sintiendo una misma cosa. Nada hagáis por contienda o por vanagloria; antes bien con humildad, estimando cada uno a los demás como superiores a él mismo; no mirando cada uno por lo suyo propio, sino cada cual también por lo de los otros. Haya, pues, en vosotros este sentir que hubo también en Cristo Jesús, el cual, siendo en forma de Dios, no estimó el ser igual a Dios como cosa a que aferrarse, sino que se despojó a sí mismo, tomando forma de siervo, hecho semejante a los hombres; y estando en la condición de hombre, se humilló a sí mismo, haciéndose obediente hasta la muerte, y muerte de cruz.</a:t>
            </a:r>
            <a:endParaRPr lang="en-US" sz="1800" dirty="0"/>
          </a:p>
        </p:txBody>
      </p:sp>
    </p:spTree>
    <p:extLst>
      <p:ext uri="{BB962C8B-B14F-4D97-AF65-F5344CB8AC3E}">
        <p14:creationId xmlns:p14="http://schemas.microsoft.com/office/powerpoint/2010/main" val="317987662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John 15:12-13</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pPr marL="27675"/>
            <a:r>
              <a:rPr lang="en-US" dirty="0"/>
              <a:t>Juan 15:12-15</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This is My commandment, that you love one another as I have loved you. </a:t>
            </a:r>
            <a:r>
              <a:rPr lang="en-US" sz="1800"/>
              <a:t>Greater </a:t>
            </a:r>
            <a:r>
              <a:rPr lang="en-US" sz="1800" dirty="0"/>
              <a:t>love has no one than this, than to lay </a:t>
            </a:r>
            <a:r>
              <a:rPr lang="en-US" sz="1800"/>
              <a:t>down one’s </a:t>
            </a:r>
            <a:r>
              <a:rPr lang="en-US" sz="1800" dirty="0"/>
              <a:t>life for his friends.</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Este es mi mandamiento: Que os améis unos a otros, como yo os he amado. Nadie tiene mayor amor que este, que uno ponga su vida por sus amigos.</a:t>
            </a:r>
            <a:endParaRPr lang="en-US" sz="1800" dirty="0"/>
          </a:p>
        </p:txBody>
      </p:sp>
    </p:spTree>
    <p:extLst>
      <p:ext uri="{BB962C8B-B14F-4D97-AF65-F5344CB8AC3E}">
        <p14:creationId xmlns:p14="http://schemas.microsoft.com/office/powerpoint/2010/main" val="92470489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2 Corinthians 5:14-19</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a:t>2 </a:t>
            </a:r>
            <a:r>
              <a:rPr lang="en-US" dirty="0" err="1"/>
              <a:t>Corintios</a:t>
            </a:r>
            <a:r>
              <a:rPr lang="en-US" dirty="0"/>
              <a:t> 5:14-19</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For the love of Christ compels us, because we judge thus: that if One died for all, then all died;  and He died for all, that those who live should live no longer for themselves, but for Him who died for them and rose again. Therefore, from now on, we regard no one according to the flesh. Even though we have known Christ according to the flesh, yet now we know </a:t>
            </a:r>
            <a:r>
              <a:rPr lang="en-US" sz="1800" i="1" dirty="0"/>
              <a:t>Him thus</a:t>
            </a:r>
            <a:r>
              <a:rPr lang="en-US" sz="1800" dirty="0"/>
              <a:t> no longer. Therefore, if anyone </a:t>
            </a:r>
            <a:r>
              <a:rPr lang="en-US" sz="1800" i="1" dirty="0"/>
              <a:t>is</a:t>
            </a:r>
            <a:r>
              <a:rPr lang="en-US" sz="1800" dirty="0"/>
              <a:t> in Christ, </a:t>
            </a:r>
            <a:r>
              <a:rPr lang="en-US" sz="1800" i="1" dirty="0"/>
              <a:t>he is</a:t>
            </a:r>
            <a:r>
              <a:rPr lang="en-US" sz="1800" dirty="0"/>
              <a:t> a new creation; old things have passed away; behold, all things have become new. Now all things </a:t>
            </a:r>
            <a:r>
              <a:rPr lang="en-US" sz="1800" i="1" dirty="0"/>
              <a:t>are</a:t>
            </a:r>
            <a:r>
              <a:rPr lang="en-US" sz="1800" dirty="0"/>
              <a:t> of God, who has reconciled us to Himself through Jesus Christ, and has given us the ministry of reconciliation, that is, that God was in Christ reconciling the world to Himself, not imputing their trespasses to them, and has committed to us the word of reconciliation.</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Porque el amor de Cristo nos constriñe, pensando esto: que si uno murió por todos, luego todos murieron; y por todos murió, para que los que viven, ya no vivan para sí, sino para aquel que murió y resucitó por ellos. De manera que nosotros de aquí en adelante a nadie conocemos según la carne; y aun si a Cristo conocimos según la carne, ya no lo conocemos así. De modo que si alguno está en Cristo, nueva criatura es; las cosas viejas pasaron; he aquí todas son hechas nuevas. </a:t>
            </a:r>
            <a:r>
              <a:rPr lang="es-ES" sz="1800"/>
              <a:t>Y </a:t>
            </a:r>
            <a:r>
              <a:rPr lang="es-ES" sz="1800" dirty="0"/>
              <a:t>todo esto proviene de Dios, quien nos reconcilió consigo mismo por Cristo, y nos dio el ministerio de la reconciliación</a:t>
            </a:r>
            <a:r>
              <a:rPr lang="es-ES" sz="1800"/>
              <a:t>; que </a:t>
            </a:r>
            <a:r>
              <a:rPr lang="es-ES" sz="1800" dirty="0"/>
              <a:t>Dios estaba en Cristo reconciliando consigo al mundo, no tomándoles en cuenta a los hombres sus pecados, y nos encargó a nosotros la palabra de la reconciliación.</a:t>
            </a:r>
            <a:endParaRPr lang="en-US" sz="1800" dirty="0"/>
          </a:p>
        </p:txBody>
      </p:sp>
    </p:spTree>
    <p:extLst>
      <p:ext uri="{BB962C8B-B14F-4D97-AF65-F5344CB8AC3E}">
        <p14:creationId xmlns:p14="http://schemas.microsoft.com/office/powerpoint/2010/main" val="245770186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Acts 13:26-31</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err="1"/>
              <a:t>Hechos</a:t>
            </a:r>
            <a:r>
              <a:rPr lang="en-US" dirty="0"/>
              <a:t> 13:26-31</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Men </a:t>
            </a:r>
            <a:r>
              <a:rPr lang="en-US" sz="1800" i="1" dirty="0"/>
              <a:t>and</a:t>
            </a:r>
            <a:r>
              <a:rPr lang="en-US" sz="1800" dirty="0"/>
              <a:t> brethren, sons of the family of Abraham, and those among you who fear God, to you the word of this salvation has been sent. For those who dwell in Jerusalem, and their rulers, because they did not know Him, nor even the voices of the Prophets which are read every Sabbath, have fulfilled </a:t>
            </a:r>
            <a:r>
              <a:rPr lang="en-US" sz="1800" i="1" dirty="0"/>
              <a:t>them</a:t>
            </a:r>
            <a:r>
              <a:rPr lang="en-US" sz="1800" dirty="0"/>
              <a:t> in condemning </a:t>
            </a:r>
            <a:r>
              <a:rPr lang="en-US" sz="1800" i="1" dirty="0"/>
              <a:t>Him</a:t>
            </a:r>
            <a:r>
              <a:rPr lang="en-US" sz="1800" dirty="0"/>
              <a:t>. And though they found no cause for death </a:t>
            </a:r>
            <a:r>
              <a:rPr lang="en-US" sz="1800" i="1" dirty="0"/>
              <a:t>in Him</a:t>
            </a:r>
            <a:r>
              <a:rPr lang="en-US" sz="1800" dirty="0"/>
              <a:t>, they asked Pilate that He should be put to death. Now when they had fulfilled all that was written concerning Him, they took </a:t>
            </a:r>
            <a:r>
              <a:rPr lang="en-US" sz="1800" i="1" dirty="0"/>
              <a:t>Him</a:t>
            </a:r>
            <a:r>
              <a:rPr lang="en-US" sz="1800" dirty="0"/>
              <a:t> down from the tree and laid </a:t>
            </a:r>
            <a:r>
              <a:rPr lang="en-US" sz="1800" i="1" dirty="0"/>
              <a:t>Him</a:t>
            </a:r>
            <a:r>
              <a:rPr lang="en-US" sz="1800" dirty="0"/>
              <a:t> in a tomb. But God raised Him from the dead. He was seen for many days by those who came up with Him from Galilee to Jerusalem, who are His witnesses to the people.</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Varones hermanos, hijos del linaje de Abraham, y los que entre vosotros teméis a Dios, a vosotros es enviada la palabra de esta salvación. Porque los habitantes de Jerusalén y sus gobernantes, no conociendo a Jesús, ni las palabras de los profetas que se leen todos los días de reposo, las cumplieron al condenarle. Y sin hallar en él causa digna de muerte, pidieron a Pilato que se le matase. Y habiendo cumplido todas las cosas que de él estaban escritas, quitándolo del madero, lo pusieron en el sepulcro. Mas Dios le levantó de los muertos. Y él se apareció durante muchos días a los que habían subido juntamente con él de Galilea a Jerusalén, los cuales ahora son sus testigos ante el pueblo.</a:t>
            </a:r>
            <a:endParaRPr lang="en-US" sz="1800" dirty="0"/>
          </a:p>
        </p:txBody>
      </p:sp>
    </p:spTree>
    <p:extLst>
      <p:ext uri="{BB962C8B-B14F-4D97-AF65-F5344CB8AC3E}">
        <p14:creationId xmlns:p14="http://schemas.microsoft.com/office/powerpoint/2010/main" val="111712629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Hebrews 5:9</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pPr marL="27675"/>
            <a:r>
              <a:rPr lang="en-US" dirty="0" err="1"/>
              <a:t>Hebreos</a:t>
            </a:r>
            <a:r>
              <a:rPr lang="en-US" dirty="0"/>
              <a:t> 5:9</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And having been made perfect, He became to all those who obey Him the source of eternal salvation,</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y habiendo sido perfeccionado, vino a ser autor de eterna salvación para todos los que le obedecen;</a:t>
            </a:r>
            <a:endParaRPr lang="en-US" sz="1800" dirty="0"/>
          </a:p>
        </p:txBody>
      </p:sp>
    </p:spTree>
    <p:extLst>
      <p:ext uri="{BB962C8B-B14F-4D97-AF65-F5344CB8AC3E}">
        <p14:creationId xmlns:p14="http://schemas.microsoft.com/office/powerpoint/2010/main" val="342209247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John 13:1-5</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pPr marL="27675"/>
            <a:r>
              <a:rPr lang="en-US" dirty="0"/>
              <a:t>Juan 13:1-5</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Now before the Feast of the Passover, when Jesus knew that His hour had come that He should depart from this world to the Father, having loved His own who were in the world, He loved them to the end. And supper being ended, the devil having already put it into the heart of Judas Iscariot, Simon’s </a:t>
            </a:r>
            <a:r>
              <a:rPr lang="en-US" sz="1800" i="1" dirty="0"/>
              <a:t>son</a:t>
            </a:r>
            <a:r>
              <a:rPr lang="en-US" sz="1800" dirty="0"/>
              <a:t>, to betray Him, Jesus, knowing that the Father had given all things into His hands, and that He had come from God and was going to God, rose from supper and laid aside His garments, took a towel and girded Himself. After that, He poured water into a basin and began to wash the disciples’ feet, and to wipe </a:t>
            </a:r>
            <a:r>
              <a:rPr lang="en-US" sz="1800" i="1" dirty="0"/>
              <a:t>them</a:t>
            </a:r>
            <a:r>
              <a:rPr lang="en-US" sz="1800" dirty="0"/>
              <a:t> with the towel with which He was girded.</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Antes de la fiesta de la pascua, sabiendo Jesús que su hora había llegado para que pasase de este mundo al Padre, como había amado a los suyos que estaban en el mundo, los amó hasta el fin. </a:t>
            </a:r>
            <a:r>
              <a:rPr lang="es-ES" sz="1800"/>
              <a:t>Y </a:t>
            </a:r>
            <a:r>
              <a:rPr lang="es-ES" sz="1800" dirty="0"/>
              <a:t>cuando cenaban, como el diablo ya había puesto en el corazón de Judas Iscariote, hijo de Simón, que le entregase</a:t>
            </a:r>
            <a:r>
              <a:rPr lang="es-ES" sz="1800"/>
              <a:t>, sabiendo </a:t>
            </a:r>
            <a:r>
              <a:rPr lang="es-ES" sz="1800" dirty="0"/>
              <a:t>Jesús que el Padre le había dado todas las cosas en las manos, y que había salido de Dios, y a Dios iba</a:t>
            </a:r>
            <a:r>
              <a:rPr lang="es-ES" sz="1800"/>
              <a:t>, se </a:t>
            </a:r>
            <a:r>
              <a:rPr lang="es-ES" sz="1800" dirty="0"/>
              <a:t>levantó de la cena, y se quitó su manto, y tomando una toalla, se la ciñó</a:t>
            </a:r>
            <a:r>
              <a:rPr lang="es-ES" sz="1800"/>
              <a:t>. Luego </a:t>
            </a:r>
            <a:r>
              <a:rPr lang="es-ES" sz="1800" dirty="0"/>
              <a:t>puso agua en un lebrillo, y comenzó a lavar los pies de los discípulos, y a enjugarlos con la toalla con que estaba ceñido.</a:t>
            </a:r>
            <a:endParaRPr lang="en-US" sz="1800" dirty="0"/>
          </a:p>
        </p:txBody>
      </p:sp>
    </p:spTree>
    <p:extLst>
      <p:ext uri="{BB962C8B-B14F-4D97-AF65-F5344CB8AC3E}">
        <p14:creationId xmlns:p14="http://schemas.microsoft.com/office/powerpoint/2010/main" val="39986338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Matthew 27:35-36</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pPr marL="27675"/>
            <a:r>
              <a:rPr lang="en-US" dirty="0"/>
              <a:t>Mateo 27:35-36</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Then they crucified Him, and divided His garments, casting lots, that it might be fulfilled which was spoken by the prophet: “They divided My garments among them, and for My clothing they cast lots.” Sitting down, they kept watch over Him there.</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Cuando le hubieron crucificado, repartieron entre sí sus vestidos, echando suertes, para que se cumpliese lo dicho por el profeta: Partieron entre sí mis vestidos, y sobre mi ropa echaron suertes. Y sentados le guardaban allí.</a:t>
            </a:r>
            <a:endParaRPr lang="en-US" sz="1800" dirty="0"/>
          </a:p>
        </p:txBody>
      </p:sp>
    </p:spTree>
    <p:extLst>
      <p:ext uri="{BB962C8B-B14F-4D97-AF65-F5344CB8AC3E}">
        <p14:creationId xmlns:p14="http://schemas.microsoft.com/office/powerpoint/2010/main" val="351862494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1 Timothy 1:15-16</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pPr marL="27675"/>
            <a:r>
              <a:rPr lang="en-US" dirty="0"/>
              <a:t>1 </a:t>
            </a:r>
            <a:r>
              <a:rPr lang="en-US" dirty="0" err="1"/>
              <a:t>Timoteo</a:t>
            </a:r>
            <a:r>
              <a:rPr lang="en-US" dirty="0"/>
              <a:t> 1:15-16</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This </a:t>
            </a:r>
            <a:r>
              <a:rPr lang="en-US" sz="1800" i="1" dirty="0"/>
              <a:t>is</a:t>
            </a:r>
            <a:r>
              <a:rPr lang="en-US" sz="1800" dirty="0"/>
              <a:t> a faithful saying and worthy of all acceptance, that Christ Jesus came into the world to save sinners, of whom I am chief. However, for this reason I obtained mercy, that in me first Jesus Christ might show all longsuffering, as a pattern to those who are going to believe on Him for everlasting life.</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Palabra fiel y digna de ser recibida por todos: que Cristo Jesús vino al mundo para salvar a los pecadores, de los cuales yo soy el primero. Pero por esto fui recibido a misericordia, para que Jesucristo mostrase en mí el primero toda su clemencia, para ejemplo de los que habrían de creer en él para vida eterna.</a:t>
            </a:r>
            <a:endParaRPr lang="en-US" sz="1800" dirty="0"/>
          </a:p>
        </p:txBody>
      </p:sp>
    </p:spTree>
    <p:extLst>
      <p:ext uri="{BB962C8B-B14F-4D97-AF65-F5344CB8AC3E}">
        <p14:creationId xmlns:p14="http://schemas.microsoft.com/office/powerpoint/2010/main" val="300145987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pPr marL="27675"/>
            <a:r>
              <a:rPr lang="en-US" dirty="0"/>
              <a:t>Exodus 12:23</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pPr marL="27675"/>
            <a:r>
              <a:rPr lang="en-US" dirty="0" err="1"/>
              <a:t>Éxodo</a:t>
            </a:r>
            <a:r>
              <a:rPr lang="en-US" dirty="0"/>
              <a:t> 12:23</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For the LORD will pass through to strike the Egyptians; and when He sees the blood on the lintel and on the two doorposts, the LORD will pass over the door and not allow the destroyer to come into your houses to </a:t>
            </a:r>
            <a:r>
              <a:rPr lang="en-US" sz="1800"/>
              <a:t>strike </a:t>
            </a:r>
            <a:r>
              <a:rPr lang="en-US" sz="1800" i="1"/>
              <a:t>you</a:t>
            </a:r>
            <a:r>
              <a:rPr lang="en-US" sz="1800"/>
              <a:t>.</a:t>
            </a:r>
            <a:endParaRPr lang="en-US" sz="1800" dirty="0"/>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dirty="0"/>
              <a:t>Porque Jehová pasará hiriendo a los egipcios; y cuando vea la sangre en el dintel y en los dos postes, pasará Jehová aquella puerta, y no dejará entrar al heridor en vuestras casas para herir.</a:t>
            </a:r>
            <a:endParaRPr lang="en-US" sz="1800" dirty="0"/>
          </a:p>
        </p:txBody>
      </p:sp>
    </p:spTree>
    <p:extLst>
      <p:ext uri="{BB962C8B-B14F-4D97-AF65-F5344CB8AC3E}">
        <p14:creationId xmlns:p14="http://schemas.microsoft.com/office/powerpoint/2010/main" val="26170657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F85B9-9031-478B-AF2C-1229B50D9D61}"/>
              </a:ext>
            </a:extLst>
          </p:cNvPr>
          <p:cNvSpPr>
            <a:spLocks noGrp="1"/>
          </p:cNvSpPr>
          <p:nvPr>
            <p:ph type="body" sz="quarter" idx="10"/>
          </p:nvPr>
        </p:nvSpPr>
        <p:spPr/>
        <p:txBody>
          <a:bodyPr/>
          <a:lstStyle/>
          <a:p>
            <a:r>
              <a:rPr lang="en-US" dirty="0"/>
              <a:t>Romans 6:9</a:t>
            </a:r>
          </a:p>
        </p:txBody>
      </p:sp>
      <p:sp>
        <p:nvSpPr>
          <p:cNvPr id="5" name="Text Placeholder 4">
            <a:extLst>
              <a:ext uri="{FF2B5EF4-FFF2-40B4-BE49-F238E27FC236}">
                <a16:creationId xmlns:a16="http://schemas.microsoft.com/office/drawing/2014/main" id="{6E98B62A-E139-403C-8242-23F9D82D3D64}"/>
              </a:ext>
            </a:extLst>
          </p:cNvPr>
          <p:cNvSpPr>
            <a:spLocks noGrp="1"/>
          </p:cNvSpPr>
          <p:nvPr>
            <p:ph type="body" sz="quarter" idx="11"/>
          </p:nvPr>
        </p:nvSpPr>
        <p:spPr/>
        <p:txBody>
          <a:bodyPr/>
          <a:lstStyle/>
          <a:p>
            <a:r>
              <a:rPr lang="en-US" dirty="0" err="1"/>
              <a:t>Romanos</a:t>
            </a:r>
            <a:r>
              <a:rPr lang="en-US" dirty="0"/>
              <a:t> 6:9</a:t>
            </a:r>
          </a:p>
        </p:txBody>
      </p:sp>
      <p:sp>
        <p:nvSpPr>
          <p:cNvPr id="6" name="Text Placeholder 5">
            <a:extLst>
              <a:ext uri="{FF2B5EF4-FFF2-40B4-BE49-F238E27FC236}">
                <a16:creationId xmlns:a16="http://schemas.microsoft.com/office/drawing/2014/main" id="{0474B869-CF51-4303-B1AB-0C4722167F22}"/>
              </a:ext>
            </a:extLst>
          </p:cNvPr>
          <p:cNvSpPr>
            <a:spLocks noGrp="1"/>
          </p:cNvSpPr>
          <p:nvPr>
            <p:ph type="body" sz="quarter" idx="12"/>
          </p:nvPr>
        </p:nvSpPr>
        <p:spPr/>
        <p:txBody>
          <a:bodyPr/>
          <a:lstStyle/>
          <a:p>
            <a:pPr marL="27675" algn="just"/>
            <a:r>
              <a:rPr lang="en-US" sz="1800" dirty="0"/>
              <a:t>…knowing that Christ, having been raised from the dead, dies no more. Death no longer has dominion over Him.</a:t>
            </a:r>
          </a:p>
        </p:txBody>
      </p:sp>
      <p:sp>
        <p:nvSpPr>
          <p:cNvPr id="7" name="Text Placeholder 6">
            <a:extLst>
              <a:ext uri="{FF2B5EF4-FFF2-40B4-BE49-F238E27FC236}">
                <a16:creationId xmlns:a16="http://schemas.microsoft.com/office/drawing/2014/main" id="{1FF2C416-1BE1-4D91-B6AD-427C2C1DC06C}"/>
              </a:ext>
            </a:extLst>
          </p:cNvPr>
          <p:cNvSpPr>
            <a:spLocks noGrp="1"/>
          </p:cNvSpPr>
          <p:nvPr>
            <p:ph type="body" sz="quarter" idx="13"/>
          </p:nvPr>
        </p:nvSpPr>
        <p:spPr/>
        <p:txBody>
          <a:bodyPr/>
          <a:lstStyle/>
          <a:p>
            <a:r>
              <a:rPr lang="es-ES" sz="1800"/>
              <a:t>… sabiendo </a:t>
            </a:r>
            <a:r>
              <a:rPr lang="es-ES" sz="1800" dirty="0"/>
              <a:t>que Cristo, habiendo resucitado de los muertos, ya no muere; la muerte no se enseñorea más de él.</a:t>
            </a:r>
            <a:endParaRPr lang="en-US" sz="1800" dirty="0"/>
          </a:p>
        </p:txBody>
      </p:sp>
    </p:spTree>
    <p:extLst>
      <p:ext uri="{BB962C8B-B14F-4D97-AF65-F5344CB8AC3E}">
        <p14:creationId xmlns:p14="http://schemas.microsoft.com/office/powerpoint/2010/main" val="395066855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9C3BE33-7E7B-953E-D5C9-0BA12D165D44}"/>
              </a:ext>
            </a:extLst>
          </p:cNvPr>
          <p:cNvSpPr>
            <a:spLocks noGrp="1"/>
          </p:cNvSpPr>
          <p:nvPr>
            <p:ph type="body" sz="quarter" idx="10"/>
          </p:nvPr>
        </p:nvSpPr>
        <p:spPr/>
        <p:txBody>
          <a:bodyPr/>
          <a:lstStyle/>
          <a:p>
            <a:endParaRPr lang="en-US"/>
          </a:p>
        </p:txBody>
      </p:sp>
      <p:sp>
        <p:nvSpPr>
          <p:cNvPr id="3" name="Text Placeholder 2">
            <a:extLst>
              <a:ext uri="{FF2B5EF4-FFF2-40B4-BE49-F238E27FC236}">
                <a16:creationId xmlns:a16="http://schemas.microsoft.com/office/drawing/2014/main" id="{EFF60402-EDA4-A131-04B1-6B506109FF9D}"/>
              </a:ext>
            </a:extLst>
          </p:cNvPr>
          <p:cNvSpPr>
            <a:spLocks noGrp="1"/>
          </p:cNvSpPr>
          <p:nvPr>
            <p:ph type="body" sz="quarter" idx="11"/>
          </p:nvPr>
        </p:nvSpPr>
        <p:spPr/>
        <p:txBody>
          <a:bodyPr/>
          <a:lstStyle/>
          <a:p>
            <a:endParaRPr lang="en-US"/>
          </a:p>
        </p:txBody>
      </p:sp>
      <p:sp>
        <p:nvSpPr>
          <p:cNvPr id="4" name="Text Placeholder 3">
            <a:extLst>
              <a:ext uri="{FF2B5EF4-FFF2-40B4-BE49-F238E27FC236}">
                <a16:creationId xmlns:a16="http://schemas.microsoft.com/office/drawing/2014/main" id="{526180E5-C600-41AB-4CC9-27BFDDE38DAA}"/>
              </a:ext>
            </a:extLst>
          </p:cNvPr>
          <p:cNvSpPr>
            <a:spLocks noGrp="1"/>
          </p:cNvSpPr>
          <p:nvPr>
            <p:ph type="body" sz="quarter" idx="12"/>
          </p:nvPr>
        </p:nvSpPr>
        <p:spPr/>
        <p:txBody>
          <a:bodyPr/>
          <a:lstStyle/>
          <a:p>
            <a:endParaRPr lang="en-US"/>
          </a:p>
        </p:txBody>
      </p:sp>
      <p:sp>
        <p:nvSpPr>
          <p:cNvPr id="5" name="Text Placeholder 4">
            <a:extLst>
              <a:ext uri="{FF2B5EF4-FFF2-40B4-BE49-F238E27FC236}">
                <a16:creationId xmlns:a16="http://schemas.microsoft.com/office/drawing/2014/main" id="{569383E9-68E6-8592-9936-93C48D60180D}"/>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26592822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7AD7C-270D-C841-7A8E-A936A17ACE3A}"/>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FEA0D778-42D4-C9DE-8515-F628EAF387A0}"/>
              </a:ext>
            </a:extLst>
          </p:cNvPr>
          <p:cNvSpPr>
            <a:spLocks noGrp="1"/>
          </p:cNvSpPr>
          <p:nvPr>
            <p:ph type="body" sz="quarter" idx="10"/>
          </p:nvPr>
        </p:nvSpPr>
        <p:spPr/>
        <p:txBody>
          <a:bodyPr/>
          <a:lstStyle/>
          <a:p>
            <a:r>
              <a:rPr lang="en-US" dirty="0"/>
              <a:t>John 18:35-36</a:t>
            </a:r>
          </a:p>
        </p:txBody>
      </p:sp>
      <p:sp>
        <p:nvSpPr>
          <p:cNvPr id="5" name="Text Placeholder 4">
            <a:extLst>
              <a:ext uri="{FF2B5EF4-FFF2-40B4-BE49-F238E27FC236}">
                <a16:creationId xmlns:a16="http://schemas.microsoft.com/office/drawing/2014/main" id="{53C392E5-2BE9-AE8B-86E5-DEFDCA132009}"/>
              </a:ext>
            </a:extLst>
          </p:cNvPr>
          <p:cNvSpPr>
            <a:spLocks noGrp="1"/>
          </p:cNvSpPr>
          <p:nvPr>
            <p:ph type="body" sz="quarter" idx="11"/>
          </p:nvPr>
        </p:nvSpPr>
        <p:spPr/>
        <p:txBody>
          <a:bodyPr/>
          <a:lstStyle/>
          <a:p>
            <a:r>
              <a:rPr lang="en-US" dirty="0"/>
              <a:t>Juan 18:35-36</a:t>
            </a:r>
          </a:p>
        </p:txBody>
      </p:sp>
      <p:sp>
        <p:nvSpPr>
          <p:cNvPr id="6" name="Text Placeholder 5">
            <a:extLst>
              <a:ext uri="{FF2B5EF4-FFF2-40B4-BE49-F238E27FC236}">
                <a16:creationId xmlns:a16="http://schemas.microsoft.com/office/drawing/2014/main" id="{36CD2911-C598-621E-BB06-4B094E7B1A46}"/>
              </a:ext>
            </a:extLst>
          </p:cNvPr>
          <p:cNvSpPr>
            <a:spLocks noGrp="1"/>
          </p:cNvSpPr>
          <p:nvPr>
            <p:ph type="body" sz="quarter" idx="12"/>
          </p:nvPr>
        </p:nvSpPr>
        <p:spPr/>
        <p:txBody>
          <a:bodyPr/>
          <a:lstStyle/>
          <a:p>
            <a:pPr marL="27675" algn="just"/>
            <a:r>
              <a:rPr lang="en-US" sz="1800" dirty="0"/>
              <a:t>Pilate answered, “Am I a Jew? Your own nation and the chief priests have delivered You to me. What have You done?” Jesus answered, “My kingdom is not of this world. If My kingdom were of this world, My servants would fight, so that I should not be delivered to the Jews; but now My kingdom is not from here.”</a:t>
            </a:r>
          </a:p>
        </p:txBody>
      </p:sp>
      <p:sp>
        <p:nvSpPr>
          <p:cNvPr id="7" name="Text Placeholder 6">
            <a:extLst>
              <a:ext uri="{FF2B5EF4-FFF2-40B4-BE49-F238E27FC236}">
                <a16:creationId xmlns:a16="http://schemas.microsoft.com/office/drawing/2014/main" id="{FEB66943-006A-670F-F599-22FE3886CB66}"/>
              </a:ext>
            </a:extLst>
          </p:cNvPr>
          <p:cNvSpPr>
            <a:spLocks noGrp="1"/>
          </p:cNvSpPr>
          <p:nvPr>
            <p:ph type="body" sz="quarter" idx="13"/>
          </p:nvPr>
        </p:nvSpPr>
        <p:spPr/>
        <p:txBody>
          <a:bodyPr/>
          <a:lstStyle/>
          <a:p>
            <a:r>
              <a:rPr lang="es-ES" sz="1800" dirty="0"/>
              <a:t>Pilato le respondió: ¿Soy yo acaso judío? Tu nación, y los principales sacerdotes, te han entregado a mí. ¿Qué has hecho? Respondió Jesús: Mi reino no es de este mundo; si mi reino fuera de este mundo, mis servidores pelearían para que yo no fuera entregado a los judíos; pero mi reino no es de aquí.</a:t>
            </a:r>
            <a:endParaRPr lang="en-US" sz="1800" dirty="0"/>
          </a:p>
        </p:txBody>
      </p:sp>
    </p:spTree>
    <p:extLst>
      <p:ext uri="{BB962C8B-B14F-4D97-AF65-F5344CB8AC3E}">
        <p14:creationId xmlns:p14="http://schemas.microsoft.com/office/powerpoint/2010/main" val="208173766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E3FAA-5E19-A798-8BB6-89D41B1DEF5F}"/>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4067491D-CE99-7762-EB35-76113A6C9997}"/>
              </a:ext>
            </a:extLst>
          </p:cNvPr>
          <p:cNvSpPr>
            <a:spLocks noGrp="1"/>
          </p:cNvSpPr>
          <p:nvPr>
            <p:ph type="body" sz="quarter" idx="10"/>
          </p:nvPr>
        </p:nvSpPr>
        <p:spPr/>
        <p:txBody>
          <a:bodyPr/>
          <a:lstStyle/>
          <a:p>
            <a:r>
              <a:rPr lang="en-US" dirty="0"/>
              <a:t>Romans 4:3-8</a:t>
            </a:r>
          </a:p>
        </p:txBody>
      </p:sp>
      <p:sp>
        <p:nvSpPr>
          <p:cNvPr id="5" name="Text Placeholder 4">
            <a:extLst>
              <a:ext uri="{FF2B5EF4-FFF2-40B4-BE49-F238E27FC236}">
                <a16:creationId xmlns:a16="http://schemas.microsoft.com/office/drawing/2014/main" id="{5654B957-0597-210B-66B6-CA2608549A55}"/>
              </a:ext>
            </a:extLst>
          </p:cNvPr>
          <p:cNvSpPr>
            <a:spLocks noGrp="1"/>
          </p:cNvSpPr>
          <p:nvPr>
            <p:ph type="body" sz="quarter" idx="11"/>
          </p:nvPr>
        </p:nvSpPr>
        <p:spPr/>
        <p:txBody>
          <a:bodyPr/>
          <a:lstStyle/>
          <a:p>
            <a:r>
              <a:rPr lang="en-US" dirty="0"/>
              <a:t>Romanos 4:3-8</a:t>
            </a:r>
          </a:p>
        </p:txBody>
      </p:sp>
      <p:sp>
        <p:nvSpPr>
          <p:cNvPr id="6" name="Text Placeholder 5">
            <a:extLst>
              <a:ext uri="{FF2B5EF4-FFF2-40B4-BE49-F238E27FC236}">
                <a16:creationId xmlns:a16="http://schemas.microsoft.com/office/drawing/2014/main" id="{C558B05D-DD3F-E058-5994-A1AC1B969C27}"/>
              </a:ext>
            </a:extLst>
          </p:cNvPr>
          <p:cNvSpPr>
            <a:spLocks noGrp="1"/>
          </p:cNvSpPr>
          <p:nvPr>
            <p:ph type="body" sz="quarter" idx="12"/>
          </p:nvPr>
        </p:nvSpPr>
        <p:spPr/>
        <p:txBody>
          <a:bodyPr/>
          <a:lstStyle/>
          <a:p>
            <a:pPr marL="27675" algn="just"/>
            <a:r>
              <a:rPr lang="en-US" sz="1800" dirty="0"/>
              <a:t>For what does the Scripture say? “Abraham believed God, and it was accounted to him for righteousness.” Now to him who works, the wages are not counted as grace but as debt. But to him who does not work but believes on Him who justifies the ungodly, his faith is accounted for righteousness, just as David also describes the blessedness of the man to whom God imputes righteousness apart from works: “Blessed </a:t>
            </a:r>
            <a:r>
              <a:rPr lang="en-US" sz="1800" i="1" dirty="0"/>
              <a:t>are those</a:t>
            </a:r>
            <a:r>
              <a:rPr lang="en-US" sz="1800" dirty="0"/>
              <a:t> whose lawless deeds are forgiven, and whose sins are covered; Blessed </a:t>
            </a:r>
            <a:r>
              <a:rPr lang="en-US" sz="1800" i="1" dirty="0"/>
              <a:t>is the </a:t>
            </a:r>
            <a:r>
              <a:rPr lang="en-US" sz="1800" dirty="0"/>
              <a:t>man to whom the LORD shall not impute sin.”</a:t>
            </a:r>
          </a:p>
        </p:txBody>
      </p:sp>
      <p:sp>
        <p:nvSpPr>
          <p:cNvPr id="7" name="Text Placeholder 6">
            <a:extLst>
              <a:ext uri="{FF2B5EF4-FFF2-40B4-BE49-F238E27FC236}">
                <a16:creationId xmlns:a16="http://schemas.microsoft.com/office/drawing/2014/main" id="{61F1F51E-9F50-CA05-3CA7-787EBA0B4D01}"/>
              </a:ext>
            </a:extLst>
          </p:cNvPr>
          <p:cNvSpPr>
            <a:spLocks noGrp="1"/>
          </p:cNvSpPr>
          <p:nvPr>
            <p:ph type="body" sz="quarter" idx="13"/>
          </p:nvPr>
        </p:nvSpPr>
        <p:spPr/>
        <p:txBody>
          <a:bodyPr/>
          <a:lstStyle/>
          <a:p>
            <a:r>
              <a:rPr lang="es-ES" sz="1800" dirty="0"/>
              <a:t>Porque ¿qué dice la Escritura? Creyó Abraham a Dios, y le fue contado por justicia. Pero al que obra, no se le cuenta el salario como gracia, sino como deuda; mas al que no obra, sino cree en aquel que justifica al impío, su fe le es contada por justicia. Como también David habla de la bienaventuranza del hombre a quien Dios atribuye justicia sin obras, diciendo: Bienaventurados aquellos cuyas iniquidades son perdonadas, Y cuyos pecados son cubiertos. </a:t>
            </a:r>
            <a:r>
              <a:rPr lang="es-ES" sz="1800"/>
              <a:t>Bienaventurado el varón a quien el Señor no inculpa de pecado.</a:t>
            </a:r>
            <a:endParaRPr lang="en-US" sz="1800" dirty="0"/>
          </a:p>
        </p:txBody>
      </p:sp>
    </p:spTree>
    <p:extLst>
      <p:ext uri="{BB962C8B-B14F-4D97-AF65-F5344CB8AC3E}">
        <p14:creationId xmlns:p14="http://schemas.microsoft.com/office/powerpoint/2010/main" val="212011728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EB90D-6FD3-CB1C-E7DB-A1B943AEA7B1}"/>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9C20A75D-ADEB-9919-D92D-F846B202EB84}"/>
              </a:ext>
            </a:extLst>
          </p:cNvPr>
          <p:cNvSpPr>
            <a:spLocks noGrp="1"/>
          </p:cNvSpPr>
          <p:nvPr>
            <p:ph type="body" sz="quarter" idx="10"/>
          </p:nvPr>
        </p:nvSpPr>
        <p:spPr/>
        <p:txBody>
          <a:bodyPr/>
          <a:lstStyle/>
          <a:p>
            <a:r>
              <a:rPr lang="en-US" dirty="0"/>
              <a:t>John 10:15; 17-18</a:t>
            </a:r>
          </a:p>
        </p:txBody>
      </p:sp>
      <p:sp>
        <p:nvSpPr>
          <p:cNvPr id="5" name="Text Placeholder 4">
            <a:extLst>
              <a:ext uri="{FF2B5EF4-FFF2-40B4-BE49-F238E27FC236}">
                <a16:creationId xmlns:a16="http://schemas.microsoft.com/office/drawing/2014/main" id="{F942B71D-3CBF-29AC-7BEE-02DB02A5EA2E}"/>
              </a:ext>
            </a:extLst>
          </p:cNvPr>
          <p:cNvSpPr>
            <a:spLocks noGrp="1"/>
          </p:cNvSpPr>
          <p:nvPr>
            <p:ph type="body" sz="quarter" idx="11"/>
          </p:nvPr>
        </p:nvSpPr>
        <p:spPr/>
        <p:txBody>
          <a:bodyPr/>
          <a:lstStyle/>
          <a:p>
            <a:r>
              <a:rPr lang="en-US" dirty="0"/>
              <a:t>Juan 10:15; 17-18</a:t>
            </a:r>
          </a:p>
        </p:txBody>
      </p:sp>
      <p:sp>
        <p:nvSpPr>
          <p:cNvPr id="6" name="Text Placeholder 5">
            <a:extLst>
              <a:ext uri="{FF2B5EF4-FFF2-40B4-BE49-F238E27FC236}">
                <a16:creationId xmlns:a16="http://schemas.microsoft.com/office/drawing/2014/main" id="{8DD6B0EE-FB22-EC4D-7FB2-E254B24FE303}"/>
              </a:ext>
            </a:extLst>
          </p:cNvPr>
          <p:cNvSpPr>
            <a:spLocks noGrp="1"/>
          </p:cNvSpPr>
          <p:nvPr>
            <p:ph type="body" sz="quarter" idx="12"/>
          </p:nvPr>
        </p:nvSpPr>
        <p:spPr/>
        <p:txBody>
          <a:bodyPr/>
          <a:lstStyle/>
          <a:p>
            <a:pPr marL="27675" algn="just"/>
            <a:r>
              <a:rPr lang="en-US" sz="1800" dirty="0"/>
              <a:t>…even as the Father knows Me and I know the Father; and I lay down My life for the sheep. </a:t>
            </a:r>
          </a:p>
          <a:p>
            <a:pPr marL="27675" algn="just"/>
            <a:r>
              <a:rPr lang="en-US" sz="1800" dirty="0"/>
              <a:t>For this reason the Father loves Me, because I lay down My life so that I may take it again. No one has taken it away from Me, but I lay it down on My own initiative. I have authority to lay it down, and I have authority to take it up again. This commandment I received from My Father.</a:t>
            </a:r>
          </a:p>
        </p:txBody>
      </p:sp>
      <p:sp>
        <p:nvSpPr>
          <p:cNvPr id="7" name="Text Placeholder 6">
            <a:extLst>
              <a:ext uri="{FF2B5EF4-FFF2-40B4-BE49-F238E27FC236}">
                <a16:creationId xmlns:a16="http://schemas.microsoft.com/office/drawing/2014/main" id="{0E2CB956-A8DE-3297-2756-02DE1D810723}"/>
              </a:ext>
            </a:extLst>
          </p:cNvPr>
          <p:cNvSpPr>
            <a:spLocks noGrp="1"/>
          </p:cNvSpPr>
          <p:nvPr>
            <p:ph type="body" sz="quarter" idx="13"/>
          </p:nvPr>
        </p:nvSpPr>
        <p:spPr/>
        <p:txBody>
          <a:bodyPr/>
          <a:lstStyle/>
          <a:p>
            <a:r>
              <a:rPr lang="es-ES" sz="1800" dirty="0"/>
              <a:t>…así como el Padre me conoce, y yo conozco al Padre; y pongo mi vida por las ovejas.</a:t>
            </a:r>
          </a:p>
          <a:p>
            <a:r>
              <a:rPr lang="es-ES" sz="1800" dirty="0"/>
              <a:t>Por eso me ama el Padre, porque yo pongo mi vida, para volverla a tomar. Nadie me la quita, sino que yo de mí mismo la pongo. Tengo poder para ponerla, y tengo poder para volverla a tomar. Este mandamiento recibí de mi Padre.</a:t>
            </a:r>
            <a:endParaRPr lang="en-US" sz="1800" dirty="0"/>
          </a:p>
        </p:txBody>
      </p:sp>
    </p:spTree>
    <p:extLst>
      <p:ext uri="{BB962C8B-B14F-4D97-AF65-F5344CB8AC3E}">
        <p14:creationId xmlns:p14="http://schemas.microsoft.com/office/powerpoint/2010/main" val="150972320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CE9E0-F76E-DC3D-013D-68FB7B9342B3}"/>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D32423B8-05E8-EE1D-12F8-78C843DA71E9}"/>
              </a:ext>
            </a:extLst>
          </p:cNvPr>
          <p:cNvSpPr>
            <a:spLocks noGrp="1"/>
          </p:cNvSpPr>
          <p:nvPr>
            <p:ph type="body" sz="quarter" idx="10"/>
          </p:nvPr>
        </p:nvSpPr>
        <p:spPr/>
        <p:txBody>
          <a:bodyPr/>
          <a:lstStyle/>
          <a:p>
            <a:r>
              <a:rPr lang="en-US" dirty="0"/>
              <a:t>Romans 4:23-25</a:t>
            </a:r>
          </a:p>
        </p:txBody>
      </p:sp>
      <p:sp>
        <p:nvSpPr>
          <p:cNvPr id="5" name="Text Placeholder 4">
            <a:extLst>
              <a:ext uri="{FF2B5EF4-FFF2-40B4-BE49-F238E27FC236}">
                <a16:creationId xmlns:a16="http://schemas.microsoft.com/office/drawing/2014/main" id="{DA082B2C-247C-ACAB-3C77-234969FCDCE2}"/>
              </a:ext>
            </a:extLst>
          </p:cNvPr>
          <p:cNvSpPr>
            <a:spLocks noGrp="1"/>
          </p:cNvSpPr>
          <p:nvPr>
            <p:ph type="body" sz="quarter" idx="11"/>
          </p:nvPr>
        </p:nvSpPr>
        <p:spPr/>
        <p:txBody>
          <a:bodyPr/>
          <a:lstStyle/>
          <a:p>
            <a:r>
              <a:rPr lang="en-US" dirty="0"/>
              <a:t>Romanos 4:23-25</a:t>
            </a:r>
          </a:p>
        </p:txBody>
      </p:sp>
      <p:sp>
        <p:nvSpPr>
          <p:cNvPr id="6" name="Text Placeholder 5">
            <a:extLst>
              <a:ext uri="{FF2B5EF4-FFF2-40B4-BE49-F238E27FC236}">
                <a16:creationId xmlns:a16="http://schemas.microsoft.com/office/drawing/2014/main" id="{E6990C1F-CA27-389B-193A-C299B2937C34}"/>
              </a:ext>
            </a:extLst>
          </p:cNvPr>
          <p:cNvSpPr>
            <a:spLocks noGrp="1"/>
          </p:cNvSpPr>
          <p:nvPr>
            <p:ph type="body" sz="quarter" idx="12"/>
          </p:nvPr>
        </p:nvSpPr>
        <p:spPr/>
        <p:txBody>
          <a:bodyPr/>
          <a:lstStyle/>
          <a:p>
            <a:pPr marL="27675" algn="just"/>
            <a:r>
              <a:rPr lang="en-US" sz="1800" dirty="0"/>
              <a:t>Now it was not written for his sake alone that it was imputed to him, but also for us. It shall be imputed to us who believe in Him who raised up Jesus our Lord from the dead, who was delivered up because of our offenses, and was raised because of our justification.</a:t>
            </a:r>
          </a:p>
        </p:txBody>
      </p:sp>
      <p:sp>
        <p:nvSpPr>
          <p:cNvPr id="7" name="Text Placeholder 6">
            <a:extLst>
              <a:ext uri="{FF2B5EF4-FFF2-40B4-BE49-F238E27FC236}">
                <a16:creationId xmlns:a16="http://schemas.microsoft.com/office/drawing/2014/main" id="{6EC0DBCF-D96C-53E9-AF8D-F4FF4713C369}"/>
              </a:ext>
            </a:extLst>
          </p:cNvPr>
          <p:cNvSpPr>
            <a:spLocks noGrp="1"/>
          </p:cNvSpPr>
          <p:nvPr>
            <p:ph type="body" sz="quarter" idx="13"/>
          </p:nvPr>
        </p:nvSpPr>
        <p:spPr/>
        <p:txBody>
          <a:bodyPr/>
          <a:lstStyle/>
          <a:p>
            <a:r>
              <a:rPr lang="es-ES" sz="1800" dirty="0"/>
              <a:t>Y no solamente con respecto a él se escribió que le fue contada, sino también con respecto a nosotros a quienes ha de ser contada, esto es, a los que creemos en el que levantó de los muertos a Jesús, Señor nuestro, el cual fue entregado por nuestras transgresiones, y resucitado para nuestra justificación.</a:t>
            </a:r>
            <a:endParaRPr lang="en-US" sz="1800" dirty="0"/>
          </a:p>
        </p:txBody>
      </p:sp>
    </p:spTree>
    <p:extLst>
      <p:ext uri="{BB962C8B-B14F-4D97-AF65-F5344CB8AC3E}">
        <p14:creationId xmlns:p14="http://schemas.microsoft.com/office/powerpoint/2010/main" val="339315669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EBA9E-0747-64BF-2AD3-4CA9A632742A}"/>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65516A7E-3775-89B1-B46C-150657BB691F}"/>
              </a:ext>
            </a:extLst>
          </p:cNvPr>
          <p:cNvSpPr>
            <a:spLocks noGrp="1"/>
          </p:cNvSpPr>
          <p:nvPr>
            <p:ph type="body" sz="quarter" idx="10"/>
          </p:nvPr>
        </p:nvSpPr>
        <p:spPr/>
        <p:txBody>
          <a:bodyPr/>
          <a:lstStyle/>
          <a:p>
            <a:pPr marL="27675"/>
            <a:r>
              <a:rPr lang="en-US" dirty="0"/>
              <a:t>Luke 23:39-43</a:t>
            </a:r>
          </a:p>
        </p:txBody>
      </p:sp>
      <p:sp>
        <p:nvSpPr>
          <p:cNvPr id="5" name="Text Placeholder 4">
            <a:extLst>
              <a:ext uri="{FF2B5EF4-FFF2-40B4-BE49-F238E27FC236}">
                <a16:creationId xmlns:a16="http://schemas.microsoft.com/office/drawing/2014/main" id="{1CF161AF-4568-7A5B-B719-E4BDE3705F35}"/>
              </a:ext>
            </a:extLst>
          </p:cNvPr>
          <p:cNvSpPr>
            <a:spLocks noGrp="1"/>
          </p:cNvSpPr>
          <p:nvPr>
            <p:ph type="body" sz="quarter" idx="11"/>
          </p:nvPr>
        </p:nvSpPr>
        <p:spPr/>
        <p:txBody>
          <a:bodyPr/>
          <a:lstStyle/>
          <a:p>
            <a:pPr marL="27675"/>
            <a:r>
              <a:rPr lang="en-US" dirty="0"/>
              <a:t>Lucas 23:39-43</a:t>
            </a:r>
          </a:p>
        </p:txBody>
      </p:sp>
      <p:sp>
        <p:nvSpPr>
          <p:cNvPr id="6" name="Text Placeholder 5">
            <a:extLst>
              <a:ext uri="{FF2B5EF4-FFF2-40B4-BE49-F238E27FC236}">
                <a16:creationId xmlns:a16="http://schemas.microsoft.com/office/drawing/2014/main" id="{9AED87CE-92E3-05F9-D2E7-4683025A94FE}"/>
              </a:ext>
            </a:extLst>
          </p:cNvPr>
          <p:cNvSpPr>
            <a:spLocks noGrp="1"/>
          </p:cNvSpPr>
          <p:nvPr>
            <p:ph type="body" sz="quarter" idx="12"/>
          </p:nvPr>
        </p:nvSpPr>
        <p:spPr/>
        <p:txBody>
          <a:bodyPr/>
          <a:lstStyle/>
          <a:p>
            <a:pPr marL="27675" algn="just"/>
            <a:r>
              <a:rPr lang="en-US" sz="1800" dirty="0"/>
              <a:t>One of the criminals who were hanged </a:t>
            </a:r>
            <a:r>
              <a:rPr lang="en-US" sz="1800" i="1" dirty="0"/>
              <a:t>there</a:t>
            </a:r>
            <a:r>
              <a:rPr lang="en-US" sz="1800" dirty="0"/>
              <a:t> was hurling abuse at Him, saying, “Are You not the Christ? Save Yourself and us!” But the other answered, and rebuking him said, “Do you not even fear God, since you are under the same sentence of condemnation? And we indeed </a:t>
            </a:r>
            <a:r>
              <a:rPr lang="en-US" sz="1800" i="1" dirty="0"/>
              <a:t>are suffering</a:t>
            </a:r>
            <a:r>
              <a:rPr lang="en-US" sz="1800" dirty="0"/>
              <a:t> justly, for we are receiving what we deserve for our deeds; but this man has done nothing wrong.” And he was saying, “Jesus, remember me when You come in Your kingdom!” And He said to him, “Truly I say to you, today you shall be with Me in Paradise.”</a:t>
            </a:r>
          </a:p>
        </p:txBody>
      </p:sp>
      <p:sp>
        <p:nvSpPr>
          <p:cNvPr id="7" name="Text Placeholder 6">
            <a:extLst>
              <a:ext uri="{FF2B5EF4-FFF2-40B4-BE49-F238E27FC236}">
                <a16:creationId xmlns:a16="http://schemas.microsoft.com/office/drawing/2014/main" id="{DEC04A70-CE1F-A365-0E1C-CA3942B52D43}"/>
              </a:ext>
            </a:extLst>
          </p:cNvPr>
          <p:cNvSpPr>
            <a:spLocks noGrp="1"/>
          </p:cNvSpPr>
          <p:nvPr>
            <p:ph type="body" sz="quarter" idx="13"/>
          </p:nvPr>
        </p:nvSpPr>
        <p:spPr/>
        <p:txBody>
          <a:bodyPr/>
          <a:lstStyle/>
          <a:p>
            <a:r>
              <a:rPr lang="es-ES" sz="1800" dirty="0"/>
              <a:t>Y uno de los malhechores que estaban colgados le injuriaba, diciendo: Si tú eres el Cristo, sálvate a ti mismo y a nosotros. Respondiendo el otro, le reprendió, diciendo: ¿Ni aun temes tú a Dios, estando en la misma condenación? Nosotros, a la verdad, justamente padecemos, porque recibimos lo que merecieron nuestros hechos; mas éste ningún mal hizo. Y dijo a Jesús: Acuérdate de mí cuando vengas en tu reino. Entonces Jesús le dijo: De cierto te digo que hoy estarás conmigo en el paraíso.</a:t>
            </a:r>
            <a:endParaRPr lang="en-US" sz="1800" dirty="0"/>
          </a:p>
        </p:txBody>
      </p:sp>
    </p:spTree>
    <p:extLst>
      <p:ext uri="{BB962C8B-B14F-4D97-AF65-F5344CB8AC3E}">
        <p14:creationId xmlns:p14="http://schemas.microsoft.com/office/powerpoint/2010/main" val="306986287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2F958-A918-024E-48EE-94BB3288C663}"/>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51226AF7-A510-AFB8-0A82-429FDF5F3049}"/>
              </a:ext>
            </a:extLst>
          </p:cNvPr>
          <p:cNvSpPr>
            <a:spLocks noGrp="1"/>
          </p:cNvSpPr>
          <p:nvPr>
            <p:ph type="body" sz="quarter" idx="10"/>
          </p:nvPr>
        </p:nvSpPr>
        <p:spPr/>
        <p:txBody>
          <a:bodyPr/>
          <a:lstStyle/>
          <a:p>
            <a:r>
              <a:rPr lang="en-US" dirty="0"/>
              <a:t>1 John 4:14</a:t>
            </a:r>
          </a:p>
        </p:txBody>
      </p:sp>
      <p:sp>
        <p:nvSpPr>
          <p:cNvPr id="5" name="Text Placeholder 4">
            <a:extLst>
              <a:ext uri="{FF2B5EF4-FFF2-40B4-BE49-F238E27FC236}">
                <a16:creationId xmlns:a16="http://schemas.microsoft.com/office/drawing/2014/main" id="{58528298-5D60-A6B9-B51A-DCD10EB888B8}"/>
              </a:ext>
            </a:extLst>
          </p:cNvPr>
          <p:cNvSpPr>
            <a:spLocks noGrp="1"/>
          </p:cNvSpPr>
          <p:nvPr>
            <p:ph type="body" sz="quarter" idx="11"/>
          </p:nvPr>
        </p:nvSpPr>
        <p:spPr/>
        <p:txBody>
          <a:bodyPr/>
          <a:lstStyle/>
          <a:p>
            <a:r>
              <a:rPr lang="en-US" dirty="0"/>
              <a:t>1 Juan 4:14</a:t>
            </a:r>
          </a:p>
        </p:txBody>
      </p:sp>
      <p:sp>
        <p:nvSpPr>
          <p:cNvPr id="6" name="Text Placeholder 5">
            <a:extLst>
              <a:ext uri="{FF2B5EF4-FFF2-40B4-BE49-F238E27FC236}">
                <a16:creationId xmlns:a16="http://schemas.microsoft.com/office/drawing/2014/main" id="{89A6D5CD-25A0-6E82-59F4-51C019B5688C}"/>
              </a:ext>
            </a:extLst>
          </p:cNvPr>
          <p:cNvSpPr>
            <a:spLocks noGrp="1"/>
          </p:cNvSpPr>
          <p:nvPr>
            <p:ph type="body" sz="quarter" idx="12"/>
          </p:nvPr>
        </p:nvSpPr>
        <p:spPr/>
        <p:txBody>
          <a:bodyPr/>
          <a:lstStyle/>
          <a:p>
            <a:pPr marL="27675" algn="just"/>
            <a:r>
              <a:rPr lang="en-US" sz="1800" dirty="0"/>
              <a:t>And we have seen and testify that the Father has sent his Son to be the Savior of the world.</a:t>
            </a:r>
          </a:p>
        </p:txBody>
      </p:sp>
      <p:sp>
        <p:nvSpPr>
          <p:cNvPr id="7" name="Text Placeholder 6">
            <a:extLst>
              <a:ext uri="{FF2B5EF4-FFF2-40B4-BE49-F238E27FC236}">
                <a16:creationId xmlns:a16="http://schemas.microsoft.com/office/drawing/2014/main" id="{8FB07342-FA7E-7DE6-BE90-DFC592502F94}"/>
              </a:ext>
            </a:extLst>
          </p:cNvPr>
          <p:cNvSpPr>
            <a:spLocks noGrp="1"/>
          </p:cNvSpPr>
          <p:nvPr>
            <p:ph type="body" sz="quarter" idx="13"/>
          </p:nvPr>
        </p:nvSpPr>
        <p:spPr/>
        <p:txBody>
          <a:bodyPr/>
          <a:lstStyle/>
          <a:p>
            <a:r>
              <a:rPr lang="es-ES" sz="1800" dirty="0"/>
              <a:t>Y nosotros hemos visto y testificamos que el Padre ha enviado al Hijo, el Salvador del mundo.</a:t>
            </a:r>
            <a:endParaRPr lang="en-US" sz="1800" dirty="0"/>
          </a:p>
        </p:txBody>
      </p:sp>
    </p:spTree>
    <p:extLst>
      <p:ext uri="{BB962C8B-B14F-4D97-AF65-F5344CB8AC3E}">
        <p14:creationId xmlns:p14="http://schemas.microsoft.com/office/powerpoint/2010/main" val="194636496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15AB8-87E3-AC05-68B8-2E28313F84C3}"/>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3EF42902-DF15-FF36-3537-071996FFE928}"/>
              </a:ext>
            </a:extLst>
          </p:cNvPr>
          <p:cNvSpPr>
            <a:spLocks noGrp="1"/>
          </p:cNvSpPr>
          <p:nvPr>
            <p:ph type="body" sz="quarter" idx="10"/>
          </p:nvPr>
        </p:nvSpPr>
        <p:spPr/>
        <p:txBody>
          <a:bodyPr/>
          <a:lstStyle/>
          <a:p>
            <a:pPr marL="27675"/>
            <a:r>
              <a:rPr lang="en-US" dirty="0"/>
              <a:t>1 Corinthians 6:19-20</a:t>
            </a:r>
          </a:p>
        </p:txBody>
      </p:sp>
      <p:sp>
        <p:nvSpPr>
          <p:cNvPr id="5" name="Text Placeholder 4">
            <a:extLst>
              <a:ext uri="{FF2B5EF4-FFF2-40B4-BE49-F238E27FC236}">
                <a16:creationId xmlns:a16="http://schemas.microsoft.com/office/drawing/2014/main" id="{7E845613-8BDA-5398-F07D-73DF0691D804}"/>
              </a:ext>
            </a:extLst>
          </p:cNvPr>
          <p:cNvSpPr>
            <a:spLocks noGrp="1"/>
          </p:cNvSpPr>
          <p:nvPr>
            <p:ph type="body" sz="quarter" idx="11"/>
          </p:nvPr>
        </p:nvSpPr>
        <p:spPr/>
        <p:txBody>
          <a:bodyPr/>
          <a:lstStyle/>
          <a:p>
            <a:r>
              <a:rPr lang="en-US" dirty="0"/>
              <a:t>1 </a:t>
            </a:r>
            <a:r>
              <a:rPr lang="en-US" dirty="0" err="1"/>
              <a:t>Corintios</a:t>
            </a:r>
            <a:r>
              <a:rPr lang="en-US" dirty="0"/>
              <a:t> 6:19-20</a:t>
            </a:r>
          </a:p>
        </p:txBody>
      </p:sp>
      <p:sp>
        <p:nvSpPr>
          <p:cNvPr id="6" name="Text Placeholder 5">
            <a:extLst>
              <a:ext uri="{FF2B5EF4-FFF2-40B4-BE49-F238E27FC236}">
                <a16:creationId xmlns:a16="http://schemas.microsoft.com/office/drawing/2014/main" id="{636B9EE5-1A6E-86BF-924F-756BC9600192}"/>
              </a:ext>
            </a:extLst>
          </p:cNvPr>
          <p:cNvSpPr>
            <a:spLocks noGrp="1"/>
          </p:cNvSpPr>
          <p:nvPr>
            <p:ph type="body" sz="quarter" idx="12"/>
          </p:nvPr>
        </p:nvSpPr>
        <p:spPr/>
        <p:txBody>
          <a:bodyPr/>
          <a:lstStyle/>
          <a:p>
            <a:pPr marL="27675" algn="just"/>
            <a:r>
              <a:rPr lang="en-US" sz="1800" dirty="0"/>
              <a:t>Or do you not know that your body is a temple of the Holy Spirit within you, whom you have from God? You are not your own, for you were bought with a price. So glorify God in your body.</a:t>
            </a:r>
          </a:p>
        </p:txBody>
      </p:sp>
      <p:sp>
        <p:nvSpPr>
          <p:cNvPr id="7" name="Text Placeholder 6">
            <a:extLst>
              <a:ext uri="{FF2B5EF4-FFF2-40B4-BE49-F238E27FC236}">
                <a16:creationId xmlns:a16="http://schemas.microsoft.com/office/drawing/2014/main" id="{F2133FC1-49C1-D143-096A-140D6577FC7C}"/>
              </a:ext>
            </a:extLst>
          </p:cNvPr>
          <p:cNvSpPr>
            <a:spLocks noGrp="1"/>
          </p:cNvSpPr>
          <p:nvPr>
            <p:ph type="body" sz="quarter" idx="13"/>
          </p:nvPr>
        </p:nvSpPr>
        <p:spPr/>
        <p:txBody>
          <a:bodyPr/>
          <a:lstStyle/>
          <a:p>
            <a:r>
              <a:rPr lang="es-ES" sz="1800" dirty="0"/>
              <a:t>¿O ignoráis que vuestro cuerpo es templo del Espíritu Santo, el cual está en vosotros, el cual tenéis de Dios, y que no sois vuestros? Porque habéis sido comprados por precio; glorificad, pues, a Dios en vuestro cuerpo y en vuestro espíritu, los cuales son de Dios.</a:t>
            </a:r>
            <a:endParaRPr lang="en-US" sz="1800" dirty="0"/>
          </a:p>
        </p:txBody>
      </p:sp>
    </p:spTree>
    <p:extLst>
      <p:ext uri="{BB962C8B-B14F-4D97-AF65-F5344CB8AC3E}">
        <p14:creationId xmlns:p14="http://schemas.microsoft.com/office/powerpoint/2010/main" val="351637184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B6390-1E21-BBB2-43C0-6819FA152785}"/>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EF9E71C2-8339-E085-57A1-8324DB094D24}"/>
              </a:ext>
            </a:extLst>
          </p:cNvPr>
          <p:cNvSpPr>
            <a:spLocks noGrp="1"/>
          </p:cNvSpPr>
          <p:nvPr>
            <p:ph type="body" sz="quarter" idx="10"/>
          </p:nvPr>
        </p:nvSpPr>
        <p:spPr/>
        <p:txBody>
          <a:bodyPr/>
          <a:lstStyle/>
          <a:p>
            <a:pPr marL="27675"/>
            <a:r>
              <a:rPr lang="en-US" dirty="0"/>
              <a:t>John 21:15</a:t>
            </a:r>
          </a:p>
        </p:txBody>
      </p:sp>
      <p:sp>
        <p:nvSpPr>
          <p:cNvPr id="5" name="Text Placeholder 4">
            <a:extLst>
              <a:ext uri="{FF2B5EF4-FFF2-40B4-BE49-F238E27FC236}">
                <a16:creationId xmlns:a16="http://schemas.microsoft.com/office/drawing/2014/main" id="{03A37335-0410-70B9-DBD1-7E8CB4AB5D29}"/>
              </a:ext>
            </a:extLst>
          </p:cNvPr>
          <p:cNvSpPr>
            <a:spLocks noGrp="1"/>
          </p:cNvSpPr>
          <p:nvPr>
            <p:ph type="body" sz="quarter" idx="11"/>
          </p:nvPr>
        </p:nvSpPr>
        <p:spPr/>
        <p:txBody>
          <a:bodyPr/>
          <a:lstStyle/>
          <a:p>
            <a:pPr marL="27675"/>
            <a:r>
              <a:rPr lang="en-US" dirty="0"/>
              <a:t>Juan 21:15</a:t>
            </a:r>
          </a:p>
        </p:txBody>
      </p:sp>
      <p:sp>
        <p:nvSpPr>
          <p:cNvPr id="6" name="Text Placeholder 5">
            <a:extLst>
              <a:ext uri="{FF2B5EF4-FFF2-40B4-BE49-F238E27FC236}">
                <a16:creationId xmlns:a16="http://schemas.microsoft.com/office/drawing/2014/main" id="{7D03BAFC-C910-CF58-6158-BF0B82BA5C0B}"/>
              </a:ext>
            </a:extLst>
          </p:cNvPr>
          <p:cNvSpPr>
            <a:spLocks noGrp="1"/>
          </p:cNvSpPr>
          <p:nvPr>
            <p:ph type="body" sz="quarter" idx="12"/>
          </p:nvPr>
        </p:nvSpPr>
        <p:spPr/>
        <p:txBody>
          <a:bodyPr/>
          <a:lstStyle/>
          <a:p>
            <a:pPr marL="27675" algn="just"/>
            <a:r>
              <a:rPr lang="en-US" sz="1800" dirty="0"/>
              <a:t>So when they had eaten breakfast, Jesus said to Simon Peter, “Simon, </a:t>
            </a:r>
            <a:r>
              <a:rPr lang="en-US" sz="1800" i="1" dirty="0"/>
              <a:t>son</a:t>
            </a:r>
            <a:r>
              <a:rPr lang="en-US" sz="1800" dirty="0"/>
              <a:t> of Jonah, do you love Me more than these?” He said to Him, “Yes, Lord; You know that I love You.” He said to him, “Feed My lambs.”</a:t>
            </a:r>
          </a:p>
        </p:txBody>
      </p:sp>
      <p:sp>
        <p:nvSpPr>
          <p:cNvPr id="7" name="Text Placeholder 6">
            <a:extLst>
              <a:ext uri="{FF2B5EF4-FFF2-40B4-BE49-F238E27FC236}">
                <a16:creationId xmlns:a16="http://schemas.microsoft.com/office/drawing/2014/main" id="{AC6DE83F-65E4-899D-C250-DF232694AA5C}"/>
              </a:ext>
            </a:extLst>
          </p:cNvPr>
          <p:cNvSpPr>
            <a:spLocks noGrp="1"/>
          </p:cNvSpPr>
          <p:nvPr>
            <p:ph type="body" sz="quarter" idx="13"/>
          </p:nvPr>
        </p:nvSpPr>
        <p:spPr/>
        <p:txBody>
          <a:bodyPr/>
          <a:lstStyle/>
          <a:p>
            <a:r>
              <a:rPr lang="es-ES" sz="1800" dirty="0"/>
              <a:t>Cuando hubieron comido, Jesús dijo a Simón Pedro: Simón, hijo de Jonás, ¿me amas más que éstos? Le respondió: Sí, Señor; tú sabes que te amo. </a:t>
            </a:r>
            <a:r>
              <a:rPr lang="es-ES" sz="1800"/>
              <a:t>El le dijo: Apacienta mis corderos.</a:t>
            </a:r>
            <a:endParaRPr lang="en-US" sz="1800" dirty="0"/>
          </a:p>
        </p:txBody>
      </p:sp>
    </p:spTree>
    <p:extLst>
      <p:ext uri="{BB962C8B-B14F-4D97-AF65-F5344CB8AC3E}">
        <p14:creationId xmlns:p14="http://schemas.microsoft.com/office/powerpoint/2010/main" val="290318618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90C68-4908-5F46-E8FB-C4125F31E1D5}"/>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C00725E0-9107-D5EA-C1BE-D27ACFE28E5F}"/>
              </a:ext>
            </a:extLst>
          </p:cNvPr>
          <p:cNvSpPr>
            <a:spLocks noGrp="1"/>
          </p:cNvSpPr>
          <p:nvPr>
            <p:ph type="body" sz="quarter" idx="10"/>
          </p:nvPr>
        </p:nvSpPr>
        <p:spPr/>
        <p:txBody>
          <a:bodyPr/>
          <a:lstStyle/>
          <a:p>
            <a:pPr marL="27675"/>
            <a:r>
              <a:rPr lang="en-US" dirty="0"/>
              <a:t>2 Corinthians 5:14-15</a:t>
            </a:r>
          </a:p>
        </p:txBody>
      </p:sp>
      <p:sp>
        <p:nvSpPr>
          <p:cNvPr id="5" name="Text Placeholder 4">
            <a:extLst>
              <a:ext uri="{FF2B5EF4-FFF2-40B4-BE49-F238E27FC236}">
                <a16:creationId xmlns:a16="http://schemas.microsoft.com/office/drawing/2014/main" id="{875CA019-B5C7-A2E8-C310-BD5ECFD00582}"/>
              </a:ext>
            </a:extLst>
          </p:cNvPr>
          <p:cNvSpPr>
            <a:spLocks noGrp="1"/>
          </p:cNvSpPr>
          <p:nvPr>
            <p:ph type="body" sz="quarter" idx="11"/>
          </p:nvPr>
        </p:nvSpPr>
        <p:spPr/>
        <p:txBody>
          <a:bodyPr/>
          <a:lstStyle/>
          <a:p>
            <a:r>
              <a:rPr lang="en-US" dirty="0"/>
              <a:t>2 </a:t>
            </a:r>
            <a:r>
              <a:rPr lang="en-US" dirty="0" err="1"/>
              <a:t>Corintios</a:t>
            </a:r>
            <a:r>
              <a:rPr lang="en-US" dirty="0"/>
              <a:t> 5:14-15</a:t>
            </a:r>
          </a:p>
        </p:txBody>
      </p:sp>
      <p:sp>
        <p:nvSpPr>
          <p:cNvPr id="6" name="Text Placeholder 5">
            <a:extLst>
              <a:ext uri="{FF2B5EF4-FFF2-40B4-BE49-F238E27FC236}">
                <a16:creationId xmlns:a16="http://schemas.microsoft.com/office/drawing/2014/main" id="{2A2627F0-84AD-B1DF-6F2F-7C39FF45FA1B}"/>
              </a:ext>
            </a:extLst>
          </p:cNvPr>
          <p:cNvSpPr>
            <a:spLocks noGrp="1"/>
          </p:cNvSpPr>
          <p:nvPr>
            <p:ph type="body" sz="quarter" idx="12"/>
          </p:nvPr>
        </p:nvSpPr>
        <p:spPr/>
        <p:txBody>
          <a:bodyPr/>
          <a:lstStyle/>
          <a:p>
            <a:pPr marL="27675" algn="just"/>
            <a:r>
              <a:rPr lang="en-US" sz="1800" dirty="0"/>
              <a:t>For the love of Christ compels us, because we judge thus: that if One died for all, then all died;  and He died for all, that those who live should live no longer for themselves, but for Him who died for them and rose again.</a:t>
            </a:r>
          </a:p>
        </p:txBody>
      </p:sp>
      <p:sp>
        <p:nvSpPr>
          <p:cNvPr id="7" name="Text Placeholder 6">
            <a:extLst>
              <a:ext uri="{FF2B5EF4-FFF2-40B4-BE49-F238E27FC236}">
                <a16:creationId xmlns:a16="http://schemas.microsoft.com/office/drawing/2014/main" id="{C1362F68-1284-59C2-E3B0-264DAB61AAE3}"/>
              </a:ext>
            </a:extLst>
          </p:cNvPr>
          <p:cNvSpPr>
            <a:spLocks noGrp="1"/>
          </p:cNvSpPr>
          <p:nvPr>
            <p:ph type="body" sz="quarter" idx="13"/>
          </p:nvPr>
        </p:nvSpPr>
        <p:spPr/>
        <p:txBody>
          <a:bodyPr/>
          <a:lstStyle/>
          <a:p>
            <a:r>
              <a:rPr lang="es-ES" sz="1800" dirty="0"/>
              <a:t>Porque el amor de Cristo nos constriñe, pensando esto: que si uno murió por todos, luego todos murieron; y por todos murió, para que los que viven, ya no vivan para sí, sino para aquel que murió y resucitó por ellos.</a:t>
            </a:r>
            <a:endParaRPr lang="en-US" sz="1800" dirty="0"/>
          </a:p>
        </p:txBody>
      </p:sp>
    </p:spTree>
    <p:extLst>
      <p:ext uri="{BB962C8B-B14F-4D97-AF65-F5344CB8AC3E}">
        <p14:creationId xmlns:p14="http://schemas.microsoft.com/office/powerpoint/2010/main" val="361064747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1D415-F9EE-05D7-CB09-87AF214A40F7}"/>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11D2B6F1-AA1D-E1A8-F9E0-F4B3E546EC93}"/>
              </a:ext>
            </a:extLst>
          </p:cNvPr>
          <p:cNvSpPr>
            <a:spLocks noGrp="1"/>
          </p:cNvSpPr>
          <p:nvPr>
            <p:ph type="body" sz="quarter" idx="10"/>
          </p:nvPr>
        </p:nvSpPr>
        <p:spPr/>
        <p:txBody>
          <a:bodyPr/>
          <a:lstStyle/>
          <a:p>
            <a:pPr marL="27675"/>
            <a:r>
              <a:rPr lang="en-US" dirty="0"/>
              <a:t>Ephesians 2:4-5</a:t>
            </a:r>
          </a:p>
        </p:txBody>
      </p:sp>
      <p:sp>
        <p:nvSpPr>
          <p:cNvPr id="5" name="Text Placeholder 4">
            <a:extLst>
              <a:ext uri="{FF2B5EF4-FFF2-40B4-BE49-F238E27FC236}">
                <a16:creationId xmlns:a16="http://schemas.microsoft.com/office/drawing/2014/main" id="{F388AF24-7481-4B71-446F-FF569F65A3F7}"/>
              </a:ext>
            </a:extLst>
          </p:cNvPr>
          <p:cNvSpPr>
            <a:spLocks noGrp="1"/>
          </p:cNvSpPr>
          <p:nvPr>
            <p:ph type="body" sz="quarter" idx="11"/>
          </p:nvPr>
        </p:nvSpPr>
        <p:spPr/>
        <p:txBody>
          <a:bodyPr/>
          <a:lstStyle/>
          <a:p>
            <a:pPr marL="27675"/>
            <a:r>
              <a:rPr lang="en-US" dirty="0" err="1"/>
              <a:t>Efesios</a:t>
            </a:r>
            <a:r>
              <a:rPr lang="en-US" dirty="0"/>
              <a:t> 2:4-5</a:t>
            </a:r>
          </a:p>
        </p:txBody>
      </p:sp>
      <p:sp>
        <p:nvSpPr>
          <p:cNvPr id="6" name="Text Placeholder 5">
            <a:extLst>
              <a:ext uri="{FF2B5EF4-FFF2-40B4-BE49-F238E27FC236}">
                <a16:creationId xmlns:a16="http://schemas.microsoft.com/office/drawing/2014/main" id="{69BAEB10-13B8-AB17-635F-2D669A15F8BD}"/>
              </a:ext>
            </a:extLst>
          </p:cNvPr>
          <p:cNvSpPr>
            <a:spLocks noGrp="1"/>
          </p:cNvSpPr>
          <p:nvPr>
            <p:ph type="body" sz="quarter" idx="12"/>
          </p:nvPr>
        </p:nvSpPr>
        <p:spPr/>
        <p:txBody>
          <a:bodyPr/>
          <a:lstStyle/>
          <a:p>
            <a:pPr marL="27675" algn="just"/>
            <a:r>
              <a:rPr lang="en-US" sz="1800" dirty="0"/>
              <a:t>But God, being rich in mercy, because of the great love with which he loved us, even when we were dead in our trespasses, made us alive together with Christ – by grace you have been saved –</a:t>
            </a:r>
          </a:p>
        </p:txBody>
      </p:sp>
      <p:sp>
        <p:nvSpPr>
          <p:cNvPr id="7" name="Text Placeholder 6">
            <a:extLst>
              <a:ext uri="{FF2B5EF4-FFF2-40B4-BE49-F238E27FC236}">
                <a16:creationId xmlns:a16="http://schemas.microsoft.com/office/drawing/2014/main" id="{2BB19753-DE79-FD4B-AF8C-1706B0FC5285}"/>
              </a:ext>
            </a:extLst>
          </p:cNvPr>
          <p:cNvSpPr>
            <a:spLocks noGrp="1"/>
          </p:cNvSpPr>
          <p:nvPr>
            <p:ph type="body" sz="quarter" idx="13"/>
          </p:nvPr>
        </p:nvSpPr>
        <p:spPr/>
        <p:txBody>
          <a:bodyPr/>
          <a:lstStyle/>
          <a:p>
            <a:r>
              <a:rPr lang="es-ES" sz="1800"/>
              <a:t>Pero </a:t>
            </a:r>
            <a:r>
              <a:rPr lang="es-ES" sz="1800" dirty="0"/>
              <a:t>Dios, que es rico en misericordia, por su gran amor con que nos amó, aun estando nosotros muertos en pecados, nos dio vida juntamente con Cristo (por gracia sois salvos),</a:t>
            </a:r>
            <a:endParaRPr lang="en-US" sz="1800" dirty="0"/>
          </a:p>
        </p:txBody>
      </p:sp>
    </p:spTree>
    <p:extLst>
      <p:ext uri="{BB962C8B-B14F-4D97-AF65-F5344CB8AC3E}">
        <p14:creationId xmlns:p14="http://schemas.microsoft.com/office/powerpoint/2010/main" val="23046618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F19FE-5850-FADA-CC43-7CD7967921A2}"/>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F7B58541-1ABA-014A-391A-4FC559B75596}"/>
              </a:ext>
            </a:extLst>
          </p:cNvPr>
          <p:cNvSpPr>
            <a:spLocks noGrp="1"/>
          </p:cNvSpPr>
          <p:nvPr>
            <p:ph type="body" sz="quarter" idx="10"/>
          </p:nvPr>
        </p:nvSpPr>
        <p:spPr/>
        <p:txBody>
          <a:bodyPr/>
          <a:lstStyle/>
          <a:p>
            <a:pPr marL="27675"/>
            <a:r>
              <a:rPr lang="en-US" dirty="0"/>
              <a:t>Matthew 26:36-39</a:t>
            </a:r>
          </a:p>
        </p:txBody>
      </p:sp>
      <p:sp>
        <p:nvSpPr>
          <p:cNvPr id="5" name="Text Placeholder 4">
            <a:extLst>
              <a:ext uri="{FF2B5EF4-FFF2-40B4-BE49-F238E27FC236}">
                <a16:creationId xmlns:a16="http://schemas.microsoft.com/office/drawing/2014/main" id="{0B587014-2104-6CF4-867C-603E6306CE3C}"/>
              </a:ext>
            </a:extLst>
          </p:cNvPr>
          <p:cNvSpPr>
            <a:spLocks noGrp="1"/>
          </p:cNvSpPr>
          <p:nvPr>
            <p:ph type="body" sz="quarter" idx="11"/>
          </p:nvPr>
        </p:nvSpPr>
        <p:spPr/>
        <p:txBody>
          <a:bodyPr/>
          <a:lstStyle/>
          <a:p>
            <a:pPr marL="27675"/>
            <a:r>
              <a:rPr lang="en-US" dirty="0"/>
              <a:t>Mateo 26:36-39</a:t>
            </a:r>
          </a:p>
        </p:txBody>
      </p:sp>
      <p:sp>
        <p:nvSpPr>
          <p:cNvPr id="6" name="Text Placeholder 5">
            <a:extLst>
              <a:ext uri="{FF2B5EF4-FFF2-40B4-BE49-F238E27FC236}">
                <a16:creationId xmlns:a16="http://schemas.microsoft.com/office/drawing/2014/main" id="{6F038A56-15F1-78CD-746E-5B9D82EBF319}"/>
              </a:ext>
            </a:extLst>
          </p:cNvPr>
          <p:cNvSpPr>
            <a:spLocks noGrp="1"/>
          </p:cNvSpPr>
          <p:nvPr>
            <p:ph type="body" sz="quarter" idx="12"/>
          </p:nvPr>
        </p:nvSpPr>
        <p:spPr/>
        <p:txBody>
          <a:bodyPr/>
          <a:lstStyle/>
          <a:p>
            <a:pPr marL="27675" algn="just"/>
            <a:r>
              <a:rPr lang="en-US" sz="1800" dirty="0"/>
              <a:t>Then Jesus came with them to a place called Gethsemane, and said to the disciples, “Sit here while I go and pray over there.” And He took with Him Peter and the two sons of Zebedee, and He began to be sorrowful and deeply distressed. Then He said to them, “My soul is exceedingly sorrowful, even to death. Stay here and watch with Me.” He went a little farther and fell on His face, and prayed, saying, “O My Father, if it is possible, let this cup pass from Me; nevertheless, not as I will, but as You </a:t>
            </a:r>
            <a:r>
              <a:rPr lang="en-US" sz="1800" i="1" dirty="0"/>
              <a:t>will</a:t>
            </a:r>
            <a:r>
              <a:rPr lang="en-US" sz="1800" dirty="0"/>
              <a:t>.”</a:t>
            </a:r>
          </a:p>
        </p:txBody>
      </p:sp>
      <p:sp>
        <p:nvSpPr>
          <p:cNvPr id="7" name="Text Placeholder 6">
            <a:extLst>
              <a:ext uri="{FF2B5EF4-FFF2-40B4-BE49-F238E27FC236}">
                <a16:creationId xmlns:a16="http://schemas.microsoft.com/office/drawing/2014/main" id="{32950E6F-F2D3-9056-AE7E-3493306B2737}"/>
              </a:ext>
            </a:extLst>
          </p:cNvPr>
          <p:cNvSpPr>
            <a:spLocks noGrp="1"/>
          </p:cNvSpPr>
          <p:nvPr>
            <p:ph type="body" sz="quarter" idx="13"/>
          </p:nvPr>
        </p:nvSpPr>
        <p:spPr/>
        <p:txBody>
          <a:bodyPr/>
          <a:lstStyle/>
          <a:p>
            <a:r>
              <a:rPr lang="es-ES" sz="1800" dirty="0"/>
              <a:t>Entonces llegó Jesús con ellos a un lugar que se llama Getsemaní, y dijo a sus discípulos: Sentaos aquí, entre tanto que voy allí y oro. Y tomando a Pedro, y a los dos hijos de Zebedeo, comenzó a entristecerse y a angustiarse en gran manera. Entonces Jesús les dijo: Mi alma está muy triste, hasta la muerte; quedaos aquí, y velad conmigo. </a:t>
            </a:r>
            <a:r>
              <a:rPr lang="es-ES" sz="1800"/>
              <a:t>Yendo un poco adelante, se postró sobre su rostro, orando y diciendo: Padre mío, si es posible, pase de mí esta copa; pero no sea como yo quiero, sino como tú.</a:t>
            </a:r>
            <a:endParaRPr lang="en-US" sz="1800" dirty="0"/>
          </a:p>
        </p:txBody>
      </p:sp>
    </p:spTree>
    <p:extLst>
      <p:ext uri="{BB962C8B-B14F-4D97-AF65-F5344CB8AC3E}">
        <p14:creationId xmlns:p14="http://schemas.microsoft.com/office/powerpoint/2010/main" val="157201766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F9BD4-B91A-E7B6-2812-9BF37CE9BABA}"/>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98C020CA-77AA-B50C-84E1-7658E8937F42}"/>
              </a:ext>
            </a:extLst>
          </p:cNvPr>
          <p:cNvSpPr>
            <a:spLocks noGrp="1"/>
          </p:cNvSpPr>
          <p:nvPr>
            <p:ph type="body" sz="quarter" idx="10"/>
          </p:nvPr>
        </p:nvSpPr>
        <p:spPr/>
        <p:txBody>
          <a:bodyPr/>
          <a:lstStyle/>
          <a:p>
            <a:pPr marL="27675"/>
            <a:r>
              <a:rPr lang="en-US" dirty="0"/>
              <a:t>Matthew 26:27-28</a:t>
            </a:r>
          </a:p>
        </p:txBody>
      </p:sp>
      <p:sp>
        <p:nvSpPr>
          <p:cNvPr id="5" name="Text Placeholder 4">
            <a:extLst>
              <a:ext uri="{FF2B5EF4-FFF2-40B4-BE49-F238E27FC236}">
                <a16:creationId xmlns:a16="http://schemas.microsoft.com/office/drawing/2014/main" id="{0FC2EFDC-5D2B-4919-EE0B-FD77253449B4}"/>
              </a:ext>
            </a:extLst>
          </p:cNvPr>
          <p:cNvSpPr>
            <a:spLocks noGrp="1"/>
          </p:cNvSpPr>
          <p:nvPr>
            <p:ph type="body" sz="quarter" idx="11"/>
          </p:nvPr>
        </p:nvSpPr>
        <p:spPr/>
        <p:txBody>
          <a:bodyPr/>
          <a:lstStyle/>
          <a:p>
            <a:pPr marL="27675"/>
            <a:r>
              <a:rPr lang="en-US" dirty="0"/>
              <a:t>Mateo 26:27-28</a:t>
            </a:r>
          </a:p>
        </p:txBody>
      </p:sp>
      <p:sp>
        <p:nvSpPr>
          <p:cNvPr id="6" name="Text Placeholder 5">
            <a:extLst>
              <a:ext uri="{FF2B5EF4-FFF2-40B4-BE49-F238E27FC236}">
                <a16:creationId xmlns:a16="http://schemas.microsoft.com/office/drawing/2014/main" id="{539E733D-2F27-44EB-5F3A-54AF3A7E7B05}"/>
              </a:ext>
            </a:extLst>
          </p:cNvPr>
          <p:cNvSpPr>
            <a:spLocks noGrp="1"/>
          </p:cNvSpPr>
          <p:nvPr>
            <p:ph type="body" sz="quarter" idx="12"/>
          </p:nvPr>
        </p:nvSpPr>
        <p:spPr/>
        <p:txBody>
          <a:bodyPr/>
          <a:lstStyle/>
          <a:p>
            <a:pPr marL="27675" algn="just"/>
            <a:r>
              <a:rPr lang="en-US" sz="1800" dirty="0"/>
              <a:t>Then He took the cup, and gave thanks, and gave </a:t>
            </a:r>
            <a:r>
              <a:rPr lang="en-US" sz="1800" i="1" dirty="0"/>
              <a:t>it</a:t>
            </a:r>
            <a:r>
              <a:rPr lang="en-US" sz="1800" dirty="0"/>
              <a:t> to them, saying, “Drink from it, all of you. For this is My blood of the new covenant, which is shed for many for the remission of sins.”</a:t>
            </a:r>
          </a:p>
        </p:txBody>
      </p:sp>
      <p:sp>
        <p:nvSpPr>
          <p:cNvPr id="7" name="Text Placeholder 6">
            <a:extLst>
              <a:ext uri="{FF2B5EF4-FFF2-40B4-BE49-F238E27FC236}">
                <a16:creationId xmlns:a16="http://schemas.microsoft.com/office/drawing/2014/main" id="{3DCB405D-A272-1800-3CDA-738B3CA4394F}"/>
              </a:ext>
            </a:extLst>
          </p:cNvPr>
          <p:cNvSpPr>
            <a:spLocks noGrp="1"/>
          </p:cNvSpPr>
          <p:nvPr>
            <p:ph type="body" sz="quarter" idx="13"/>
          </p:nvPr>
        </p:nvSpPr>
        <p:spPr/>
        <p:txBody>
          <a:bodyPr/>
          <a:lstStyle/>
          <a:p>
            <a:r>
              <a:rPr lang="es-ES" sz="1800" dirty="0"/>
              <a:t>Y tomando la copa, y habiendo dado gracias, les dio, diciendo: Bebed de ella todos; porque esto es mi sangre del nuevo pacto, que por muchos es derramada para remisión de </a:t>
            </a:r>
            <a:r>
              <a:rPr lang="es-ES" sz="1800"/>
              <a:t>los pecados.</a:t>
            </a:r>
            <a:endParaRPr lang="en-US" sz="1800" dirty="0"/>
          </a:p>
        </p:txBody>
      </p:sp>
    </p:spTree>
    <p:extLst>
      <p:ext uri="{BB962C8B-B14F-4D97-AF65-F5344CB8AC3E}">
        <p14:creationId xmlns:p14="http://schemas.microsoft.com/office/powerpoint/2010/main" val="294872801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BA2A0-5334-22A8-DB8E-812AD33A8880}"/>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F1CEDD6A-0CB0-5551-4637-14FF3A07AC2B}"/>
              </a:ext>
            </a:extLst>
          </p:cNvPr>
          <p:cNvSpPr>
            <a:spLocks noGrp="1"/>
          </p:cNvSpPr>
          <p:nvPr>
            <p:ph type="body" sz="quarter" idx="10"/>
          </p:nvPr>
        </p:nvSpPr>
        <p:spPr/>
        <p:txBody>
          <a:bodyPr/>
          <a:lstStyle/>
          <a:p>
            <a:pPr marL="27675"/>
            <a:r>
              <a:rPr lang="en-US" dirty="0"/>
              <a:t>1 Corinthians 11:26</a:t>
            </a:r>
          </a:p>
        </p:txBody>
      </p:sp>
      <p:sp>
        <p:nvSpPr>
          <p:cNvPr id="5" name="Text Placeholder 4">
            <a:extLst>
              <a:ext uri="{FF2B5EF4-FFF2-40B4-BE49-F238E27FC236}">
                <a16:creationId xmlns:a16="http://schemas.microsoft.com/office/drawing/2014/main" id="{C3B6FE7D-81DA-659A-C08A-9E05C746C48B}"/>
              </a:ext>
            </a:extLst>
          </p:cNvPr>
          <p:cNvSpPr>
            <a:spLocks noGrp="1"/>
          </p:cNvSpPr>
          <p:nvPr>
            <p:ph type="body" sz="quarter" idx="11"/>
          </p:nvPr>
        </p:nvSpPr>
        <p:spPr/>
        <p:txBody>
          <a:bodyPr/>
          <a:lstStyle/>
          <a:p>
            <a:r>
              <a:rPr lang="en-US" dirty="0"/>
              <a:t>1 </a:t>
            </a:r>
            <a:r>
              <a:rPr lang="en-US" dirty="0" err="1"/>
              <a:t>Corintios</a:t>
            </a:r>
            <a:r>
              <a:rPr lang="en-US" dirty="0"/>
              <a:t> 11:26</a:t>
            </a:r>
          </a:p>
        </p:txBody>
      </p:sp>
      <p:sp>
        <p:nvSpPr>
          <p:cNvPr id="6" name="Text Placeholder 5">
            <a:extLst>
              <a:ext uri="{FF2B5EF4-FFF2-40B4-BE49-F238E27FC236}">
                <a16:creationId xmlns:a16="http://schemas.microsoft.com/office/drawing/2014/main" id="{72DFBD8B-727C-B51C-C03A-55938CE2DCA2}"/>
              </a:ext>
            </a:extLst>
          </p:cNvPr>
          <p:cNvSpPr>
            <a:spLocks noGrp="1"/>
          </p:cNvSpPr>
          <p:nvPr>
            <p:ph type="body" sz="quarter" idx="12"/>
          </p:nvPr>
        </p:nvSpPr>
        <p:spPr/>
        <p:txBody>
          <a:bodyPr/>
          <a:lstStyle/>
          <a:p>
            <a:pPr marL="27675" algn="just"/>
            <a:r>
              <a:rPr lang="en-US" sz="1800" dirty="0"/>
              <a:t>For as often as you eat this bread and drink the cup, you proclaim the Lord’s death until he comes.</a:t>
            </a:r>
          </a:p>
        </p:txBody>
      </p:sp>
      <p:sp>
        <p:nvSpPr>
          <p:cNvPr id="7" name="Text Placeholder 6">
            <a:extLst>
              <a:ext uri="{FF2B5EF4-FFF2-40B4-BE49-F238E27FC236}">
                <a16:creationId xmlns:a16="http://schemas.microsoft.com/office/drawing/2014/main" id="{E9634D9A-B146-49A3-D07D-56A34B8F276F}"/>
              </a:ext>
            </a:extLst>
          </p:cNvPr>
          <p:cNvSpPr>
            <a:spLocks noGrp="1"/>
          </p:cNvSpPr>
          <p:nvPr>
            <p:ph type="body" sz="quarter" idx="13"/>
          </p:nvPr>
        </p:nvSpPr>
        <p:spPr/>
        <p:txBody>
          <a:bodyPr/>
          <a:lstStyle/>
          <a:p>
            <a:r>
              <a:rPr lang="es-ES" sz="1800"/>
              <a:t>Así</a:t>
            </a:r>
            <a:r>
              <a:rPr lang="es-ES" sz="1800" dirty="0"/>
              <a:t>, pues, todas las veces que comiereis este pan, y bebiereis esta copa, la muerte del Señor anunciáis hasta que él venga.</a:t>
            </a:r>
            <a:endParaRPr lang="en-US" sz="1800" dirty="0"/>
          </a:p>
        </p:txBody>
      </p:sp>
    </p:spTree>
    <p:extLst>
      <p:ext uri="{BB962C8B-B14F-4D97-AF65-F5344CB8AC3E}">
        <p14:creationId xmlns:p14="http://schemas.microsoft.com/office/powerpoint/2010/main" val="243533470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9FB71-BC1C-8AF4-47B6-B04B9D40721D}"/>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D705A3DD-5983-5DCC-F054-9B1818DAF4F0}"/>
              </a:ext>
            </a:extLst>
          </p:cNvPr>
          <p:cNvSpPr>
            <a:spLocks noGrp="1"/>
          </p:cNvSpPr>
          <p:nvPr>
            <p:ph type="body" sz="quarter" idx="10"/>
          </p:nvPr>
        </p:nvSpPr>
        <p:spPr/>
        <p:txBody>
          <a:bodyPr/>
          <a:lstStyle/>
          <a:p>
            <a:r>
              <a:rPr lang="en-US" dirty="0"/>
              <a:t>Isaiah 53:11</a:t>
            </a:r>
          </a:p>
        </p:txBody>
      </p:sp>
      <p:sp>
        <p:nvSpPr>
          <p:cNvPr id="5" name="Text Placeholder 4">
            <a:extLst>
              <a:ext uri="{FF2B5EF4-FFF2-40B4-BE49-F238E27FC236}">
                <a16:creationId xmlns:a16="http://schemas.microsoft.com/office/drawing/2014/main" id="{1377994E-1E64-3902-4452-B803339F07CA}"/>
              </a:ext>
            </a:extLst>
          </p:cNvPr>
          <p:cNvSpPr>
            <a:spLocks noGrp="1"/>
          </p:cNvSpPr>
          <p:nvPr>
            <p:ph type="body" sz="quarter" idx="11"/>
          </p:nvPr>
        </p:nvSpPr>
        <p:spPr/>
        <p:txBody>
          <a:bodyPr/>
          <a:lstStyle/>
          <a:p>
            <a:r>
              <a:rPr lang="en-US" dirty="0"/>
              <a:t>Isaías 53:11</a:t>
            </a:r>
          </a:p>
        </p:txBody>
      </p:sp>
      <p:sp>
        <p:nvSpPr>
          <p:cNvPr id="6" name="Text Placeholder 5">
            <a:extLst>
              <a:ext uri="{FF2B5EF4-FFF2-40B4-BE49-F238E27FC236}">
                <a16:creationId xmlns:a16="http://schemas.microsoft.com/office/drawing/2014/main" id="{EBA0DB11-C56F-A35A-CE60-8B4AF582CC8D}"/>
              </a:ext>
            </a:extLst>
          </p:cNvPr>
          <p:cNvSpPr>
            <a:spLocks noGrp="1"/>
          </p:cNvSpPr>
          <p:nvPr>
            <p:ph type="body" sz="quarter" idx="12"/>
          </p:nvPr>
        </p:nvSpPr>
        <p:spPr/>
        <p:txBody>
          <a:bodyPr/>
          <a:lstStyle/>
          <a:p>
            <a:r>
              <a:rPr lang="en-US" dirty="0"/>
              <a:t>Out of the anguish of his soul he shall see and be satisfied; by his knowledge shall the righteous one, my servant, make many to be accounted righteous, and he shall bear their iniquities.</a:t>
            </a:r>
          </a:p>
        </p:txBody>
      </p:sp>
      <p:sp>
        <p:nvSpPr>
          <p:cNvPr id="7" name="Text Placeholder 6">
            <a:extLst>
              <a:ext uri="{FF2B5EF4-FFF2-40B4-BE49-F238E27FC236}">
                <a16:creationId xmlns:a16="http://schemas.microsoft.com/office/drawing/2014/main" id="{E895EAAA-C3E2-3B49-55BE-95551624CA22}"/>
              </a:ext>
            </a:extLst>
          </p:cNvPr>
          <p:cNvSpPr>
            <a:spLocks noGrp="1"/>
          </p:cNvSpPr>
          <p:nvPr>
            <p:ph type="body" sz="quarter" idx="13"/>
          </p:nvPr>
        </p:nvSpPr>
        <p:spPr/>
        <p:txBody>
          <a:bodyPr/>
          <a:lstStyle/>
          <a:p>
            <a:r>
              <a:rPr lang="es-ES" dirty="0"/>
              <a:t>Verá el fruto de la aflicción de su alma, y quedará satisfecho; por su conocimiento justificará mi siervo justo a muchos, y llevará las iniquidades de ellos.</a:t>
            </a:r>
            <a:endParaRPr lang="en-US" dirty="0"/>
          </a:p>
        </p:txBody>
      </p:sp>
    </p:spTree>
    <p:extLst>
      <p:ext uri="{BB962C8B-B14F-4D97-AF65-F5344CB8AC3E}">
        <p14:creationId xmlns:p14="http://schemas.microsoft.com/office/powerpoint/2010/main" val="378959843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75556-87A6-66D7-6C22-2EB15E03B9EB}"/>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30BFE9FA-6685-4018-CA07-61D1A84B3B7B}"/>
              </a:ext>
            </a:extLst>
          </p:cNvPr>
          <p:cNvSpPr>
            <a:spLocks noGrp="1"/>
          </p:cNvSpPr>
          <p:nvPr>
            <p:ph type="body" sz="quarter" idx="10"/>
          </p:nvPr>
        </p:nvSpPr>
        <p:spPr/>
        <p:txBody>
          <a:bodyPr/>
          <a:lstStyle/>
          <a:p>
            <a:pPr marL="27675"/>
            <a:r>
              <a:rPr lang="en-US" dirty="0"/>
              <a:t>Matthew 27:62-66</a:t>
            </a:r>
          </a:p>
        </p:txBody>
      </p:sp>
      <p:sp>
        <p:nvSpPr>
          <p:cNvPr id="5" name="Text Placeholder 4">
            <a:extLst>
              <a:ext uri="{FF2B5EF4-FFF2-40B4-BE49-F238E27FC236}">
                <a16:creationId xmlns:a16="http://schemas.microsoft.com/office/drawing/2014/main" id="{0A36B55A-8712-C677-B2C6-B373A00808BF}"/>
              </a:ext>
            </a:extLst>
          </p:cNvPr>
          <p:cNvSpPr>
            <a:spLocks noGrp="1"/>
          </p:cNvSpPr>
          <p:nvPr>
            <p:ph type="body" sz="quarter" idx="11"/>
          </p:nvPr>
        </p:nvSpPr>
        <p:spPr/>
        <p:txBody>
          <a:bodyPr/>
          <a:lstStyle/>
          <a:p>
            <a:pPr marL="27675"/>
            <a:r>
              <a:rPr lang="en-US" dirty="0"/>
              <a:t>Mateo 27:62-66</a:t>
            </a:r>
          </a:p>
        </p:txBody>
      </p:sp>
      <p:sp>
        <p:nvSpPr>
          <p:cNvPr id="6" name="Text Placeholder 5">
            <a:extLst>
              <a:ext uri="{FF2B5EF4-FFF2-40B4-BE49-F238E27FC236}">
                <a16:creationId xmlns:a16="http://schemas.microsoft.com/office/drawing/2014/main" id="{31AA19C8-DA1A-7413-5090-81470806AD26}"/>
              </a:ext>
            </a:extLst>
          </p:cNvPr>
          <p:cNvSpPr>
            <a:spLocks noGrp="1"/>
          </p:cNvSpPr>
          <p:nvPr>
            <p:ph type="body" sz="quarter" idx="12"/>
          </p:nvPr>
        </p:nvSpPr>
        <p:spPr/>
        <p:txBody>
          <a:bodyPr/>
          <a:lstStyle/>
          <a:p>
            <a:pPr marL="27675" algn="just"/>
            <a:r>
              <a:rPr lang="en-US" sz="1800" dirty="0"/>
              <a:t>On the next day, which followed the Day of Preparation, the chief priests and Pharisees gathered together to Pilate, saying, “Sir, we remember, while He was still alive, how that deceiver said, ‘After three days I will rise.’ Therefore command that the tomb be made secure until the third day, lest His disciples come by night and steal Him </a:t>
            </a:r>
            <a:r>
              <a:rPr lang="en-US" sz="1800" i="1" dirty="0"/>
              <a:t>away</a:t>
            </a:r>
            <a:r>
              <a:rPr lang="en-US" sz="1800" dirty="0"/>
              <a:t>, and say to the people, ‘He has risen from the dead.’ So the last deception will be worse than the first.” Pilate said to them, “You have a guard; go your way, make </a:t>
            </a:r>
            <a:r>
              <a:rPr lang="en-US" sz="1800" i="1" dirty="0"/>
              <a:t>it</a:t>
            </a:r>
            <a:r>
              <a:rPr lang="en-US" sz="1800" dirty="0"/>
              <a:t> as secure as you know how.” So they went and made the tomb secure, sealing the stone and setting the guard.</a:t>
            </a:r>
          </a:p>
        </p:txBody>
      </p:sp>
      <p:sp>
        <p:nvSpPr>
          <p:cNvPr id="7" name="Text Placeholder 6">
            <a:extLst>
              <a:ext uri="{FF2B5EF4-FFF2-40B4-BE49-F238E27FC236}">
                <a16:creationId xmlns:a16="http://schemas.microsoft.com/office/drawing/2014/main" id="{F2E2A1C6-046C-5CAD-CFAE-DF80CF9F9054}"/>
              </a:ext>
            </a:extLst>
          </p:cNvPr>
          <p:cNvSpPr>
            <a:spLocks noGrp="1"/>
          </p:cNvSpPr>
          <p:nvPr>
            <p:ph type="body" sz="quarter" idx="13"/>
          </p:nvPr>
        </p:nvSpPr>
        <p:spPr/>
        <p:txBody>
          <a:bodyPr/>
          <a:lstStyle/>
          <a:p>
            <a:r>
              <a:rPr lang="es-ES" sz="1800" dirty="0"/>
              <a:t>Al día siguiente, que es después de la preparación, se reunieron los principales sacerdotes y los fariseos ante Pilato, diciendo: Señor, nos acordamos que aquel engañador dijo, viviendo aún: Después de tres días resucitaré. Manda, pues, que se asegure el sepulcro hasta el tercer día, no sea que vengan sus discípulos de noche, y lo hurten, y digan al pueblo: Resucitó de entre los muertos. Y será el postrer error peor que el primero. Y Pilato les dijo: Ahí tenéis una guardia; id, aseguradlo como sabéis. </a:t>
            </a:r>
            <a:r>
              <a:rPr lang="es-ES" sz="1800"/>
              <a:t>Entonces ellos fueron y aseguraron el sepulcro, sellando la piedra y poniendo la guardia.</a:t>
            </a:r>
            <a:endParaRPr lang="en-US" sz="1800" dirty="0"/>
          </a:p>
        </p:txBody>
      </p:sp>
    </p:spTree>
    <p:extLst>
      <p:ext uri="{BB962C8B-B14F-4D97-AF65-F5344CB8AC3E}">
        <p14:creationId xmlns:p14="http://schemas.microsoft.com/office/powerpoint/2010/main" val="154593743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E11E1-3CFE-9662-44A2-7F38D9488A6D}"/>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CD26FB7F-4572-F64A-4FB7-DA65C67C9BB9}"/>
              </a:ext>
            </a:extLst>
          </p:cNvPr>
          <p:cNvSpPr>
            <a:spLocks noGrp="1"/>
          </p:cNvSpPr>
          <p:nvPr>
            <p:ph type="body" sz="quarter" idx="10"/>
          </p:nvPr>
        </p:nvSpPr>
        <p:spPr/>
        <p:txBody>
          <a:bodyPr/>
          <a:lstStyle/>
          <a:p>
            <a:r>
              <a:rPr lang="en-US" dirty="0"/>
              <a:t>Romans 6:10-11</a:t>
            </a:r>
          </a:p>
        </p:txBody>
      </p:sp>
      <p:sp>
        <p:nvSpPr>
          <p:cNvPr id="5" name="Text Placeholder 4">
            <a:extLst>
              <a:ext uri="{FF2B5EF4-FFF2-40B4-BE49-F238E27FC236}">
                <a16:creationId xmlns:a16="http://schemas.microsoft.com/office/drawing/2014/main" id="{A69D4D5F-A47A-3851-B403-DE2597F0386A}"/>
              </a:ext>
            </a:extLst>
          </p:cNvPr>
          <p:cNvSpPr>
            <a:spLocks noGrp="1"/>
          </p:cNvSpPr>
          <p:nvPr>
            <p:ph type="body" sz="quarter" idx="11"/>
          </p:nvPr>
        </p:nvSpPr>
        <p:spPr/>
        <p:txBody>
          <a:bodyPr/>
          <a:lstStyle/>
          <a:p>
            <a:r>
              <a:rPr lang="en-US" dirty="0"/>
              <a:t>Romanos 6:10-11</a:t>
            </a:r>
          </a:p>
        </p:txBody>
      </p:sp>
      <p:sp>
        <p:nvSpPr>
          <p:cNvPr id="6" name="Text Placeholder 5">
            <a:extLst>
              <a:ext uri="{FF2B5EF4-FFF2-40B4-BE49-F238E27FC236}">
                <a16:creationId xmlns:a16="http://schemas.microsoft.com/office/drawing/2014/main" id="{086F00DB-EC39-E11B-692F-3F3E85A48508}"/>
              </a:ext>
            </a:extLst>
          </p:cNvPr>
          <p:cNvSpPr>
            <a:spLocks noGrp="1"/>
          </p:cNvSpPr>
          <p:nvPr>
            <p:ph type="body" sz="quarter" idx="12"/>
          </p:nvPr>
        </p:nvSpPr>
        <p:spPr/>
        <p:txBody>
          <a:bodyPr/>
          <a:lstStyle/>
          <a:p>
            <a:pPr marL="27675" algn="just"/>
            <a:r>
              <a:rPr lang="en-US" sz="1800" dirty="0"/>
              <a:t>For </a:t>
            </a:r>
            <a:r>
              <a:rPr lang="en-US" sz="1800" i="1" dirty="0"/>
              <a:t>the death</a:t>
            </a:r>
            <a:r>
              <a:rPr lang="en-US" sz="1800" dirty="0"/>
              <a:t> that He died, He died to sin once for all; but </a:t>
            </a:r>
            <a:r>
              <a:rPr lang="en-US" sz="1800" i="1" dirty="0"/>
              <a:t>the life</a:t>
            </a:r>
            <a:r>
              <a:rPr lang="en-US" sz="1800" dirty="0"/>
              <a:t> that He lives, He lives to God. Likewise you also, reckon yourselves to be dead indeed to sin, but alive to God in Christ Jesus our Lord.</a:t>
            </a:r>
          </a:p>
        </p:txBody>
      </p:sp>
      <p:sp>
        <p:nvSpPr>
          <p:cNvPr id="7" name="Text Placeholder 6">
            <a:extLst>
              <a:ext uri="{FF2B5EF4-FFF2-40B4-BE49-F238E27FC236}">
                <a16:creationId xmlns:a16="http://schemas.microsoft.com/office/drawing/2014/main" id="{D9B3618D-4744-2A02-0279-28B65FA41A62}"/>
              </a:ext>
            </a:extLst>
          </p:cNvPr>
          <p:cNvSpPr>
            <a:spLocks noGrp="1"/>
          </p:cNvSpPr>
          <p:nvPr>
            <p:ph type="body" sz="quarter" idx="13"/>
          </p:nvPr>
        </p:nvSpPr>
        <p:spPr/>
        <p:txBody>
          <a:bodyPr/>
          <a:lstStyle/>
          <a:p>
            <a:r>
              <a:rPr lang="es-ES" sz="1800" dirty="0"/>
              <a:t>Porque en cuanto murió, al pecado murió una vez por todas; mas en cuanto vive, para Dios vive. </a:t>
            </a:r>
            <a:r>
              <a:rPr lang="es-ES" sz="1800"/>
              <a:t>Así también vosotros consideraos muertos al pecado, pero vivos para Dios en Cristo Jesús, Señor nuestro.</a:t>
            </a:r>
            <a:endParaRPr lang="en-US" sz="1800" dirty="0"/>
          </a:p>
        </p:txBody>
      </p:sp>
    </p:spTree>
    <p:extLst>
      <p:ext uri="{BB962C8B-B14F-4D97-AF65-F5344CB8AC3E}">
        <p14:creationId xmlns:p14="http://schemas.microsoft.com/office/powerpoint/2010/main" val="420552105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62C09-08F0-39BD-74E0-66C6613A2191}"/>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68438E78-064D-D347-9895-9F94F2053232}"/>
              </a:ext>
            </a:extLst>
          </p:cNvPr>
          <p:cNvSpPr>
            <a:spLocks noGrp="1"/>
          </p:cNvSpPr>
          <p:nvPr>
            <p:ph type="body" sz="quarter" idx="10"/>
          </p:nvPr>
        </p:nvSpPr>
        <p:spPr/>
        <p:txBody>
          <a:bodyPr/>
          <a:lstStyle/>
          <a:p>
            <a:r>
              <a:rPr lang="en-US" dirty="0"/>
              <a:t>Colossians 1:13-14</a:t>
            </a:r>
          </a:p>
        </p:txBody>
      </p:sp>
      <p:sp>
        <p:nvSpPr>
          <p:cNvPr id="5" name="Text Placeholder 4">
            <a:extLst>
              <a:ext uri="{FF2B5EF4-FFF2-40B4-BE49-F238E27FC236}">
                <a16:creationId xmlns:a16="http://schemas.microsoft.com/office/drawing/2014/main" id="{379CA843-352D-E9AF-8C26-7B850196C50D}"/>
              </a:ext>
            </a:extLst>
          </p:cNvPr>
          <p:cNvSpPr>
            <a:spLocks noGrp="1"/>
          </p:cNvSpPr>
          <p:nvPr>
            <p:ph type="body" sz="quarter" idx="11"/>
          </p:nvPr>
        </p:nvSpPr>
        <p:spPr/>
        <p:txBody>
          <a:bodyPr/>
          <a:lstStyle/>
          <a:p>
            <a:r>
              <a:rPr lang="en-US" dirty="0" err="1"/>
              <a:t>Colosenses</a:t>
            </a:r>
            <a:r>
              <a:rPr lang="en-US" dirty="0"/>
              <a:t> 1:13-14</a:t>
            </a:r>
          </a:p>
        </p:txBody>
      </p:sp>
      <p:sp>
        <p:nvSpPr>
          <p:cNvPr id="6" name="Text Placeholder 5">
            <a:extLst>
              <a:ext uri="{FF2B5EF4-FFF2-40B4-BE49-F238E27FC236}">
                <a16:creationId xmlns:a16="http://schemas.microsoft.com/office/drawing/2014/main" id="{2AD6B81B-2F0C-9152-FFA2-21AE71A5D3F8}"/>
              </a:ext>
            </a:extLst>
          </p:cNvPr>
          <p:cNvSpPr>
            <a:spLocks noGrp="1"/>
          </p:cNvSpPr>
          <p:nvPr>
            <p:ph type="body" sz="quarter" idx="12"/>
          </p:nvPr>
        </p:nvSpPr>
        <p:spPr/>
        <p:txBody>
          <a:bodyPr/>
          <a:lstStyle/>
          <a:p>
            <a:pPr marL="27675" algn="just"/>
            <a:r>
              <a:rPr lang="en-US" sz="1800" dirty="0"/>
              <a:t>He has delivered us from the power of darkness and conveyed </a:t>
            </a:r>
            <a:r>
              <a:rPr lang="en-US" sz="1800" i="1" dirty="0"/>
              <a:t>us</a:t>
            </a:r>
            <a:r>
              <a:rPr lang="en-US" sz="1800" dirty="0"/>
              <a:t> into the kingdom of the Son of His love, in whom we have redemption through His blood, the forgiveness of sins.</a:t>
            </a:r>
          </a:p>
        </p:txBody>
      </p:sp>
      <p:sp>
        <p:nvSpPr>
          <p:cNvPr id="7" name="Text Placeholder 6">
            <a:extLst>
              <a:ext uri="{FF2B5EF4-FFF2-40B4-BE49-F238E27FC236}">
                <a16:creationId xmlns:a16="http://schemas.microsoft.com/office/drawing/2014/main" id="{FD5C1503-CF52-AD43-507E-663EFCD0FAB0}"/>
              </a:ext>
            </a:extLst>
          </p:cNvPr>
          <p:cNvSpPr>
            <a:spLocks noGrp="1"/>
          </p:cNvSpPr>
          <p:nvPr>
            <p:ph type="body" sz="quarter" idx="13"/>
          </p:nvPr>
        </p:nvSpPr>
        <p:spPr/>
        <p:txBody>
          <a:bodyPr/>
          <a:lstStyle/>
          <a:p>
            <a:r>
              <a:rPr lang="es-ES" sz="1800" dirty="0"/>
              <a:t>el cual nos ha librado de la potestad de las tinieblas, y trasladado al reino de su amado Hijo, en quien tenemos redención por su sangre, el perdón de pecados.</a:t>
            </a:r>
            <a:endParaRPr lang="en-US" sz="1800" dirty="0"/>
          </a:p>
        </p:txBody>
      </p:sp>
    </p:spTree>
    <p:extLst>
      <p:ext uri="{BB962C8B-B14F-4D97-AF65-F5344CB8AC3E}">
        <p14:creationId xmlns:p14="http://schemas.microsoft.com/office/powerpoint/2010/main" val="142153410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FA960-9C2F-4018-EA69-B4F4E6D685EF}"/>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1F212E33-DE7F-5975-A3D3-B5CB1E96C9B6}"/>
              </a:ext>
            </a:extLst>
          </p:cNvPr>
          <p:cNvSpPr>
            <a:spLocks noGrp="1"/>
          </p:cNvSpPr>
          <p:nvPr>
            <p:ph type="body" sz="quarter" idx="10"/>
          </p:nvPr>
        </p:nvSpPr>
        <p:spPr/>
        <p:txBody>
          <a:bodyPr/>
          <a:lstStyle/>
          <a:p>
            <a:pPr marL="27675"/>
            <a:r>
              <a:rPr lang="en-US" dirty="0"/>
              <a:t>1 Peter 2:24</a:t>
            </a:r>
          </a:p>
        </p:txBody>
      </p:sp>
      <p:sp>
        <p:nvSpPr>
          <p:cNvPr id="5" name="Text Placeholder 4">
            <a:extLst>
              <a:ext uri="{FF2B5EF4-FFF2-40B4-BE49-F238E27FC236}">
                <a16:creationId xmlns:a16="http://schemas.microsoft.com/office/drawing/2014/main" id="{310AB48D-AC13-0327-77AB-6CCCA72EA8D4}"/>
              </a:ext>
            </a:extLst>
          </p:cNvPr>
          <p:cNvSpPr>
            <a:spLocks noGrp="1"/>
          </p:cNvSpPr>
          <p:nvPr>
            <p:ph type="body" sz="quarter" idx="11"/>
          </p:nvPr>
        </p:nvSpPr>
        <p:spPr/>
        <p:txBody>
          <a:bodyPr/>
          <a:lstStyle/>
          <a:p>
            <a:pPr marL="27675"/>
            <a:r>
              <a:rPr lang="en-US" dirty="0"/>
              <a:t>1 Pedro 2:24</a:t>
            </a:r>
          </a:p>
        </p:txBody>
      </p:sp>
      <p:sp>
        <p:nvSpPr>
          <p:cNvPr id="6" name="Text Placeholder 5">
            <a:extLst>
              <a:ext uri="{FF2B5EF4-FFF2-40B4-BE49-F238E27FC236}">
                <a16:creationId xmlns:a16="http://schemas.microsoft.com/office/drawing/2014/main" id="{5A931D35-FD2E-855F-2574-E3B2F33CEA96}"/>
              </a:ext>
            </a:extLst>
          </p:cNvPr>
          <p:cNvSpPr>
            <a:spLocks noGrp="1"/>
          </p:cNvSpPr>
          <p:nvPr>
            <p:ph type="body" sz="quarter" idx="12"/>
          </p:nvPr>
        </p:nvSpPr>
        <p:spPr/>
        <p:txBody>
          <a:bodyPr/>
          <a:lstStyle/>
          <a:p>
            <a:pPr marL="27675" algn="just"/>
            <a:r>
              <a:rPr lang="en-US" sz="1800" dirty="0"/>
              <a:t>He himself bore our sins in his body on the tree, that we might die to sin and live to righteousness. </a:t>
            </a:r>
            <a:r>
              <a:rPr lang="en-US" sz="1800"/>
              <a:t>By his wounds you have been healed.</a:t>
            </a:r>
            <a:endParaRPr lang="en-US" sz="1800" dirty="0"/>
          </a:p>
        </p:txBody>
      </p:sp>
      <p:sp>
        <p:nvSpPr>
          <p:cNvPr id="7" name="Text Placeholder 6">
            <a:extLst>
              <a:ext uri="{FF2B5EF4-FFF2-40B4-BE49-F238E27FC236}">
                <a16:creationId xmlns:a16="http://schemas.microsoft.com/office/drawing/2014/main" id="{2BEBD4DA-5C1E-107A-4FFD-1367BB65E852}"/>
              </a:ext>
            </a:extLst>
          </p:cNvPr>
          <p:cNvSpPr>
            <a:spLocks noGrp="1"/>
          </p:cNvSpPr>
          <p:nvPr>
            <p:ph type="body" sz="quarter" idx="13"/>
          </p:nvPr>
        </p:nvSpPr>
        <p:spPr/>
        <p:txBody>
          <a:bodyPr/>
          <a:lstStyle/>
          <a:p>
            <a:r>
              <a:rPr lang="es-ES" sz="1800" dirty="0"/>
              <a:t>quien llevó él mismo nuestros pecados en su cuerpo sobre el madero, para que nosotros, estando muertos a los pecados, vivamos a la justicia; y por cuya herida fuisteis sanados.</a:t>
            </a:r>
            <a:endParaRPr lang="en-US" sz="1800" dirty="0"/>
          </a:p>
        </p:txBody>
      </p:sp>
    </p:spTree>
    <p:extLst>
      <p:ext uri="{BB962C8B-B14F-4D97-AF65-F5344CB8AC3E}">
        <p14:creationId xmlns:p14="http://schemas.microsoft.com/office/powerpoint/2010/main" val="386762243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707A0-5990-B50C-C1BA-B3F687A5DD1C}"/>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DFD9D55F-EF00-CB99-E3DF-A541273F03E7}"/>
              </a:ext>
            </a:extLst>
          </p:cNvPr>
          <p:cNvSpPr>
            <a:spLocks noGrp="1"/>
          </p:cNvSpPr>
          <p:nvPr>
            <p:ph type="body" sz="quarter" idx="10"/>
          </p:nvPr>
        </p:nvSpPr>
        <p:spPr/>
        <p:txBody>
          <a:bodyPr/>
          <a:lstStyle/>
          <a:p>
            <a:pPr marL="27675"/>
            <a:r>
              <a:rPr lang="en-US" dirty="0"/>
              <a:t>Ephesians 2:7</a:t>
            </a:r>
          </a:p>
        </p:txBody>
      </p:sp>
      <p:sp>
        <p:nvSpPr>
          <p:cNvPr id="5" name="Text Placeholder 4">
            <a:extLst>
              <a:ext uri="{FF2B5EF4-FFF2-40B4-BE49-F238E27FC236}">
                <a16:creationId xmlns:a16="http://schemas.microsoft.com/office/drawing/2014/main" id="{183C6CE0-2BF5-9A80-AAF9-98602288B00B}"/>
              </a:ext>
            </a:extLst>
          </p:cNvPr>
          <p:cNvSpPr>
            <a:spLocks noGrp="1"/>
          </p:cNvSpPr>
          <p:nvPr>
            <p:ph type="body" sz="quarter" idx="11"/>
          </p:nvPr>
        </p:nvSpPr>
        <p:spPr/>
        <p:txBody>
          <a:bodyPr/>
          <a:lstStyle/>
          <a:p>
            <a:pPr marL="27675"/>
            <a:r>
              <a:rPr lang="en-US" dirty="0" err="1"/>
              <a:t>Efesios</a:t>
            </a:r>
            <a:r>
              <a:rPr lang="en-US" dirty="0"/>
              <a:t> 2:7</a:t>
            </a:r>
          </a:p>
        </p:txBody>
      </p:sp>
      <p:sp>
        <p:nvSpPr>
          <p:cNvPr id="6" name="Text Placeholder 5">
            <a:extLst>
              <a:ext uri="{FF2B5EF4-FFF2-40B4-BE49-F238E27FC236}">
                <a16:creationId xmlns:a16="http://schemas.microsoft.com/office/drawing/2014/main" id="{E3687956-5B1E-E87A-C63F-2CF83852F74A}"/>
              </a:ext>
            </a:extLst>
          </p:cNvPr>
          <p:cNvSpPr>
            <a:spLocks noGrp="1"/>
          </p:cNvSpPr>
          <p:nvPr>
            <p:ph type="body" sz="quarter" idx="12"/>
          </p:nvPr>
        </p:nvSpPr>
        <p:spPr/>
        <p:txBody>
          <a:bodyPr/>
          <a:lstStyle/>
          <a:p>
            <a:pPr marL="27675" algn="just"/>
            <a:r>
              <a:rPr lang="en-US" sz="1800" dirty="0"/>
              <a:t>so that in the coming ages he might show the immeasurable riches of his grace in kindness toward us in Christ Jesus.</a:t>
            </a:r>
          </a:p>
        </p:txBody>
      </p:sp>
      <p:sp>
        <p:nvSpPr>
          <p:cNvPr id="7" name="Text Placeholder 6">
            <a:extLst>
              <a:ext uri="{FF2B5EF4-FFF2-40B4-BE49-F238E27FC236}">
                <a16:creationId xmlns:a16="http://schemas.microsoft.com/office/drawing/2014/main" id="{939E2508-EFDC-0849-203A-1E6D24D54960}"/>
              </a:ext>
            </a:extLst>
          </p:cNvPr>
          <p:cNvSpPr>
            <a:spLocks noGrp="1"/>
          </p:cNvSpPr>
          <p:nvPr>
            <p:ph type="body" sz="quarter" idx="13"/>
          </p:nvPr>
        </p:nvSpPr>
        <p:spPr/>
        <p:txBody>
          <a:bodyPr/>
          <a:lstStyle/>
          <a:p>
            <a:r>
              <a:rPr lang="es-ES" sz="1800"/>
              <a:t>para mostrar en los siglos venideros las abundantes riquezas de su gracia en su bondad para con nosotros en Cristo Jesús.</a:t>
            </a:r>
            <a:endParaRPr lang="en-US" sz="1800" dirty="0"/>
          </a:p>
        </p:txBody>
      </p:sp>
    </p:spTree>
    <p:extLst>
      <p:ext uri="{BB962C8B-B14F-4D97-AF65-F5344CB8AC3E}">
        <p14:creationId xmlns:p14="http://schemas.microsoft.com/office/powerpoint/2010/main" val="3549770222"/>
      </p:ext>
    </p:extLst>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a:extLst>
              <a:ext uri="{FF2B5EF4-FFF2-40B4-BE49-F238E27FC236}">
                <a16:creationId xmlns:a16="http://schemas.microsoft.com/office/drawing/2014/main" id="{DFD9D55F-EF00-CB99-E3DF-A541273F03E7}"/>
              </a:ext>
            </a:extLst>
          </p:cNvPr>
          <p:cNvSpPr>
            <a:spLocks noGrp="1"/>
          </p:cNvSpPr>
          <p:nvPr>
            <p:ph type="body" sz="quarter" idx="10"/>
          </p:nvPr>
        </p:nvSpPr>
        <p:spPr/>
        <p:txBody>
          <a:bodyPr/>
          <a:lstStyle/>
          <a:p>
            <a:r>
              <a:t>1 Corinthians 11:27-29</a:t>
            </a:r>
          </a:p>
        </p:txBody>
      </p:sp>
      <p:sp>
        <p:nvSpPr>
          <p:cNvPr id="5" name="Text Placeholder 4">
            <a:extLst>
              <a:ext uri="{FF2B5EF4-FFF2-40B4-BE49-F238E27FC236}">
                <a16:creationId xmlns:a16="http://schemas.microsoft.com/office/drawing/2014/main" id="{183C6CE0-2BF5-9A80-AAF9-98602288B00B}"/>
              </a:ext>
            </a:extLst>
          </p:cNvPr>
          <p:cNvSpPr>
            <a:spLocks noGrp="1"/>
          </p:cNvSpPr>
          <p:nvPr>
            <p:ph type="body" sz="quarter" idx="11"/>
          </p:nvPr>
        </p:nvSpPr>
        <p:spPr/>
        <p:txBody>
          <a:bodyPr/>
          <a:lstStyle/>
          <a:p>
            <a:r>
              <a:t>1 Corintios 11:27-29</a:t>
            </a:r>
          </a:p>
        </p:txBody>
      </p:sp>
      <p:sp>
        <p:nvSpPr>
          <p:cNvPr id="6" name="Text Placeholder 5">
            <a:extLst>
              <a:ext uri="{FF2B5EF4-FFF2-40B4-BE49-F238E27FC236}">
                <a16:creationId xmlns:a16="http://schemas.microsoft.com/office/drawing/2014/main" id="{E3687956-5B1E-E87A-C63F-2CF83852F74A}"/>
              </a:ext>
            </a:extLst>
          </p:cNvPr>
          <p:cNvSpPr>
            <a:spLocks noGrp="1"/>
          </p:cNvSpPr>
          <p:nvPr>
            <p:ph type="body" sz="quarter" idx="12"/>
          </p:nvPr>
        </p:nvSpPr>
        <p:spPr/>
        <p:txBody>
          <a:bodyPr/>
          <a:lstStyle/>
          <a:p>
            <a:r>
              <a:rPr sz="1800"/>
              <a:t>Therefore whoever eats the bread or drinks the cup of the Lord in an unworthy manner, shall be guilty of the body and the blood of the Lord. But a man must examine himself, and in so doing he is to eat of the bread and drink of the cup. For he who eats and drinks, eats and drinks judgment to himself if he does not judge the body rightly.</a:t>
            </a:r>
          </a:p>
        </p:txBody>
      </p:sp>
      <p:sp>
        <p:nvSpPr>
          <p:cNvPr id="7" name="Text Placeholder 6">
            <a:extLst>
              <a:ext uri="{FF2B5EF4-FFF2-40B4-BE49-F238E27FC236}">
                <a16:creationId xmlns:a16="http://schemas.microsoft.com/office/drawing/2014/main" id="{939E2508-EFDC-0849-203A-1E6D24D54960}"/>
              </a:ext>
            </a:extLst>
          </p:cNvPr>
          <p:cNvSpPr>
            <a:spLocks noGrp="1"/>
          </p:cNvSpPr>
          <p:nvPr>
            <p:ph type="body" sz="quarter" idx="13"/>
          </p:nvPr>
        </p:nvSpPr>
        <p:spPr/>
        <p:txBody>
          <a:bodyPr/>
          <a:lstStyle/>
          <a:p>
            <a:r>
              <a:rPr sz="1800"/>
              <a:t>De manera que cualquiera que comiere este pan o bebiere esta copa del Señor indignamente, será culpado del cuerpo y de la sangre del Señor. Por tanto, pruébese cada uno a sí mismo, y coma así del pan, y beba de la copa. Porque el que come y bebe indignamente, sin discernir el cuerpo del Señor, juicio come y bebe para sí.</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a:extLst>
              <a:ext uri="{FF2B5EF4-FFF2-40B4-BE49-F238E27FC236}">
                <a16:creationId xmlns:a16="http://schemas.microsoft.com/office/drawing/2014/main" id="{DFD9D55F-EF00-CB99-E3DF-A541273F03E7}"/>
              </a:ext>
            </a:extLst>
          </p:cNvPr>
          <p:cNvSpPr>
            <a:spLocks noGrp="1"/>
          </p:cNvSpPr>
          <p:nvPr>
            <p:ph type="body" sz="quarter" idx="10"/>
          </p:nvPr>
        </p:nvSpPr>
        <p:spPr/>
        <p:txBody>
          <a:bodyPr/>
          <a:lstStyle/>
          <a:p>
            <a:r>
              <a:t>Luke 23:27-31</a:t>
            </a:r>
          </a:p>
        </p:txBody>
      </p:sp>
      <p:sp>
        <p:nvSpPr>
          <p:cNvPr id="5" name="Text Placeholder 4">
            <a:extLst>
              <a:ext uri="{FF2B5EF4-FFF2-40B4-BE49-F238E27FC236}">
                <a16:creationId xmlns:a16="http://schemas.microsoft.com/office/drawing/2014/main" id="{183C6CE0-2BF5-9A80-AAF9-98602288B00B}"/>
              </a:ext>
            </a:extLst>
          </p:cNvPr>
          <p:cNvSpPr>
            <a:spLocks noGrp="1"/>
          </p:cNvSpPr>
          <p:nvPr>
            <p:ph type="body" sz="quarter" idx="11"/>
          </p:nvPr>
        </p:nvSpPr>
        <p:spPr/>
        <p:txBody>
          <a:bodyPr/>
          <a:lstStyle/>
          <a:p>
            <a:r>
              <a:t>Lucas 23:27-31</a:t>
            </a:r>
          </a:p>
        </p:txBody>
      </p:sp>
      <p:sp>
        <p:nvSpPr>
          <p:cNvPr id="6" name="Text Placeholder 5">
            <a:extLst>
              <a:ext uri="{FF2B5EF4-FFF2-40B4-BE49-F238E27FC236}">
                <a16:creationId xmlns:a16="http://schemas.microsoft.com/office/drawing/2014/main" id="{E3687956-5B1E-E87A-C63F-2CF83852F74A}"/>
              </a:ext>
            </a:extLst>
          </p:cNvPr>
          <p:cNvSpPr>
            <a:spLocks noGrp="1"/>
          </p:cNvSpPr>
          <p:nvPr>
            <p:ph type="body" sz="quarter" idx="12"/>
          </p:nvPr>
        </p:nvSpPr>
        <p:spPr/>
        <p:txBody>
          <a:bodyPr/>
          <a:lstStyle/>
          <a:p>
            <a:r>
              <a:t>And there followed Him a great multitude of the people, and of women who also mourned and lamented Him. But Jesus, turning to them, said, “Daughters of Jerusalem, do not weep for Me, but weep for yourselves and for your children. For indeed the days are coming in which they will say, ‘Blessed are the barren, wombs that never bore, and breasts which never nursed!’ Then they will begin ‘to say to the mountains, “Fall on us!” and to the hills, “Cover us!”’ For if they do these things in the green wood, what will be done in the dry?”</a:t>
            </a:r>
          </a:p>
        </p:txBody>
      </p:sp>
      <p:sp>
        <p:nvSpPr>
          <p:cNvPr id="7" name="Text Placeholder 6">
            <a:extLst>
              <a:ext uri="{FF2B5EF4-FFF2-40B4-BE49-F238E27FC236}">
                <a16:creationId xmlns:a16="http://schemas.microsoft.com/office/drawing/2014/main" id="{939E2508-EFDC-0849-203A-1E6D24D54960}"/>
              </a:ext>
            </a:extLst>
          </p:cNvPr>
          <p:cNvSpPr>
            <a:spLocks noGrp="1"/>
          </p:cNvSpPr>
          <p:nvPr>
            <p:ph type="body" sz="quarter" idx="13"/>
          </p:nvPr>
        </p:nvSpPr>
        <p:spPr/>
        <p:txBody>
          <a:bodyPr/>
          <a:lstStyle/>
          <a:p>
            <a:r>
              <a:t>Y le seguía gran multitud del pueblo, y de mujeres que lloraban y hacían lamentación por él. Pero Jesús, vuelto hacia ellas, les dijo: Hijas de Jerusalén, no lloréis por mí, sino llorad por vosotras mismas y por vuestros hijos. Porque he aquí vendrán días en que dirán: Bienaventuradas las estériles, y los vientres que no concibieron, y los pechos que no criaron. Entonces comenzarán a decir a los montes: Caed sobre nosotros; y a los collados: Cubridnos. Porque si en el árbol verde hacen estas cosas, ¿en el seco, qué no se hará?</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a:extLst>
              <a:ext uri="{FF2B5EF4-FFF2-40B4-BE49-F238E27FC236}">
                <a16:creationId xmlns:a16="http://schemas.microsoft.com/office/drawing/2014/main" id="{DFD9D55F-EF00-CB99-E3DF-A541273F03E7}"/>
              </a:ext>
            </a:extLst>
          </p:cNvPr>
          <p:cNvSpPr>
            <a:spLocks noGrp="1"/>
          </p:cNvSpPr>
          <p:nvPr>
            <p:ph type="body" sz="quarter" idx="10"/>
          </p:nvPr>
        </p:nvSpPr>
        <p:spPr/>
        <p:txBody>
          <a:bodyPr/>
          <a:lstStyle/>
          <a:p>
            <a:r>
              <a:t>Matthew 12:14-21</a:t>
            </a:r>
          </a:p>
        </p:txBody>
      </p:sp>
      <p:sp>
        <p:nvSpPr>
          <p:cNvPr id="5" name="Text Placeholder 4">
            <a:extLst>
              <a:ext uri="{FF2B5EF4-FFF2-40B4-BE49-F238E27FC236}">
                <a16:creationId xmlns:a16="http://schemas.microsoft.com/office/drawing/2014/main" id="{183C6CE0-2BF5-9A80-AAF9-98602288B00B}"/>
              </a:ext>
            </a:extLst>
          </p:cNvPr>
          <p:cNvSpPr>
            <a:spLocks noGrp="1"/>
          </p:cNvSpPr>
          <p:nvPr>
            <p:ph type="body" sz="quarter" idx="11"/>
          </p:nvPr>
        </p:nvSpPr>
        <p:spPr/>
        <p:txBody>
          <a:bodyPr/>
          <a:lstStyle/>
          <a:p>
            <a:r>
              <a:t>Mateo 12:14-21</a:t>
            </a:r>
          </a:p>
        </p:txBody>
      </p:sp>
      <p:sp>
        <p:nvSpPr>
          <p:cNvPr id="6" name="Text Placeholder 5">
            <a:extLst>
              <a:ext uri="{FF2B5EF4-FFF2-40B4-BE49-F238E27FC236}">
                <a16:creationId xmlns:a16="http://schemas.microsoft.com/office/drawing/2014/main" id="{E3687956-5B1E-E87A-C63F-2CF83852F74A}"/>
              </a:ext>
            </a:extLst>
          </p:cNvPr>
          <p:cNvSpPr>
            <a:spLocks noGrp="1"/>
          </p:cNvSpPr>
          <p:nvPr>
            <p:ph type="body" sz="quarter" idx="12"/>
          </p:nvPr>
        </p:nvSpPr>
        <p:spPr/>
        <p:txBody>
          <a:bodyPr/>
          <a:lstStyle/>
          <a:p>
            <a:r>
              <a:t>But the Pharisees went out and conspired against Him, as to how they might destroy Him. But Jesus, aware of this, withdrew from there. Many followed Him, and He healed them all, and warned them not to tell who He was. This was to fulfill what was spoken through Isaiah the prophet: “Behold, My Servant whom I have chosen; My Beloved in whom My soul is well-pleased; I will put My Spirit upon Him, And He shall proclaim justice to the Gentiles. He will not quarrel, nor cry out; Nor will anyone hear His voice in the streets. A battered reed He will not break off, And a smoldering wick He will not put out, Until He leads justice to victory. And in His name the Gentiles will hope.”</a:t>
            </a:r>
          </a:p>
        </p:txBody>
      </p:sp>
      <p:sp>
        <p:nvSpPr>
          <p:cNvPr id="7" name="Text Placeholder 6">
            <a:extLst>
              <a:ext uri="{FF2B5EF4-FFF2-40B4-BE49-F238E27FC236}">
                <a16:creationId xmlns:a16="http://schemas.microsoft.com/office/drawing/2014/main" id="{939E2508-EFDC-0849-203A-1E6D24D54960}"/>
              </a:ext>
            </a:extLst>
          </p:cNvPr>
          <p:cNvSpPr>
            <a:spLocks noGrp="1"/>
          </p:cNvSpPr>
          <p:nvPr>
            <p:ph type="body" sz="quarter" idx="13"/>
          </p:nvPr>
        </p:nvSpPr>
        <p:spPr/>
        <p:txBody>
          <a:bodyPr/>
          <a:lstStyle/>
          <a:p>
            <a:r>
              <a:t>Y salieron los fariseos, y tuvieron consejo contra él para destruirle. Sabiendo esto Jesús, se apartó de allí; y le siguió mucha gente, y sanaba a todos, y les encargaba rigurosamente que no le descubriesen; para que se cumpliese lo dicho por el profeta Isaías, cuando dijo: He aquí mi siervo, a quien he escogido; Mi Amado, en quien se agrada mi alma; Pondré mi Espíritu sobre él, Y a los gentiles anunciará juicio. No contenderá, ni voceará, Ni nadie oirá en las calles su voz. La caña cascada no quebrará, Y el pábilo que humea no apagará, Hasta que saque a victoria el juicio. Y en su nombre esperarán los gentiles.</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90075</TotalTime>
  <Words>17452</Words>
  <Application>Microsoft Office PowerPoint</Application>
  <PresentationFormat>Widescreen</PresentationFormat>
  <Paragraphs>415</Paragraphs>
  <Slides>103</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103</vt:i4>
      </vt:variant>
    </vt:vector>
  </HeadingPairs>
  <TitlesOfParts>
    <vt:vector size="105" baseType="lpstr">
      <vt:lpstr>Arial</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Williams David</dc:creator>
  <cp:lastModifiedBy>David Williams</cp:lastModifiedBy>
  <cp:revision>256</cp:revision>
  <dcterms:created xsi:type="dcterms:W3CDTF">2019-12-15T03:44:55Z</dcterms:created>
  <dcterms:modified xsi:type="dcterms:W3CDTF">2026-04-26T02:32:32Z</dcterms:modified>
</cp:coreProperties>
</file>