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323" r:id="rId2"/>
    <p:sldId id="324" r:id="rId3"/>
    <p:sldId id="325" r:id="rId4"/>
  </p:sldIdLst>
  <p:sldSz cx="9144000" cy="5715000" type="screen16x1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0" autoAdjust="0"/>
    <p:restoredTop sz="94660"/>
  </p:normalViewPr>
  <p:slideViewPr>
    <p:cSldViewPr snapToGrid="0">
      <p:cViewPr varScale="1">
        <p:scale>
          <a:sx n="91" d="100"/>
          <a:sy n="91" d="100"/>
        </p:scale>
        <p:origin x="56" y="2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935302"/>
            <a:ext cx="6858000" cy="19896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001698"/>
            <a:ext cx="6858000" cy="137980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9C7BC-E488-44F5-B3A9-8814D3B051FD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ECCBF-5F5B-4BE9-AAD8-8DCE8837B4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15515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9C7BC-E488-44F5-B3A9-8814D3B051FD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ECCBF-5F5B-4BE9-AAD8-8DCE8837B4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5481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424782"/>
            <a:ext cx="7886700" cy="2377281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824553"/>
            <a:ext cx="7886700" cy="1250156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9C7BC-E488-44F5-B3A9-8814D3B051FD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ECCBF-5F5B-4BE9-AAD8-8DCE8837B4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29155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521354"/>
            <a:ext cx="3886200" cy="362611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521354"/>
            <a:ext cx="3886200" cy="362611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9C7BC-E488-44F5-B3A9-8814D3B051FD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ECCBF-5F5B-4BE9-AAD8-8DCE8837B4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082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04271"/>
            <a:ext cx="7886700" cy="110463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400969"/>
            <a:ext cx="3868340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087563"/>
            <a:ext cx="3868340" cy="30704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400969"/>
            <a:ext cx="3887391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087563"/>
            <a:ext cx="3887391" cy="30704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9C7BC-E488-44F5-B3A9-8814D3B051FD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ECCBF-5F5B-4BE9-AAD8-8DCE8837B4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6835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9C7BC-E488-44F5-B3A9-8814D3B051FD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ECCBF-5F5B-4BE9-AAD8-8DCE8837B4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7385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9C7BC-E488-44F5-B3A9-8814D3B051FD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ECCBF-5F5B-4BE9-AAD8-8DCE8837B4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240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822855"/>
            <a:ext cx="4629150" cy="4061354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9C7BC-E488-44F5-B3A9-8814D3B051FD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ECCBF-5F5B-4BE9-AAD8-8DCE8837B4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7994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822855"/>
            <a:ext cx="4629150" cy="4061354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9C7BC-E488-44F5-B3A9-8814D3B051FD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ECCBF-5F5B-4BE9-AAD8-8DCE8837B4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31911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9C7BC-E488-44F5-B3A9-8814D3B051FD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ECCBF-5F5B-4BE9-AAD8-8DCE8837B4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6356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04271"/>
            <a:ext cx="1971675" cy="48431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04271"/>
            <a:ext cx="5800725" cy="484319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9C7BC-E488-44F5-B3A9-8814D3B051FD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ECCBF-5F5B-4BE9-AAD8-8DCE8837B4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7576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ong Mus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ong_picture">
            <a:extLst>
              <a:ext uri="{FF2B5EF4-FFF2-40B4-BE49-F238E27FC236}">
                <a16:creationId xmlns:a16="http://schemas.microsoft.com/office/drawing/2014/main" id="{54860AB3-1E71-4710-8173-1C46088A280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9144000" cy="5715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verse_number">
            <a:extLst>
              <a:ext uri="{FF2B5EF4-FFF2-40B4-BE49-F238E27FC236}">
                <a16:creationId xmlns:a16="http://schemas.microsoft.com/office/drawing/2014/main" id="{BE2CA239-9575-452A-B9F4-A12C26E1808A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03445" y="5279278"/>
            <a:ext cx="793421" cy="255231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 algn="ctr">
              <a:buNone/>
              <a:defRPr lang="en-US" sz="1100" b="1" dirty="0">
                <a:solidFill>
                  <a:schemeClr val="tx1"/>
                </a:solidFill>
              </a:defRPr>
            </a:lvl1pPr>
          </a:lstStyle>
          <a:p>
            <a:pPr marL="0" lvl="0" algn="ctr" defTabSz="457200"/>
            <a:r>
              <a:rPr lang="en-US"/>
              <a:t>Verse 1</a:t>
            </a:r>
          </a:p>
        </p:txBody>
      </p:sp>
      <p:sp>
        <p:nvSpPr>
          <p:cNvPr id="11" name="copyright">
            <a:extLst>
              <a:ext uri="{FF2B5EF4-FFF2-40B4-BE49-F238E27FC236}">
                <a16:creationId xmlns:a16="http://schemas.microsoft.com/office/drawing/2014/main" id="{12515E3D-FE22-4F0B-B913-74A78D9D9DFA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3362763" y="5279278"/>
            <a:ext cx="2418474" cy="255231"/>
          </a:xfrm>
        </p:spPr>
        <p:txBody>
          <a:bodyPr anchor="ctr">
            <a:noAutofit/>
          </a:bodyPr>
          <a:lstStyle>
            <a:lvl1pPr marL="0" indent="0" algn="ctr">
              <a:buNone/>
              <a:defRPr sz="1100" b="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End">
            <a:extLst>
              <a:ext uri="{FF2B5EF4-FFF2-40B4-BE49-F238E27FC236}">
                <a16:creationId xmlns:a16="http://schemas.microsoft.com/office/drawing/2014/main" id="{08492754-5486-4B78-977F-1C81E91334AA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7947134" y="5279278"/>
            <a:ext cx="555407" cy="255231"/>
          </a:xfrm>
          <a:prstGeom prst="roundRect">
            <a:avLst>
              <a:gd name="adj" fmla="val 50000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 algn="ctr">
              <a:buFontTx/>
              <a:buNone/>
              <a:defRPr kumimoji="0" lang="en-US" sz="1100" b="1" i="0" u="none" strike="noStrike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</a:defRPr>
            </a:lvl1pPr>
          </a:lstStyle>
          <a:p>
            <a:pPr marL="171450" marR="0" lvl="0" indent="-17145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/>
              <a:t>End</a:t>
            </a:r>
          </a:p>
        </p:txBody>
      </p:sp>
      <p:sp>
        <p:nvSpPr>
          <p:cNvPr id="15" name="arrow">
            <a:extLst>
              <a:ext uri="{FF2B5EF4-FFF2-40B4-BE49-F238E27FC236}">
                <a16:creationId xmlns:a16="http://schemas.microsoft.com/office/drawing/2014/main" id="{6F199F54-4A95-4564-830C-7EC21B7CBC30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8396075" y="5311334"/>
            <a:ext cx="427195" cy="191116"/>
          </a:xfrm>
          <a:prstGeom prst="rightArrow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txBody>
          <a:bodyPr/>
          <a:lstStyle>
            <a:lvl1pPr marL="0" indent="0" algn="ctr">
              <a:buNone/>
              <a:defRPr/>
            </a:lvl1pPr>
          </a:lstStyle>
          <a:p>
            <a:pPr lvl="0"/>
            <a:endParaRPr lang="en-US"/>
          </a:p>
        </p:txBody>
      </p:sp>
      <p:sp>
        <p:nvSpPr>
          <p:cNvPr id="13" name="next_verse">
            <a:extLst>
              <a:ext uri="{FF2B5EF4-FFF2-40B4-BE49-F238E27FC236}">
                <a16:creationId xmlns:a16="http://schemas.microsoft.com/office/drawing/2014/main" id="{C471D373-0D65-4A13-82F0-32B509F4E13D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7709120" y="5279277"/>
            <a:ext cx="793421" cy="255231"/>
          </a:xfrm>
          <a:prstGeom prst="roundRect">
            <a:avLst>
              <a:gd name="adj" fmla="val 50000"/>
            </a:avLst>
          </a:prstGeom>
          <a:solidFill>
            <a:schemeClr val="accent5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 algn="ctr">
              <a:buNone/>
              <a:defRPr lang="en-US" sz="1100" b="1" dirty="0">
                <a:solidFill>
                  <a:schemeClr val="bg1"/>
                </a:solidFill>
              </a:defRPr>
            </a:lvl1pPr>
          </a:lstStyle>
          <a:p>
            <a:pPr marL="0" lvl="0" algn="ctr" defTabSz="457200"/>
            <a:r>
              <a:rPr lang="en-US"/>
              <a:t>Verse 1</a:t>
            </a:r>
          </a:p>
        </p:txBody>
      </p:sp>
    </p:spTree>
    <p:extLst>
      <p:ext uri="{BB962C8B-B14F-4D97-AF65-F5344CB8AC3E}">
        <p14:creationId xmlns:p14="http://schemas.microsoft.com/office/powerpoint/2010/main" val="3605949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11046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521354"/>
            <a:ext cx="7886700" cy="36261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5296959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59C7BC-E488-44F5-B3A9-8814D3B051FD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5296959"/>
            <a:ext cx="30861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5296959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BECCBF-5F5B-4BE9-AAD8-8DCE8837B4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8513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.xml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2.xml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/>
            </a:gs>
            <a:gs pos="46000">
              <a:schemeClr val="bg1">
                <a:lumMod val="85000"/>
              </a:schemeClr>
            </a:gs>
            <a:gs pos="100000">
              <a:schemeClr val="bg1">
                <a:lumMod val="65000"/>
              </a:schemeClr>
            </a:gs>
          </a:gsLst>
          <a:path path="circle">
            <a:fillToRect l="50000" t="130000" r="50000" b="-3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7" name="Group 116">
            <a:extLst>
              <a:ext uri="{FF2B5EF4-FFF2-40B4-BE49-F238E27FC236}">
                <a16:creationId xmlns:a16="http://schemas.microsoft.com/office/drawing/2014/main" id="{18F73194-A2CF-423F-970E-74ADA751CD6D}"/>
              </a:ext>
            </a:extLst>
          </p:cNvPr>
          <p:cNvGrpSpPr/>
          <p:nvPr/>
        </p:nvGrpSpPr>
        <p:grpSpPr>
          <a:xfrm>
            <a:off x="-1718" y="89375"/>
            <a:ext cx="3836742" cy="5536250"/>
            <a:chOff x="-1718" y="89375"/>
            <a:chExt cx="3836742" cy="5536250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C526294E-5A45-48A1-B36B-A567381B7E7B}"/>
                </a:ext>
              </a:extLst>
            </p:cNvPr>
            <p:cNvGrpSpPr/>
            <p:nvPr/>
          </p:nvGrpSpPr>
          <p:grpSpPr>
            <a:xfrm>
              <a:off x="-1718" y="89375"/>
              <a:ext cx="3836742" cy="5536250"/>
              <a:chOff x="3187590" y="1624012"/>
              <a:chExt cx="3899011" cy="5626101"/>
            </a:xfrm>
          </p:grpSpPr>
          <p:sp>
            <p:nvSpPr>
              <p:cNvPr id="4" name="Freeform 2" descr="20%">
                <a:extLst>
                  <a:ext uri="{FF2B5EF4-FFF2-40B4-BE49-F238E27FC236}">
                    <a16:creationId xmlns:a16="http://schemas.microsoft.com/office/drawing/2014/main" id="{71B1FD3D-AB99-4B84-A2DA-603617EDA06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17888" y="6196013"/>
                <a:ext cx="3429000" cy="381000"/>
              </a:xfrm>
              <a:custGeom>
                <a:avLst/>
                <a:gdLst>
                  <a:gd name="T0" fmla="*/ 0 w 2064"/>
                  <a:gd name="T1" fmla="*/ 0 h 240"/>
                  <a:gd name="T2" fmla="*/ 0 w 2064"/>
                  <a:gd name="T3" fmla="*/ 2147483646 h 240"/>
                  <a:gd name="T4" fmla="*/ 2147483646 w 2064"/>
                  <a:gd name="T5" fmla="*/ 2147483646 h 240"/>
                  <a:gd name="T6" fmla="*/ 2147483646 w 2064"/>
                  <a:gd name="T7" fmla="*/ 2147483646 h 240"/>
                  <a:gd name="T8" fmla="*/ 2147483646 w 2064"/>
                  <a:gd name="T9" fmla="*/ 2147483646 h 240"/>
                  <a:gd name="T10" fmla="*/ 2147483646 w 2064"/>
                  <a:gd name="T11" fmla="*/ 0 h 240"/>
                  <a:gd name="T12" fmla="*/ 0 w 2064"/>
                  <a:gd name="T13" fmla="*/ 0 h 24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064"/>
                  <a:gd name="T22" fmla="*/ 0 h 240"/>
                  <a:gd name="T23" fmla="*/ 2064 w 2064"/>
                  <a:gd name="T24" fmla="*/ 240 h 24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064" h="240">
                    <a:moveTo>
                      <a:pt x="0" y="0"/>
                    </a:moveTo>
                    <a:lnTo>
                      <a:pt x="0" y="240"/>
                    </a:lnTo>
                    <a:lnTo>
                      <a:pt x="384" y="144"/>
                    </a:lnTo>
                    <a:lnTo>
                      <a:pt x="1728" y="144"/>
                    </a:lnTo>
                    <a:lnTo>
                      <a:pt x="2064" y="240"/>
                    </a:lnTo>
                    <a:lnTo>
                      <a:pt x="2064" y="0"/>
                    </a:lnTo>
                    <a:lnTo>
                      <a:pt x="0" y="0"/>
                    </a:lnTo>
                    <a:close/>
                  </a:path>
                </a:pathLst>
              </a:custGeom>
              <a:blipFill dpi="0" rotWithShape="0">
                <a:blip r:embed="rId2"/>
                <a:srcRect/>
                <a:tile tx="0" ty="0" sx="100000" sy="100000" flip="none" algn="tl"/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" name="Rectangle 11" descr="20%">
                <a:extLst>
                  <a:ext uri="{FF2B5EF4-FFF2-40B4-BE49-F238E27FC236}">
                    <a16:creationId xmlns:a16="http://schemas.microsoft.com/office/drawing/2014/main" id="{19BCCC32-0590-4CA1-9E1E-031C74D043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17888" y="1624012"/>
                <a:ext cx="3429000" cy="5000623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algn="r" defTabSz="4572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rPr>
                  <a:t> </a:t>
                </a:r>
              </a:p>
            </p:txBody>
          </p:sp>
          <p:sp>
            <p:nvSpPr>
              <p:cNvPr id="6" name="Rectangle 12">
                <a:extLst>
                  <a:ext uri="{FF2B5EF4-FFF2-40B4-BE49-F238E27FC236}">
                    <a16:creationId xmlns:a16="http://schemas.microsoft.com/office/drawing/2014/main" id="{1F2C2D2C-19F1-48F1-8988-BD81CB4483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17888" y="1624013"/>
                <a:ext cx="990600" cy="533400"/>
              </a:xfrm>
              <a:prstGeom prst="rect">
                <a:avLst/>
              </a:prstGeom>
              <a:solidFill>
                <a:schemeClr val="accent6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0" tIns="0" rIns="0" bIns="0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9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7" name="Rectangle 13">
                <a:extLst>
                  <a:ext uri="{FF2B5EF4-FFF2-40B4-BE49-F238E27FC236}">
                    <a16:creationId xmlns:a16="http://schemas.microsoft.com/office/drawing/2014/main" id="{9A3004E9-C1C1-423B-83C4-9EEBF92698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2288" y="2157413"/>
                <a:ext cx="838200" cy="1225549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0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0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8" name="Rectangle 14">
                <a:extLst>
                  <a:ext uri="{FF2B5EF4-FFF2-40B4-BE49-F238E27FC236}">
                    <a16:creationId xmlns:a16="http://schemas.microsoft.com/office/drawing/2014/main" id="{7916229D-FE78-4216-A859-6C3FA11542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17888" y="2386013"/>
                <a:ext cx="609600" cy="99060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9" name="Rectangle 16">
                <a:extLst>
                  <a:ext uri="{FF2B5EF4-FFF2-40B4-BE49-F238E27FC236}">
                    <a16:creationId xmlns:a16="http://schemas.microsoft.com/office/drawing/2014/main" id="{E67A8CE7-3C1E-4625-8402-A2FBCB5F92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17888" y="3681413"/>
                <a:ext cx="609600" cy="2286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0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10" name="Rectangle 17">
                <a:extLst>
                  <a:ext uri="{FF2B5EF4-FFF2-40B4-BE49-F238E27FC236}">
                    <a16:creationId xmlns:a16="http://schemas.microsoft.com/office/drawing/2014/main" id="{9D3CB68B-681D-4353-B060-D9DFC50CF8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17888" y="3910013"/>
                <a:ext cx="609600" cy="6096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0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11" name="Rectangle 18">
                <a:extLst>
                  <a:ext uri="{FF2B5EF4-FFF2-40B4-BE49-F238E27FC236}">
                    <a16:creationId xmlns:a16="http://schemas.microsoft.com/office/drawing/2014/main" id="{3994F505-2A54-4D4B-8E1A-AC0E12A41E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17888" y="4519613"/>
                <a:ext cx="609600" cy="60960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algn="ctr" defTabSz="457200" rtl="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12" name="Rectangle 19">
                <a:extLst>
                  <a:ext uri="{FF2B5EF4-FFF2-40B4-BE49-F238E27FC236}">
                    <a16:creationId xmlns:a16="http://schemas.microsoft.com/office/drawing/2014/main" id="{2CB22E05-6E6C-411A-AED5-0D174ADBDC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17888" y="5129213"/>
                <a:ext cx="609600" cy="5334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0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13" name="Rectangle 22">
                <a:extLst>
                  <a:ext uri="{FF2B5EF4-FFF2-40B4-BE49-F238E27FC236}">
                    <a16:creationId xmlns:a16="http://schemas.microsoft.com/office/drawing/2014/main" id="{46718ABC-ECCE-47B4-856C-CE02B6EADB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22888" y="5738813"/>
                <a:ext cx="838200" cy="4572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0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14" name="Rectangle 23" descr="10%">
                <a:extLst>
                  <a:ext uri="{FF2B5EF4-FFF2-40B4-BE49-F238E27FC236}">
                    <a16:creationId xmlns:a16="http://schemas.microsoft.com/office/drawing/2014/main" id="{F41F8B81-06CA-40F1-BFE7-6F923A8E09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1088" y="5129213"/>
                <a:ext cx="685800" cy="2667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15" name="Rectangle 25">
                <a:extLst>
                  <a:ext uri="{FF2B5EF4-FFF2-40B4-BE49-F238E27FC236}">
                    <a16:creationId xmlns:a16="http://schemas.microsoft.com/office/drawing/2014/main" id="{9F6CD438-DBFF-4E18-930F-4DCB3926D8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08488" y="1624013"/>
                <a:ext cx="1066800" cy="53340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16" name="Rectangle 28">
                <a:extLst>
                  <a:ext uri="{FF2B5EF4-FFF2-40B4-BE49-F238E27FC236}">
                    <a16:creationId xmlns:a16="http://schemas.microsoft.com/office/drawing/2014/main" id="{AC2069A7-B46F-441C-926D-51391D92B9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84888" y="5434013"/>
                <a:ext cx="762000" cy="762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17" name="Rectangle 29">
                <a:extLst>
                  <a:ext uri="{FF2B5EF4-FFF2-40B4-BE49-F238E27FC236}">
                    <a16:creationId xmlns:a16="http://schemas.microsoft.com/office/drawing/2014/main" id="{FAAEA9FE-2153-498B-A246-B765D74C29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13488" y="3148013"/>
                <a:ext cx="533400" cy="68580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algn="ctr" defTabSz="457200" rtl="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18" name="Rectangle 30">
                <a:extLst>
                  <a:ext uri="{FF2B5EF4-FFF2-40B4-BE49-F238E27FC236}">
                    <a16:creationId xmlns:a16="http://schemas.microsoft.com/office/drawing/2014/main" id="{4D402143-8644-48B1-B5DB-B1E24FE155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2288" y="4062413"/>
                <a:ext cx="838200" cy="68580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9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19" name="Rectangle 31">
                <a:extLst>
                  <a:ext uri="{FF2B5EF4-FFF2-40B4-BE49-F238E27FC236}">
                    <a16:creationId xmlns:a16="http://schemas.microsoft.com/office/drawing/2014/main" id="{1A31B58D-CB8A-4A02-B8F4-F7730FFB3A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1088" y="2081213"/>
                <a:ext cx="685800" cy="546098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0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0" name="Line 35">
                <a:extLst>
                  <a:ext uri="{FF2B5EF4-FFF2-40B4-BE49-F238E27FC236}">
                    <a16:creationId xmlns:a16="http://schemas.microsoft.com/office/drawing/2014/main" id="{65D3641B-4E95-418F-9CA1-C35474FEC91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167438" y="2362200"/>
                <a:ext cx="685800" cy="0"/>
              </a:xfrm>
              <a:prstGeom prst="line">
                <a:avLst/>
              </a:prstGeom>
              <a:noFill/>
              <a:ln w="9525" cap="rnd">
                <a:solidFill>
                  <a:schemeClr val="tx1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" name="Rectangle 49">
                <a:extLst>
                  <a:ext uri="{FF2B5EF4-FFF2-40B4-BE49-F238E27FC236}">
                    <a16:creationId xmlns:a16="http://schemas.microsoft.com/office/drawing/2014/main" id="{74ACBCF5-19DB-49B9-AEE0-E3883958D0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70488" y="3370263"/>
                <a:ext cx="762000" cy="69850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2" name="Rectangle 50">
                <a:extLst>
                  <a:ext uri="{FF2B5EF4-FFF2-40B4-BE49-F238E27FC236}">
                    <a16:creationId xmlns:a16="http://schemas.microsoft.com/office/drawing/2014/main" id="{A99C3873-B4FF-4EFB-8855-2DA98F7730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70488" y="4062413"/>
                <a:ext cx="762000" cy="68580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3" name="Rectangle 51">
                <a:extLst>
                  <a:ext uri="{FF2B5EF4-FFF2-40B4-BE49-F238E27FC236}">
                    <a16:creationId xmlns:a16="http://schemas.microsoft.com/office/drawing/2014/main" id="{0513E8F7-902F-47D4-B312-C71B3B25C3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70488" y="4748213"/>
                <a:ext cx="533400" cy="6858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9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4" name="Rectangle 52">
                <a:extLst>
                  <a:ext uri="{FF2B5EF4-FFF2-40B4-BE49-F238E27FC236}">
                    <a16:creationId xmlns:a16="http://schemas.microsoft.com/office/drawing/2014/main" id="{A0BE3F20-FC91-47D9-8004-9E3ACDA43E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1088" y="2614613"/>
                <a:ext cx="685800" cy="60960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1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5" name="Rectangle 53">
                <a:extLst>
                  <a:ext uri="{FF2B5EF4-FFF2-40B4-BE49-F238E27FC236}">
                    <a16:creationId xmlns:a16="http://schemas.microsoft.com/office/drawing/2014/main" id="{C61E60DF-E067-4448-A7FE-4A94BF9D01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2288" y="3382963"/>
                <a:ext cx="838200" cy="679450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0" tIns="0" rIns="0" bIns="0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4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endParaRPr>
              </a:p>
            </p:txBody>
          </p:sp>
          <p:sp>
            <p:nvSpPr>
              <p:cNvPr id="26" name="Rectangle 54">
                <a:extLst>
                  <a:ext uri="{FF2B5EF4-FFF2-40B4-BE49-F238E27FC236}">
                    <a16:creationId xmlns:a16="http://schemas.microsoft.com/office/drawing/2014/main" id="{3579F96B-8521-41D5-8D98-6345797B61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2288" y="4748213"/>
                <a:ext cx="838200" cy="6858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7" name="Rectangle 55">
                <a:extLst>
                  <a:ext uri="{FF2B5EF4-FFF2-40B4-BE49-F238E27FC236}">
                    <a16:creationId xmlns:a16="http://schemas.microsoft.com/office/drawing/2014/main" id="{9B6DE90E-CC4E-4076-A51C-CB98AA5F04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17888" y="6196013"/>
                <a:ext cx="3429000" cy="105410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8" name="Rectangle 59">
                <a:extLst>
                  <a:ext uri="{FF2B5EF4-FFF2-40B4-BE49-F238E27FC236}">
                    <a16:creationId xmlns:a16="http://schemas.microsoft.com/office/drawing/2014/main" id="{ED8F285A-5F8E-43CC-9EE6-D6FC50CBC6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1088" y="3833813"/>
                <a:ext cx="685800" cy="129540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algn="ctr" defTabSz="457200" rtl="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9" name="Rectangle 71">
                <a:extLst>
                  <a:ext uri="{FF2B5EF4-FFF2-40B4-BE49-F238E27FC236}">
                    <a16:creationId xmlns:a16="http://schemas.microsoft.com/office/drawing/2014/main" id="{8C0490ED-0090-4481-8519-7E5734AF90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1088" y="3224213"/>
                <a:ext cx="685800" cy="60960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30" name="Rectangle 81">
                <a:extLst>
                  <a:ext uri="{FF2B5EF4-FFF2-40B4-BE49-F238E27FC236}">
                    <a16:creationId xmlns:a16="http://schemas.microsoft.com/office/drawing/2014/main" id="{C08831C3-54E8-40F7-9C69-9B442BAF94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75288" y="1624013"/>
                <a:ext cx="457200" cy="5334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1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endParaRPr>
              </a:p>
            </p:txBody>
          </p:sp>
          <p:sp>
            <p:nvSpPr>
              <p:cNvPr id="31" name="Rectangle 59">
                <a:extLst>
                  <a:ext uri="{FF2B5EF4-FFF2-40B4-BE49-F238E27FC236}">
                    <a16:creationId xmlns:a16="http://schemas.microsoft.com/office/drawing/2014/main" id="{8EF26EC0-11C4-4018-9EB3-5B3246F009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1088" y="5815013"/>
                <a:ext cx="685800" cy="3810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algn="ctr" defTabSz="457200" rtl="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0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32" name="Rectangle 13">
                <a:extLst>
                  <a:ext uri="{FF2B5EF4-FFF2-40B4-BE49-F238E27FC236}">
                    <a16:creationId xmlns:a16="http://schemas.microsoft.com/office/drawing/2014/main" id="{78463F29-26FC-415A-BB79-3E1C93599B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70488" y="2157413"/>
                <a:ext cx="762000" cy="625125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33" name="Rectangle 13">
                <a:extLst>
                  <a:ext uri="{FF2B5EF4-FFF2-40B4-BE49-F238E27FC236}">
                    <a16:creationId xmlns:a16="http://schemas.microsoft.com/office/drawing/2014/main" id="{04A111F0-BAD6-4579-8679-ADC0DEC78D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70488" y="2782542"/>
                <a:ext cx="762000" cy="60042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0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34" name="Rectangle 22">
                <a:extLst>
                  <a:ext uri="{FF2B5EF4-FFF2-40B4-BE49-F238E27FC236}">
                    <a16:creationId xmlns:a16="http://schemas.microsoft.com/office/drawing/2014/main" id="{EB4DD74F-76FE-48E5-9E8B-FE3052ECAB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15038" y="6196013"/>
                <a:ext cx="838200" cy="4572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0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cxnSp>
            <p:nvCxnSpPr>
              <p:cNvPr id="35" name="Straight Connector 4">
                <a:extLst>
                  <a:ext uri="{FF2B5EF4-FFF2-40B4-BE49-F238E27FC236}">
                    <a16:creationId xmlns:a16="http://schemas.microsoft.com/office/drawing/2014/main" id="{EC6D09DD-44EA-4CD1-8A55-7B9A87685D49}"/>
                  </a:ext>
                </a:extLst>
              </p:cNvPr>
              <p:cNvCxnSpPr>
                <a:cxnSpLocks noChangeShapeType="1"/>
                <a:stCxn id="13" idx="0"/>
                <a:endCxn id="13" idx="2"/>
              </p:cNvCxnSpPr>
              <p:nvPr/>
            </p:nvCxnSpPr>
            <p:spPr bwMode="auto">
              <a:xfrm>
                <a:off x="5741988" y="5738813"/>
                <a:ext cx="0" cy="4572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36" name="Rectangle 11" descr="20%">
                <a:extLst>
                  <a:ext uri="{FF2B5EF4-FFF2-40B4-BE49-F238E27FC236}">
                    <a16:creationId xmlns:a16="http://schemas.microsoft.com/office/drawing/2014/main" id="{F3814EC5-8E0E-42B5-9932-473F72D86D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09949" y="6089650"/>
                <a:ext cx="796925" cy="534988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algn="r" defTabSz="4572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rPr>
                  <a:t> </a:t>
                </a:r>
              </a:p>
            </p:txBody>
          </p:sp>
          <p:sp>
            <p:nvSpPr>
              <p:cNvPr id="37" name="Rectangle 23" descr="10%">
                <a:extLst>
                  <a:ext uri="{FF2B5EF4-FFF2-40B4-BE49-F238E27FC236}">
                    <a16:creationId xmlns:a16="http://schemas.microsoft.com/office/drawing/2014/main" id="{95258773-18F9-4FFB-B819-CFE5B843BE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6875" y="6196010"/>
                <a:ext cx="515938" cy="2667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38" name="Arc 37">
                <a:extLst>
                  <a:ext uri="{FF2B5EF4-FFF2-40B4-BE49-F238E27FC236}">
                    <a16:creationId xmlns:a16="http://schemas.microsoft.com/office/drawing/2014/main" id="{67547345-E834-4327-B6B5-C5549DBD8B28}"/>
                  </a:ext>
                </a:extLst>
              </p:cNvPr>
              <p:cNvSpPr/>
              <p:nvPr/>
            </p:nvSpPr>
            <p:spPr bwMode="auto">
              <a:xfrm flipH="1">
                <a:off x="5121275" y="5995986"/>
                <a:ext cx="342900" cy="419100"/>
              </a:xfrm>
              <a:prstGeom prst="arc">
                <a:avLst/>
              </a:prstGeom>
              <a:solidFill>
                <a:schemeClr val="bg1">
                  <a:lumMod val="65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marL="0" marR="0" lvl="0" indent="0" algn="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endParaRPr>
              </a:p>
            </p:txBody>
          </p:sp>
          <p:sp>
            <p:nvSpPr>
              <p:cNvPr id="39" name="Arc 38">
                <a:extLst>
                  <a:ext uri="{FF2B5EF4-FFF2-40B4-BE49-F238E27FC236}">
                    <a16:creationId xmlns:a16="http://schemas.microsoft.com/office/drawing/2014/main" id="{F2D73550-1710-4C03-823F-706DB62C8D8E}"/>
                  </a:ext>
                </a:extLst>
              </p:cNvPr>
              <p:cNvSpPr/>
              <p:nvPr/>
            </p:nvSpPr>
            <p:spPr bwMode="auto">
              <a:xfrm>
                <a:off x="4778375" y="5995986"/>
                <a:ext cx="342900" cy="419100"/>
              </a:xfrm>
              <a:prstGeom prst="arc">
                <a:avLst/>
              </a:prstGeom>
              <a:solidFill>
                <a:schemeClr val="bg1">
                  <a:lumMod val="65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marL="0" marR="0" lvl="0" indent="0" algn="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endParaRPr>
              </a:p>
            </p:txBody>
          </p:sp>
          <p:sp>
            <p:nvSpPr>
              <p:cNvPr id="40" name="Arc 39">
                <a:extLst>
                  <a:ext uri="{FF2B5EF4-FFF2-40B4-BE49-F238E27FC236}">
                    <a16:creationId xmlns:a16="http://schemas.microsoft.com/office/drawing/2014/main" id="{623B63DA-DAB4-4B69-A53B-8642D81D1CF7}"/>
                  </a:ext>
                </a:extLst>
              </p:cNvPr>
              <p:cNvSpPr/>
              <p:nvPr/>
            </p:nvSpPr>
            <p:spPr bwMode="auto">
              <a:xfrm flipH="1" flipV="1">
                <a:off x="6613526" y="5167646"/>
                <a:ext cx="473075" cy="511175"/>
              </a:xfrm>
              <a:prstGeom prst="arc">
                <a:avLst/>
              </a:prstGeom>
              <a:solidFill>
                <a:schemeClr val="bg1">
                  <a:lumMod val="65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marL="0" marR="0" lvl="0" indent="0" algn="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endParaRPr>
              </a:p>
            </p:txBody>
          </p:sp>
          <p:sp>
            <p:nvSpPr>
              <p:cNvPr id="41" name="Arc 40">
                <a:extLst>
                  <a:ext uri="{FF2B5EF4-FFF2-40B4-BE49-F238E27FC236}">
                    <a16:creationId xmlns:a16="http://schemas.microsoft.com/office/drawing/2014/main" id="{36A793D6-D3D6-4219-B0B8-000D910C130E}"/>
                  </a:ext>
                </a:extLst>
              </p:cNvPr>
              <p:cNvSpPr/>
              <p:nvPr/>
            </p:nvSpPr>
            <p:spPr bwMode="auto">
              <a:xfrm rot="10800000" flipH="1" flipV="1">
                <a:off x="3187590" y="3415229"/>
                <a:ext cx="447675" cy="465138"/>
              </a:xfrm>
              <a:prstGeom prst="arc">
                <a:avLst/>
              </a:prstGeom>
              <a:solidFill>
                <a:schemeClr val="bg1">
                  <a:lumMod val="65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marL="0" marR="0" lvl="0" indent="0" algn="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endParaRPr>
              </a:p>
            </p:txBody>
          </p:sp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AE2F8A89-0C7D-4B24-8F3F-67766226EE4D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3417888" y="6624635"/>
                <a:ext cx="788986" cy="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B31EF9CA-797D-454E-93EF-EB487E1BA8E9}"/>
                  </a:ext>
                </a:extLst>
              </p:cNvPr>
              <p:cNvCxnSpPr>
                <a:cxnSpLocks/>
                <a:endCxn id="27" idx="1"/>
              </p:cNvCxnSpPr>
              <p:nvPr/>
            </p:nvCxnSpPr>
            <p:spPr bwMode="auto">
              <a:xfrm>
                <a:off x="3417888" y="6089650"/>
                <a:ext cx="0" cy="633413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grpSp>
            <p:nvGrpSpPr>
              <p:cNvPr id="44" name="Group 6">
                <a:extLst>
                  <a:ext uri="{FF2B5EF4-FFF2-40B4-BE49-F238E27FC236}">
                    <a16:creationId xmlns:a16="http://schemas.microsoft.com/office/drawing/2014/main" id="{FA5A1175-694D-4E32-89C0-B10A4A30C0A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5400000">
                <a:off x="3095191" y="6145213"/>
                <a:ext cx="685795" cy="419100"/>
                <a:chOff x="4951408" y="6718744"/>
                <a:chExt cx="685795" cy="419100"/>
              </a:xfrm>
              <a:solidFill>
                <a:schemeClr val="bg1">
                  <a:lumMod val="65000"/>
                </a:schemeClr>
              </a:solidFill>
            </p:grpSpPr>
            <p:sp>
              <p:nvSpPr>
                <p:cNvPr id="47" name="Arc 46">
                  <a:extLst>
                    <a:ext uri="{FF2B5EF4-FFF2-40B4-BE49-F238E27FC236}">
                      <a16:creationId xmlns:a16="http://schemas.microsoft.com/office/drawing/2014/main" id="{F1B3B9BC-C0AD-4E99-B3A3-1134150840ED}"/>
                    </a:ext>
                  </a:extLst>
                </p:cNvPr>
                <p:cNvSpPr/>
                <p:nvPr/>
              </p:nvSpPr>
              <p:spPr bwMode="auto">
                <a:xfrm flipH="1">
                  <a:off x="5294303" y="6718744"/>
                  <a:ext cx="342900" cy="419100"/>
                </a:xfrm>
                <a:prstGeom prst="arc">
                  <a:avLst/>
                </a:prstGeom>
                <a:grpFill/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 marL="0" marR="0" lvl="0" indent="0" algn="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48" name="Arc 47">
                  <a:extLst>
                    <a:ext uri="{FF2B5EF4-FFF2-40B4-BE49-F238E27FC236}">
                      <a16:creationId xmlns:a16="http://schemas.microsoft.com/office/drawing/2014/main" id="{C2E36D72-6372-4E42-A17E-8F706129BB06}"/>
                    </a:ext>
                  </a:extLst>
                </p:cNvPr>
                <p:cNvSpPr/>
                <p:nvPr/>
              </p:nvSpPr>
              <p:spPr bwMode="auto">
                <a:xfrm>
                  <a:off x="4951408" y="6718744"/>
                  <a:ext cx="342900" cy="419100"/>
                </a:xfrm>
                <a:prstGeom prst="arc">
                  <a:avLst/>
                </a:prstGeom>
                <a:grpFill/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 marL="0" marR="0" lvl="0" indent="0" algn="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charset="0"/>
                    <a:ea typeface="+mn-ea"/>
                    <a:cs typeface="+mn-cs"/>
                  </a:endParaRPr>
                </a:p>
              </p:txBody>
            </p:sp>
          </p:grp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B07AB563-CF73-4AF1-B1F3-12640D94A1CA}"/>
                  </a:ext>
                </a:extLst>
              </p:cNvPr>
              <p:cNvCxnSpPr/>
              <p:nvPr/>
            </p:nvCxnSpPr>
            <p:spPr bwMode="auto">
              <a:xfrm>
                <a:off x="4206874" y="6462710"/>
                <a:ext cx="0" cy="161925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46" name="Rectangle: Rounded Corners 45">
                <a:extLst>
                  <a:ext uri="{FF2B5EF4-FFF2-40B4-BE49-F238E27FC236}">
                    <a16:creationId xmlns:a16="http://schemas.microsoft.com/office/drawing/2014/main" id="{C87A6EDE-5483-4FB1-81DF-A00725FF94B8}"/>
                  </a:ext>
                </a:extLst>
              </p:cNvPr>
              <p:cNvSpPr/>
              <p:nvPr/>
            </p:nvSpPr>
            <p:spPr bwMode="auto">
              <a:xfrm>
                <a:off x="6047108" y="1734164"/>
                <a:ext cx="762000" cy="244478"/>
              </a:xfrm>
              <a:prstGeom prst="roundRect">
                <a:avLst>
                  <a:gd name="adj" fmla="val 50000"/>
                </a:avLst>
              </a:prstGeom>
              <a:solidFill>
                <a:srgbClr val="0070C0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+mn-ea"/>
                    <a:cs typeface="+mn-cs"/>
                  </a:rPr>
                  <a:t>BASEMENT</a:t>
                </a:r>
              </a:p>
            </p:txBody>
          </p:sp>
        </p:grpSp>
        <p:sp>
          <p:nvSpPr>
            <p:cNvPr id="49" name="Rectangle: Rounded Corners 48">
              <a:extLst>
                <a:ext uri="{FF2B5EF4-FFF2-40B4-BE49-F238E27FC236}">
                  <a16:creationId xmlns:a16="http://schemas.microsoft.com/office/drawing/2014/main" id="{16DAE88B-76C4-4D84-9098-D62654FE2E7F}"/>
                </a:ext>
              </a:extLst>
            </p:cNvPr>
            <p:cNvSpPr/>
            <p:nvPr/>
          </p:nvSpPr>
          <p:spPr bwMode="auto">
            <a:xfrm>
              <a:off x="1030243" y="5084945"/>
              <a:ext cx="1763557" cy="418720"/>
            </a:xfrm>
            <a:prstGeom prst="roundRect">
              <a:avLst>
                <a:gd name="adj" fmla="val 50000"/>
              </a:avLst>
            </a:prstGeom>
            <a:solidFill>
              <a:srgbClr val="0070C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entury Gothic" panose="020B0502020202020204" pitchFamily="34" charset="0"/>
                  <a:ea typeface="+mn-ea"/>
                  <a:cs typeface="+mn-cs"/>
                </a:rPr>
                <a:t>AUDITORIUM</a:t>
              </a:r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AF1C1CC6-D065-4182-B2C2-C6CE84B64893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380781" y="1034365"/>
              <a:ext cx="365760" cy="365760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entury Gothic" panose="020B0502020202020204" pitchFamily="34" charset="0"/>
                  <a:ea typeface="+mn-ea"/>
                  <a:cs typeface="+mn-cs"/>
                </a:rPr>
                <a:t>12</a:t>
              </a:r>
              <a:endParaRPr kumimoji="0" lang="en-US" sz="36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E4A22E33-4C87-496E-BA1B-A8F8A9A6FFF0}"/>
                </a:ext>
              </a:extLst>
            </p:cNvPr>
            <p:cNvSpPr txBox="1"/>
            <p:nvPr/>
          </p:nvSpPr>
          <p:spPr>
            <a:xfrm>
              <a:off x="192878" y="3500955"/>
              <a:ext cx="652426" cy="6001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Supply &amp; Copy Center</a:t>
              </a: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2EB3C95C-B2A3-478B-B6DF-766F0A41C9F9}"/>
                </a:ext>
              </a:extLst>
            </p:cNvPr>
            <p:cNvSpPr txBox="1"/>
            <p:nvPr/>
          </p:nvSpPr>
          <p:spPr>
            <a:xfrm>
              <a:off x="1150702" y="3265508"/>
              <a:ext cx="76131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Resource Room</a:t>
              </a: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B61EE8C0-E424-4149-8E64-213A9C4526EE}"/>
                </a:ext>
              </a:extLst>
            </p:cNvPr>
            <p:cNvSpPr txBox="1"/>
            <p:nvPr/>
          </p:nvSpPr>
          <p:spPr>
            <a:xfrm>
              <a:off x="1831294" y="3367353"/>
              <a:ext cx="76131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Nursery</a:t>
              </a:r>
            </a:p>
          </p:txBody>
        </p:sp>
        <p:pic>
          <p:nvPicPr>
            <p:cNvPr id="78" name="Graphic 77" descr="Man">
              <a:extLst>
                <a:ext uri="{FF2B5EF4-FFF2-40B4-BE49-F238E27FC236}">
                  <a16:creationId xmlns:a16="http://schemas.microsoft.com/office/drawing/2014/main" id="{F47A5E87-D046-4BE9-A27F-0274218189C0}"/>
                </a:ext>
              </a:extLst>
            </p:cNvPr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511885" y="4219128"/>
              <a:ext cx="336293" cy="336293"/>
            </a:xfrm>
            <a:prstGeom prst="rect">
              <a:avLst/>
            </a:prstGeom>
          </p:spPr>
        </p:pic>
        <p:pic>
          <p:nvPicPr>
            <p:cNvPr id="79" name="Graphic 78" descr="Woman">
              <a:extLst>
                <a:ext uri="{FF2B5EF4-FFF2-40B4-BE49-F238E27FC236}">
                  <a16:creationId xmlns:a16="http://schemas.microsoft.com/office/drawing/2014/main" id="{0AC1144B-0108-47A4-B309-50F28E5BA0BD}"/>
                </a:ext>
              </a:extLst>
            </p:cNvPr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145047" y="4213444"/>
              <a:ext cx="336293" cy="336293"/>
            </a:xfrm>
            <a:prstGeom prst="rect">
              <a:avLst/>
            </a:prstGeom>
          </p:spPr>
        </p:pic>
        <p:pic>
          <p:nvPicPr>
            <p:cNvPr id="80" name="Graphic 79" descr="Woman">
              <a:extLst>
                <a:ext uri="{FF2B5EF4-FFF2-40B4-BE49-F238E27FC236}">
                  <a16:creationId xmlns:a16="http://schemas.microsoft.com/office/drawing/2014/main" id="{90D1E000-93A4-4F20-A89A-6DFBE483ADE7}"/>
                </a:ext>
              </a:extLst>
            </p:cNvPr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039891" y="4654490"/>
              <a:ext cx="336293" cy="336293"/>
            </a:xfrm>
            <a:prstGeom prst="rect">
              <a:avLst/>
            </a:prstGeom>
          </p:spPr>
        </p:pic>
        <p:pic>
          <p:nvPicPr>
            <p:cNvPr id="82" name="Graphic 81" descr="Man">
              <a:extLst>
                <a:ext uri="{FF2B5EF4-FFF2-40B4-BE49-F238E27FC236}">
                  <a16:creationId xmlns:a16="http://schemas.microsoft.com/office/drawing/2014/main" id="{F57F06B8-49A1-4DA5-8FEF-9E78215A07BD}"/>
                </a:ext>
              </a:extLst>
            </p:cNvPr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3124082" y="773823"/>
              <a:ext cx="336293" cy="336293"/>
            </a:xfrm>
            <a:prstGeom prst="rect">
              <a:avLst/>
            </a:prstGeom>
          </p:spPr>
        </p:pic>
        <p:pic>
          <p:nvPicPr>
            <p:cNvPr id="83" name="Graphic 82" descr="Woman">
              <a:extLst>
                <a:ext uri="{FF2B5EF4-FFF2-40B4-BE49-F238E27FC236}">
                  <a16:creationId xmlns:a16="http://schemas.microsoft.com/office/drawing/2014/main" id="{558D1A59-08AF-49A7-9ABC-A6C22D61F797}"/>
                </a:ext>
              </a:extLst>
            </p:cNvPr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5400000">
              <a:off x="3116270" y="538359"/>
              <a:ext cx="336293" cy="336293"/>
            </a:xfrm>
            <a:prstGeom prst="rect">
              <a:avLst/>
            </a:prstGeom>
          </p:spPr>
        </p:pic>
      </p:grpSp>
      <p:sp>
        <p:nvSpPr>
          <p:cNvPr id="101" name="Rectangle: Rounded Corners 100">
            <a:extLst>
              <a:ext uri="{FF2B5EF4-FFF2-40B4-BE49-F238E27FC236}">
                <a16:creationId xmlns:a16="http://schemas.microsoft.com/office/drawing/2014/main" id="{C7D5AF2F-CCC5-4C1F-8E41-8455D0EC5FF5}"/>
              </a:ext>
            </a:extLst>
          </p:cNvPr>
          <p:cNvSpPr/>
          <p:nvPr/>
        </p:nvSpPr>
        <p:spPr bwMode="auto">
          <a:xfrm>
            <a:off x="4555439" y="63518"/>
            <a:ext cx="3736094" cy="562488"/>
          </a:xfrm>
          <a:prstGeom prst="roundRect">
            <a:avLst>
              <a:gd name="adj" fmla="val 50000"/>
            </a:avLst>
          </a:prstGeom>
          <a:solidFill>
            <a:srgbClr val="0070C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Group Meeting – Group 1</a:t>
            </a:r>
          </a:p>
        </p:txBody>
      </p: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DCD6D3BC-FA69-49DA-950B-8D9E17A236BC}"/>
              </a:ext>
            </a:extLst>
          </p:cNvPr>
          <p:cNvCxnSpPr>
            <a:cxnSpLocks/>
            <a:stCxn id="51" idx="6"/>
            <a:endCxn id="101" idx="1"/>
          </p:cNvCxnSpPr>
          <p:nvPr/>
        </p:nvCxnSpPr>
        <p:spPr>
          <a:xfrm flipV="1">
            <a:off x="1746541" y="344762"/>
            <a:ext cx="2808898" cy="872483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694B9429-168F-8B96-AD62-F7D85B08A30C}"/>
              </a:ext>
            </a:extLst>
          </p:cNvPr>
          <p:cNvSpPr txBox="1"/>
          <p:nvPr/>
        </p:nvSpPr>
        <p:spPr>
          <a:xfrm>
            <a:off x="91283" y="108684"/>
            <a:ext cx="12420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Sunday Night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Lord’s Supper</a:t>
            </a:r>
          </a:p>
        </p:txBody>
      </p:sp>
      <p:pic>
        <p:nvPicPr>
          <p:cNvPr id="52" name="Picture Placeholder 9" descr="eh20-eng-432.png">
            <a:extLst>
              <a:ext uri="{FF2B5EF4-FFF2-40B4-BE49-F238E27FC236}">
                <a16:creationId xmlns:a16="http://schemas.microsoft.com/office/drawing/2014/main" id="{FFD34D11-96E8-71CF-A861-D119433A57F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459" b="459"/>
          <a:stretch>
            <a:fillRect/>
          </a:stretch>
        </p:blipFill>
        <p:spPr>
          <a:xfrm>
            <a:off x="7199357" y="5176663"/>
            <a:ext cx="1828800" cy="457200"/>
          </a:xfrm>
          <a:prstGeom prst="rect">
            <a:avLst/>
          </a:prstGeom>
        </p:spPr>
      </p:pic>
      <p:graphicFrame>
        <p:nvGraphicFramePr>
          <p:cNvPr id="58" name="Table 57">
            <a:extLst>
              <a:ext uri="{FF2B5EF4-FFF2-40B4-BE49-F238E27FC236}">
                <a16:creationId xmlns:a16="http://schemas.microsoft.com/office/drawing/2014/main" id="{A3E31E23-B2F3-A679-1FE4-EEA262BC2F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056858"/>
              </p:ext>
            </p:extLst>
          </p:nvPr>
        </p:nvGraphicFramePr>
        <p:xfrm>
          <a:off x="4032569" y="668733"/>
          <a:ext cx="4775793" cy="48249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74519">
                  <a:extLst>
                    <a:ext uri="{9D8B030D-6E8A-4147-A177-3AD203B41FA5}">
                      <a16:colId xmlns:a16="http://schemas.microsoft.com/office/drawing/2014/main" val="1003709284"/>
                    </a:ext>
                  </a:extLst>
                </a:gridCol>
                <a:gridCol w="1527048">
                  <a:extLst>
                    <a:ext uri="{9D8B030D-6E8A-4147-A177-3AD203B41FA5}">
                      <a16:colId xmlns:a16="http://schemas.microsoft.com/office/drawing/2014/main" val="3793707784"/>
                    </a:ext>
                  </a:extLst>
                </a:gridCol>
                <a:gridCol w="1374226">
                  <a:extLst>
                    <a:ext uri="{9D8B030D-6E8A-4147-A177-3AD203B41FA5}">
                      <a16:colId xmlns:a16="http://schemas.microsoft.com/office/drawing/2014/main" val="773378731"/>
                    </a:ext>
                  </a:extLst>
                </a:gridCol>
              </a:tblGrid>
              <a:tr h="15020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Andrew Baker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56" marR="5956" marT="59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Sonny Fields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56" marR="5956" marT="59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Davis Moore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56" marR="5956" marT="5956" marB="0" anchor="b"/>
                </a:tc>
                <a:extLst>
                  <a:ext uri="{0D108BD9-81ED-4DB2-BD59-A6C34878D82A}">
                    <a16:rowId xmlns:a16="http://schemas.microsoft.com/office/drawing/2014/main" val="85875640"/>
                  </a:ext>
                </a:extLst>
              </a:tr>
              <a:tr h="15020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Joseph Bamgbose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56" marR="5956" marT="59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Stephen Flynt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56" marR="5956" marT="59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Jacob Morrison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56" marR="5956" marT="5956" marB="0" anchor="b"/>
                </a:tc>
                <a:extLst>
                  <a:ext uri="{0D108BD9-81ED-4DB2-BD59-A6C34878D82A}">
                    <a16:rowId xmlns:a16="http://schemas.microsoft.com/office/drawing/2014/main" val="295159029"/>
                  </a:ext>
                </a:extLst>
              </a:tr>
              <a:tr h="15020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Rachel Bender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56" marR="5956" marT="59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Johan Franzen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56" marR="5956" marT="59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Brian O'Neill</a:t>
                      </a:r>
                      <a:endParaRPr lang="en-US" sz="1400" b="0" i="0" u="none" strike="noStrike" err="1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56" marR="5956" marT="5956" marB="0" anchor="b"/>
                </a:tc>
                <a:extLst>
                  <a:ext uri="{0D108BD9-81ED-4DB2-BD59-A6C34878D82A}">
                    <a16:rowId xmlns:a16="http://schemas.microsoft.com/office/drawing/2014/main" val="2812371379"/>
                  </a:ext>
                </a:extLst>
              </a:tr>
              <a:tr h="15020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Brad Beutjer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56" marR="5956" marT="59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Aaron </a:t>
                      </a:r>
                      <a:r>
                        <a:rPr lang="en-US" sz="1400" u="none" strike="noStrike" dirty="0" err="1">
                          <a:effectLst/>
                        </a:rPr>
                        <a:t>Freesmeyer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56" marR="5956" marT="59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Michael Parker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56" marR="5956" marT="5956" marB="0" anchor="b"/>
                </a:tc>
                <a:extLst>
                  <a:ext uri="{0D108BD9-81ED-4DB2-BD59-A6C34878D82A}">
                    <a16:rowId xmlns:a16="http://schemas.microsoft.com/office/drawing/2014/main" val="3911618956"/>
                  </a:ext>
                </a:extLst>
              </a:tr>
              <a:tr h="15020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Dan Blimline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56" marR="5956" marT="59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Josh Greear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56" marR="5956" marT="59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Carlin Reeves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56" marR="5956" marT="5956" marB="0" anchor="b"/>
                </a:tc>
                <a:extLst>
                  <a:ext uri="{0D108BD9-81ED-4DB2-BD59-A6C34878D82A}">
                    <a16:rowId xmlns:a16="http://schemas.microsoft.com/office/drawing/2014/main" val="1260622313"/>
                  </a:ext>
                </a:extLst>
              </a:tr>
              <a:tr h="15020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Joshua Boone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56" marR="5956" marT="59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Anita Gurley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56" marR="5956" marT="59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Reece Reynolds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56" marR="5956" marT="5956" marB="0" anchor="b"/>
                </a:tc>
                <a:extLst>
                  <a:ext uri="{0D108BD9-81ED-4DB2-BD59-A6C34878D82A}">
                    <a16:rowId xmlns:a16="http://schemas.microsoft.com/office/drawing/2014/main" val="2597829880"/>
                  </a:ext>
                </a:extLst>
              </a:tr>
              <a:tr h="15020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Marty Broadwell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56" marR="5956" marT="59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Colin Hendricks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56" marR="5956" marT="59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Julia Rice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56" marR="5956" marT="5956" marB="0" anchor="b"/>
                </a:tc>
                <a:extLst>
                  <a:ext uri="{0D108BD9-81ED-4DB2-BD59-A6C34878D82A}">
                    <a16:rowId xmlns:a16="http://schemas.microsoft.com/office/drawing/2014/main" val="2695034262"/>
                  </a:ext>
                </a:extLst>
              </a:tr>
              <a:tr h="15020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Lidia Burga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56" marR="5956" marT="59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Babe Hildreth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56" marR="5956" marT="59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Oscar Rodriguez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56" marR="5956" marT="5956" marB="0" anchor="b"/>
                </a:tc>
                <a:extLst>
                  <a:ext uri="{0D108BD9-81ED-4DB2-BD59-A6C34878D82A}">
                    <a16:rowId xmlns:a16="http://schemas.microsoft.com/office/drawing/2014/main" val="165121973"/>
                  </a:ext>
                </a:extLst>
              </a:tr>
              <a:tr h="15020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Matthew Campbell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56" marR="5956" marT="59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Steve Hinton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56" marR="5956" marT="59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Florine Ruffin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56" marR="5956" marT="5956" marB="0" anchor="b"/>
                </a:tc>
                <a:extLst>
                  <a:ext uri="{0D108BD9-81ED-4DB2-BD59-A6C34878D82A}">
                    <a16:rowId xmlns:a16="http://schemas.microsoft.com/office/drawing/2014/main" val="4267338125"/>
                  </a:ext>
                </a:extLst>
              </a:tr>
              <a:tr h="15020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Rosalia Campusano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56" marR="5956" marT="59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Rod Hovater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56" marR="5956" marT="59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Gabriel Saffold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56" marR="5956" marT="5956" marB="0" anchor="b"/>
                </a:tc>
                <a:extLst>
                  <a:ext uri="{0D108BD9-81ED-4DB2-BD59-A6C34878D82A}">
                    <a16:rowId xmlns:a16="http://schemas.microsoft.com/office/drawing/2014/main" val="108311829"/>
                  </a:ext>
                </a:extLst>
              </a:tr>
              <a:tr h="15020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Bill Caudill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56" marR="5956" marT="59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Garrett Ingle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56" marR="5956" marT="59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Bill Sanchez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56" marR="5956" marT="5956" marB="0" anchor="b"/>
                </a:tc>
                <a:extLst>
                  <a:ext uri="{0D108BD9-81ED-4DB2-BD59-A6C34878D82A}">
                    <a16:rowId xmlns:a16="http://schemas.microsoft.com/office/drawing/2014/main" val="727807951"/>
                  </a:ext>
                </a:extLst>
              </a:tr>
              <a:tr h="15020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Carol Chapman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56" marR="5956" marT="59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Bret Jardine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56" marR="5956" marT="5956" marB="0" anchor="b"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u="none" strike="noStrike">
                          <a:effectLst/>
                        </a:rPr>
                        <a:t>Phillip Shumake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56" marR="5956" marT="5956" marB="0" anchor="b"/>
                </a:tc>
                <a:extLst>
                  <a:ext uri="{0D108BD9-81ED-4DB2-BD59-A6C34878D82A}">
                    <a16:rowId xmlns:a16="http://schemas.microsoft.com/office/drawing/2014/main" val="306071767"/>
                  </a:ext>
                </a:extLst>
              </a:tr>
              <a:tr h="15020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Kamau Chatman-Jenkins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56" marR="5956" marT="59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Ken Johnston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56" marR="5956" marT="59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Jason Shumate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56" marR="5956" marT="5956" marB="0" anchor="b"/>
                </a:tc>
                <a:extLst>
                  <a:ext uri="{0D108BD9-81ED-4DB2-BD59-A6C34878D82A}">
                    <a16:rowId xmlns:a16="http://schemas.microsoft.com/office/drawing/2014/main" val="4123622635"/>
                  </a:ext>
                </a:extLst>
              </a:tr>
              <a:tr h="15020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Bill Christian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56" marR="5956" marT="59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Taylor Krek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56" marR="5956" marT="59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Ron Singleton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56" marR="5956" marT="5956" marB="0" anchor="b"/>
                </a:tc>
                <a:extLst>
                  <a:ext uri="{0D108BD9-81ED-4DB2-BD59-A6C34878D82A}">
                    <a16:rowId xmlns:a16="http://schemas.microsoft.com/office/drawing/2014/main" val="4215675039"/>
                  </a:ext>
                </a:extLst>
              </a:tr>
              <a:tr h="15020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Kevin Collins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56" marR="5956" marT="59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Curran LaChappelle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56" marR="5956" marT="59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Lois Taylor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56" marR="5956" marT="5956" marB="0" anchor="b"/>
                </a:tc>
                <a:extLst>
                  <a:ext uri="{0D108BD9-81ED-4DB2-BD59-A6C34878D82A}">
                    <a16:rowId xmlns:a16="http://schemas.microsoft.com/office/drawing/2014/main" val="1093681752"/>
                  </a:ext>
                </a:extLst>
              </a:tr>
              <a:tr h="15020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Heidi Cornelius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56" marR="5956" marT="59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Daniel Mantilla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56" marR="5956" marT="59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Todd Ullrich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56" marR="5956" marT="5956" marB="0" anchor="b"/>
                </a:tc>
                <a:extLst>
                  <a:ext uri="{0D108BD9-81ED-4DB2-BD59-A6C34878D82A}">
                    <a16:rowId xmlns:a16="http://schemas.microsoft.com/office/drawing/2014/main" val="1107640639"/>
                  </a:ext>
                </a:extLst>
              </a:tr>
              <a:tr h="15020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Steve Cornett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56" marR="5956" marT="59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Alvaro Matias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56" marR="5956" marT="59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George Wade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56" marR="5956" marT="5956" marB="0" anchor="b"/>
                </a:tc>
                <a:extLst>
                  <a:ext uri="{0D108BD9-81ED-4DB2-BD59-A6C34878D82A}">
                    <a16:rowId xmlns:a16="http://schemas.microsoft.com/office/drawing/2014/main" val="1150679164"/>
                  </a:ext>
                </a:extLst>
              </a:tr>
              <a:tr h="15020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Bobbie Currier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56" marR="5956" marT="59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Ferdy Matias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56" marR="5956" marT="59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Gabby Wahlstrom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56" marR="5956" marT="5956" marB="0" anchor="b"/>
                </a:tc>
                <a:extLst>
                  <a:ext uri="{0D108BD9-81ED-4DB2-BD59-A6C34878D82A}">
                    <a16:rowId xmlns:a16="http://schemas.microsoft.com/office/drawing/2014/main" val="1651122556"/>
                  </a:ext>
                </a:extLst>
              </a:tr>
              <a:tr h="15020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Paula DeMarini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56" marR="5956" marT="59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Johnny Matias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56" marR="5956" marT="59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Doug Warren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56" marR="5956" marT="5956" marB="0" anchor="b"/>
                </a:tc>
                <a:extLst>
                  <a:ext uri="{0D108BD9-81ED-4DB2-BD59-A6C34878D82A}">
                    <a16:rowId xmlns:a16="http://schemas.microsoft.com/office/drawing/2014/main" val="1275266767"/>
                  </a:ext>
                </a:extLst>
              </a:tr>
              <a:tr h="15020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Gary Elliott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56" marR="5956" marT="59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Mynor Matias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56" marR="5956" marT="59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Austin Watts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56" marR="5956" marT="5956" marB="0" anchor="b"/>
                </a:tc>
                <a:extLst>
                  <a:ext uri="{0D108BD9-81ED-4DB2-BD59-A6C34878D82A}">
                    <a16:rowId xmlns:a16="http://schemas.microsoft.com/office/drawing/2014/main" val="344182369"/>
                  </a:ext>
                </a:extLst>
              </a:tr>
              <a:tr h="15020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Brigham Eubanks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56" marR="5956" marT="59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Gloria Maynard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56" marR="5956" marT="59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Hazel Williams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56" marR="5956" marT="5956" marB="0" anchor="b"/>
                </a:tc>
                <a:extLst>
                  <a:ext uri="{0D108BD9-81ED-4DB2-BD59-A6C34878D82A}">
                    <a16:rowId xmlns:a16="http://schemas.microsoft.com/office/drawing/2014/main" val="581484037"/>
                  </a:ext>
                </a:extLst>
              </a:tr>
              <a:tr h="15020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Theresa Evans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56" marR="5956" marT="59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Jasmine McCalpine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56" marR="5956" marT="59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dirty="0"/>
                        <a:t>Lois Wright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56" marR="5956" marT="5956" marB="0" anchor="b"/>
                </a:tc>
                <a:extLst>
                  <a:ext uri="{0D108BD9-81ED-4DB2-BD59-A6C34878D82A}">
                    <a16:rowId xmlns:a16="http://schemas.microsoft.com/office/drawing/2014/main" val="12296501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96440704"/>
      </p:ext>
    </p:extLst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/>
            </a:gs>
            <a:gs pos="46000">
              <a:schemeClr val="bg1">
                <a:lumMod val="85000"/>
              </a:schemeClr>
            </a:gs>
            <a:gs pos="100000">
              <a:schemeClr val="bg1">
                <a:lumMod val="65000"/>
              </a:schemeClr>
            </a:gs>
          </a:gsLst>
          <a:path path="circle">
            <a:fillToRect l="50000" t="130000" r="50000" b="-3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E46979-827E-17F7-D361-ECE0EAA2A9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7" name="Group 116">
            <a:extLst>
              <a:ext uri="{FF2B5EF4-FFF2-40B4-BE49-F238E27FC236}">
                <a16:creationId xmlns:a16="http://schemas.microsoft.com/office/drawing/2014/main" id="{C88C07DB-4592-7E91-178B-E5E306683DE6}"/>
              </a:ext>
            </a:extLst>
          </p:cNvPr>
          <p:cNvGrpSpPr/>
          <p:nvPr/>
        </p:nvGrpSpPr>
        <p:grpSpPr>
          <a:xfrm>
            <a:off x="-1718" y="89375"/>
            <a:ext cx="3836742" cy="5536250"/>
            <a:chOff x="-1718" y="89375"/>
            <a:chExt cx="3836742" cy="5536250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E3B2A61D-4DE2-7BE3-77FA-39FFB7448234}"/>
                </a:ext>
              </a:extLst>
            </p:cNvPr>
            <p:cNvGrpSpPr/>
            <p:nvPr/>
          </p:nvGrpSpPr>
          <p:grpSpPr>
            <a:xfrm>
              <a:off x="-1718" y="89375"/>
              <a:ext cx="3836742" cy="5536250"/>
              <a:chOff x="3187590" y="1624012"/>
              <a:chExt cx="3899011" cy="5626101"/>
            </a:xfrm>
          </p:grpSpPr>
          <p:sp>
            <p:nvSpPr>
              <p:cNvPr id="4" name="Freeform 2" descr="20%">
                <a:extLst>
                  <a:ext uri="{FF2B5EF4-FFF2-40B4-BE49-F238E27FC236}">
                    <a16:creationId xmlns:a16="http://schemas.microsoft.com/office/drawing/2014/main" id="{C33AA144-000A-952B-8F42-47B93B5F07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17888" y="6196013"/>
                <a:ext cx="3429000" cy="381000"/>
              </a:xfrm>
              <a:custGeom>
                <a:avLst/>
                <a:gdLst>
                  <a:gd name="T0" fmla="*/ 0 w 2064"/>
                  <a:gd name="T1" fmla="*/ 0 h 240"/>
                  <a:gd name="T2" fmla="*/ 0 w 2064"/>
                  <a:gd name="T3" fmla="*/ 2147483646 h 240"/>
                  <a:gd name="T4" fmla="*/ 2147483646 w 2064"/>
                  <a:gd name="T5" fmla="*/ 2147483646 h 240"/>
                  <a:gd name="T6" fmla="*/ 2147483646 w 2064"/>
                  <a:gd name="T7" fmla="*/ 2147483646 h 240"/>
                  <a:gd name="T8" fmla="*/ 2147483646 w 2064"/>
                  <a:gd name="T9" fmla="*/ 2147483646 h 240"/>
                  <a:gd name="T10" fmla="*/ 2147483646 w 2064"/>
                  <a:gd name="T11" fmla="*/ 0 h 240"/>
                  <a:gd name="T12" fmla="*/ 0 w 2064"/>
                  <a:gd name="T13" fmla="*/ 0 h 24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064"/>
                  <a:gd name="T22" fmla="*/ 0 h 240"/>
                  <a:gd name="T23" fmla="*/ 2064 w 2064"/>
                  <a:gd name="T24" fmla="*/ 240 h 24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064" h="240">
                    <a:moveTo>
                      <a:pt x="0" y="0"/>
                    </a:moveTo>
                    <a:lnTo>
                      <a:pt x="0" y="240"/>
                    </a:lnTo>
                    <a:lnTo>
                      <a:pt x="384" y="144"/>
                    </a:lnTo>
                    <a:lnTo>
                      <a:pt x="1728" y="144"/>
                    </a:lnTo>
                    <a:lnTo>
                      <a:pt x="2064" y="240"/>
                    </a:lnTo>
                    <a:lnTo>
                      <a:pt x="2064" y="0"/>
                    </a:lnTo>
                    <a:lnTo>
                      <a:pt x="0" y="0"/>
                    </a:lnTo>
                    <a:close/>
                  </a:path>
                </a:pathLst>
              </a:custGeom>
              <a:blipFill dpi="0" rotWithShape="0">
                <a:blip r:embed="rId3"/>
                <a:srcRect/>
                <a:tile tx="0" ty="0" sx="100000" sy="100000" flip="none" algn="tl"/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" name="Rectangle 11" descr="20%">
                <a:extLst>
                  <a:ext uri="{FF2B5EF4-FFF2-40B4-BE49-F238E27FC236}">
                    <a16:creationId xmlns:a16="http://schemas.microsoft.com/office/drawing/2014/main" id="{15287B57-6F1F-F993-FEA5-07B6E5E9A5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17888" y="1624012"/>
                <a:ext cx="3429000" cy="5000623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algn="r" defTabSz="4572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rPr>
                  <a:t> </a:t>
                </a:r>
              </a:p>
            </p:txBody>
          </p:sp>
          <p:sp>
            <p:nvSpPr>
              <p:cNvPr id="6" name="Rectangle 12">
                <a:extLst>
                  <a:ext uri="{FF2B5EF4-FFF2-40B4-BE49-F238E27FC236}">
                    <a16:creationId xmlns:a16="http://schemas.microsoft.com/office/drawing/2014/main" id="{3EA9A5C8-4C72-36A2-4E5B-6326356CFA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17888" y="1624013"/>
                <a:ext cx="990600" cy="533400"/>
              </a:xfrm>
              <a:prstGeom prst="rect">
                <a:avLst/>
              </a:prstGeom>
              <a:solidFill>
                <a:schemeClr val="accent6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0" tIns="0" rIns="0" bIns="0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9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7" name="Rectangle 13">
                <a:extLst>
                  <a:ext uri="{FF2B5EF4-FFF2-40B4-BE49-F238E27FC236}">
                    <a16:creationId xmlns:a16="http://schemas.microsoft.com/office/drawing/2014/main" id="{F7D2C969-3B59-5019-F497-5F6B5477B5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2288" y="2157413"/>
                <a:ext cx="838200" cy="1225549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0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0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8" name="Rectangle 14">
                <a:extLst>
                  <a:ext uri="{FF2B5EF4-FFF2-40B4-BE49-F238E27FC236}">
                    <a16:creationId xmlns:a16="http://schemas.microsoft.com/office/drawing/2014/main" id="{4C312D92-A080-4B3A-BC49-E7226FACAC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17888" y="2386013"/>
                <a:ext cx="609600" cy="99060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9" name="Rectangle 16">
                <a:extLst>
                  <a:ext uri="{FF2B5EF4-FFF2-40B4-BE49-F238E27FC236}">
                    <a16:creationId xmlns:a16="http://schemas.microsoft.com/office/drawing/2014/main" id="{702DB0A4-CC2B-B3A2-682F-5D1FAB67E6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17888" y="3681413"/>
                <a:ext cx="609600" cy="2286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0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10" name="Rectangle 17">
                <a:extLst>
                  <a:ext uri="{FF2B5EF4-FFF2-40B4-BE49-F238E27FC236}">
                    <a16:creationId xmlns:a16="http://schemas.microsoft.com/office/drawing/2014/main" id="{AF363CBD-40EF-2D4F-AE7C-7468050DC8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17888" y="3910013"/>
                <a:ext cx="609600" cy="6096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0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11" name="Rectangle 18">
                <a:extLst>
                  <a:ext uri="{FF2B5EF4-FFF2-40B4-BE49-F238E27FC236}">
                    <a16:creationId xmlns:a16="http://schemas.microsoft.com/office/drawing/2014/main" id="{C986BF94-C3DC-92EA-0DE0-C6712D1837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17888" y="4519613"/>
                <a:ext cx="609600" cy="60960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algn="ctr" defTabSz="457200" rtl="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12" name="Rectangle 19">
                <a:extLst>
                  <a:ext uri="{FF2B5EF4-FFF2-40B4-BE49-F238E27FC236}">
                    <a16:creationId xmlns:a16="http://schemas.microsoft.com/office/drawing/2014/main" id="{2727CE04-9CFF-F8AD-5C86-52D23B181F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17888" y="5129213"/>
                <a:ext cx="609600" cy="5334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0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13" name="Rectangle 22">
                <a:extLst>
                  <a:ext uri="{FF2B5EF4-FFF2-40B4-BE49-F238E27FC236}">
                    <a16:creationId xmlns:a16="http://schemas.microsoft.com/office/drawing/2014/main" id="{771E9DFC-FC7F-D29C-099D-BA75CE9AB1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22888" y="5738813"/>
                <a:ext cx="838200" cy="4572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0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14" name="Rectangle 23" descr="10%">
                <a:extLst>
                  <a:ext uri="{FF2B5EF4-FFF2-40B4-BE49-F238E27FC236}">
                    <a16:creationId xmlns:a16="http://schemas.microsoft.com/office/drawing/2014/main" id="{D5477E57-C848-80FB-D47F-6583AD41C9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1088" y="5129213"/>
                <a:ext cx="685800" cy="2667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15" name="Rectangle 25">
                <a:extLst>
                  <a:ext uri="{FF2B5EF4-FFF2-40B4-BE49-F238E27FC236}">
                    <a16:creationId xmlns:a16="http://schemas.microsoft.com/office/drawing/2014/main" id="{F2117E93-D0F9-5171-ADD7-12E5B2A626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08488" y="1624013"/>
                <a:ext cx="1066800" cy="53340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16" name="Rectangle 28">
                <a:extLst>
                  <a:ext uri="{FF2B5EF4-FFF2-40B4-BE49-F238E27FC236}">
                    <a16:creationId xmlns:a16="http://schemas.microsoft.com/office/drawing/2014/main" id="{282E0E32-5B80-3199-464B-88E046B499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84888" y="5434013"/>
                <a:ext cx="762000" cy="762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17" name="Rectangle 29">
                <a:extLst>
                  <a:ext uri="{FF2B5EF4-FFF2-40B4-BE49-F238E27FC236}">
                    <a16:creationId xmlns:a16="http://schemas.microsoft.com/office/drawing/2014/main" id="{95A0FAAF-5F9A-88F7-AFC2-390A7299F3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13488" y="3148013"/>
                <a:ext cx="533400" cy="68580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algn="ctr" defTabSz="457200" rtl="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18" name="Rectangle 30">
                <a:extLst>
                  <a:ext uri="{FF2B5EF4-FFF2-40B4-BE49-F238E27FC236}">
                    <a16:creationId xmlns:a16="http://schemas.microsoft.com/office/drawing/2014/main" id="{9F2EEE84-0D41-810E-9C13-8B549ED775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2288" y="4062413"/>
                <a:ext cx="838200" cy="68580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9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19" name="Rectangle 31">
                <a:extLst>
                  <a:ext uri="{FF2B5EF4-FFF2-40B4-BE49-F238E27FC236}">
                    <a16:creationId xmlns:a16="http://schemas.microsoft.com/office/drawing/2014/main" id="{0DAFAE0C-4ECD-71EF-518B-76273783B7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1088" y="2081213"/>
                <a:ext cx="685800" cy="546098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0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0" name="Line 35">
                <a:extLst>
                  <a:ext uri="{FF2B5EF4-FFF2-40B4-BE49-F238E27FC236}">
                    <a16:creationId xmlns:a16="http://schemas.microsoft.com/office/drawing/2014/main" id="{F22A16EB-A7D8-5BC7-A256-104278F1F49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167438" y="2362200"/>
                <a:ext cx="685800" cy="0"/>
              </a:xfrm>
              <a:prstGeom prst="line">
                <a:avLst/>
              </a:prstGeom>
              <a:noFill/>
              <a:ln w="9525" cap="rnd">
                <a:solidFill>
                  <a:schemeClr val="tx1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" name="Rectangle 49">
                <a:extLst>
                  <a:ext uri="{FF2B5EF4-FFF2-40B4-BE49-F238E27FC236}">
                    <a16:creationId xmlns:a16="http://schemas.microsoft.com/office/drawing/2014/main" id="{FA856B29-6F05-FE85-BEAC-C46F8B4014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70488" y="3370263"/>
                <a:ext cx="762000" cy="69850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2" name="Rectangle 50">
                <a:extLst>
                  <a:ext uri="{FF2B5EF4-FFF2-40B4-BE49-F238E27FC236}">
                    <a16:creationId xmlns:a16="http://schemas.microsoft.com/office/drawing/2014/main" id="{8632093F-9154-0E69-1ED0-C114A11E13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70488" y="4062413"/>
                <a:ext cx="762000" cy="68580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3" name="Rectangle 51">
                <a:extLst>
                  <a:ext uri="{FF2B5EF4-FFF2-40B4-BE49-F238E27FC236}">
                    <a16:creationId xmlns:a16="http://schemas.microsoft.com/office/drawing/2014/main" id="{1EA98437-7A27-6E85-6F7D-119C246EA3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70488" y="4748213"/>
                <a:ext cx="533400" cy="6858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9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4" name="Rectangle 52">
                <a:extLst>
                  <a:ext uri="{FF2B5EF4-FFF2-40B4-BE49-F238E27FC236}">
                    <a16:creationId xmlns:a16="http://schemas.microsoft.com/office/drawing/2014/main" id="{8D13D2DF-AA18-323E-EBA0-E888478EDC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1088" y="2614613"/>
                <a:ext cx="685800" cy="60960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1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5" name="Rectangle 53">
                <a:extLst>
                  <a:ext uri="{FF2B5EF4-FFF2-40B4-BE49-F238E27FC236}">
                    <a16:creationId xmlns:a16="http://schemas.microsoft.com/office/drawing/2014/main" id="{45399DF9-2980-9783-383C-576118D2EE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2288" y="3382963"/>
                <a:ext cx="838200" cy="679450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0" tIns="0" rIns="0" bIns="0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4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endParaRPr>
              </a:p>
            </p:txBody>
          </p:sp>
          <p:sp>
            <p:nvSpPr>
              <p:cNvPr id="26" name="Rectangle 54">
                <a:extLst>
                  <a:ext uri="{FF2B5EF4-FFF2-40B4-BE49-F238E27FC236}">
                    <a16:creationId xmlns:a16="http://schemas.microsoft.com/office/drawing/2014/main" id="{FD39BB8A-B7DF-F38B-240B-0E8A7D2218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2288" y="4748213"/>
                <a:ext cx="838200" cy="6858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7" name="Rectangle 55">
                <a:extLst>
                  <a:ext uri="{FF2B5EF4-FFF2-40B4-BE49-F238E27FC236}">
                    <a16:creationId xmlns:a16="http://schemas.microsoft.com/office/drawing/2014/main" id="{2BBB8EBA-B314-A318-823C-95C90B3F08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17888" y="6196013"/>
                <a:ext cx="3429000" cy="105410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8" name="Rectangle 59">
                <a:extLst>
                  <a:ext uri="{FF2B5EF4-FFF2-40B4-BE49-F238E27FC236}">
                    <a16:creationId xmlns:a16="http://schemas.microsoft.com/office/drawing/2014/main" id="{8A001E69-D958-E593-4893-D866983500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1088" y="3833813"/>
                <a:ext cx="685800" cy="129540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algn="ctr" defTabSz="457200" rtl="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9" name="Rectangle 71">
                <a:extLst>
                  <a:ext uri="{FF2B5EF4-FFF2-40B4-BE49-F238E27FC236}">
                    <a16:creationId xmlns:a16="http://schemas.microsoft.com/office/drawing/2014/main" id="{901E2EA4-2C4E-7404-94A5-FDFEA5A641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1088" y="3224213"/>
                <a:ext cx="685800" cy="60960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30" name="Rectangle 81">
                <a:extLst>
                  <a:ext uri="{FF2B5EF4-FFF2-40B4-BE49-F238E27FC236}">
                    <a16:creationId xmlns:a16="http://schemas.microsoft.com/office/drawing/2014/main" id="{13D3B405-EE98-FBB5-30F4-E85137CE76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75288" y="1624013"/>
                <a:ext cx="457200" cy="5334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1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endParaRPr>
              </a:p>
            </p:txBody>
          </p:sp>
          <p:sp>
            <p:nvSpPr>
              <p:cNvPr id="31" name="Rectangle 59">
                <a:extLst>
                  <a:ext uri="{FF2B5EF4-FFF2-40B4-BE49-F238E27FC236}">
                    <a16:creationId xmlns:a16="http://schemas.microsoft.com/office/drawing/2014/main" id="{029279DE-011C-5271-75E5-7854A0950A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1088" y="5815013"/>
                <a:ext cx="685800" cy="3810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algn="ctr" defTabSz="457200" rtl="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0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32" name="Rectangle 13">
                <a:extLst>
                  <a:ext uri="{FF2B5EF4-FFF2-40B4-BE49-F238E27FC236}">
                    <a16:creationId xmlns:a16="http://schemas.microsoft.com/office/drawing/2014/main" id="{03A114C3-A111-B79B-ED19-CBA22E05D0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70488" y="2157413"/>
                <a:ext cx="762000" cy="625125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33" name="Rectangle 13">
                <a:extLst>
                  <a:ext uri="{FF2B5EF4-FFF2-40B4-BE49-F238E27FC236}">
                    <a16:creationId xmlns:a16="http://schemas.microsoft.com/office/drawing/2014/main" id="{57D19142-EB55-7194-3306-0A8FC9B6F0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70488" y="2782542"/>
                <a:ext cx="762000" cy="60042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0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34" name="Rectangle 22">
                <a:extLst>
                  <a:ext uri="{FF2B5EF4-FFF2-40B4-BE49-F238E27FC236}">
                    <a16:creationId xmlns:a16="http://schemas.microsoft.com/office/drawing/2014/main" id="{7D2A8BCC-AAA9-EE59-320E-E48B0F4937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15038" y="6196013"/>
                <a:ext cx="838200" cy="4572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0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cxnSp>
            <p:nvCxnSpPr>
              <p:cNvPr id="35" name="Straight Connector 4">
                <a:extLst>
                  <a:ext uri="{FF2B5EF4-FFF2-40B4-BE49-F238E27FC236}">
                    <a16:creationId xmlns:a16="http://schemas.microsoft.com/office/drawing/2014/main" id="{99E28B1A-B196-BF29-F35F-6A16E3BDD81D}"/>
                  </a:ext>
                </a:extLst>
              </p:cNvPr>
              <p:cNvCxnSpPr>
                <a:cxnSpLocks noChangeShapeType="1"/>
                <a:stCxn id="13" idx="0"/>
                <a:endCxn id="13" idx="2"/>
              </p:cNvCxnSpPr>
              <p:nvPr/>
            </p:nvCxnSpPr>
            <p:spPr bwMode="auto">
              <a:xfrm>
                <a:off x="5741988" y="5738813"/>
                <a:ext cx="0" cy="4572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36" name="Rectangle 11" descr="20%">
                <a:extLst>
                  <a:ext uri="{FF2B5EF4-FFF2-40B4-BE49-F238E27FC236}">
                    <a16:creationId xmlns:a16="http://schemas.microsoft.com/office/drawing/2014/main" id="{66C3F5EA-08C4-C9AE-DDDF-9C59B3C578B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09949" y="6089650"/>
                <a:ext cx="796925" cy="534988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algn="r" defTabSz="4572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rPr>
                  <a:t> </a:t>
                </a:r>
              </a:p>
            </p:txBody>
          </p:sp>
          <p:sp>
            <p:nvSpPr>
              <p:cNvPr id="37" name="Rectangle 23" descr="10%">
                <a:extLst>
                  <a:ext uri="{FF2B5EF4-FFF2-40B4-BE49-F238E27FC236}">
                    <a16:creationId xmlns:a16="http://schemas.microsoft.com/office/drawing/2014/main" id="{581509F7-76F7-0050-7C33-4B57F69979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6875" y="6196010"/>
                <a:ext cx="515938" cy="2667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38" name="Arc 37">
                <a:extLst>
                  <a:ext uri="{FF2B5EF4-FFF2-40B4-BE49-F238E27FC236}">
                    <a16:creationId xmlns:a16="http://schemas.microsoft.com/office/drawing/2014/main" id="{659665AE-51AF-7F29-53FD-0BDABAB487A5}"/>
                  </a:ext>
                </a:extLst>
              </p:cNvPr>
              <p:cNvSpPr/>
              <p:nvPr/>
            </p:nvSpPr>
            <p:spPr bwMode="auto">
              <a:xfrm flipH="1">
                <a:off x="5121275" y="5995986"/>
                <a:ext cx="342900" cy="419100"/>
              </a:xfrm>
              <a:prstGeom prst="arc">
                <a:avLst/>
              </a:prstGeom>
              <a:solidFill>
                <a:schemeClr val="bg1">
                  <a:lumMod val="65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marL="0" marR="0" lvl="0" indent="0" algn="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endParaRPr>
              </a:p>
            </p:txBody>
          </p:sp>
          <p:sp>
            <p:nvSpPr>
              <p:cNvPr id="39" name="Arc 38">
                <a:extLst>
                  <a:ext uri="{FF2B5EF4-FFF2-40B4-BE49-F238E27FC236}">
                    <a16:creationId xmlns:a16="http://schemas.microsoft.com/office/drawing/2014/main" id="{678C4F8E-0CFC-8514-8060-D6063D24A801}"/>
                  </a:ext>
                </a:extLst>
              </p:cNvPr>
              <p:cNvSpPr/>
              <p:nvPr/>
            </p:nvSpPr>
            <p:spPr bwMode="auto">
              <a:xfrm>
                <a:off x="4778375" y="5995986"/>
                <a:ext cx="342900" cy="419100"/>
              </a:xfrm>
              <a:prstGeom prst="arc">
                <a:avLst/>
              </a:prstGeom>
              <a:solidFill>
                <a:schemeClr val="bg1">
                  <a:lumMod val="65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marL="0" marR="0" lvl="0" indent="0" algn="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endParaRPr>
              </a:p>
            </p:txBody>
          </p:sp>
          <p:sp>
            <p:nvSpPr>
              <p:cNvPr id="40" name="Arc 39">
                <a:extLst>
                  <a:ext uri="{FF2B5EF4-FFF2-40B4-BE49-F238E27FC236}">
                    <a16:creationId xmlns:a16="http://schemas.microsoft.com/office/drawing/2014/main" id="{AEFC6238-11E4-22FD-58BA-3A7F6F4DF346}"/>
                  </a:ext>
                </a:extLst>
              </p:cNvPr>
              <p:cNvSpPr/>
              <p:nvPr/>
            </p:nvSpPr>
            <p:spPr bwMode="auto">
              <a:xfrm flipH="1" flipV="1">
                <a:off x="6613526" y="5167646"/>
                <a:ext cx="473075" cy="511175"/>
              </a:xfrm>
              <a:prstGeom prst="arc">
                <a:avLst/>
              </a:prstGeom>
              <a:solidFill>
                <a:schemeClr val="bg1">
                  <a:lumMod val="65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marL="0" marR="0" lvl="0" indent="0" algn="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endParaRPr>
              </a:p>
            </p:txBody>
          </p:sp>
          <p:sp>
            <p:nvSpPr>
              <p:cNvPr id="41" name="Arc 40">
                <a:extLst>
                  <a:ext uri="{FF2B5EF4-FFF2-40B4-BE49-F238E27FC236}">
                    <a16:creationId xmlns:a16="http://schemas.microsoft.com/office/drawing/2014/main" id="{706E7F42-473A-FCF8-37BF-8427590BD2AA}"/>
                  </a:ext>
                </a:extLst>
              </p:cNvPr>
              <p:cNvSpPr/>
              <p:nvPr/>
            </p:nvSpPr>
            <p:spPr bwMode="auto">
              <a:xfrm rot="10800000" flipH="1" flipV="1">
                <a:off x="3187590" y="3415229"/>
                <a:ext cx="447675" cy="465138"/>
              </a:xfrm>
              <a:prstGeom prst="arc">
                <a:avLst/>
              </a:prstGeom>
              <a:solidFill>
                <a:schemeClr val="bg1">
                  <a:lumMod val="65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marL="0" marR="0" lvl="0" indent="0" algn="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endParaRPr>
              </a:p>
            </p:txBody>
          </p:sp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0F323DC7-A776-1644-C4A6-D156FB27F294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3417888" y="6624635"/>
                <a:ext cx="788986" cy="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2E29BD18-78D3-CFE9-6FC9-A3D97D6E719D}"/>
                  </a:ext>
                </a:extLst>
              </p:cNvPr>
              <p:cNvCxnSpPr>
                <a:cxnSpLocks/>
                <a:endCxn id="27" idx="1"/>
              </p:cNvCxnSpPr>
              <p:nvPr/>
            </p:nvCxnSpPr>
            <p:spPr bwMode="auto">
              <a:xfrm>
                <a:off x="3417888" y="6089650"/>
                <a:ext cx="0" cy="633413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grpSp>
            <p:nvGrpSpPr>
              <p:cNvPr id="44" name="Group 6">
                <a:extLst>
                  <a:ext uri="{FF2B5EF4-FFF2-40B4-BE49-F238E27FC236}">
                    <a16:creationId xmlns:a16="http://schemas.microsoft.com/office/drawing/2014/main" id="{CDCF75F4-19B0-79DB-C52D-4A3F3D905D8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5400000">
                <a:off x="3095191" y="6145213"/>
                <a:ext cx="685795" cy="419100"/>
                <a:chOff x="4951408" y="6718744"/>
                <a:chExt cx="685795" cy="419100"/>
              </a:xfrm>
              <a:solidFill>
                <a:schemeClr val="bg1">
                  <a:lumMod val="65000"/>
                </a:schemeClr>
              </a:solidFill>
            </p:grpSpPr>
            <p:sp>
              <p:nvSpPr>
                <p:cNvPr id="47" name="Arc 46">
                  <a:extLst>
                    <a:ext uri="{FF2B5EF4-FFF2-40B4-BE49-F238E27FC236}">
                      <a16:creationId xmlns:a16="http://schemas.microsoft.com/office/drawing/2014/main" id="{C721C51C-DAC9-7053-5116-F6C2074A960E}"/>
                    </a:ext>
                  </a:extLst>
                </p:cNvPr>
                <p:cNvSpPr/>
                <p:nvPr/>
              </p:nvSpPr>
              <p:spPr bwMode="auto">
                <a:xfrm flipH="1">
                  <a:off x="5294303" y="6718744"/>
                  <a:ext cx="342900" cy="419100"/>
                </a:xfrm>
                <a:prstGeom prst="arc">
                  <a:avLst/>
                </a:prstGeom>
                <a:grpFill/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 marL="0" marR="0" lvl="0" indent="0" algn="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48" name="Arc 47">
                  <a:extLst>
                    <a:ext uri="{FF2B5EF4-FFF2-40B4-BE49-F238E27FC236}">
                      <a16:creationId xmlns:a16="http://schemas.microsoft.com/office/drawing/2014/main" id="{CD2F2B69-9D0B-18AA-2DDB-6B076DDC3973}"/>
                    </a:ext>
                  </a:extLst>
                </p:cNvPr>
                <p:cNvSpPr/>
                <p:nvPr/>
              </p:nvSpPr>
              <p:spPr bwMode="auto">
                <a:xfrm>
                  <a:off x="4951408" y="6718744"/>
                  <a:ext cx="342900" cy="419100"/>
                </a:xfrm>
                <a:prstGeom prst="arc">
                  <a:avLst/>
                </a:prstGeom>
                <a:grpFill/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 marL="0" marR="0" lvl="0" indent="0" algn="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charset="0"/>
                    <a:ea typeface="+mn-ea"/>
                    <a:cs typeface="+mn-cs"/>
                  </a:endParaRPr>
                </a:p>
              </p:txBody>
            </p:sp>
          </p:grp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B4A4DB7B-FAAA-A4BC-060C-FB2FB4FF6C25}"/>
                  </a:ext>
                </a:extLst>
              </p:cNvPr>
              <p:cNvCxnSpPr/>
              <p:nvPr/>
            </p:nvCxnSpPr>
            <p:spPr bwMode="auto">
              <a:xfrm>
                <a:off x="4206874" y="6462710"/>
                <a:ext cx="0" cy="161925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46" name="Rectangle: Rounded Corners 45">
                <a:extLst>
                  <a:ext uri="{FF2B5EF4-FFF2-40B4-BE49-F238E27FC236}">
                    <a16:creationId xmlns:a16="http://schemas.microsoft.com/office/drawing/2014/main" id="{633DBEE9-AFFB-9FBB-D117-8F34FF2EE785}"/>
                  </a:ext>
                </a:extLst>
              </p:cNvPr>
              <p:cNvSpPr/>
              <p:nvPr/>
            </p:nvSpPr>
            <p:spPr bwMode="auto">
              <a:xfrm>
                <a:off x="6047108" y="1734164"/>
                <a:ext cx="762000" cy="244478"/>
              </a:xfrm>
              <a:prstGeom prst="roundRect">
                <a:avLst>
                  <a:gd name="adj" fmla="val 50000"/>
                </a:avLst>
              </a:prstGeom>
              <a:solidFill>
                <a:srgbClr val="0070C0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+mn-ea"/>
                    <a:cs typeface="+mn-cs"/>
                  </a:rPr>
                  <a:t>BASEMENT</a:t>
                </a:r>
              </a:p>
            </p:txBody>
          </p:sp>
        </p:grpSp>
        <p:sp>
          <p:nvSpPr>
            <p:cNvPr id="49" name="Rectangle: Rounded Corners 48">
              <a:extLst>
                <a:ext uri="{FF2B5EF4-FFF2-40B4-BE49-F238E27FC236}">
                  <a16:creationId xmlns:a16="http://schemas.microsoft.com/office/drawing/2014/main" id="{FBA65704-82F0-0A1B-9AEF-CE194041B509}"/>
                </a:ext>
              </a:extLst>
            </p:cNvPr>
            <p:cNvSpPr/>
            <p:nvPr/>
          </p:nvSpPr>
          <p:spPr bwMode="auto">
            <a:xfrm>
              <a:off x="1030243" y="5084945"/>
              <a:ext cx="1763557" cy="418720"/>
            </a:xfrm>
            <a:prstGeom prst="roundRect">
              <a:avLst>
                <a:gd name="adj" fmla="val 50000"/>
              </a:avLst>
            </a:prstGeom>
            <a:solidFill>
              <a:srgbClr val="0070C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entury Gothic" panose="020B0502020202020204" pitchFamily="34" charset="0"/>
                  <a:ea typeface="+mn-ea"/>
                  <a:cs typeface="+mn-cs"/>
                </a:rPr>
                <a:t>AUDITORIUM</a:t>
              </a:r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BF3FA8BF-2878-6573-7446-A051C74C6E2F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380781" y="1034365"/>
              <a:ext cx="365760" cy="365760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entury Gothic" panose="020B0502020202020204" pitchFamily="34" charset="0"/>
                  <a:ea typeface="+mn-ea"/>
                  <a:cs typeface="+mn-cs"/>
                </a:rPr>
                <a:t>12</a:t>
              </a:r>
              <a:endParaRPr kumimoji="0" lang="en-US" sz="36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BBF9ADD1-CA02-0A3F-D96D-AC8F258BDB86}"/>
                </a:ext>
              </a:extLst>
            </p:cNvPr>
            <p:cNvSpPr txBox="1"/>
            <p:nvPr/>
          </p:nvSpPr>
          <p:spPr>
            <a:xfrm>
              <a:off x="192878" y="3500955"/>
              <a:ext cx="652426" cy="6001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Supply &amp; Copy Center</a:t>
              </a: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42D71AB3-FAE6-40BD-98F3-F10321BEAAB8}"/>
                </a:ext>
              </a:extLst>
            </p:cNvPr>
            <p:cNvSpPr txBox="1"/>
            <p:nvPr/>
          </p:nvSpPr>
          <p:spPr>
            <a:xfrm>
              <a:off x="1150702" y="3265508"/>
              <a:ext cx="76131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Resource Room</a:t>
              </a: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3A781CE1-E477-32FC-BB40-6D1F0441F6E6}"/>
                </a:ext>
              </a:extLst>
            </p:cNvPr>
            <p:cNvSpPr txBox="1"/>
            <p:nvPr/>
          </p:nvSpPr>
          <p:spPr>
            <a:xfrm>
              <a:off x="1831294" y="3367353"/>
              <a:ext cx="76131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Nursery</a:t>
              </a:r>
            </a:p>
          </p:txBody>
        </p:sp>
        <p:pic>
          <p:nvPicPr>
            <p:cNvPr id="78" name="Graphic 77" descr="Man">
              <a:extLst>
                <a:ext uri="{FF2B5EF4-FFF2-40B4-BE49-F238E27FC236}">
                  <a16:creationId xmlns:a16="http://schemas.microsoft.com/office/drawing/2014/main" id="{FFBCF749-E774-A7A3-BA5A-C9E4147E6856}"/>
                </a:ext>
              </a:extLst>
            </p:cNvPr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511885" y="4219128"/>
              <a:ext cx="336293" cy="336293"/>
            </a:xfrm>
            <a:prstGeom prst="rect">
              <a:avLst/>
            </a:prstGeom>
          </p:spPr>
        </p:pic>
        <p:pic>
          <p:nvPicPr>
            <p:cNvPr id="79" name="Graphic 78" descr="Woman">
              <a:extLst>
                <a:ext uri="{FF2B5EF4-FFF2-40B4-BE49-F238E27FC236}">
                  <a16:creationId xmlns:a16="http://schemas.microsoft.com/office/drawing/2014/main" id="{1D2A1DA5-BC50-1B67-F9CF-F7D4D9293F9F}"/>
                </a:ext>
              </a:extLst>
            </p:cNvPr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145047" y="4213444"/>
              <a:ext cx="336293" cy="336293"/>
            </a:xfrm>
            <a:prstGeom prst="rect">
              <a:avLst/>
            </a:prstGeom>
          </p:spPr>
        </p:pic>
        <p:pic>
          <p:nvPicPr>
            <p:cNvPr id="80" name="Graphic 79" descr="Woman">
              <a:extLst>
                <a:ext uri="{FF2B5EF4-FFF2-40B4-BE49-F238E27FC236}">
                  <a16:creationId xmlns:a16="http://schemas.microsoft.com/office/drawing/2014/main" id="{B450DEB2-F576-CBCA-7F7C-780AACE528CD}"/>
                </a:ext>
              </a:extLst>
            </p:cNvPr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039891" y="4654490"/>
              <a:ext cx="336293" cy="336293"/>
            </a:xfrm>
            <a:prstGeom prst="rect">
              <a:avLst/>
            </a:prstGeom>
          </p:spPr>
        </p:pic>
        <p:pic>
          <p:nvPicPr>
            <p:cNvPr id="82" name="Graphic 81" descr="Man">
              <a:extLst>
                <a:ext uri="{FF2B5EF4-FFF2-40B4-BE49-F238E27FC236}">
                  <a16:creationId xmlns:a16="http://schemas.microsoft.com/office/drawing/2014/main" id="{81739A18-14BA-5609-EA56-9FF3E78CB9FE}"/>
                </a:ext>
              </a:extLst>
            </p:cNvPr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5400000">
              <a:off x="3124082" y="773823"/>
              <a:ext cx="336293" cy="336293"/>
            </a:xfrm>
            <a:prstGeom prst="rect">
              <a:avLst/>
            </a:prstGeom>
          </p:spPr>
        </p:pic>
        <p:pic>
          <p:nvPicPr>
            <p:cNvPr id="83" name="Graphic 82" descr="Woman">
              <a:extLst>
                <a:ext uri="{FF2B5EF4-FFF2-40B4-BE49-F238E27FC236}">
                  <a16:creationId xmlns:a16="http://schemas.microsoft.com/office/drawing/2014/main" id="{BA4D964F-10CE-D175-5F4F-95FC4DB2DA93}"/>
                </a:ext>
              </a:extLst>
            </p:cNvPr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5400000">
              <a:off x="3116270" y="538359"/>
              <a:ext cx="336293" cy="336293"/>
            </a:xfrm>
            <a:prstGeom prst="rect">
              <a:avLst/>
            </a:prstGeom>
          </p:spPr>
        </p:pic>
      </p:grpSp>
      <p:sp>
        <p:nvSpPr>
          <p:cNvPr id="101" name="Rectangle: Rounded Corners 100">
            <a:extLst>
              <a:ext uri="{FF2B5EF4-FFF2-40B4-BE49-F238E27FC236}">
                <a16:creationId xmlns:a16="http://schemas.microsoft.com/office/drawing/2014/main" id="{8CE0AEF7-6708-376E-3E3F-0C5F2EFF192F}"/>
              </a:ext>
            </a:extLst>
          </p:cNvPr>
          <p:cNvSpPr/>
          <p:nvPr/>
        </p:nvSpPr>
        <p:spPr bwMode="auto">
          <a:xfrm>
            <a:off x="4555439" y="63518"/>
            <a:ext cx="3736094" cy="562488"/>
          </a:xfrm>
          <a:prstGeom prst="roundRect">
            <a:avLst>
              <a:gd name="adj" fmla="val 50000"/>
            </a:avLst>
          </a:prstGeom>
          <a:solidFill>
            <a:srgbClr val="0070C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Group Meeting – Group 2</a:t>
            </a:r>
          </a:p>
        </p:txBody>
      </p: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33B56176-10E1-23DD-4540-C487D959CE55}"/>
              </a:ext>
            </a:extLst>
          </p:cNvPr>
          <p:cNvCxnSpPr>
            <a:cxnSpLocks/>
            <a:stCxn id="51" idx="6"/>
            <a:endCxn id="101" idx="1"/>
          </p:cNvCxnSpPr>
          <p:nvPr/>
        </p:nvCxnSpPr>
        <p:spPr>
          <a:xfrm flipV="1">
            <a:off x="1746541" y="344762"/>
            <a:ext cx="2808898" cy="872483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965A8CD6-9F5B-D44A-7CC6-8282339CCC52}"/>
              </a:ext>
            </a:extLst>
          </p:cNvPr>
          <p:cNvSpPr txBox="1"/>
          <p:nvPr/>
        </p:nvSpPr>
        <p:spPr>
          <a:xfrm>
            <a:off x="91283" y="108684"/>
            <a:ext cx="12420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Sunday Night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Lord’s Supper</a:t>
            </a:r>
          </a:p>
        </p:txBody>
      </p:sp>
      <p:pic>
        <p:nvPicPr>
          <p:cNvPr id="52" name="Picture Placeholder 9" descr="eh20-eng-432.png">
            <a:extLst>
              <a:ext uri="{FF2B5EF4-FFF2-40B4-BE49-F238E27FC236}">
                <a16:creationId xmlns:a16="http://schemas.microsoft.com/office/drawing/2014/main" id="{0E9E85D6-094D-0467-0569-1007616DA52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459" b="459"/>
          <a:stretch>
            <a:fillRect/>
          </a:stretch>
        </p:blipFill>
        <p:spPr>
          <a:xfrm>
            <a:off x="7199357" y="5176663"/>
            <a:ext cx="1828800" cy="457200"/>
          </a:xfrm>
          <a:prstGeom prst="rect">
            <a:avLst/>
          </a:prstGeom>
        </p:spPr>
      </p:pic>
      <p:graphicFrame>
        <p:nvGraphicFramePr>
          <p:cNvPr id="58" name="Table 57">
            <a:extLst>
              <a:ext uri="{FF2B5EF4-FFF2-40B4-BE49-F238E27FC236}">
                <a16:creationId xmlns:a16="http://schemas.microsoft.com/office/drawing/2014/main" id="{C408C04C-2B8B-A6C6-2CF2-C4663109E9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1255956"/>
              </p:ext>
            </p:extLst>
          </p:nvPr>
        </p:nvGraphicFramePr>
        <p:xfrm>
          <a:off x="4032569" y="668733"/>
          <a:ext cx="4775793" cy="4386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00200">
                  <a:extLst>
                    <a:ext uri="{9D8B030D-6E8A-4147-A177-3AD203B41FA5}">
                      <a16:colId xmlns:a16="http://schemas.microsoft.com/office/drawing/2014/main" val="1003709284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3793707784"/>
                    </a:ext>
                  </a:extLst>
                </a:gridCol>
                <a:gridCol w="1392513">
                  <a:extLst>
                    <a:ext uri="{9D8B030D-6E8A-4147-A177-3AD203B41FA5}">
                      <a16:colId xmlns:a16="http://schemas.microsoft.com/office/drawing/2014/main" val="773378731"/>
                    </a:ext>
                  </a:extLst>
                </a:gridCol>
              </a:tblGrid>
              <a:tr h="17273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Matthew Aguinaga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56" marR="5956" marT="59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George Hamilton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56" marR="5956" marT="59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Jason McIlvain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56" marR="5956" marT="5956" marB="0" anchor="b"/>
                </a:tc>
                <a:extLst>
                  <a:ext uri="{0D108BD9-81ED-4DB2-BD59-A6C34878D82A}">
                    <a16:rowId xmlns:a16="http://schemas.microsoft.com/office/drawing/2014/main" val="85875640"/>
                  </a:ext>
                </a:extLst>
              </a:tr>
              <a:tr h="17273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Pat Barnes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56" marR="5956" marT="59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Colton Hamlett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56" marR="5956" marT="59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Jeff Metcalf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56" marR="5956" marT="5956" marB="0" anchor="b"/>
                </a:tc>
                <a:extLst>
                  <a:ext uri="{0D108BD9-81ED-4DB2-BD59-A6C34878D82A}">
                    <a16:rowId xmlns:a16="http://schemas.microsoft.com/office/drawing/2014/main" val="295159029"/>
                  </a:ext>
                </a:extLst>
              </a:tr>
              <a:tr h="17273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Ben Bauer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56" marR="5956" marT="59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Stan Haworth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56" marR="5956" marT="59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Ian Norman</a:t>
                      </a:r>
                      <a:endParaRPr lang="en-US" sz="1400" b="0" i="0" u="none" strike="noStrike" err="1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56" marR="5956" marT="5956" marB="0" anchor="b"/>
                </a:tc>
                <a:extLst>
                  <a:ext uri="{0D108BD9-81ED-4DB2-BD59-A6C34878D82A}">
                    <a16:rowId xmlns:a16="http://schemas.microsoft.com/office/drawing/2014/main" val="2812371379"/>
                  </a:ext>
                </a:extLst>
              </a:tr>
              <a:tr h="17273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Joy Bender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56" marR="5956" marT="59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Steven Haworth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56" marR="5956" marT="59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Maurice Norman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56" marR="5956" marT="5956" marB="0" anchor="b"/>
                </a:tc>
                <a:extLst>
                  <a:ext uri="{0D108BD9-81ED-4DB2-BD59-A6C34878D82A}">
                    <a16:rowId xmlns:a16="http://schemas.microsoft.com/office/drawing/2014/main" val="3911618956"/>
                  </a:ext>
                </a:extLst>
              </a:tr>
              <a:tr h="17273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Ethan Bruce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56" marR="5956" marT="59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Brian Hedges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56" marR="5956" marT="59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Jordan Ottersbach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56" marR="5956" marT="5956" marB="0" anchor="b"/>
                </a:tc>
                <a:extLst>
                  <a:ext uri="{0D108BD9-81ED-4DB2-BD59-A6C34878D82A}">
                    <a16:rowId xmlns:a16="http://schemas.microsoft.com/office/drawing/2014/main" val="1260622313"/>
                  </a:ext>
                </a:extLst>
              </a:tr>
              <a:tr h="17273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Quentin Burke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56" marR="5956" marT="59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Jeanette Henriques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56" marR="5956" marT="59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Michael Peters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56" marR="5956" marT="5956" marB="0" anchor="b"/>
                </a:tc>
                <a:extLst>
                  <a:ext uri="{0D108BD9-81ED-4DB2-BD59-A6C34878D82A}">
                    <a16:rowId xmlns:a16="http://schemas.microsoft.com/office/drawing/2014/main" val="2597829880"/>
                  </a:ext>
                </a:extLst>
              </a:tr>
              <a:tr h="17273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Tom Cook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56" marR="5956" marT="59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Lew Henry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56" marR="5956" marT="59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Demone Phelps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56" marR="5956" marT="5956" marB="0" anchor="b"/>
                </a:tc>
                <a:extLst>
                  <a:ext uri="{0D108BD9-81ED-4DB2-BD59-A6C34878D82A}">
                    <a16:rowId xmlns:a16="http://schemas.microsoft.com/office/drawing/2014/main" val="2695034262"/>
                  </a:ext>
                </a:extLst>
              </a:tr>
              <a:tr h="17273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Alex Cruttenden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56" marR="5956" marT="59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Clay Hovater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56" marR="5956" marT="59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Cameron Pickup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56" marR="5956" marT="5956" marB="0" anchor="b"/>
                </a:tc>
                <a:extLst>
                  <a:ext uri="{0D108BD9-81ED-4DB2-BD59-A6C34878D82A}">
                    <a16:rowId xmlns:a16="http://schemas.microsoft.com/office/drawing/2014/main" val="165121973"/>
                  </a:ext>
                </a:extLst>
              </a:tr>
              <a:tr h="17273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Junie Destin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56" marR="5956" marT="59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Katelyn Huggins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56" marR="5956" marT="59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Grant Pickup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56" marR="5956" marT="5956" marB="0" anchor="b"/>
                </a:tc>
                <a:extLst>
                  <a:ext uri="{0D108BD9-81ED-4DB2-BD59-A6C34878D82A}">
                    <a16:rowId xmlns:a16="http://schemas.microsoft.com/office/drawing/2014/main" val="4267338125"/>
                  </a:ext>
                </a:extLst>
              </a:tr>
              <a:tr h="17273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Becky Dhakal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56" marR="5956" marT="59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Danny Ingle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56" marR="5956" marT="59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Gabriela Munoz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56" marR="5956" marT="5956" marB="0" anchor="b"/>
                </a:tc>
                <a:extLst>
                  <a:ext uri="{0D108BD9-81ED-4DB2-BD59-A6C34878D82A}">
                    <a16:rowId xmlns:a16="http://schemas.microsoft.com/office/drawing/2014/main" val="108311829"/>
                  </a:ext>
                </a:extLst>
              </a:tr>
              <a:tr h="17273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Corey Dutra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56" marR="5956" marT="59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Clayton Johnson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56" marR="5956" marT="59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Jason Randolph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56" marR="5956" marT="5956" marB="0" anchor="b"/>
                </a:tc>
                <a:extLst>
                  <a:ext uri="{0D108BD9-81ED-4DB2-BD59-A6C34878D82A}">
                    <a16:rowId xmlns:a16="http://schemas.microsoft.com/office/drawing/2014/main" val="727807951"/>
                  </a:ext>
                </a:extLst>
              </a:tr>
              <a:tr h="17273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Jeff Dutra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56" marR="5956" marT="59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Doug Johnson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56" marR="5956" marT="5956" marB="0" anchor="b"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u="none" strike="noStrike">
                          <a:effectLst/>
                        </a:rPr>
                        <a:t>Nate Rosetti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56" marR="5956" marT="5956" marB="0" anchor="b"/>
                </a:tc>
                <a:extLst>
                  <a:ext uri="{0D108BD9-81ED-4DB2-BD59-A6C34878D82A}">
                    <a16:rowId xmlns:a16="http://schemas.microsoft.com/office/drawing/2014/main" val="306071767"/>
                  </a:ext>
                </a:extLst>
              </a:tr>
              <a:tr h="17273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Julie Earnhart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56" marR="5956" marT="59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Jasmynn Jones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56" marR="5956" marT="59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Steve Rosetti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56" marR="5956" marT="5956" marB="0" anchor="b"/>
                </a:tc>
                <a:extLst>
                  <a:ext uri="{0D108BD9-81ED-4DB2-BD59-A6C34878D82A}">
                    <a16:rowId xmlns:a16="http://schemas.microsoft.com/office/drawing/2014/main" val="4123622635"/>
                  </a:ext>
                </a:extLst>
              </a:tr>
              <a:tr h="17273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Sandy Foxworthy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56" marR="5956" marT="59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Paula Kraemer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56" marR="5956" marT="59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Kay Sellars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56" marR="5956" marT="5956" marB="0" anchor="b"/>
                </a:tc>
                <a:extLst>
                  <a:ext uri="{0D108BD9-81ED-4DB2-BD59-A6C34878D82A}">
                    <a16:rowId xmlns:a16="http://schemas.microsoft.com/office/drawing/2014/main" val="4215675039"/>
                  </a:ext>
                </a:extLst>
              </a:tr>
              <a:tr h="17273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Charles Gay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56" marR="5956" marT="59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David Kreus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56" marR="5956" marT="59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Jay Sheffer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56" marR="5956" marT="5956" marB="0" anchor="b"/>
                </a:tc>
                <a:extLst>
                  <a:ext uri="{0D108BD9-81ED-4DB2-BD59-A6C34878D82A}">
                    <a16:rowId xmlns:a16="http://schemas.microsoft.com/office/drawing/2014/main" val="1093681752"/>
                  </a:ext>
                </a:extLst>
              </a:tr>
              <a:tr h="17273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Jake Gibson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56" marR="5956" marT="59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Brent Mann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56" marR="5956" marT="59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Connie Spencer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56" marR="5956" marT="5956" marB="0" anchor="b"/>
                </a:tc>
                <a:extLst>
                  <a:ext uri="{0D108BD9-81ED-4DB2-BD59-A6C34878D82A}">
                    <a16:rowId xmlns:a16="http://schemas.microsoft.com/office/drawing/2014/main" val="1107640639"/>
                  </a:ext>
                </a:extLst>
              </a:tr>
              <a:tr h="17273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Major Green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56" marR="5956" marT="59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Tracy Mazzei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56" marR="5956" marT="59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James Thompson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56" marR="5956" marT="5956" marB="0" anchor="b"/>
                </a:tc>
                <a:extLst>
                  <a:ext uri="{0D108BD9-81ED-4DB2-BD59-A6C34878D82A}">
                    <a16:rowId xmlns:a16="http://schemas.microsoft.com/office/drawing/2014/main" val="1150679164"/>
                  </a:ext>
                </a:extLst>
              </a:tr>
              <a:tr h="17273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Ruth Griffin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56" marR="5956" marT="59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Christopher McCauley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56" marR="5956" marT="59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Jeduit Vazquez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56" marR="5956" marT="5956" marB="0" anchor="b"/>
                </a:tc>
                <a:extLst>
                  <a:ext uri="{0D108BD9-81ED-4DB2-BD59-A6C34878D82A}">
                    <a16:rowId xmlns:a16="http://schemas.microsoft.com/office/drawing/2014/main" val="1651122556"/>
                  </a:ext>
                </a:extLst>
              </a:tr>
              <a:tr h="17273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Cynthia Grizzell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56" marR="5956" marT="59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Cedric McCollins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56" marR="5956" marT="59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Gary Worthy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56" marR="5956" marT="5956" marB="0" anchor="b"/>
                </a:tc>
                <a:extLst>
                  <a:ext uri="{0D108BD9-81ED-4DB2-BD59-A6C34878D82A}">
                    <a16:rowId xmlns:a16="http://schemas.microsoft.com/office/drawing/2014/main" val="1275266767"/>
                  </a:ext>
                </a:extLst>
              </a:tr>
              <a:tr h="17273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Tesfaye(Tes) Haile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56" marR="5956" marT="59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56" marR="5956" marT="59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56" marR="5956" marT="5956" marB="0" anchor="b"/>
                </a:tc>
                <a:extLst>
                  <a:ext uri="{0D108BD9-81ED-4DB2-BD59-A6C34878D82A}">
                    <a16:rowId xmlns:a16="http://schemas.microsoft.com/office/drawing/2014/main" val="3441823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588772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/>
            </a:gs>
            <a:gs pos="46000">
              <a:schemeClr val="bg1">
                <a:lumMod val="85000"/>
              </a:schemeClr>
            </a:gs>
            <a:gs pos="100000">
              <a:schemeClr val="bg1">
                <a:lumMod val="65000"/>
              </a:schemeClr>
            </a:gs>
          </a:gsLst>
          <a:path path="circle">
            <a:fillToRect l="50000" t="130000" r="50000" b="-3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7A42E2-B4F5-8020-C393-BFA19D3729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7" name="Group 116">
            <a:extLst>
              <a:ext uri="{FF2B5EF4-FFF2-40B4-BE49-F238E27FC236}">
                <a16:creationId xmlns:a16="http://schemas.microsoft.com/office/drawing/2014/main" id="{BADAFF81-2796-D216-3E08-0E72E02A09EB}"/>
              </a:ext>
            </a:extLst>
          </p:cNvPr>
          <p:cNvGrpSpPr/>
          <p:nvPr/>
        </p:nvGrpSpPr>
        <p:grpSpPr>
          <a:xfrm>
            <a:off x="-1718" y="89375"/>
            <a:ext cx="3836742" cy="5536250"/>
            <a:chOff x="-1718" y="89375"/>
            <a:chExt cx="3836742" cy="5536250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93E81F86-07D8-F037-D43E-C70311604DA3}"/>
                </a:ext>
              </a:extLst>
            </p:cNvPr>
            <p:cNvGrpSpPr/>
            <p:nvPr/>
          </p:nvGrpSpPr>
          <p:grpSpPr>
            <a:xfrm>
              <a:off x="-1718" y="89375"/>
              <a:ext cx="3836742" cy="5536250"/>
              <a:chOff x="3187590" y="1624012"/>
              <a:chExt cx="3899011" cy="5626101"/>
            </a:xfrm>
          </p:grpSpPr>
          <p:sp>
            <p:nvSpPr>
              <p:cNvPr id="4" name="Freeform 2" descr="20%">
                <a:extLst>
                  <a:ext uri="{FF2B5EF4-FFF2-40B4-BE49-F238E27FC236}">
                    <a16:creationId xmlns:a16="http://schemas.microsoft.com/office/drawing/2014/main" id="{DB632770-A396-D753-5FBA-0E16F79C37F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17888" y="6196013"/>
                <a:ext cx="3429000" cy="381000"/>
              </a:xfrm>
              <a:custGeom>
                <a:avLst/>
                <a:gdLst>
                  <a:gd name="T0" fmla="*/ 0 w 2064"/>
                  <a:gd name="T1" fmla="*/ 0 h 240"/>
                  <a:gd name="T2" fmla="*/ 0 w 2064"/>
                  <a:gd name="T3" fmla="*/ 2147483646 h 240"/>
                  <a:gd name="T4" fmla="*/ 2147483646 w 2064"/>
                  <a:gd name="T5" fmla="*/ 2147483646 h 240"/>
                  <a:gd name="T6" fmla="*/ 2147483646 w 2064"/>
                  <a:gd name="T7" fmla="*/ 2147483646 h 240"/>
                  <a:gd name="T8" fmla="*/ 2147483646 w 2064"/>
                  <a:gd name="T9" fmla="*/ 2147483646 h 240"/>
                  <a:gd name="T10" fmla="*/ 2147483646 w 2064"/>
                  <a:gd name="T11" fmla="*/ 0 h 240"/>
                  <a:gd name="T12" fmla="*/ 0 w 2064"/>
                  <a:gd name="T13" fmla="*/ 0 h 24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064"/>
                  <a:gd name="T22" fmla="*/ 0 h 240"/>
                  <a:gd name="T23" fmla="*/ 2064 w 2064"/>
                  <a:gd name="T24" fmla="*/ 240 h 24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064" h="240">
                    <a:moveTo>
                      <a:pt x="0" y="0"/>
                    </a:moveTo>
                    <a:lnTo>
                      <a:pt x="0" y="240"/>
                    </a:lnTo>
                    <a:lnTo>
                      <a:pt x="384" y="144"/>
                    </a:lnTo>
                    <a:lnTo>
                      <a:pt x="1728" y="144"/>
                    </a:lnTo>
                    <a:lnTo>
                      <a:pt x="2064" y="240"/>
                    </a:lnTo>
                    <a:lnTo>
                      <a:pt x="2064" y="0"/>
                    </a:lnTo>
                    <a:lnTo>
                      <a:pt x="0" y="0"/>
                    </a:lnTo>
                    <a:close/>
                  </a:path>
                </a:pathLst>
              </a:custGeom>
              <a:blipFill dpi="0" rotWithShape="0">
                <a:blip r:embed="rId3"/>
                <a:srcRect/>
                <a:tile tx="0" ty="0" sx="100000" sy="100000" flip="none" algn="tl"/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" name="Rectangle 11" descr="20%">
                <a:extLst>
                  <a:ext uri="{FF2B5EF4-FFF2-40B4-BE49-F238E27FC236}">
                    <a16:creationId xmlns:a16="http://schemas.microsoft.com/office/drawing/2014/main" id="{44F8F153-7D56-1C96-3188-E3EFDA54E8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17888" y="1624012"/>
                <a:ext cx="3429000" cy="5000623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algn="r" defTabSz="4572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rPr>
                  <a:t> </a:t>
                </a:r>
              </a:p>
            </p:txBody>
          </p:sp>
          <p:sp>
            <p:nvSpPr>
              <p:cNvPr id="6" name="Rectangle 12">
                <a:extLst>
                  <a:ext uri="{FF2B5EF4-FFF2-40B4-BE49-F238E27FC236}">
                    <a16:creationId xmlns:a16="http://schemas.microsoft.com/office/drawing/2014/main" id="{6740C4F6-C17A-5D2E-9437-4FB35E8A37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17888" y="1624013"/>
                <a:ext cx="990600" cy="533400"/>
              </a:xfrm>
              <a:prstGeom prst="rect">
                <a:avLst/>
              </a:prstGeom>
              <a:solidFill>
                <a:schemeClr val="accent6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0" tIns="0" rIns="0" bIns="0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9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7" name="Rectangle 13">
                <a:extLst>
                  <a:ext uri="{FF2B5EF4-FFF2-40B4-BE49-F238E27FC236}">
                    <a16:creationId xmlns:a16="http://schemas.microsoft.com/office/drawing/2014/main" id="{BB735069-0B9C-B06C-F864-6A3936D880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2288" y="2157413"/>
                <a:ext cx="838200" cy="1225549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0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0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8" name="Rectangle 14">
                <a:extLst>
                  <a:ext uri="{FF2B5EF4-FFF2-40B4-BE49-F238E27FC236}">
                    <a16:creationId xmlns:a16="http://schemas.microsoft.com/office/drawing/2014/main" id="{D77F4AA3-E9D1-D333-EC49-00CBDDA86E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17888" y="2386013"/>
                <a:ext cx="609600" cy="99060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9" name="Rectangle 16">
                <a:extLst>
                  <a:ext uri="{FF2B5EF4-FFF2-40B4-BE49-F238E27FC236}">
                    <a16:creationId xmlns:a16="http://schemas.microsoft.com/office/drawing/2014/main" id="{7B46444A-8F31-519B-C57C-5ADFD7BCEF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17888" y="3681413"/>
                <a:ext cx="609600" cy="2286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0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10" name="Rectangle 17">
                <a:extLst>
                  <a:ext uri="{FF2B5EF4-FFF2-40B4-BE49-F238E27FC236}">
                    <a16:creationId xmlns:a16="http://schemas.microsoft.com/office/drawing/2014/main" id="{8FFDCD23-84A3-C5CD-C2FB-42758687DE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17888" y="3910013"/>
                <a:ext cx="609600" cy="6096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0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11" name="Rectangle 18">
                <a:extLst>
                  <a:ext uri="{FF2B5EF4-FFF2-40B4-BE49-F238E27FC236}">
                    <a16:creationId xmlns:a16="http://schemas.microsoft.com/office/drawing/2014/main" id="{46FB1A12-2AB0-3A6D-0063-DD45F810AA3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17888" y="4519613"/>
                <a:ext cx="609600" cy="60960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algn="ctr" defTabSz="457200" rtl="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12" name="Rectangle 19">
                <a:extLst>
                  <a:ext uri="{FF2B5EF4-FFF2-40B4-BE49-F238E27FC236}">
                    <a16:creationId xmlns:a16="http://schemas.microsoft.com/office/drawing/2014/main" id="{FEE4C584-6964-31A7-60C3-6BE6C6A62C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17888" y="5129213"/>
                <a:ext cx="609600" cy="5334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0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13" name="Rectangle 22">
                <a:extLst>
                  <a:ext uri="{FF2B5EF4-FFF2-40B4-BE49-F238E27FC236}">
                    <a16:creationId xmlns:a16="http://schemas.microsoft.com/office/drawing/2014/main" id="{F1250F22-BF45-441F-8713-E66B30D28B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22888" y="5738813"/>
                <a:ext cx="838200" cy="4572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0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14" name="Rectangle 23" descr="10%">
                <a:extLst>
                  <a:ext uri="{FF2B5EF4-FFF2-40B4-BE49-F238E27FC236}">
                    <a16:creationId xmlns:a16="http://schemas.microsoft.com/office/drawing/2014/main" id="{8B470A3E-4809-A20B-F48A-A8AF49F2D9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1088" y="5129213"/>
                <a:ext cx="685800" cy="2667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15" name="Rectangle 25">
                <a:extLst>
                  <a:ext uri="{FF2B5EF4-FFF2-40B4-BE49-F238E27FC236}">
                    <a16:creationId xmlns:a16="http://schemas.microsoft.com/office/drawing/2014/main" id="{FC618A21-8332-4A4D-980C-B7830DAA58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08488" y="1624013"/>
                <a:ext cx="1066800" cy="53340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16" name="Rectangle 28">
                <a:extLst>
                  <a:ext uri="{FF2B5EF4-FFF2-40B4-BE49-F238E27FC236}">
                    <a16:creationId xmlns:a16="http://schemas.microsoft.com/office/drawing/2014/main" id="{E8FC6BB3-C424-3BA1-3124-88EB2CA882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84888" y="5434013"/>
                <a:ext cx="762000" cy="762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17" name="Rectangle 29">
                <a:extLst>
                  <a:ext uri="{FF2B5EF4-FFF2-40B4-BE49-F238E27FC236}">
                    <a16:creationId xmlns:a16="http://schemas.microsoft.com/office/drawing/2014/main" id="{D7D09B8D-FB43-D7E4-1562-DDF44C85A7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13488" y="3148013"/>
                <a:ext cx="533400" cy="68580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algn="ctr" defTabSz="457200" rtl="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18" name="Rectangle 30">
                <a:extLst>
                  <a:ext uri="{FF2B5EF4-FFF2-40B4-BE49-F238E27FC236}">
                    <a16:creationId xmlns:a16="http://schemas.microsoft.com/office/drawing/2014/main" id="{7B1A52E4-BC8D-6EC5-5016-6002C9B438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2288" y="4062413"/>
                <a:ext cx="838200" cy="68580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9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19" name="Rectangle 31">
                <a:extLst>
                  <a:ext uri="{FF2B5EF4-FFF2-40B4-BE49-F238E27FC236}">
                    <a16:creationId xmlns:a16="http://schemas.microsoft.com/office/drawing/2014/main" id="{2A03F10F-CC59-0D57-FBC7-FC26F98E04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1088" y="2081213"/>
                <a:ext cx="685800" cy="546098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0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0" name="Line 35">
                <a:extLst>
                  <a:ext uri="{FF2B5EF4-FFF2-40B4-BE49-F238E27FC236}">
                    <a16:creationId xmlns:a16="http://schemas.microsoft.com/office/drawing/2014/main" id="{0852B578-5421-72CF-F96E-2CEB37FFD3B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167438" y="2362200"/>
                <a:ext cx="685800" cy="0"/>
              </a:xfrm>
              <a:prstGeom prst="line">
                <a:avLst/>
              </a:prstGeom>
              <a:noFill/>
              <a:ln w="9525" cap="rnd">
                <a:solidFill>
                  <a:schemeClr val="tx1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" name="Rectangle 49">
                <a:extLst>
                  <a:ext uri="{FF2B5EF4-FFF2-40B4-BE49-F238E27FC236}">
                    <a16:creationId xmlns:a16="http://schemas.microsoft.com/office/drawing/2014/main" id="{5AF9D77F-C6B6-0D76-9F21-0ABEDB4512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70488" y="3370263"/>
                <a:ext cx="762000" cy="69850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2" name="Rectangle 50">
                <a:extLst>
                  <a:ext uri="{FF2B5EF4-FFF2-40B4-BE49-F238E27FC236}">
                    <a16:creationId xmlns:a16="http://schemas.microsoft.com/office/drawing/2014/main" id="{97FF34F8-D98F-B8DA-DD78-5D6524780B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70488" y="4062413"/>
                <a:ext cx="762000" cy="68580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3" name="Rectangle 51">
                <a:extLst>
                  <a:ext uri="{FF2B5EF4-FFF2-40B4-BE49-F238E27FC236}">
                    <a16:creationId xmlns:a16="http://schemas.microsoft.com/office/drawing/2014/main" id="{6876AA36-1260-3B6F-92F9-459021FBA9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70488" y="4748213"/>
                <a:ext cx="533400" cy="6858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9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4" name="Rectangle 52">
                <a:extLst>
                  <a:ext uri="{FF2B5EF4-FFF2-40B4-BE49-F238E27FC236}">
                    <a16:creationId xmlns:a16="http://schemas.microsoft.com/office/drawing/2014/main" id="{80898410-6787-8176-82E0-C260AB9B0F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1088" y="2614613"/>
                <a:ext cx="685800" cy="60960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1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5" name="Rectangle 53">
                <a:extLst>
                  <a:ext uri="{FF2B5EF4-FFF2-40B4-BE49-F238E27FC236}">
                    <a16:creationId xmlns:a16="http://schemas.microsoft.com/office/drawing/2014/main" id="{5C2B756C-6B59-5E88-9DE4-DC08FC136E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2288" y="3382963"/>
                <a:ext cx="838200" cy="679450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0" tIns="0" rIns="0" bIns="0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4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endParaRPr>
              </a:p>
            </p:txBody>
          </p:sp>
          <p:sp>
            <p:nvSpPr>
              <p:cNvPr id="26" name="Rectangle 54">
                <a:extLst>
                  <a:ext uri="{FF2B5EF4-FFF2-40B4-BE49-F238E27FC236}">
                    <a16:creationId xmlns:a16="http://schemas.microsoft.com/office/drawing/2014/main" id="{0F7D865F-D888-C999-774C-88ECB39B60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2288" y="4748213"/>
                <a:ext cx="838200" cy="6858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7" name="Rectangle 55">
                <a:extLst>
                  <a:ext uri="{FF2B5EF4-FFF2-40B4-BE49-F238E27FC236}">
                    <a16:creationId xmlns:a16="http://schemas.microsoft.com/office/drawing/2014/main" id="{598FEA93-0AC0-B002-2492-0E2D129DB5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17888" y="6196013"/>
                <a:ext cx="3429000" cy="105410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8" name="Rectangle 59">
                <a:extLst>
                  <a:ext uri="{FF2B5EF4-FFF2-40B4-BE49-F238E27FC236}">
                    <a16:creationId xmlns:a16="http://schemas.microsoft.com/office/drawing/2014/main" id="{828D246B-FD04-3C69-03BB-5D7AB1A3CC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1088" y="3833813"/>
                <a:ext cx="685800" cy="129540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algn="ctr" defTabSz="457200" rtl="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9" name="Rectangle 71">
                <a:extLst>
                  <a:ext uri="{FF2B5EF4-FFF2-40B4-BE49-F238E27FC236}">
                    <a16:creationId xmlns:a16="http://schemas.microsoft.com/office/drawing/2014/main" id="{2F8D4B9C-8952-4F45-0965-5882284757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1088" y="3224213"/>
                <a:ext cx="685800" cy="60960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30" name="Rectangle 81">
                <a:extLst>
                  <a:ext uri="{FF2B5EF4-FFF2-40B4-BE49-F238E27FC236}">
                    <a16:creationId xmlns:a16="http://schemas.microsoft.com/office/drawing/2014/main" id="{180DB2F2-5FE4-F81C-3B22-2825C221F4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75288" y="1624013"/>
                <a:ext cx="457200" cy="5334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1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endParaRPr>
              </a:p>
            </p:txBody>
          </p:sp>
          <p:sp>
            <p:nvSpPr>
              <p:cNvPr id="31" name="Rectangle 59">
                <a:extLst>
                  <a:ext uri="{FF2B5EF4-FFF2-40B4-BE49-F238E27FC236}">
                    <a16:creationId xmlns:a16="http://schemas.microsoft.com/office/drawing/2014/main" id="{30CE8EF2-DE63-E698-0957-4CC55639B2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1088" y="5815013"/>
                <a:ext cx="685800" cy="3810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algn="ctr" defTabSz="457200" rtl="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0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32" name="Rectangle 13">
                <a:extLst>
                  <a:ext uri="{FF2B5EF4-FFF2-40B4-BE49-F238E27FC236}">
                    <a16:creationId xmlns:a16="http://schemas.microsoft.com/office/drawing/2014/main" id="{8AAEE965-2040-2405-618B-739AD177F5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70488" y="2157413"/>
                <a:ext cx="762000" cy="625125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33" name="Rectangle 13">
                <a:extLst>
                  <a:ext uri="{FF2B5EF4-FFF2-40B4-BE49-F238E27FC236}">
                    <a16:creationId xmlns:a16="http://schemas.microsoft.com/office/drawing/2014/main" id="{36865FAB-3392-183B-7B61-BA405948BF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70488" y="2782542"/>
                <a:ext cx="762000" cy="60042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0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34" name="Rectangle 22">
                <a:extLst>
                  <a:ext uri="{FF2B5EF4-FFF2-40B4-BE49-F238E27FC236}">
                    <a16:creationId xmlns:a16="http://schemas.microsoft.com/office/drawing/2014/main" id="{548BCECB-258E-EC7D-A2DC-20B5E730B0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15038" y="6196013"/>
                <a:ext cx="838200" cy="4572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0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cxnSp>
            <p:nvCxnSpPr>
              <p:cNvPr id="35" name="Straight Connector 4">
                <a:extLst>
                  <a:ext uri="{FF2B5EF4-FFF2-40B4-BE49-F238E27FC236}">
                    <a16:creationId xmlns:a16="http://schemas.microsoft.com/office/drawing/2014/main" id="{9A4816E8-DA73-63FF-C144-18AC585FFAAD}"/>
                  </a:ext>
                </a:extLst>
              </p:cNvPr>
              <p:cNvCxnSpPr>
                <a:cxnSpLocks noChangeShapeType="1"/>
                <a:stCxn id="13" idx="0"/>
                <a:endCxn id="13" idx="2"/>
              </p:cNvCxnSpPr>
              <p:nvPr/>
            </p:nvCxnSpPr>
            <p:spPr bwMode="auto">
              <a:xfrm>
                <a:off x="5741988" y="5738813"/>
                <a:ext cx="0" cy="4572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36" name="Rectangle 11" descr="20%">
                <a:extLst>
                  <a:ext uri="{FF2B5EF4-FFF2-40B4-BE49-F238E27FC236}">
                    <a16:creationId xmlns:a16="http://schemas.microsoft.com/office/drawing/2014/main" id="{B12662DF-8287-770E-E233-F1B4F206B4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09949" y="6089650"/>
                <a:ext cx="796925" cy="534988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algn="r" defTabSz="4572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rPr>
                  <a:t> </a:t>
                </a:r>
              </a:p>
            </p:txBody>
          </p:sp>
          <p:sp>
            <p:nvSpPr>
              <p:cNvPr id="37" name="Rectangle 23" descr="10%">
                <a:extLst>
                  <a:ext uri="{FF2B5EF4-FFF2-40B4-BE49-F238E27FC236}">
                    <a16:creationId xmlns:a16="http://schemas.microsoft.com/office/drawing/2014/main" id="{FBE53943-F2DD-F2B7-B814-62A983BB1A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6875" y="6196010"/>
                <a:ext cx="515938" cy="2667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38" name="Arc 37">
                <a:extLst>
                  <a:ext uri="{FF2B5EF4-FFF2-40B4-BE49-F238E27FC236}">
                    <a16:creationId xmlns:a16="http://schemas.microsoft.com/office/drawing/2014/main" id="{6FB3F80B-618E-8288-6615-23411DDCA6F9}"/>
                  </a:ext>
                </a:extLst>
              </p:cNvPr>
              <p:cNvSpPr/>
              <p:nvPr/>
            </p:nvSpPr>
            <p:spPr bwMode="auto">
              <a:xfrm flipH="1">
                <a:off x="5121275" y="5995986"/>
                <a:ext cx="342900" cy="419100"/>
              </a:xfrm>
              <a:prstGeom prst="arc">
                <a:avLst/>
              </a:prstGeom>
              <a:solidFill>
                <a:schemeClr val="bg1">
                  <a:lumMod val="65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marL="0" marR="0" lvl="0" indent="0" algn="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endParaRPr>
              </a:p>
            </p:txBody>
          </p:sp>
          <p:sp>
            <p:nvSpPr>
              <p:cNvPr id="39" name="Arc 38">
                <a:extLst>
                  <a:ext uri="{FF2B5EF4-FFF2-40B4-BE49-F238E27FC236}">
                    <a16:creationId xmlns:a16="http://schemas.microsoft.com/office/drawing/2014/main" id="{4FF05C59-994F-4710-2007-44FD97EEE7AE}"/>
                  </a:ext>
                </a:extLst>
              </p:cNvPr>
              <p:cNvSpPr/>
              <p:nvPr/>
            </p:nvSpPr>
            <p:spPr bwMode="auto">
              <a:xfrm>
                <a:off x="4778375" y="5995986"/>
                <a:ext cx="342900" cy="419100"/>
              </a:xfrm>
              <a:prstGeom prst="arc">
                <a:avLst/>
              </a:prstGeom>
              <a:solidFill>
                <a:schemeClr val="bg1">
                  <a:lumMod val="65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marL="0" marR="0" lvl="0" indent="0" algn="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endParaRPr>
              </a:p>
            </p:txBody>
          </p:sp>
          <p:sp>
            <p:nvSpPr>
              <p:cNvPr id="40" name="Arc 39">
                <a:extLst>
                  <a:ext uri="{FF2B5EF4-FFF2-40B4-BE49-F238E27FC236}">
                    <a16:creationId xmlns:a16="http://schemas.microsoft.com/office/drawing/2014/main" id="{3C0499B8-904C-BF80-01FC-DDC2C12D4414}"/>
                  </a:ext>
                </a:extLst>
              </p:cNvPr>
              <p:cNvSpPr/>
              <p:nvPr/>
            </p:nvSpPr>
            <p:spPr bwMode="auto">
              <a:xfrm flipH="1" flipV="1">
                <a:off x="6613526" y="5167646"/>
                <a:ext cx="473075" cy="511175"/>
              </a:xfrm>
              <a:prstGeom prst="arc">
                <a:avLst/>
              </a:prstGeom>
              <a:solidFill>
                <a:schemeClr val="bg1">
                  <a:lumMod val="65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marL="0" marR="0" lvl="0" indent="0" algn="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endParaRPr>
              </a:p>
            </p:txBody>
          </p:sp>
          <p:sp>
            <p:nvSpPr>
              <p:cNvPr id="41" name="Arc 40">
                <a:extLst>
                  <a:ext uri="{FF2B5EF4-FFF2-40B4-BE49-F238E27FC236}">
                    <a16:creationId xmlns:a16="http://schemas.microsoft.com/office/drawing/2014/main" id="{C321B269-DD2A-4957-C447-843819A5268A}"/>
                  </a:ext>
                </a:extLst>
              </p:cNvPr>
              <p:cNvSpPr/>
              <p:nvPr/>
            </p:nvSpPr>
            <p:spPr bwMode="auto">
              <a:xfrm rot="10800000" flipH="1" flipV="1">
                <a:off x="3187590" y="3415229"/>
                <a:ext cx="447675" cy="465138"/>
              </a:xfrm>
              <a:prstGeom prst="arc">
                <a:avLst/>
              </a:prstGeom>
              <a:solidFill>
                <a:schemeClr val="bg1">
                  <a:lumMod val="65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marL="0" marR="0" lvl="0" indent="0" algn="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endParaRPr>
              </a:p>
            </p:txBody>
          </p:sp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653ADD92-8154-D9E5-9A66-CD99FBAA24C9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3417888" y="6624635"/>
                <a:ext cx="788986" cy="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C3A3715D-0835-B4B6-94DB-62D8DAC3C3BC}"/>
                  </a:ext>
                </a:extLst>
              </p:cNvPr>
              <p:cNvCxnSpPr>
                <a:cxnSpLocks/>
                <a:endCxn id="27" idx="1"/>
              </p:cNvCxnSpPr>
              <p:nvPr/>
            </p:nvCxnSpPr>
            <p:spPr bwMode="auto">
              <a:xfrm>
                <a:off x="3417888" y="6089650"/>
                <a:ext cx="0" cy="633413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grpSp>
            <p:nvGrpSpPr>
              <p:cNvPr id="44" name="Group 6">
                <a:extLst>
                  <a:ext uri="{FF2B5EF4-FFF2-40B4-BE49-F238E27FC236}">
                    <a16:creationId xmlns:a16="http://schemas.microsoft.com/office/drawing/2014/main" id="{6C98BB60-324F-4F2D-9A16-087F943DC06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5400000">
                <a:off x="3095191" y="6145213"/>
                <a:ext cx="685795" cy="419100"/>
                <a:chOff x="4951408" y="6718744"/>
                <a:chExt cx="685795" cy="419100"/>
              </a:xfrm>
              <a:solidFill>
                <a:schemeClr val="bg1">
                  <a:lumMod val="65000"/>
                </a:schemeClr>
              </a:solidFill>
            </p:grpSpPr>
            <p:sp>
              <p:nvSpPr>
                <p:cNvPr id="47" name="Arc 46">
                  <a:extLst>
                    <a:ext uri="{FF2B5EF4-FFF2-40B4-BE49-F238E27FC236}">
                      <a16:creationId xmlns:a16="http://schemas.microsoft.com/office/drawing/2014/main" id="{6BCE868C-0ABB-DFC8-360D-EF61DC6285EE}"/>
                    </a:ext>
                  </a:extLst>
                </p:cNvPr>
                <p:cNvSpPr/>
                <p:nvPr/>
              </p:nvSpPr>
              <p:spPr bwMode="auto">
                <a:xfrm flipH="1">
                  <a:off x="5294303" y="6718744"/>
                  <a:ext cx="342900" cy="419100"/>
                </a:xfrm>
                <a:prstGeom prst="arc">
                  <a:avLst/>
                </a:prstGeom>
                <a:grpFill/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 marL="0" marR="0" lvl="0" indent="0" algn="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48" name="Arc 47">
                  <a:extLst>
                    <a:ext uri="{FF2B5EF4-FFF2-40B4-BE49-F238E27FC236}">
                      <a16:creationId xmlns:a16="http://schemas.microsoft.com/office/drawing/2014/main" id="{624B9264-40EF-8EFE-FAF3-007C1D8E588F}"/>
                    </a:ext>
                  </a:extLst>
                </p:cNvPr>
                <p:cNvSpPr/>
                <p:nvPr/>
              </p:nvSpPr>
              <p:spPr bwMode="auto">
                <a:xfrm>
                  <a:off x="4951408" y="6718744"/>
                  <a:ext cx="342900" cy="419100"/>
                </a:xfrm>
                <a:prstGeom prst="arc">
                  <a:avLst/>
                </a:prstGeom>
                <a:grpFill/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 marL="0" marR="0" lvl="0" indent="0" algn="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charset="0"/>
                    <a:ea typeface="+mn-ea"/>
                    <a:cs typeface="+mn-cs"/>
                  </a:endParaRPr>
                </a:p>
              </p:txBody>
            </p:sp>
          </p:grp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A94FCD32-E544-F56C-CB40-E5A1FA5F2252}"/>
                  </a:ext>
                </a:extLst>
              </p:cNvPr>
              <p:cNvCxnSpPr/>
              <p:nvPr/>
            </p:nvCxnSpPr>
            <p:spPr bwMode="auto">
              <a:xfrm>
                <a:off x="4206874" y="6462710"/>
                <a:ext cx="0" cy="161925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46" name="Rectangle: Rounded Corners 45">
                <a:extLst>
                  <a:ext uri="{FF2B5EF4-FFF2-40B4-BE49-F238E27FC236}">
                    <a16:creationId xmlns:a16="http://schemas.microsoft.com/office/drawing/2014/main" id="{E8AB12AD-B925-93FD-20FD-DFC53F770443}"/>
                  </a:ext>
                </a:extLst>
              </p:cNvPr>
              <p:cNvSpPr/>
              <p:nvPr/>
            </p:nvSpPr>
            <p:spPr bwMode="auto">
              <a:xfrm>
                <a:off x="6047108" y="1734164"/>
                <a:ext cx="762000" cy="244478"/>
              </a:xfrm>
              <a:prstGeom prst="roundRect">
                <a:avLst>
                  <a:gd name="adj" fmla="val 50000"/>
                </a:avLst>
              </a:prstGeom>
              <a:solidFill>
                <a:srgbClr val="0070C0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+mn-ea"/>
                    <a:cs typeface="+mn-cs"/>
                  </a:rPr>
                  <a:t>BASEMENT</a:t>
                </a:r>
              </a:p>
            </p:txBody>
          </p:sp>
        </p:grpSp>
        <p:sp>
          <p:nvSpPr>
            <p:cNvPr id="49" name="Rectangle: Rounded Corners 48">
              <a:extLst>
                <a:ext uri="{FF2B5EF4-FFF2-40B4-BE49-F238E27FC236}">
                  <a16:creationId xmlns:a16="http://schemas.microsoft.com/office/drawing/2014/main" id="{1549DF55-CEF6-2270-4C9A-A0BEF6ED4759}"/>
                </a:ext>
              </a:extLst>
            </p:cNvPr>
            <p:cNvSpPr/>
            <p:nvPr/>
          </p:nvSpPr>
          <p:spPr bwMode="auto">
            <a:xfrm>
              <a:off x="1030243" y="5084945"/>
              <a:ext cx="1763557" cy="418720"/>
            </a:xfrm>
            <a:prstGeom prst="roundRect">
              <a:avLst>
                <a:gd name="adj" fmla="val 50000"/>
              </a:avLst>
            </a:prstGeom>
            <a:solidFill>
              <a:srgbClr val="0070C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entury Gothic" panose="020B0502020202020204" pitchFamily="34" charset="0"/>
                  <a:ea typeface="+mn-ea"/>
                  <a:cs typeface="+mn-cs"/>
                </a:rPr>
                <a:t>AUDITORIUM</a:t>
              </a:r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F6B2C7FB-0ADE-82B5-7AEF-C37313D5E3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380781" y="1034365"/>
              <a:ext cx="365760" cy="365760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entury Gothic" panose="020B0502020202020204" pitchFamily="34" charset="0"/>
                  <a:ea typeface="+mn-ea"/>
                  <a:cs typeface="+mn-cs"/>
                </a:rPr>
                <a:t>12</a:t>
              </a:r>
              <a:endParaRPr kumimoji="0" lang="en-US" sz="36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30549C70-9F1C-2317-886A-C81A4B16684A}"/>
                </a:ext>
              </a:extLst>
            </p:cNvPr>
            <p:cNvSpPr txBox="1"/>
            <p:nvPr/>
          </p:nvSpPr>
          <p:spPr>
            <a:xfrm>
              <a:off x="192878" y="3500955"/>
              <a:ext cx="652426" cy="6001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Supply &amp; Copy Center</a:t>
              </a: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86E72FDB-FCED-FED8-57C0-0626A49EF6A6}"/>
                </a:ext>
              </a:extLst>
            </p:cNvPr>
            <p:cNvSpPr txBox="1"/>
            <p:nvPr/>
          </p:nvSpPr>
          <p:spPr>
            <a:xfrm>
              <a:off x="1150702" y="3265508"/>
              <a:ext cx="76131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Resource Room</a:t>
              </a: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D749C5BF-9784-D9B7-7831-82FCA1DCE411}"/>
                </a:ext>
              </a:extLst>
            </p:cNvPr>
            <p:cNvSpPr txBox="1"/>
            <p:nvPr/>
          </p:nvSpPr>
          <p:spPr>
            <a:xfrm>
              <a:off x="1831294" y="3367353"/>
              <a:ext cx="76131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Nursery</a:t>
              </a:r>
            </a:p>
          </p:txBody>
        </p:sp>
        <p:pic>
          <p:nvPicPr>
            <p:cNvPr id="78" name="Graphic 77" descr="Man">
              <a:extLst>
                <a:ext uri="{FF2B5EF4-FFF2-40B4-BE49-F238E27FC236}">
                  <a16:creationId xmlns:a16="http://schemas.microsoft.com/office/drawing/2014/main" id="{6EE0527B-3586-EA84-2618-681C353C698A}"/>
                </a:ext>
              </a:extLst>
            </p:cNvPr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511885" y="4219128"/>
              <a:ext cx="336293" cy="336293"/>
            </a:xfrm>
            <a:prstGeom prst="rect">
              <a:avLst/>
            </a:prstGeom>
          </p:spPr>
        </p:pic>
        <p:pic>
          <p:nvPicPr>
            <p:cNvPr id="79" name="Graphic 78" descr="Woman">
              <a:extLst>
                <a:ext uri="{FF2B5EF4-FFF2-40B4-BE49-F238E27FC236}">
                  <a16:creationId xmlns:a16="http://schemas.microsoft.com/office/drawing/2014/main" id="{A9861DDC-5A46-21CB-EB41-159338BDA40E}"/>
                </a:ext>
              </a:extLst>
            </p:cNvPr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145047" y="4213444"/>
              <a:ext cx="336293" cy="336293"/>
            </a:xfrm>
            <a:prstGeom prst="rect">
              <a:avLst/>
            </a:prstGeom>
          </p:spPr>
        </p:pic>
        <p:pic>
          <p:nvPicPr>
            <p:cNvPr id="80" name="Graphic 79" descr="Woman">
              <a:extLst>
                <a:ext uri="{FF2B5EF4-FFF2-40B4-BE49-F238E27FC236}">
                  <a16:creationId xmlns:a16="http://schemas.microsoft.com/office/drawing/2014/main" id="{30ACEA63-4B74-2DD8-057B-BEF4BF513DF1}"/>
                </a:ext>
              </a:extLst>
            </p:cNvPr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039891" y="4654490"/>
              <a:ext cx="336293" cy="336293"/>
            </a:xfrm>
            <a:prstGeom prst="rect">
              <a:avLst/>
            </a:prstGeom>
          </p:spPr>
        </p:pic>
        <p:pic>
          <p:nvPicPr>
            <p:cNvPr id="82" name="Graphic 81" descr="Man">
              <a:extLst>
                <a:ext uri="{FF2B5EF4-FFF2-40B4-BE49-F238E27FC236}">
                  <a16:creationId xmlns:a16="http://schemas.microsoft.com/office/drawing/2014/main" id="{E41E9F45-7232-523A-7C7D-95E5592219CC}"/>
                </a:ext>
              </a:extLst>
            </p:cNvPr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5400000">
              <a:off x="3124082" y="773823"/>
              <a:ext cx="336293" cy="336293"/>
            </a:xfrm>
            <a:prstGeom prst="rect">
              <a:avLst/>
            </a:prstGeom>
          </p:spPr>
        </p:pic>
        <p:pic>
          <p:nvPicPr>
            <p:cNvPr id="83" name="Graphic 82" descr="Woman">
              <a:extLst>
                <a:ext uri="{FF2B5EF4-FFF2-40B4-BE49-F238E27FC236}">
                  <a16:creationId xmlns:a16="http://schemas.microsoft.com/office/drawing/2014/main" id="{F17432C7-E005-B5B3-6972-48E3A96CDE2B}"/>
                </a:ext>
              </a:extLst>
            </p:cNvPr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5400000">
              <a:off x="3116270" y="538359"/>
              <a:ext cx="336293" cy="336293"/>
            </a:xfrm>
            <a:prstGeom prst="rect">
              <a:avLst/>
            </a:prstGeom>
          </p:spPr>
        </p:pic>
      </p:grpSp>
      <p:sp>
        <p:nvSpPr>
          <p:cNvPr id="101" name="Rectangle: Rounded Corners 100">
            <a:extLst>
              <a:ext uri="{FF2B5EF4-FFF2-40B4-BE49-F238E27FC236}">
                <a16:creationId xmlns:a16="http://schemas.microsoft.com/office/drawing/2014/main" id="{67AAB1C2-0B0B-B6B2-054E-1F9C4528BDB3}"/>
              </a:ext>
            </a:extLst>
          </p:cNvPr>
          <p:cNvSpPr/>
          <p:nvPr/>
        </p:nvSpPr>
        <p:spPr bwMode="auto">
          <a:xfrm>
            <a:off x="4555439" y="63518"/>
            <a:ext cx="3736094" cy="562488"/>
          </a:xfrm>
          <a:prstGeom prst="roundRect">
            <a:avLst>
              <a:gd name="adj" fmla="val 50000"/>
            </a:avLst>
          </a:prstGeom>
          <a:solidFill>
            <a:srgbClr val="0070C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Group Meeting – 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Grou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p 3</a:t>
            </a:r>
          </a:p>
        </p:txBody>
      </p: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A9A09CAD-610E-10BD-C5D0-57D1EBCA373C}"/>
              </a:ext>
            </a:extLst>
          </p:cNvPr>
          <p:cNvCxnSpPr>
            <a:cxnSpLocks/>
            <a:stCxn id="51" idx="6"/>
            <a:endCxn id="101" idx="1"/>
          </p:cNvCxnSpPr>
          <p:nvPr/>
        </p:nvCxnSpPr>
        <p:spPr>
          <a:xfrm flipV="1">
            <a:off x="1746541" y="344762"/>
            <a:ext cx="2808898" cy="872483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4B80373F-8987-4022-2922-E2E9ACC83545}"/>
              </a:ext>
            </a:extLst>
          </p:cNvPr>
          <p:cNvSpPr txBox="1"/>
          <p:nvPr/>
        </p:nvSpPr>
        <p:spPr>
          <a:xfrm>
            <a:off x="91283" y="108684"/>
            <a:ext cx="12420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Sunday Night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Lord’s Supper</a:t>
            </a:r>
          </a:p>
        </p:txBody>
      </p:sp>
      <p:graphicFrame>
        <p:nvGraphicFramePr>
          <p:cNvPr id="58" name="Table 57">
            <a:extLst>
              <a:ext uri="{FF2B5EF4-FFF2-40B4-BE49-F238E27FC236}">
                <a16:creationId xmlns:a16="http://schemas.microsoft.com/office/drawing/2014/main" id="{C3CDEC5F-EF7F-96B1-309D-C8C6A07BCD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060621"/>
              </p:ext>
            </p:extLst>
          </p:nvPr>
        </p:nvGraphicFramePr>
        <p:xfrm>
          <a:off x="4076130" y="664340"/>
          <a:ext cx="4775793" cy="4386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11180">
                  <a:extLst>
                    <a:ext uri="{9D8B030D-6E8A-4147-A177-3AD203B41FA5}">
                      <a16:colId xmlns:a16="http://schemas.microsoft.com/office/drawing/2014/main" val="1003709284"/>
                    </a:ext>
                  </a:extLst>
                </a:gridCol>
                <a:gridCol w="1499645">
                  <a:extLst>
                    <a:ext uri="{9D8B030D-6E8A-4147-A177-3AD203B41FA5}">
                      <a16:colId xmlns:a16="http://schemas.microsoft.com/office/drawing/2014/main" val="3793707784"/>
                    </a:ext>
                  </a:extLst>
                </a:gridCol>
                <a:gridCol w="1764968">
                  <a:extLst>
                    <a:ext uri="{9D8B030D-6E8A-4147-A177-3AD203B41FA5}">
                      <a16:colId xmlns:a16="http://schemas.microsoft.com/office/drawing/2014/main" val="773378731"/>
                    </a:ext>
                  </a:extLst>
                </a:gridCol>
              </a:tblGrid>
              <a:tr h="17273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Santy Blesson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56" marR="5956" marT="59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Anna Hovater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56" marR="5956" marT="59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Olivia Padilla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56" marR="5956" marT="5956" marB="0" anchor="b"/>
                </a:tc>
                <a:extLst>
                  <a:ext uri="{0D108BD9-81ED-4DB2-BD59-A6C34878D82A}">
                    <a16:rowId xmlns:a16="http://schemas.microsoft.com/office/drawing/2014/main" val="85875640"/>
                  </a:ext>
                </a:extLst>
              </a:tr>
              <a:tr h="17273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Mason Broadwell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56" marR="5956" marT="59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Keith Hughes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56" marR="5956" marT="59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Abbey Quintero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56" marR="5956" marT="5956" marB="0" anchor="b"/>
                </a:tc>
                <a:extLst>
                  <a:ext uri="{0D108BD9-81ED-4DB2-BD59-A6C34878D82A}">
                    <a16:rowId xmlns:a16="http://schemas.microsoft.com/office/drawing/2014/main" val="295159029"/>
                  </a:ext>
                </a:extLst>
              </a:tr>
              <a:tr h="17273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Linda Brubaker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56" marR="5956" marT="59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Jack Johnson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56" marR="5956" marT="59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Rachel </a:t>
                      </a:r>
                      <a:r>
                        <a:rPr lang="en-US" sz="1400" u="none" strike="noStrike" dirty="0" err="1">
                          <a:effectLst/>
                        </a:rPr>
                        <a:t>Ramjhattan</a:t>
                      </a:r>
                      <a:endParaRPr lang="en-US" sz="1400" b="0" i="0" u="none" strike="noStrike" dirty="0" err="1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56" marR="5956" marT="5956" marB="0" anchor="b"/>
                </a:tc>
                <a:extLst>
                  <a:ext uri="{0D108BD9-81ED-4DB2-BD59-A6C34878D82A}">
                    <a16:rowId xmlns:a16="http://schemas.microsoft.com/office/drawing/2014/main" val="2812371379"/>
                  </a:ext>
                </a:extLst>
              </a:tr>
              <a:tr h="17273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Luke Carter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56" marR="5956" marT="59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Chrissy Jones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56" marR="5956" marT="59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Jason Rich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56" marR="5956" marT="5956" marB="0" anchor="b"/>
                </a:tc>
                <a:extLst>
                  <a:ext uri="{0D108BD9-81ED-4DB2-BD59-A6C34878D82A}">
                    <a16:rowId xmlns:a16="http://schemas.microsoft.com/office/drawing/2014/main" val="3911618956"/>
                  </a:ext>
                </a:extLst>
              </a:tr>
              <a:tr h="17273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Matt Caudill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56" marR="5956" marT="59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Emma Jones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56" marR="5956" marT="59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Christopher Rudd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56" marR="5956" marT="5956" marB="0" anchor="b"/>
                </a:tc>
                <a:extLst>
                  <a:ext uri="{0D108BD9-81ED-4DB2-BD59-A6C34878D82A}">
                    <a16:rowId xmlns:a16="http://schemas.microsoft.com/office/drawing/2014/main" val="1260622313"/>
                  </a:ext>
                </a:extLst>
              </a:tr>
              <a:tr h="17273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Lara Churchwell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56" marR="5956" marT="59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Patrece Julian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56" marR="5956" marT="59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Austin Rutherford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56" marR="5956" marT="5956" marB="0" anchor="b"/>
                </a:tc>
                <a:extLst>
                  <a:ext uri="{0D108BD9-81ED-4DB2-BD59-A6C34878D82A}">
                    <a16:rowId xmlns:a16="http://schemas.microsoft.com/office/drawing/2014/main" val="2597829880"/>
                  </a:ext>
                </a:extLst>
              </a:tr>
              <a:tr h="17273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Jason Collier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56" marR="5956" marT="59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Mike Krek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56" marR="5956" marT="59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Katie Scally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56" marR="5956" marT="5956" marB="0" anchor="b"/>
                </a:tc>
                <a:extLst>
                  <a:ext uri="{0D108BD9-81ED-4DB2-BD59-A6C34878D82A}">
                    <a16:rowId xmlns:a16="http://schemas.microsoft.com/office/drawing/2014/main" val="2695034262"/>
                  </a:ext>
                </a:extLst>
              </a:tr>
              <a:tr h="17273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Andrew Conquest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56" marR="5956" marT="59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Matt LaGrone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56" marR="5956" marT="59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Andrew Shannon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56" marR="5956" marT="5956" marB="0" anchor="b"/>
                </a:tc>
                <a:extLst>
                  <a:ext uri="{0D108BD9-81ED-4DB2-BD59-A6C34878D82A}">
                    <a16:rowId xmlns:a16="http://schemas.microsoft.com/office/drawing/2014/main" val="165121973"/>
                  </a:ext>
                </a:extLst>
              </a:tr>
              <a:tr h="17273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Rosy Cortez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56" marR="5956" marT="59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Yvonne Law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56" marR="5956" marT="59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Isaiah Steele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56" marR="5956" marT="5956" marB="0" anchor="b"/>
                </a:tc>
                <a:extLst>
                  <a:ext uri="{0D108BD9-81ED-4DB2-BD59-A6C34878D82A}">
                    <a16:rowId xmlns:a16="http://schemas.microsoft.com/office/drawing/2014/main" val="4267338125"/>
                  </a:ext>
                </a:extLst>
              </a:tr>
              <a:tr h="17273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Aaron Craig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56" marR="5956" marT="59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Konner Lindsey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56" marR="5956" marT="59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Dorothy Stevenson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56" marR="5956" marT="5956" marB="0" anchor="b"/>
                </a:tc>
                <a:extLst>
                  <a:ext uri="{0D108BD9-81ED-4DB2-BD59-A6C34878D82A}">
                    <a16:rowId xmlns:a16="http://schemas.microsoft.com/office/drawing/2014/main" val="108311829"/>
                  </a:ext>
                </a:extLst>
              </a:tr>
              <a:tr h="17273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Bill Davis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56" marR="5956" marT="59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Tabitha Loar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56" marR="5956" marT="59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Chris Stryker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56" marR="5956" marT="5956" marB="0" anchor="b"/>
                </a:tc>
                <a:extLst>
                  <a:ext uri="{0D108BD9-81ED-4DB2-BD59-A6C34878D82A}">
                    <a16:rowId xmlns:a16="http://schemas.microsoft.com/office/drawing/2014/main" val="727807951"/>
                  </a:ext>
                </a:extLst>
              </a:tr>
              <a:tr h="17273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Glenn Dobbs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56" marR="5956" marT="59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Steve Martin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56" marR="5956" marT="5956" marB="0" anchor="b"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u="none" strike="noStrike" dirty="0">
                          <a:effectLst/>
                        </a:rPr>
                        <a:t>James Thornton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56" marR="5956" marT="5956" marB="0" anchor="b"/>
                </a:tc>
                <a:extLst>
                  <a:ext uri="{0D108BD9-81ED-4DB2-BD59-A6C34878D82A}">
                    <a16:rowId xmlns:a16="http://schemas.microsoft.com/office/drawing/2014/main" val="306071767"/>
                  </a:ext>
                </a:extLst>
              </a:tr>
              <a:tr h="17273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Anthony Epling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56" marR="5956" marT="59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Joshua McMullen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56" marR="5956" marT="59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John Trimble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56" marR="5956" marT="5956" marB="0" anchor="b"/>
                </a:tc>
                <a:extLst>
                  <a:ext uri="{0D108BD9-81ED-4DB2-BD59-A6C34878D82A}">
                    <a16:rowId xmlns:a16="http://schemas.microsoft.com/office/drawing/2014/main" val="4123622635"/>
                  </a:ext>
                </a:extLst>
              </a:tr>
              <a:tr h="17273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Jose Flores-Leon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56" marR="5956" marT="59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Molly Medling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56" marR="5956" marT="59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John David Trimble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56" marR="5956" marT="5956" marB="0" anchor="b"/>
                </a:tc>
                <a:extLst>
                  <a:ext uri="{0D108BD9-81ED-4DB2-BD59-A6C34878D82A}">
                    <a16:rowId xmlns:a16="http://schemas.microsoft.com/office/drawing/2014/main" val="4215675039"/>
                  </a:ext>
                </a:extLst>
              </a:tr>
              <a:tr h="17273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Carol Flynt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56" marR="5956" marT="59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Sara Mendez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56" marR="5956" marT="59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Concepcion Valdez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56" marR="5956" marT="5956" marB="0" anchor="b"/>
                </a:tc>
                <a:extLst>
                  <a:ext uri="{0D108BD9-81ED-4DB2-BD59-A6C34878D82A}">
                    <a16:rowId xmlns:a16="http://schemas.microsoft.com/office/drawing/2014/main" val="1093681752"/>
                  </a:ext>
                </a:extLst>
              </a:tr>
              <a:tr h="17273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Jared Gaskin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56" marR="5956" marT="59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Carrol Moore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56" marR="5956" marT="59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Jonathan Vargas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56" marR="5956" marT="5956" marB="0" anchor="b"/>
                </a:tc>
                <a:extLst>
                  <a:ext uri="{0D108BD9-81ED-4DB2-BD59-A6C34878D82A}">
                    <a16:rowId xmlns:a16="http://schemas.microsoft.com/office/drawing/2014/main" val="1107640639"/>
                  </a:ext>
                </a:extLst>
              </a:tr>
              <a:tr h="17273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Brandon Gentry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56" marR="5956" marT="59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Katy Moran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56" marR="5956" marT="59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Grady Walker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56" marR="5956" marT="5956" marB="0" anchor="b"/>
                </a:tc>
                <a:extLst>
                  <a:ext uri="{0D108BD9-81ED-4DB2-BD59-A6C34878D82A}">
                    <a16:rowId xmlns:a16="http://schemas.microsoft.com/office/drawing/2014/main" val="1150679164"/>
                  </a:ext>
                </a:extLst>
              </a:tr>
              <a:tr h="17273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Jaylah Goodson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56" marR="5956" marT="59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Carl Morgan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56" marR="5956" marT="59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Shane Watkins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56" marR="5956" marT="5956" marB="0" anchor="b"/>
                </a:tc>
                <a:extLst>
                  <a:ext uri="{0D108BD9-81ED-4DB2-BD59-A6C34878D82A}">
                    <a16:rowId xmlns:a16="http://schemas.microsoft.com/office/drawing/2014/main" val="1651122556"/>
                  </a:ext>
                </a:extLst>
              </a:tr>
              <a:tr h="17273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Jason Griffin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56" marR="5956" marT="59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Leonard Morrow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56" marR="5956" marT="59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Janice Wilson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56" marR="5956" marT="5956" marB="0" anchor="b"/>
                </a:tc>
                <a:extLst>
                  <a:ext uri="{0D108BD9-81ED-4DB2-BD59-A6C34878D82A}">
                    <a16:rowId xmlns:a16="http://schemas.microsoft.com/office/drawing/2014/main" val="1275266767"/>
                  </a:ext>
                </a:extLst>
              </a:tr>
              <a:tr h="17273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Danny Haynes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56" marR="5956" marT="59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Anthony Oni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56" marR="5956" marT="59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Catherine Youngblood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56" marR="5956" marT="5956" marB="0" anchor="b"/>
                </a:tc>
                <a:extLst>
                  <a:ext uri="{0D108BD9-81ED-4DB2-BD59-A6C34878D82A}">
                    <a16:rowId xmlns:a16="http://schemas.microsoft.com/office/drawing/2014/main" val="344182369"/>
                  </a:ext>
                </a:extLst>
              </a:tr>
            </a:tbl>
          </a:graphicData>
        </a:graphic>
      </p:graphicFrame>
      <p:pic>
        <p:nvPicPr>
          <p:cNvPr id="54" name="Picture Placeholder 9" descr="eh20-eng-432.png">
            <a:extLst>
              <a:ext uri="{FF2B5EF4-FFF2-40B4-BE49-F238E27FC236}">
                <a16:creationId xmlns:a16="http://schemas.microsoft.com/office/drawing/2014/main" id="{0E1E8192-803D-1DEE-35B5-169BBA988C59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459" b="459"/>
          <a:stretch>
            <a:fillRect/>
          </a:stretch>
        </p:blipFill>
        <p:spPr>
          <a:xfrm>
            <a:off x="7199357" y="5176663"/>
            <a:ext cx="18288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22402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</p:sld>
</file>

<file path=ppt/theme/theme1.xml><?xml version="1.0" encoding="utf-8"?>
<a:theme xmlns:a="http://schemas.openxmlformats.org/drawingml/2006/main" name="2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 Them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 Them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</TotalTime>
  <Words>435</Words>
  <Application>Microsoft Office PowerPoint</Application>
  <PresentationFormat>On-screen Show (16:10)</PresentationFormat>
  <Paragraphs>220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2_Office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Mason Broadwell</dc:creator>
  <cp:lastModifiedBy>Mason Broadwell</cp:lastModifiedBy>
  <cp:revision>3</cp:revision>
  <dcterms:created xsi:type="dcterms:W3CDTF">2026-09-15T01:01:01Z</dcterms:created>
  <dcterms:modified xsi:type="dcterms:W3CDTF">2026-09-16T01:55:11Z</dcterms:modified>
</cp:coreProperties>
</file>