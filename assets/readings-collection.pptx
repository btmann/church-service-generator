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6" d="100"/>
          <a:sy n="106" d="100"/>
        </p:scale>
        <p:origin x="6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5D1854-B63B-479B-8F14-2231609913B9}"/>
              </a:ext>
            </a:extLst>
          </p:cNvPr>
          <p:cNvSpPr>
            <a:spLocks noGrp="1"/>
          </p:cNvSpPr>
          <p:nvPr>
            <p:ph type="body" sz="quarter" idx="10" hasCustomPrompt="1"/>
          </p:nvPr>
        </p:nvSpPr>
        <p:spPr>
          <a:xfrm>
            <a:off x="631825" y="492125"/>
            <a:ext cx="5004100" cy="551671"/>
          </a:xfrm>
          <a:prstGeom prst="rect">
            <a:avLst/>
          </a:prstGeom>
        </p:spPr>
        <p:txBody>
          <a:bodyPr anchor="ctr"/>
          <a:lstStyle>
            <a:lvl1pPr marL="0" indent="0" algn="ctr">
              <a:buNone/>
              <a:defRPr/>
            </a:lvl1pPr>
          </a:lstStyle>
          <a:p>
            <a:pPr lvl="0"/>
            <a:r>
              <a:rPr lang="en-US" dirty="0"/>
              <a:t>English Reference</a:t>
            </a:r>
          </a:p>
        </p:txBody>
      </p:sp>
      <p:sp>
        <p:nvSpPr>
          <p:cNvPr id="10" name="Text Placeholder 9">
            <a:extLst>
              <a:ext uri="{FF2B5EF4-FFF2-40B4-BE49-F238E27FC236}">
                <a16:creationId xmlns:a16="http://schemas.microsoft.com/office/drawing/2014/main" id="{11F92B97-6C38-40F3-B893-2F80D14F5111}"/>
              </a:ext>
            </a:extLst>
          </p:cNvPr>
          <p:cNvSpPr>
            <a:spLocks noGrp="1"/>
          </p:cNvSpPr>
          <p:nvPr>
            <p:ph type="body" sz="quarter" idx="11" hasCustomPrompt="1"/>
          </p:nvPr>
        </p:nvSpPr>
        <p:spPr>
          <a:xfrm>
            <a:off x="6556075" y="492125"/>
            <a:ext cx="5004100" cy="551671"/>
          </a:xfrm>
          <a:prstGeom prst="rect">
            <a:avLst/>
          </a:prstGeom>
        </p:spPr>
        <p:txBody>
          <a:bodyPr anchor="ctr"/>
          <a:lstStyle>
            <a:lvl1pPr marL="0" indent="0" algn="ctr">
              <a:buNone/>
              <a:defRPr/>
            </a:lvl1pPr>
          </a:lstStyle>
          <a:p>
            <a:pPr lvl="0"/>
            <a:r>
              <a:rPr lang="en-US" dirty="0"/>
              <a:t>Spanish Reference</a:t>
            </a:r>
          </a:p>
        </p:txBody>
      </p:sp>
      <p:sp>
        <p:nvSpPr>
          <p:cNvPr id="12" name="Text Placeholder 11">
            <a:extLst>
              <a:ext uri="{FF2B5EF4-FFF2-40B4-BE49-F238E27FC236}">
                <a16:creationId xmlns:a16="http://schemas.microsoft.com/office/drawing/2014/main" id="{067D69CC-AC9F-417B-9783-221F373F7CCF}"/>
              </a:ext>
            </a:extLst>
          </p:cNvPr>
          <p:cNvSpPr>
            <a:spLocks noGrp="1"/>
          </p:cNvSpPr>
          <p:nvPr>
            <p:ph type="body" sz="quarter" idx="12" hasCustomPrompt="1"/>
          </p:nvPr>
        </p:nvSpPr>
        <p:spPr>
          <a:xfrm>
            <a:off x="631825" y="1258888"/>
            <a:ext cx="5003800" cy="5322887"/>
          </a:xfrm>
          <a:prstGeom prst="rect">
            <a:avLst/>
          </a:prstGeom>
        </p:spPr>
        <p:txBody>
          <a:bodyPr anchor="ctr"/>
          <a:lstStyle>
            <a:lvl1pPr marL="0" indent="0" algn="ctr">
              <a:buNone/>
              <a:defRPr/>
            </a:lvl1pPr>
          </a:lstStyle>
          <a:p>
            <a:pPr lvl="0"/>
            <a:r>
              <a:rPr lang="en-US" dirty="0"/>
              <a:t>English Text</a:t>
            </a:r>
          </a:p>
        </p:txBody>
      </p:sp>
      <p:sp>
        <p:nvSpPr>
          <p:cNvPr id="14" name="Text Placeholder 13">
            <a:extLst>
              <a:ext uri="{FF2B5EF4-FFF2-40B4-BE49-F238E27FC236}">
                <a16:creationId xmlns:a16="http://schemas.microsoft.com/office/drawing/2014/main" id="{E2833D55-CD49-4B4D-84F1-34FE1FE2AA39}"/>
              </a:ext>
            </a:extLst>
          </p:cNvPr>
          <p:cNvSpPr>
            <a:spLocks noGrp="1"/>
          </p:cNvSpPr>
          <p:nvPr>
            <p:ph type="body" sz="quarter" idx="13" hasCustomPrompt="1"/>
          </p:nvPr>
        </p:nvSpPr>
        <p:spPr>
          <a:xfrm>
            <a:off x="6556075" y="1258888"/>
            <a:ext cx="5004100" cy="5322887"/>
          </a:xfrm>
          <a:prstGeom prst="rect">
            <a:avLst/>
          </a:prstGeom>
        </p:spPr>
        <p:txBody>
          <a:bodyPr anchor="ctr"/>
          <a:lstStyle>
            <a:lvl1pPr marL="0" indent="0" algn="ctr">
              <a:buNone/>
              <a:defRPr/>
            </a:lvl1pPr>
          </a:lstStyle>
          <a:p>
            <a:pPr lvl="0"/>
            <a:r>
              <a:rPr lang="en-US" dirty="0"/>
              <a:t>Spanish Text</a:t>
            </a:r>
          </a:p>
        </p:txBody>
      </p:sp>
    </p:spTree>
    <p:extLst>
      <p:ext uri="{BB962C8B-B14F-4D97-AF65-F5344CB8AC3E}">
        <p14:creationId xmlns:p14="http://schemas.microsoft.com/office/powerpoint/2010/main" val="83628713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65516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Luke 24:47</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Lucas 24:47</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“Repentance and remission of sins should be preached in His name to all nations, beginning at Jerusalem.”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“Y que se </a:t>
            </a:r>
            <a:r>
              <a:rPr lang="en-US" dirty="0" err="1"/>
              <a:t>predicase</a:t>
            </a:r>
            <a:r>
              <a:rPr lang="en-US" dirty="0"/>
              <a:t> </a:t>
            </a:r>
            <a:r>
              <a:rPr lang="en-US" dirty="0" err="1"/>
              <a:t>en</a:t>
            </a:r>
            <a:r>
              <a:rPr lang="en-US" dirty="0"/>
              <a:t> </a:t>
            </a:r>
            <a:r>
              <a:rPr lang="en-US" dirty="0" err="1"/>
              <a:t>su</a:t>
            </a:r>
            <a:r>
              <a:rPr lang="en-US" dirty="0"/>
              <a:t> </a:t>
            </a:r>
            <a:r>
              <a:rPr lang="en-US" dirty="0" err="1"/>
              <a:t>nombre</a:t>
            </a:r>
            <a:r>
              <a:rPr lang="en-US" dirty="0"/>
              <a:t> el </a:t>
            </a:r>
            <a:r>
              <a:rPr lang="en-US" dirty="0" err="1"/>
              <a:t>arrepentimiento</a:t>
            </a:r>
            <a:r>
              <a:rPr lang="en-US" dirty="0"/>
              <a:t> y el </a:t>
            </a:r>
            <a:r>
              <a:rPr lang="en-US" dirty="0" err="1"/>
              <a:t>perdón</a:t>
            </a:r>
            <a:r>
              <a:rPr lang="en-US" dirty="0"/>
              <a:t> de </a:t>
            </a:r>
            <a:r>
              <a:rPr lang="en-US" dirty="0" err="1"/>
              <a:t>pecados</a:t>
            </a:r>
            <a:r>
              <a:rPr lang="en-US" dirty="0"/>
              <a:t> </a:t>
            </a:r>
            <a:r>
              <a:rPr lang="en-US" dirty="0" err="1"/>
              <a:t>en</a:t>
            </a:r>
            <a:r>
              <a:rPr lang="en-US" dirty="0"/>
              <a:t> </a:t>
            </a:r>
            <a:r>
              <a:rPr lang="en-US" dirty="0" err="1"/>
              <a:t>todas</a:t>
            </a:r>
            <a:r>
              <a:rPr lang="en-US" dirty="0"/>
              <a:t> las </a:t>
            </a:r>
            <a:r>
              <a:rPr lang="en-US" dirty="0" err="1"/>
              <a:t>naciones</a:t>
            </a:r>
            <a:r>
              <a:rPr lang="en-US" dirty="0"/>
              <a:t>, </a:t>
            </a:r>
            <a:r>
              <a:rPr lang="en-US" dirty="0" err="1"/>
              <a:t>comenzando</a:t>
            </a:r>
            <a:r>
              <a:rPr lang="en-US" dirty="0"/>
              <a:t> </a:t>
            </a:r>
            <a:r>
              <a:rPr lang="en-US" dirty="0" err="1"/>
              <a:t>desde</a:t>
            </a:r>
            <a:r>
              <a:rPr lang="en-US" dirty="0"/>
              <a:t> </a:t>
            </a:r>
            <a:r>
              <a:rPr lang="en-US" dirty="0" err="1"/>
              <a:t>Jerusalén</a:t>
            </a:r>
            <a:r>
              <a:rPr lang="en-US"/>
              <a:t>.”</a:t>
            </a:r>
            <a:endParaRPr lang="en-US" dirty="0"/>
          </a:p>
        </p:txBody>
      </p:sp>
    </p:spTree>
    <p:extLst>
      <p:ext uri="{BB962C8B-B14F-4D97-AF65-F5344CB8AC3E}">
        <p14:creationId xmlns:p14="http://schemas.microsoft.com/office/powerpoint/2010/main" val="2546940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Philippians 1:3-5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Filipenses</a:t>
            </a:r>
            <a:r>
              <a:rPr lang="en-US" dirty="0"/>
              <a:t> 1:3-5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“I thank my God upon every remembrance of you, always in every prayer of mine making request for you all with joy, for your fellowship in the gospel from the first day until now.” </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a:t>
            </a:r>
            <a:r>
              <a:rPr lang="en-US" dirty="0" err="1"/>
              <a:t>Doy</a:t>
            </a:r>
            <a:r>
              <a:rPr lang="en-US" dirty="0"/>
              <a:t> gracias a mi Dios </a:t>
            </a:r>
            <a:r>
              <a:rPr lang="en-US" dirty="0" err="1"/>
              <a:t>siempre</a:t>
            </a:r>
            <a:r>
              <a:rPr lang="en-US" dirty="0"/>
              <a:t> que me </a:t>
            </a:r>
            <a:r>
              <a:rPr lang="en-US" dirty="0" err="1"/>
              <a:t>acuerdo</a:t>
            </a:r>
            <a:r>
              <a:rPr lang="en-US" dirty="0"/>
              <a:t> de </a:t>
            </a:r>
            <a:r>
              <a:rPr lang="en-US" dirty="0" err="1"/>
              <a:t>vosotros</a:t>
            </a:r>
            <a:r>
              <a:rPr lang="en-US" dirty="0"/>
              <a:t>, </a:t>
            </a:r>
            <a:r>
              <a:rPr lang="en-US" dirty="0" err="1"/>
              <a:t>siempre</a:t>
            </a:r>
            <a:r>
              <a:rPr lang="en-US" dirty="0"/>
              <a:t> </a:t>
            </a:r>
            <a:r>
              <a:rPr lang="en-US" dirty="0" err="1"/>
              <a:t>en</a:t>
            </a:r>
            <a:r>
              <a:rPr lang="en-US" dirty="0"/>
              <a:t> </a:t>
            </a:r>
            <a:r>
              <a:rPr lang="en-US" dirty="0" err="1"/>
              <a:t>todas</a:t>
            </a:r>
            <a:r>
              <a:rPr lang="en-US" dirty="0"/>
              <a:t> mis </a:t>
            </a:r>
            <a:r>
              <a:rPr lang="en-US" dirty="0" err="1"/>
              <a:t>oraciones</a:t>
            </a:r>
            <a:r>
              <a:rPr lang="en-US" dirty="0"/>
              <a:t> </a:t>
            </a:r>
            <a:r>
              <a:rPr lang="en-US" dirty="0" err="1"/>
              <a:t>rogando</a:t>
            </a:r>
            <a:r>
              <a:rPr lang="en-US" dirty="0"/>
              <a:t> con </a:t>
            </a:r>
            <a:r>
              <a:rPr lang="en-US" dirty="0" err="1"/>
              <a:t>gozo</a:t>
            </a:r>
            <a:r>
              <a:rPr lang="en-US" dirty="0"/>
              <a:t> por </a:t>
            </a:r>
            <a:r>
              <a:rPr lang="en-US" dirty="0" err="1"/>
              <a:t>todos</a:t>
            </a:r>
            <a:r>
              <a:rPr lang="en-US" dirty="0"/>
              <a:t> </a:t>
            </a:r>
            <a:r>
              <a:rPr lang="en-US" dirty="0" err="1"/>
              <a:t>vosotros</a:t>
            </a:r>
            <a:r>
              <a:rPr lang="en-US" dirty="0"/>
              <a:t>, por </a:t>
            </a:r>
            <a:r>
              <a:rPr lang="en-US" dirty="0" err="1"/>
              <a:t>vuestra</a:t>
            </a:r>
            <a:r>
              <a:rPr lang="en-US" dirty="0"/>
              <a:t> </a:t>
            </a:r>
            <a:r>
              <a:rPr lang="en-US" dirty="0" err="1"/>
              <a:t>comunión</a:t>
            </a:r>
            <a:r>
              <a:rPr lang="en-US" dirty="0"/>
              <a:t> </a:t>
            </a:r>
            <a:r>
              <a:rPr lang="en-US" dirty="0" err="1"/>
              <a:t>en</a:t>
            </a:r>
            <a:r>
              <a:rPr lang="en-US" dirty="0"/>
              <a:t> el </a:t>
            </a:r>
            <a:r>
              <a:rPr lang="en-US" dirty="0" err="1"/>
              <a:t>evangelio</a:t>
            </a:r>
            <a:r>
              <a:rPr lang="en-US" dirty="0"/>
              <a:t>, </a:t>
            </a:r>
            <a:r>
              <a:rPr lang="en-US" dirty="0" err="1"/>
              <a:t>desde</a:t>
            </a:r>
            <a:r>
              <a:rPr lang="en-US" dirty="0"/>
              <a:t> el primer </a:t>
            </a:r>
            <a:r>
              <a:rPr lang="en-US" dirty="0" err="1"/>
              <a:t>día</a:t>
            </a:r>
            <a:r>
              <a:rPr lang="en-US" dirty="0"/>
              <a:t> hasta </a:t>
            </a:r>
            <a:r>
              <a:rPr lang="en-US" dirty="0" err="1"/>
              <a:t>ahora</a:t>
            </a:r>
            <a:r>
              <a:rPr lang="en-US" dirty="0"/>
              <a:t>.”</a:t>
            </a:r>
          </a:p>
        </p:txBody>
      </p:sp>
    </p:spTree>
    <p:extLst>
      <p:ext uri="{BB962C8B-B14F-4D97-AF65-F5344CB8AC3E}">
        <p14:creationId xmlns:p14="http://schemas.microsoft.com/office/powerpoint/2010/main" val="4159481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Acts 20:35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Hechos</a:t>
            </a:r>
            <a:r>
              <a:rPr lang="en-US" dirty="0"/>
              <a:t> 20:35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“I have shown you in every way, by laboring like this, that you must support the weak. And remember the words of the Lord Jesus, that He said, ‘It is more blessed to give than to receive.’”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a:t>
            </a:r>
            <a:r>
              <a:rPr lang="en-US" dirty="0" err="1"/>
              <a:t>En</a:t>
            </a:r>
            <a:r>
              <a:rPr lang="en-US" dirty="0"/>
              <a:t> </a:t>
            </a:r>
            <a:r>
              <a:rPr lang="en-US" dirty="0" err="1"/>
              <a:t>todo</a:t>
            </a:r>
            <a:r>
              <a:rPr lang="en-US" dirty="0"/>
              <a:t> </a:t>
            </a:r>
            <a:r>
              <a:rPr lang="en-US" dirty="0" err="1"/>
              <a:t>os</a:t>
            </a:r>
            <a:r>
              <a:rPr lang="en-US" dirty="0"/>
              <a:t> he </a:t>
            </a:r>
            <a:r>
              <a:rPr lang="en-US" dirty="0" err="1"/>
              <a:t>enseñado</a:t>
            </a:r>
            <a:r>
              <a:rPr lang="en-US" dirty="0"/>
              <a:t> que, </a:t>
            </a:r>
            <a:r>
              <a:rPr lang="en-US" dirty="0" err="1"/>
              <a:t>trabajando</a:t>
            </a:r>
            <a:r>
              <a:rPr lang="en-US" dirty="0"/>
              <a:t> </a:t>
            </a:r>
            <a:r>
              <a:rPr lang="en-US" dirty="0" err="1"/>
              <a:t>así</a:t>
            </a:r>
            <a:r>
              <a:rPr lang="en-US" dirty="0"/>
              <a:t>, se debe </a:t>
            </a:r>
            <a:r>
              <a:rPr lang="en-US" dirty="0" err="1"/>
              <a:t>ayudar</a:t>
            </a:r>
            <a:r>
              <a:rPr lang="en-US" dirty="0"/>
              <a:t> a los </a:t>
            </a:r>
            <a:r>
              <a:rPr lang="en-US" dirty="0" err="1"/>
              <a:t>necesitados</a:t>
            </a:r>
            <a:r>
              <a:rPr lang="en-US" dirty="0"/>
              <a:t>, y </a:t>
            </a:r>
            <a:r>
              <a:rPr lang="en-US" dirty="0" err="1"/>
              <a:t>recordar</a:t>
            </a:r>
            <a:r>
              <a:rPr lang="en-US" dirty="0"/>
              <a:t> las palabras del </a:t>
            </a:r>
            <a:r>
              <a:rPr lang="en-US" dirty="0" err="1"/>
              <a:t>Señor</a:t>
            </a:r>
            <a:r>
              <a:rPr lang="en-US" dirty="0"/>
              <a:t> Jesús, que </a:t>
            </a:r>
            <a:r>
              <a:rPr lang="en-US" dirty="0" err="1"/>
              <a:t>dijo</a:t>
            </a:r>
            <a:r>
              <a:rPr lang="en-US" dirty="0"/>
              <a:t>: Más </a:t>
            </a:r>
            <a:r>
              <a:rPr lang="en-US" dirty="0" err="1"/>
              <a:t>bienaventurado</a:t>
            </a:r>
            <a:r>
              <a:rPr lang="en-US" dirty="0"/>
              <a:t> es </a:t>
            </a:r>
            <a:r>
              <a:rPr lang="en-US" dirty="0" err="1"/>
              <a:t>dar</a:t>
            </a:r>
            <a:r>
              <a:rPr lang="en-US" dirty="0"/>
              <a:t> que </a:t>
            </a:r>
            <a:r>
              <a:rPr lang="en-US" dirty="0" err="1"/>
              <a:t>recibir</a:t>
            </a:r>
            <a:r>
              <a:rPr lang="en-US" dirty="0"/>
              <a:t>.”</a:t>
            </a:r>
          </a:p>
        </p:txBody>
      </p:sp>
    </p:spTree>
    <p:extLst>
      <p:ext uri="{BB962C8B-B14F-4D97-AF65-F5344CB8AC3E}">
        <p14:creationId xmlns:p14="http://schemas.microsoft.com/office/powerpoint/2010/main" val="66623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Psalm 76:11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Salmo 76:11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Make your vows to the </a:t>
            </a:r>
            <a:r>
              <a:rPr lang="en-US" cap="small" dirty="0"/>
              <a:t>Lord</a:t>
            </a:r>
            <a:r>
              <a:rPr lang="en-US" dirty="0"/>
              <a:t> your God and perform them; let all around him bring gifts to him who is to be feared.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dirty="0"/>
              <a:t>Prometed, y pagad a Jehová vuestro Dios;  Todos los que están alrededor de él, traigan ofrendas al Temible.</a:t>
            </a:r>
            <a:endParaRPr lang="en-US" dirty="0"/>
          </a:p>
        </p:txBody>
      </p:sp>
    </p:spTree>
    <p:extLst>
      <p:ext uri="{BB962C8B-B14F-4D97-AF65-F5344CB8AC3E}">
        <p14:creationId xmlns:p14="http://schemas.microsoft.com/office/powerpoint/2010/main" val="364790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12:6, 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12:6, 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Having then gifts differing according to the grace that is given to us, </a:t>
            </a:r>
            <a:r>
              <a:rPr lang="en-US" i="1" dirty="0"/>
              <a:t>let us use them</a:t>
            </a:r>
            <a:r>
              <a:rPr lang="en-US" dirty="0"/>
              <a:t>;… he who gives, with liberality.</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De </a:t>
            </a:r>
            <a:r>
              <a:rPr lang="en-US" dirty="0" err="1"/>
              <a:t>manera</a:t>
            </a:r>
            <a:r>
              <a:rPr lang="en-US" dirty="0"/>
              <a:t> que, </a:t>
            </a:r>
            <a:r>
              <a:rPr lang="en-US" dirty="0" err="1"/>
              <a:t>teniendo</a:t>
            </a:r>
            <a:r>
              <a:rPr lang="en-US" dirty="0"/>
              <a:t> </a:t>
            </a:r>
            <a:r>
              <a:rPr lang="en-US" dirty="0" err="1"/>
              <a:t>diferentes</a:t>
            </a:r>
            <a:r>
              <a:rPr lang="en-US" dirty="0"/>
              <a:t> </a:t>
            </a:r>
            <a:r>
              <a:rPr lang="en-US" dirty="0" err="1"/>
              <a:t>dones</a:t>
            </a:r>
            <a:r>
              <a:rPr lang="en-US" dirty="0"/>
              <a:t>, </a:t>
            </a:r>
            <a:r>
              <a:rPr lang="en-US" dirty="0" err="1"/>
              <a:t>según</a:t>
            </a:r>
            <a:r>
              <a:rPr lang="en-US" dirty="0"/>
              <a:t> la </a:t>
            </a:r>
            <a:r>
              <a:rPr lang="en-US" dirty="0" err="1"/>
              <a:t>gracia</a:t>
            </a:r>
            <a:r>
              <a:rPr lang="en-US" dirty="0"/>
              <a:t> que </a:t>
            </a:r>
            <a:r>
              <a:rPr lang="en-US" dirty="0" err="1"/>
              <a:t>nos</a:t>
            </a:r>
            <a:r>
              <a:rPr lang="en-US" dirty="0"/>
              <a:t> es dada, </a:t>
            </a:r>
            <a:r>
              <a:rPr lang="en-US" dirty="0" err="1"/>
              <a:t>si</a:t>
            </a:r>
            <a:r>
              <a:rPr lang="en-US" dirty="0"/>
              <a:t> el de </a:t>
            </a:r>
            <a:r>
              <a:rPr lang="en-US" dirty="0" err="1"/>
              <a:t>profecía</a:t>
            </a:r>
            <a:r>
              <a:rPr lang="en-US" dirty="0"/>
              <a:t>, </a:t>
            </a:r>
            <a:r>
              <a:rPr lang="en-US" dirty="0" err="1"/>
              <a:t>úsese</a:t>
            </a:r>
            <a:r>
              <a:rPr lang="en-US" dirty="0"/>
              <a:t> </a:t>
            </a:r>
            <a:r>
              <a:rPr lang="en-US" dirty="0" err="1"/>
              <a:t>conforme</a:t>
            </a:r>
            <a:r>
              <a:rPr lang="en-US" dirty="0"/>
              <a:t> a la </a:t>
            </a:r>
            <a:r>
              <a:rPr lang="en-US" dirty="0" err="1"/>
              <a:t>medida</a:t>
            </a:r>
            <a:r>
              <a:rPr lang="en-US" dirty="0"/>
              <a:t> de la </a:t>
            </a:r>
            <a:r>
              <a:rPr lang="en-US" dirty="0" err="1"/>
              <a:t>fe</a:t>
            </a:r>
            <a:r>
              <a:rPr lang="en-US" dirty="0"/>
              <a:t>; ... el que </a:t>
            </a:r>
            <a:r>
              <a:rPr lang="en-US" dirty="0" err="1"/>
              <a:t>exhorta</a:t>
            </a:r>
            <a:r>
              <a:rPr lang="en-US" dirty="0"/>
              <a:t>, </a:t>
            </a:r>
            <a:r>
              <a:rPr lang="en-US" dirty="0" err="1"/>
              <a:t>en</a:t>
            </a:r>
            <a:r>
              <a:rPr lang="en-US" dirty="0"/>
              <a:t> la </a:t>
            </a:r>
            <a:r>
              <a:rPr lang="en-US" dirty="0" err="1"/>
              <a:t>exhortación</a:t>
            </a:r>
            <a:r>
              <a:rPr lang="en-US" dirty="0"/>
              <a:t>; el que </a:t>
            </a:r>
            <a:r>
              <a:rPr lang="en-US" dirty="0" err="1"/>
              <a:t>reparte</a:t>
            </a:r>
            <a:r>
              <a:rPr lang="en-US" dirty="0"/>
              <a:t>, con </a:t>
            </a:r>
            <a:r>
              <a:rPr lang="en-US" dirty="0" err="1"/>
              <a:t>liberalidad</a:t>
            </a:r>
            <a:r>
              <a:rPr lang="en-US" dirty="0"/>
              <a:t>.</a:t>
            </a:r>
          </a:p>
        </p:txBody>
      </p:sp>
    </p:spTree>
    <p:extLst>
      <p:ext uri="{BB962C8B-B14F-4D97-AF65-F5344CB8AC3E}">
        <p14:creationId xmlns:p14="http://schemas.microsoft.com/office/powerpoint/2010/main" val="3889160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1 Corinthians 16:1-2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a:t> 16:1-2</a:t>
            </a:r>
            <a:endParaRPr lang="en-US" dirty="0"/>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Now concerning the collection for the saints, as I have given orders to the churches of Galatia, so you must do also: On the first </a:t>
            </a:r>
            <a:r>
              <a:rPr lang="en-US" i="1" dirty="0"/>
              <a:t>day</a:t>
            </a:r>
            <a:r>
              <a:rPr lang="en-US" dirty="0"/>
              <a:t> of the week let each one of you lay something aside, storing up as he may prosper, that there be no collections when I come.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dirty="0"/>
              <a:t>En cuanto a la ofrenda para los santos, haced vosotros también de la manera que ordené en las iglesias de </a:t>
            </a:r>
            <a:r>
              <a:rPr lang="es-ES" dirty="0" err="1"/>
              <a:t>Galacia</a:t>
            </a:r>
            <a:r>
              <a:rPr lang="es-ES" dirty="0"/>
              <a:t>. Cada primer día de la semana cada uno de vosotros ponga aparte algo, según haya prosperado, guardándolo, para que cuando yo llegue no se recojan entonces ofrendas.</a:t>
            </a:r>
            <a:endParaRPr lang="en-US" dirty="0"/>
          </a:p>
        </p:txBody>
      </p:sp>
    </p:spTree>
    <p:extLst>
      <p:ext uri="{BB962C8B-B14F-4D97-AF65-F5344CB8AC3E}">
        <p14:creationId xmlns:p14="http://schemas.microsoft.com/office/powerpoint/2010/main" val="351669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Luke 6:38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a:t>Lucas 6:38</a:t>
            </a:r>
            <a:endParaRPr lang="en-US" dirty="0"/>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Give, and it will be given to you: good measure, pressed down, shaken together, and running over will be put into your bosom. For with the same measure that you use, it will be measured back to you.</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dirty="0"/>
              <a:t>Dad, y se os dará; medida buena, apretada, remecida y rebosando darán en vuestro regazo; porque con la misma medida con que medís, os volverán a medir.</a:t>
            </a:r>
            <a:endParaRPr lang="en-US" dirty="0"/>
          </a:p>
        </p:txBody>
      </p:sp>
    </p:spTree>
    <p:extLst>
      <p:ext uri="{BB962C8B-B14F-4D97-AF65-F5344CB8AC3E}">
        <p14:creationId xmlns:p14="http://schemas.microsoft.com/office/powerpoint/2010/main" val="181326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2 Corinthians 8:9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2 </a:t>
            </a:r>
            <a:r>
              <a:rPr lang="en-US" dirty="0" err="1"/>
              <a:t>Corintios</a:t>
            </a:r>
            <a:r>
              <a:rPr lang="en-US" dirty="0"/>
              <a:t> 8:9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For you know the grace of our Lord Jesus Christ, that though He was rich, yet for your sakes He became poor, that you through His poverty might become rich.</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dirty="0"/>
              <a:t>Porque ya conocéis la gracia de nuestro Señor Jesucristo, que por amor a vosotros se hizo pobre, siendo rico, para que vosotros con su pobreza fueseis enriquecidos.</a:t>
            </a:r>
            <a:endParaRPr lang="en-US" dirty="0"/>
          </a:p>
        </p:txBody>
      </p:sp>
    </p:spTree>
    <p:extLst>
      <p:ext uri="{BB962C8B-B14F-4D97-AF65-F5344CB8AC3E}">
        <p14:creationId xmlns:p14="http://schemas.microsoft.com/office/powerpoint/2010/main" val="372179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2 Corinthians 8:1-3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2 </a:t>
            </a:r>
            <a:r>
              <a:rPr lang="en-US" dirty="0" err="1"/>
              <a:t>Corintios</a:t>
            </a:r>
            <a:r>
              <a:rPr lang="en-US" dirty="0"/>
              <a:t> 8:1-3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Moreover, brethren, we make known to you the grace of God bestowed on the churches of Macedonia: that in a great trial of affliction the abundance of their joy and their deep poverty abounded in the riches of their liberality. For I bear witness that according to </a:t>
            </a:r>
            <a:r>
              <a:rPr lang="en-US" i="1" dirty="0"/>
              <a:t>their</a:t>
            </a:r>
            <a:r>
              <a:rPr lang="en-US" dirty="0"/>
              <a:t> ability, yes, and beyond </a:t>
            </a:r>
            <a:r>
              <a:rPr lang="en-US" i="1" dirty="0"/>
              <a:t>their</a:t>
            </a:r>
            <a:r>
              <a:rPr lang="en-US" dirty="0"/>
              <a:t> ability, </a:t>
            </a:r>
            <a:r>
              <a:rPr lang="en-US" i="1" dirty="0"/>
              <a:t>they were</a:t>
            </a:r>
            <a:r>
              <a:rPr lang="en-US" dirty="0"/>
              <a:t> freely willing.</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dirty="0"/>
              <a:t>Asimismo, hermanos, os hacemos saber la gracia de Dios que se ha dado a las iglesias de Macedonia; que en grande prueba de tribulación, la abundancia de su gozo y su profunda pobreza abundaron en riquezas de su generosidad. Pues doy testimonio de que con agrado han dado conforme a sus fuerzas, y aun más allá de </a:t>
            </a:r>
            <a:r>
              <a:rPr lang="es-ES"/>
              <a:t>sus fuerzas,</a:t>
            </a:r>
            <a:endParaRPr lang="en-US" dirty="0"/>
          </a:p>
        </p:txBody>
      </p:sp>
    </p:spTree>
    <p:extLst>
      <p:ext uri="{BB962C8B-B14F-4D97-AF65-F5344CB8AC3E}">
        <p14:creationId xmlns:p14="http://schemas.microsoft.com/office/powerpoint/2010/main" val="13746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Philippians 4:15-17</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Filipenses</a:t>
            </a:r>
            <a:r>
              <a:rPr lang="en-US" dirty="0"/>
              <a:t> 4:15-17</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Now you Philippians know also that in the beginning of the gospel, when I departed from Macedonia, no church shared with me concerning giving and receiving but you only. For even in Thessalonica you sent </a:t>
            </a:r>
            <a:r>
              <a:rPr lang="en-US" i="1" dirty="0"/>
              <a:t>aid</a:t>
            </a:r>
            <a:r>
              <a:rPr lang="en-US" dirty="0"/>
              <a:t> once and again for my necessities. Not that I seek the gift, but I seek the fruit that abounds to your account.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a:t>Y </a:t>
            </a:r>
            <a:r>
              <a:rPr lang="es-ES" dirty="0"/>
              <a:t>sabéis también vosotros, oh filipenses, que al principio de la predicación del evangelio, cuando partí de Macedonia, ninguna iglesia participó conmigo en razón de dar y recibir, sino vosotros solos</a:t>
            </a:r>
            <a:r>
              <a:rPr lang="es-ES"/>
              <a:t>; pues </a:t>
            </a:r>
            <a:r>
              <a:rPr lang="es-ES" dirty="0"/>
              <a:t>aun a Tesalónica me enviasteis una y otra vez para mis necesidades</a:t>
            </a:r>
            <a:r>
              <a:rPr lang="es-ES"/>
              <a:t>. No </a:t>
            </a:r>
            <a:r>
              <a:rPr lang="es-ES" dirty="0"/>
              <a:t>es que busque dádivas, sino que busco fruto que abunde en vuestra cuenta.</a:t>
            </a:r>
            <a:endParaRPr lang="en-US" dirty="0"/>
          </a:p>
        </p:txBody>
      </p:sp>
    </p:spTree>
    <p:extLst>
      <p:ext uri="{BB962C8B-B14F-4D97-AF65-F5344CB8AC3E}">
        <p14:creationId xmlns:p14="http://schemas.microsoft.com/office/powerpoint/2010/main" val="203758113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16930</TotalTime>
  <Words>891</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Williams David</cp:lastModifiedBy>
  <cp:revision>26</cp:revision>
  <dcterms:created xsi:type="dcterms:W3CDTF">2019-12-15T03:44:55Z</dcterms:created>
  <dcterms:modified xsi:type="dcterms:W3CDTF">2020-02-15T23:09:21Z</dcterms:modified>
</cp:coreProperties>
</file>