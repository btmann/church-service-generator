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7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1769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8</cp:revision>
  <dcterms:created xsi:type="dcterms:W3CDTF">2019-09-13T22:29:37Z</dcterms:created>
  <dcterms:modified xsi:type="dcterms:W3CDTF">2019-09-24T19:20:55Z</dcterms:modified>
</cp:coreProperties>
</file>